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8" r:id="rId2"/>
    <p:sldId id="308" r:id="rId3"/>
    <p:sldId id="259" r:id="rId4"/>
    <p:sldId id="402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305" r:id="rId13"/>
    <p:sldId id="307" r:id="rId14"/>
    <p:sldId id="401" r:id="rId15"/>
    <p:sldId id="270" r:id="rId16"/>
    <p:sldId id="271" r:id="rId17"/>
    <p:sldId id="272" r:id="rId18"/>
    <p:sldId id="273" r:id="rId19"/>
    <p:sldId id="274" r:id="rId20"/>
    <p:sldId id="624" r:id="rId21"/>
    <p:sldId id="645" r:id="rId22"/>
    <p:sldId id="650" r:id="rId23"/>
    <p:sldId id="282" r:id="rId24"/>
    <p:sldId id="309" r:id="rId25"/>
    <p:sldId id="293" r:id="rId26"/>
    <p:sldId id="294" r:id="rId27"/>
    <p:sldId id="295" r:id="rId28"/>
    <p:sldId id="296" r:id="rId29"/>
    <p:sldId id="297" r:id="rId30"/>
    <p:sldId id="298" r:id="rId31"/>
    <p:sldId id="299" r:id="rId32"/>
    <p:sldId id="300" r:id="rId33"/>
    <p:sldId id="310" r:id="rId34"/>
    <p:sldId id="283" r:id="rId35"/>
    <p:sldId id="284" r:id="rId36"/>
    <p:sldId id="409" r:id="rId37"/>
    <p:sldId id="311" r:id="rId38"/>
    <p:sldId id="457" r:id="rId39"/>
    <p:sldId id="313" r:id="rId40"/>
  </p:sldIdLst>
  <p:sldSz cx="138176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9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51D740-9655-48A9-ACD2-40767A8DF332}" v="38" dt="2024-09-19T07:08:51.69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462" y="66"/>
      </p:cViewPr>
      <p:guideLst>
        <p:guide orient="horz" pos="2880"/>
        <p:guide pos="296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Khurram Jadoon khan Asstt. Professor FCS" userId="684a1a15-bea5-4a17-9b67-1313be309245" providerId="ADAL" clId="{CA51D740-9655-48A9-ACD2-40767A8DF332}"/>
    <pc:docChg chg="undo custSel addSld delSld modSld sldOrd modMainMaster modNotesMaster">
      <pc:chgData name="Dr. Khurram Jadoon khan Asstt. Professor FCS" userId="684a1a15-bea5-4a17-9b67-1313be309245" providerId="ADAL" clId="{CA51D740-9655-48A9-ACD2-40767A8DF332}" dt="2024-09-19T07:24:58.806" v="413" actId="14100"/>
      <pc:docMkLst>
        <pc:docMk/>
      </pc:docMkLst>
      <pc:sldChg chg="delSp modSp mod">
        <pc:chgData name="Dr. Khurram Jadoon khan Asstt. Professor FCS" userId="684a1a15-bea5-4a17-9b67-1313be309245" providerId="ADAL" clId="{CA51D740-9655-48A9-ACD2-40767A8DF332}" dt="2024-09-19T06:54:47.224" v="398" actId="20577"/>
        <pc:sldMkLst>
          <pc:docMk/>
          <pc:sldMk cId="0" sldId="258"/>
        </pc:sldMkLst>
        <pc:spChg chg="mod">
          <ac:chgData name="Dr. Khurram Jadoon khan Asstt. Professor FCS" userId="684a1a15-bea5-4a17-9b67-1313be309245" providerId="ADAL" clId="{CA51D740-9655-48A9-ACD2-40767A8DF332}" dt="2024-09-19T04:52:49.756" v="70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9T06:54:47.224" v="398" actId="20577"/>
          <ac:spMkLst>
            <pc:docMk/>
            <pc:sldMk cId="0" sldId="258"/>
            <ac:spMk id="3" creationId="{00000000-0000-0000-0000-000000000000}"/>
          </ac:spMkLst>
        </pc:spChg>
        <pc:spChg chg="del mod">
          <ac:chgData name="Dr. Khurram Jadoon khan Asstt. Professor FCS" userId="684a1a15-bea5-4a17-9b67-1313be309245" providerId="ADAL" clId="{CA51D740-9655-48A9-ACD2-40767A8DF332}" dt="2024-09-18T13:03:00.009" v="20" actId="478"/>
          <ac:spMkLst>
            <pc:docMk/>
            <pc:sldMk cId="0" sldId="258"/>
            <ac:spMk id="4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CA51D740-9655-48A9-ACD2-40767A8DF332}" dt="2024-09-19T04:54:42.243" v="80" actId="20577"/>
        <pc:sldMkLst>
          <pc:docMk/>
          <pc:sldMk cId="0" sldId="259"/>
        </pc:sldMkLst>
        <pc:spChg chg="mod">
          <ac:chgData name="Dr. Khurram Jadoon khan Asstt. Professor FCS" userId="684a1a15-bea5-4a17-9b67-1313be309245" providerId="ADAL" clId="{CA51D740-9655-48A9-ACD2-40767A8DF332}" dt="2024-09-19T04:54:20.577" v="75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9T04:54:42.243" v="80" actId="20577"/>
          <ac:spMkLst>
            <pc:docMk/>
            <pc:sldMk cId="0" sldId="259"/>
            <ac:spMk id="3" creationId="{00000000-0000-0000-0000-000000000000}"/>
          </ac:spMkLst>
        </pc:spChg>
        <pc:picChg chg="mod">
          <ac:chgData name="Dr. Khurram Jadoon khan Asstt. Professor FCS" userId="684a1a15-bea5-4a17-9b67-1313be309245" providerId="ADAL" clId="{CA51D740-9655-48A9-ACD2-40767A8DF332}" dt="2024-09-19T04:54:24.999" v="76" actId="1076"/>
          <ac:picMkLst>
            <pc:docMk/>
            <pc:sldMk cId="0" sldId="259"/>
            <ac:picMk id="5" creationId="{4F25A86D-7845-9CF6-8537-4DA3D7383551}"/>
          </ac:picMkLst>
        </pc:picChg>
        <pc:picChg chg="mod">
          <ac:chgData name="Dr. Khurram Jadoon khan Asstt. Professor FCS" userId="684a1a15-bea5-4a17-9b67-1313be309245" providerId="ADAL" clId="{CA51D740-9655-48A9-ACD2-40767A8DF332}" dt="2024-09-19T04:54:27.326" v="77" actId="1076"/>
          <ac:picMkLst>
            <pc:docMk/>
            <pc:sldMk cId="0" sldId="259"/>
            <ac:picMk id="7" creationId="{E124C1FE-6E2E-3A42-0B93-60D6728842A1}"/>
          </ac:picMkLst>
        </pc:picChg>
      </pc:sldChg>
      <pc:sldChg chg="modSp del mod">
        <pc:chgData name="Dr. Khurram Jadoon khan Asstt. Professor FCS" userId="684a1a15-bea5-4a17-9b67-1313be309245" providerId="ADAL" clId="{CA51D740-9655-48A9-ACD2-40767A8DF332}" dt="2024-09-19T06:40:15.992" v="336" actId="47"/>
        <pc:sldMkLst>
          <pc:docMk/>
          <pc:sldMk cId="0" sldId="260"/>
        </pc:sldMkLst>
        <pc:picChg chg="mod">
          <ac:chgData name="Dr. Khurram Jadoon khan Asstt. Professor FCS" userId="684a1a15-bea5-4a17-9b67-1313be309245" providerId="ADAL" clId="{CA51D740-9655-48A9-ACD2-40767A8DF332}" dt="2024-09-19T05:02:29.633" v="81" actId="14100"/>
          <ac:picMkLst>
            <pc:docMk/>
            <pc:sldMk cId="0" sldId="260"/>
            <ac:picMk id="8" creationId="{79DB9CF5-CADA-3992-A8CC-80FE5F20C742}"/>
          </ac:picMkLst>
        </pc:picChg>
      </pc:sldChg>
      <pc:sldChg chg="modSp">
        <pc:chgData name="Dr. Khurram Jadoon khan Asstt. Professor FCS" userId="684a1a15-bea5-4a17-9b67-1313be309245" providerId="ADAL" clId="{CA51D740-9655-48A9-ACD2-40767A8DF332}" dt="2024-09-18T12:53:33.233" v="4"/>
        <pc:sldMkLst>
          <pc:docMk/>
          <pc:sldMk cId="0" sldId="261"/>
        </pc:sldMkLst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2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2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2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1"/>
            <ac:spMk id="23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CA51D740-9655-48A9-ACD2-40767A8DF332}" dt="2024-09-18T12:53:33.233" v="4"/>
        <pc:sldMkLst>
          <pc:docMk/>
          <pc:sldMk cId="0" sldId="262"/>
        </pc:sldMkLst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2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2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2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2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2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2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2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2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2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2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2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2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2"/>
            <ac:spMk id="14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CA51D740-9655-48A9-ACD2-40767A8DF332}" dt="2024-09-18T12:53:33.233" v="4"/>
        <pc:sldMkLst>
          <pc:docMk/>
          <pc:sldMk cId="0" sldId="263"/>
        </pc:sldMkLst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3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3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3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3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3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3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3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3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3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3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3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3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3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3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3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3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3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3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3"/>
            <ac:spMk id="20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CA51D740-9655-48A9-ACD2-40767A8DF332}" dt="2024-09-18T12:53:33.233" v="4"/>
        <pc:sldMkLst>
          <pc:docMk/>
          <pc:sldMk cId="0" sldId="264"/>
        </pc:sldMkLst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2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2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2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2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2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2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4"/>
            <ac:spMk id="26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CA51D740-9655-48A9-ACD2-40767A8DF332}" dt="2024-09-18T12:53:33.233" v="4"/>
        <pc:sldMkLst>
          <pc:docMk/>
          <pc:sldMk cId="0" sldId="265"/>
        </pc:sldMkLst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5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5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5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5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5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5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5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5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5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5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5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5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5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5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5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5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5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5"/>
            <ac:spMk id="19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CA51D740-9655-48A9-ACD2-40767A8DF332}" dt="2024-09-18T12:53:33.233" v="4"/>
        <pc:sldMkLst>
          <pc:docMk/>
          <pc:sldMk cId="0" sldId="266"/>
        </pc:sldMkLst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2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2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2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2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2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2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2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2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2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6"/>
            <ac:spMk id="29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CA51D740-9655-48A9-ACD2-40767A8DF332}" dt="2024-09-18T12:53:33.233" v="4"/>
        <pc:sldMkLst>
          <pc:docMk/>
          <pc:sldMk cId="0" sldId="267"/>
        </pc:sldMkLst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2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2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2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2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2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2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2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2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2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2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3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3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3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67"/>
            <ac:spMk id="33" creationId="{00000000-0000-0000-0000-000000000000}"/>
          </ac:spMkLst>
        </pc:spChg>
      </pc:sldChg>
      <pc:sldChg chg="modSp del">
        <pc:chgData name="Dr. Khurram Jadoon khan Asstt. Professor FCS" userId="684a1a15-bea5-4a17-9b67-1313be309245" providerId="ADAL" clId="{CA51D740-9655-48A9-ACD2-40767A8DF332}" dt="2024-09-19T07:03:39.091" v="400" actId="47"/>
        <pc:sldMkLst>
          <pc:docMk/>
          <pc:sldMk cId="0" sldId="269"/>
        </pc:sldMkLst>
        <pc:picChg chg="mod">
          <ac:chgData name="Dr. Khurram Jadoon khan Asstt. Professor FCS" userId="684a1a15-bea5-4a17-9b67-1313be309245" providerId="ADAL" clId="{CA51D740-9655-48A9-ACD2-40767A8DF332}" dt="2024-09-18T12:53:33.233" v="4"/>
          <ac:picMkLst>
            <pc:docMk/>
            <pc:sldMk cId="0" sldId="269"/>
            <ac:picMk id="8" creationId="{87B18CBC-1C69-A6E9-133F-D3D36A47DF81}"/>
          </ac:picMkLst>
        </pc:picChg>
      </pc:sldChg>
      <pc:sldChg chg="modSp">
        <pc:chgData name="Dr. Khurram Jadoon khan Asstt. Professor FCS" userId="684a1a15-bea5-4a17-9b67-1313be309245" providerId="ADAL" clId="{CA51D740-9655-48A9-ACD2-40767A8DF332}" dt="2024-09-18T12:53:33.233" v="4"/>
        <pc:sldMkLst>
          <pc:docMk/>
          <pc:sldMk cId="0" sldId="270"/>
        </pc:sldMkLst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0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0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0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0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0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0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0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0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0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0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0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0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0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0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0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0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0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0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0"/>
            <ac:spMk id="20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CA51D740-9655-48A9-ACD2-40767A8DF332}" dt="2024-09-18T12:53:33.233" v="4"/>
        <pc:sldMkLst>
          <pc:docMk/>
          <pc:sldMk cId="0" sldId="271"/>
        </pc:sldMkLst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2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2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2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2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2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2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1"/>
            <ac:spMk id="26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CA51D740-9655-48A9-ACD2-40767A8DF332}" dt="2024-09-18T12:53:33.233" v="4"/>
        <pc:sldMkLst>
          <pc:docMk/>
          <pc:sldMk cId="0" sldId="272"/>
        </pc:sldMkLst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2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2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2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2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2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2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2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2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2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2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3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3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2"/>
            <ac:spMk id="32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CA51D740-9655-48A9-ACD2-40767A8DF332}" dt="2024-09-18T12:53:33.233" v="4"/>
        <pc:sldMkLst>
          <pc:docMk/>
          <pc:sldMk cId="0" sldId="273"/>
        </pc:sldMkLst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3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3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3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3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3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3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3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3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3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3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3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3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3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3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3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3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3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3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3"/>
            <ac:spMk id="2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3"/>
            <ac:spMk id="2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3"/>
            <ac:spMk id="22" creationId="{00000000-0000-0000-0000-000000000000}"/>
          </ac:spMkLst>
        </pc:spChg>
      </pc:sldChg>
      <pc:sldChg chg="modSp">
        <pc:chgData name="Dr. Khurram Jadoon khan Asstt. Professor FCS" userId="684a1a15-bea5-4a17-9b67-1313be309245" providerId="ADAL" clId="{CA51D740-9655-48A9-ACD2-40767A8DF332}" dt="2024-09-18T12:53:33.233" v="4"/>
        <pc:sldMkLst>
          <pc:docMk/>
          <pc:sldMk cId="0" sldId="274"/>
        </pc:sldMkLst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1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1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1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1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1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1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16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1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1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19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20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21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2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0" sldId="274"/>
            <ac:spMk id="23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CA51D740-9655-48A9-ACD2-40767A8DF332}" dt="2024-09-19T06:00:26.210" v="242" actId="14100"/>
        <pc:sldMkLst>
          <pc:docMk/>
          <pc:sldMk cId="0" sldId="282"/>
        </pc:sldMkLst>
        <pc:spChg chg="mod">
          <ac:chgData name="Dr. Khurram Jadoon khan Asstt. Professor FCS" userId="684a1a15-bea5-4a17-9b67-1313be309245" providerId="ADAL" clId="{CA51D740-9655-48A9-ACD2-40767A8DF332}" dt="2024-09-19T05:57:55.856" v="227" actId="14100"/>
          <ac:spMkLst>
            <pc:docMk/>
            <pc:sldMk cId="0" sldId="282"/>
            <ac:spMk id="2" creationId="{00000000-0000-0000-0000-000000000000}"/>
          </ac:spMkLst>
        </pc:spChg>
        <pc:graphicFrameChg chg="mod modGraphic">
          <ac:chgData name="Dr. Khurram Jadoon khan Asstt. Professor FCS" userId="684a1a15-bea5-4a17-9b67-1313be309245" providerId="ADAL" clId="{CA51D740-9655-48A9-ACD2-40767A8DF332}" dt="2024-09-19T06:00:26.210" v="242" actId="14100"/>
          <ac:graphicFrameMkLst>
            <pc:docMk/>
            <pc:sldMk cId="0" sldId="282"/>
            <ac:graphicFrameMk id="10" creationId="{72DD57C3-950E-4E60-3C9E-2F2327EF1BA8}"/>
          </ac:graphicFrameMkLst>
        </pc:graphicFrameChg>
      </pc:sldChg>
      <pc:sldChg chg="modSp mod">
        <pc:chgData name="Dr. Khurram Jadoon khan Asstt. Professor FCS" userId="684a1a15-bea5-4a17-9b67-1313be309245" providerId="ADAL" clId="{CA51D740-9655-48A9-ACD2-40767A8DF332}" dt="2024-09-19T06:25:59.285" v="326" actId="1076"/>
        <pc:sldMkLst>
          <pc:docMk/>
          <pc:sldMk cId="0" sldId="283"/>
        </pc:sldMkLst>
        <pc:spChg chg="mod">
          <ac:chgData name="Dr. Khurram Jadoon khan Asstt. Professor FCS" userId="684a1a15-bea5-4a17-9b67-1313be309245" providerId="ADAL" clId="{CA51D740-9655-48A9-ACD2-40767A8DF332}" dt="2024-09-19T06:25:59.285" v="326" actId="1076"/>
          <ac:spMkLst>
            <pc:docMk/>
            <pc:sldMk cId="0" sldId="283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9T06:25:44.461" v="322" actId="1076"/>
          <ac:spMkLst>
            <pc:docMk/>
            <pc:sldMk cId="0" sldId="283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9T06:25:54.316" v="325" actId="1076"/>
          <ac:spMkLst>
            <pc:docMk/>
            <pc:sldMk cId="0" sldId="283"/>
            <ac:spMk id="4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CA51D740-9655-48A9-ACD2-40767A8DF332}" dt="2024-09-18T13:13:03.955" v="37" actId="14100"/>
        <pc:sldMkLst>
          <pc:docMk/>
          <pc:sldMk cId="0" sldId="284"/>
        </pc:sldMkLst>
        <pc:spChg chg="mod">
          <ac:chgData name="Dr. Khurram Jadoon khan Asstt. Professor FCS" userId="684a1a15-bea5-4a17-9b67-1313be309245" providerId="ADAL" clId="{CA51D740-9655-48A9-ACD2-40767A8DF332}" dt="2024-09-18T13:12:59.196" v="35" actId="1076"/>
          <ac:spMkLst>
            <pc:docMk/>
            <pc:sldMk cId="0" sldId="284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3:13:03.955" v="37" actId="14100"/>
          <ac:spMkLst>
            <pc:docMk/>
            <pc:sldMk cId="0" sldId="284"/>
            <ac:spMk id="3" creationId="{00000000-0000-0000-0000-000000000000}"/>
          </ac:spMkLst>
        </pc:spChg>
      </pc:sldChg>
      <pc:sldChg chg="modSp mod">
        <pc:chgData name="Dr. Khurram Jadoon khan Asstt. Professor FCS" userId="684a1a15-bea5-4a17-9b67-1313be309245" providerId="ADAL" clId="{CA51D740-9655-48A9-ACD2-40767A8DF332}" dt="2024-09-19T06:13:27.841" v="309" actId="207"/>
        <pc:sldMkLst>
          <pc:docMk/>
          <pc:sldMk cId="258584771" sldId="293"/>
        </pc:sldMkLst>
        <pc:spChg chg="mod">
          <ac:chgData name="Dr. Khurram Jadoon khan Asstt. Professor FCS" userId="684a1a15-bea5-4a17-9b67-1313be309245" providerId="ADAL" clId="{CA51D740-9655-48A9-ACD2-40767A8DF332}" dt="2024-09-19T06:03:57.702" v="254" actId="122"/>
          <ac:spMkLst>
            <pc:docMk/>
            <pc:sldMk cId="258584771" sldId="293"/>
            <ac:spMk id="2" creationId="{6426E6C5-E326-0800-1B18-C23CB77AFB54}"/>
          </ac:spMkLst>
        </pc:spChg>
        <pc:spChg chg="mod">
          <ac:chgData name="Dr. Khurram Jadoon khan Asstt. Professor FCS" userId="684a1a15-bea5-4a17-9b67-1313be309245" providerId="ADAL" clId="{CA51D740-9655-48A9-ACD2-40767A8DF332}" dt="2024-09-19T06:13:27.841" v="309" actId="207"/>
          <ac:spMkLst>
            <pc:docMk/>
            <pc:sldMk cId="258584771" sldId="293"/>
            <ac:spMk id="3" creationId="{18878029-918B-E5CE-2ADD-B7EA738C5434}"/>
          </ac:spMkLst>
        </pc:spChg>
      </pc:sldChg>
      <pc:sldChg chg="modSp mod">
        <pc:chgData name="Dr. Khurram Jadoon khan Asstt. Professor FCS" userId="684a1a15-bea5-4a17-9b67-1313be309245" providerId="ADAL" clId="{CA51D740-9655-48A9-ACD2-40767A8DF332}" dt="2024-09-19T06:11:34.800" v="292" actId="14100"/>
        <pc:sldMkLst>
          <pc:docMk/>
          <pc:sldMk cId="326441652" sldId="294"/>
        </pc:sldMkLst>
        <pc:spChg chg="mod">
          <ac:chgData name="Dr. Khurram Jadoon khan Asstt. Professor FCS" userId="684a1a15-bea5-4a17-9b67-1313be309245" providerId="ADAL" clId="{CA51D740-9655-48A9-ACD2-40767A8DF332}" dt="2024-09-19T06:11:31.416" v="291" actId="1076"/>
          <ac:spMkLst>
            <pc:docMk/>
            <pc:sldMk cId="326441652" sldId="294"/>
            <ac:spMk id="2" creationId="{ECE8EBD9-C092-85F3-EEE0-A63D598FAE0F}"/>
          </ac:spMkLst>
        </pc:spChg>
        <pc:spChg chg="mod">
          <ac:chgData name="Dr. Khurram Jadoon khan Asstt. Professor FCS" userId="684a1a15-bea5-4a17-9b67-1313be309245" providerId="ADAL" clId="{CA51D740-9655-48A9-ACD2-40767A8DF332}" dt="2024-09-19T06:11:34.800" v="292" actId="14100"/>
          <ac:spMkLst>
            <pc:docMk/>
            <pc:sldMk cId="326441652" sldId="294"/>
            <ac:spMk id="3" creationId="{B7B8735F-AEF0-4058-8221-493EFA486157}"/>
          </ac:spMkLst>
        </pc:spChg>
      </pc:sldChg>
      <pc:sldChg chg="modSp mod">
        <pc:chgData name="Dr. Khurram Jadoon khan Asstt. Professor FCS" userId="684a1a15-bea5-4a17-9b67-1313be309245" providerId="ADAL" clId="{CA51D740-9655-48A9-ACD2-40767A8DF332}" dt="2024-09-19T06:11:46.920" v="298" actId="14100"/>
        <pc:sldMkLst>
          <pc:docMk/>
          <pc:sldMk cId="4222737908" sldId="295"/>
        </pc:sldMkLst>
        <pc:spChg chg="mod">
          <ac:chgData name="Dr. Khurram Jadoon khan Asstt. Professor FCS" userId="684a1a15-bea5-4a17-9b67-1313be309245" providerId="ADAL" clId="{CA51D740-9655-48A9-ACD2-40767A8DF332}" dt="2024-09-19T06:11:42.968" v="297" actId="1076"/>
          <ac:spMkLst>
            <pc:docMk/>
            <pc:sldMk cId="4222737908" sldId="295"/>
            <ac:spMk id="2" creationId="{45CDBD80-E1FA-A920-889F-3ABE61D03658}"/>
          </ac:spMkLst>
        </pc:spChg>
        <pc:spChg chg="mod">
          <ac:chgData name="Dr. Khurram Jadoon khan Asstt. Professor FCS" userId="684a1a15-bea5-4a17-9b67-1313be309245" providerId="ADAL" clId="{CA51D740-9655-48A9-ACD2-40767A8DF332}" dt="2024-09-19T06:11:46.920" v="298" actId="14100"/>
          <ac:spMkLst>
            <pc:docMk/>
            <pc:sldMk cId="4222737908" sldId="295"/>
            <ac:spMk id="3" creationId="{10D21120-2F08-4140-1AC7-0D2E67860C5F}"/>
          </ac:spMkLst>
        </pc:spChg>
      </pc:sldChg>
      <pc:sldChg chg="modSp mod">
        <pc:chgData name="Dr. Khurram Jadoon khan Asstt. Professor FCS" userId="684a1a15-bea5-4a17-9b67-1313be309245" providerId="ADAL" clId="{CA51D740-9655-48A9-ACD2-40767A8DF332}" dt="2024-09-19T06:11:59.839" v="303" actId="14100"/>
        <pc:sldMkLst>
          <pc:docMk/>
          <pc:sldMk cId="2146580532" sldId="296"/>
        </pc:sldMkLst>
        <pc:spChg chg="mod">
          <ac:chgData name="Dr. Khurram Jadoon khan Asstt. Professor FCS" userId="684a1a15-bea5-4a17-9b67-1313be309245" providerId="ADAL" clId="{CA51D740-9655-48A9-ACD2-40767A8DF332}" dt="2024-09-19T06:11:56.240" v="302" actId="1076"/>
          <ac:spMkLst>
            <pc:docMk/>
            <pc:sldMk cId="2146580532" sldId="296"/>
            <ac:spMk id="2" creationId="{CE0FF4AF-840B-50A2-FB53-B9C931B84855}"/>
          </ac:spMkLst>
        </pc:spChg>
        <pc:spChg chg="mod">
          <ac:chgData name="Dr. Khurram Jadoon khan Asstt. Professor FCS" userId="684a1a15-bea5-4a17-9b67-1313be309245" providerId="ADAL" clId="{CA51D740-9655-48A9-ACD2-40767A8DF332}" dt="2024-09-19T06:11:59.839" v="303" actId="14100"/>
          <ac:spMkLst>
            <pc:docMk/>
            <pc:sldMk cId="2146580532" sldId="296"/>
            <ac:spMk id="3" creationId="{F5CF1511-85E8-275C-6E3E-9928853A21F3}"/>
          </ac:spMkLst>
        </pc:spChg>
      </pc:sldChg>
      <pc:sldChg chg="modSp mod">
        <pc:chgData name="Dr. Khurram Jadoon khan Asstt. Professor FCS" userId="684a1a15-bea5-4a17-9b67-1313be309245" providerId="ADAL" clId="{CA51D740-9655-48A9-ACD2-40767A8DF332}" dt="2024-09-19T06:12:12.454" v="308" actId="14100"/>
        <pc:sldMkLst>
          <pc:docMk/>
          <pc:sldMk cId="3948126100" sldId="297"/>
        </pc:sldMkLst>
        <pc:spChg chg="mod">
          <ac:chgData name="Dr. Khurram Jadoon khan Asstt. Professor FCS" userId="684a1a15-bea5-4a17-9b67-1313be309245" providerId="ADAL" clId="{CA51D740-9655-48A9-ACD2-40767A8DF332}" dt="2024-09-19T06:12:09.344" v="307" actId="403"/>
          <ac:spMkLst>
            <pc:docMk/>
            <pc:sldMk cId="3948126100" sldId="297"/>
            <ac:spMk id="2" creationId="{612F1E50-F6E8-D0DC-6382-FEAB18D0006C}"/>
          </ac:spMkLst>
        </pc:spChg>
        <pc:spChg chg="mod">
          <ac:chgData name="Dr. Khurram Jadoon khan Asstt. Professor FCS" userId="684a1a15-bea5-4a17-9b67-1313be309245" providerId="ADAL" clId="{CA51D740-9655-48A9-ACD2-40767A8DF332}" dt="2024-09-19T06:12:12.454" v="308" actId="14100"/>
          <ac:spMkLst>
            <pc:docMk/>
            <pc:sldMk cId="3948126100" sldId="297"/>
            <ac:spMk id="3" creationId="{C7FCA684-A614-60B6-EB44-9B269CFCF373}"/>
          </ac:spMkLst>
        </pc:spChg>
      </pc:sldChg>
      <pc:sldChg chg="modSp mod">
        <pc:chgData name="Dr. Khurram Jadoon khan Asstt. Professor FCS" userId="684a1a15-bea5-4a17-9b67-1313be309245" providerId="ADAL" clId="{CA51D740-9655-48A9-ACD2-40767A8DF332}" dt="2024-09-19T06:20:34.955" v="315" actId="1076"/>
        <pc:sldMkLst>
          <pc:docMk/>
          <pc:sldMk cId="3556515912" sldId="298"/>
        </pc:sldMkLst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3556515912" sldId="298"/>
            <ac:spMk id="2" creationId="{F506FBD3-9592-D63C-3720-8394C9AD1DF0}"/>
          </ac:spMkLst>
        </pc:spChg>
        <pc:spChg chg="mod">
          <ac:chgData name="Dr. Khurram Jadoon khan Asstt. Professor FCS" userId="684a1a15-bea5-4a17-9b67-1313be309245" providerId="ADAL" clId="{CA51D740-9655-48A9-ACD2-40767A8DF332}" dt="2024-09-19T06:20:34.955" v="315" actId="1076"/>
          <ac:spMkLst>
            <pc:docMk/>
            <pc:sldMk cId="3556515912" sldId="298"/>
            <ac:spMk id="3" creationId="{C9B67F0E-481C-6EBF-DBFD-4982C0F89C66}"/>
          </ac:spMkLst>
        </pc:spChg>
      </pc:sldChg>
      <pc:sldChg chg="modSp mod">
        <pc:chgData name="Dr. Khurram Jadoon khan Asstt. Professor FCS" userId="684a1a15-bea5-4a17-9b67-1313be309245" providerId="ADAL" clId="{CA51D740-9655-48A9-ACD2-40767A8DF332}" dt="2024-09-19T07:24:58.806" v="413" actId="14100"/>
        <pc:sldMkLst>
          <pc:docMk/>
          <pc:sldMk cId="984891316" sldId="299"/>
        </pc:sldMkLst>
        <pc:spChg chg="mod">
          <ac:chgData name="Dr. Khurram Jadoon khan Asstt. Professor FCS" userId="684a1a15-bea5-4a17-9b67-1313be309245" providerId="ADAL" clId="{CA51D740-9655-48A9-ACD2-40767A8DF332}" dt="2024-09-19T07:24:58.806" v="413" actId="14100"/>
          <ac:spMkLst>
            <pc:docMk/>
            <pc:sldMk cId="984891316" sldId="299"/>
            <ac:spMk id="2" creationId="{484EB285-3F55-8F84-30B2-2878EAD40752}"/>
          </ac:spMkLst>
        </pc:spChg>
        <pc:spChg chg="mod">
          <ac:chgData name="Dr. Khurram Jadoon khan Asstt. Professor FCS" userId="684a1a15-bea5-4a17-9b67-1313be309245" providerId="ADAL" clId="{CA51D740-9655-48A9-ACD2-40767A8DF332}" dt="2024-09-19T07:24:49.998" v="409" actId="403"/>
          <ac:spMkLst>
            <pc:docMk/>
            <pc:sldMk cId="984891316" sldId="299"/>
            <ac:spMk id="3" creationId="{951DB1AA-51D2-1EE9-E097-97457768B30F}"/>
          </ac:spMkLst>
        </pc:spChg>
      </pc:sldChg>
      <pc:sldChg chg="modSp mod">
        <pc:chgData name="Dr. Khurram Jadoon khan Asstt. Professor FCS" userId="684a1a15-bea5-4a17-9b67-1313be309245" providerId="ADAL" clId="{CA51D740-9655-48A9-ACD2-40767A8DF332}" dt="2024-09-19T06:24:30.106" v="317" actId="20577"/>
        <pc:sldMkLst>
          <pc:docMk/>
          <pc:sldMk cId="3569539490" sldId="300"/>
        </pc:sldMkLst>
        <pc:spChg chg="mod">
          <ac:chgData name="Dr. Khurram Jadoon khan Asstt. Professor FCS" userId="684a1a15-bea5-4a17-9b67-1313be309245" providerId="ADAL" clId="{CA51D740-9655-48A9-ACD2-40767A8DF332}" dt="2024-09-19T06:08:55.324" v="267" actId="14100"/>
          <ac:spMkLst>
            <pc:docMk/>
            <pc:sldMk cId="3569539490" sldId="300"/>
            <ac:spMk id="2" creationId="{5DF076FD-590A-5F08-8760-5A6FFE75AAB9}"/>
          </ac:spMkLst>
        </pc:spChg>
        <pc:spChg chg="mod">
          <ac:chgData name="Dr. Khurram Jadoon khan Asstt. Professor FCS" userId="684a1a15-bea5-4a17-9b67-1313be309245" providerId="ADAL" clId="{CA51D740-9655-48A9-ACD2-40767A8DF332}" dt="2024-09-19T06:24:30.106" v="317" actId="20577"/>
          <ac:spMkLst>
            <pc:docMk/>
            <pc:sldMk cId="3569539490" sldId="300"/>
            <ac:spMk id="3" creationId="{E635CE72-4AC0-8A70-390F-22362B1C68DC}"/>
          </ac:spMkLst>
        </pc:spChg>
      </pc:sldChg>
      <pc:sldChg chg="modSp mod">
        <pc:chgData name="Dr. Khurram Jadoon khan Asstt. Professor FCS" userId="684a1a15-bea5-4a17-9b67-1313be309245" providerId="ADAL" clId="{CA51D740-9655-48A9-ACD2-40767A8DF332}" dt="2024-09-18T13:04:48.046" v="25" actId="14100"/>
        <pc:sldMkLst>
          <pc:docMk/>
          <pc:sldMk cId="228297547" sldId="305"/>
        </pc:sldMkLst>
        <pc:spChg chg="mod">
          <ac:chgData name="Dr. Khurram Jadoon khan Asstt. Professor FCS" userId="684a1a15-bea5-4a17-9b67-1313be309245" providerId="ADAL" clId="{CA51D740-9655-48A9-ACD2-40767A8DF332}" dt="2024-09-18T13:04:39.812" v="22" actId="1076"/>
          <ac:spMkLst>
            <pc:docMk/>
            <pc:sldMk cId="228297547" sldId="305"/>
            <ac:spMk id="5" creationId="{625194D5-6B41-FFEE-AA88-01CEB61608C3}"/>
          </ac:spMkLst>
        </pc:spChg>
        <pc:picChg chg="mod">
          <ac:chgData name="Dr. Khurram Jadoon khan Asstt. Professor FCS" userId="684a1a15-bea5-4a17-9b67-1313be309245" providerId="ADAL" clId="{CA51D740-9655-48A9-ACD2-40767A8DF332}" dt="2024-09-18T13:04:43.661" v="23" actId="14100"/>
          <ac:picMkLst>
            <pc:docMk/>
            <pc:sldMk cId="228297547" sldId="305"/>
            <ac:picMk id="4" creationId="{18EC3230-9936-49D2-2783-905626CC8019}"/>
          </ac:picMkLst>
        </pc:picChg>
        <pc:cxnChg chg="mod">
          <ac:chgData name="Dr. Khurram Jadoon khan Asstt. Professor FCS" userId="684a1a15-bea5-4a17-9b67-1313be309245" providerId="ADAL" clId="{CA51D740-9655-48A9-ACD2-40767A8DF332}" dt="2024-09-18T13:04:48.046" v="25" actId="14100"/>
          <ac:cxnSpMkLst>
            <pc:docMk/>
            <pc:sldMk cId="228297547" sldId="305"/>
            <ac:cxnSpMk id="7" creationId="{3770272D-771D-5922-8D19-1239B9AF2CF2}"/>
          </ac:cxnSpMkLst>
        </pc:cxnChg>
      </pc:sldChg>
      <pc:sldChg chg="addSp delSp modSp mod ord">
        <pc:chgData name="Dr. Khurram Jadoon khan Asstt. Professor FCS" userId="684a1a15-bea5-4a17-9b67-1313be309245" providerId="ADAL" clId="{CA51D740-9655-48A9-ACD2-40767A8DF332}" dt="2024-09-19T05:42:10.573" v="180" actId="20577"/>
        <pc:sldMkLst>
          <pc:docMk/>
          <pc:sldMk cId="3000281451" sldId="307"/>
        </pc:sldMkLst>
        <pc:spChg chg="add mod">
          <ac:chgData name="Dr. Khurram Jadoon khan Asstt. Professor FCS" userId="684a1a15-bea5-4a17-9b67-1313be309245" providerId="ADAL" clId="{CA51D740-9655-48A9-ACD2-40767A8DF332}" dt="2024-09-19T05:41:51.467" v="177" actId="1076"/>
          <ac:spMkLst>
            <pc:docMk/>
            <pc:sldMk cId="3000281451" sldId="307"/>
            <ac:spMk id="4" creationId="{EC08415A-D30D-B0F6-467B-869D32A6D103}"/>
          </ac:spMkLst>
        </pc:spChg>
        <pc:spChg chg="add mod">
          <ac:chgData name="Dr. Khurram Jadoon khan Asstt. Professor FCS" userId="684a1a15-bea5-4a17-9b67-1313be309245" providerId="ADAL" clId="{CA51D740-9655-48A9-ACD2-40767A8DF332}" dt="2024-09-19T05:41:45.998" v="175" actId="403"/>
          <ac:spMkLst>
            <pc:docMk/>
            <pc:sldMk cId="3000281451" sldId="307"/>
            <ac:spMk id="6" creationId="{6016CFAF-35F4-BD10-EA7C-EBDBB14EBC35}"/>
          </ac:spMkLst>
        </pc:spChg>
        <pc:spChg chg="mod">
          <ac:chgData name="Dr. Khurram Jadoon khan Asstt. Professor FCS" userId="684a1a15-bea5-4a17-9b67-1313be309245" providerId="ADAL" clId="{CA51D740-9655-48A9-ACD2-40767A8DF332}" dt="2024-09-19T05:42:10.573" v="180" actId="20577"/>
          <ac:spMkLst>
            <pc:docMk/>
            <pc:sldMk cId="3000281451" sldId="307"/>
            <ac:spMk id="9" creationId="{981E7E93-CC04-FC36-DA16-803D461D581E}"/>
          </ac:spMkLst>
        </pc:spChg>
        <pc:picChg chg="mod">
          <ac:chgData name="Dr. Khurram Jadoon khan Asstt. Professor FCS" userId="684a1a15-bea5-4a17-9b67-1313be309245" providerId="ADAL" clId="{CA51D740-9655-48A9-ACD2-40767A8DF332}" dt="2024-09-19T05:41:36.285" v="170" actId="1076"/>
          <ac:picMkLst>
            <pc:docMk/>
            <pc:sldMk cId="3000281451" sldId="307"/>
            <ac:picMk id="5" creationId="{079A942E-3221-F12F-1AC1-4D95F9C85B80}"/>
          </ac:picMkLst>
        </pc:picChg>
        <pc:picChg chg="mod">
          <ac:chgData name="Dr. Khurram Jadoon khan Asstt. Professor FCS" userId="684a1a15-bea5-4a17-9b67-1313be309245" providerId="ADAL" clId="{CA51D740-9655-48A9-ACD2-40767A8DF332}" dt="2024-09-19T05:41:48.939" v="176" actId="1076"/>
          <ac:picMkLst>
            <pc:docMk/>
            <pc:sldMk cId="3000281451" sldId="307"/>
            <ac:picMk id="7" creationId="{016DBC3A-7DC4-0471-BADD-A8315510A603}"/>
          </ac:picMkLst>
        </pc:picChg>
        <pc:cxnChg chg="add del">
          <ac:chgData name="Dr. Khurram Jadoon khan Asstt. Professor FCS" userId="684a1a15-bea5-4a17-9b67-1313be309245" providerId="ADAL" clId="{CA51D740-9655-48A9-ACD2-40767A8DF332}" dt="2024-09-19T05:40:17.993" v="91" actId="478"/>
          <ac:cxnSpMkLst>
            <pc:docMk/>
            <pc:sldMk cId="3000281451" sldId="307"/>
            <ac:cxnSpMk id="3" creationId="{38D7194B-45A8-231F-8193-6DB374ED822C}"/>
          </ac:cxnSpMkLst>
        </pc:cxnChg>
      </pc:sldChg>
      <pc:sldChg chg="modSp mod">
        <pc:chgData name="Dr. Khurram Jadoon khan Asstt. Professor FCS" userId="684a1a15-bea5-4a17-9b67-1313be309245" providerId="ADAL" clId="{CA51D740-9655-48A9-ACD2-40767A8DF332}" dt="2024-09-19T04:54:00.499" v="72" actId="207"/>
        <pc:sldMkLst>
          <pc:docMk/>
          <pc:sldMk cId="2881912196" sldId="308"/>
        </pc:sldMkLst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2881912196" sldId="308"/>
            <ac:spMk id="2" creationId="{3C3D5CEF-7379-5C5A-D657-E726387FFE78}"/>
          </ac:spMkLst>
        </pc:spChg>
        <pc:spChg chg="mod">
          <ac:chgData name="Dr. Khurram Jadoon khan Asstt. Professor FCS" userId="684a1a15-bea5-4a17-9b67-1313be309245" providerId="ADAL" clId="{CA51D740-9655-48A9-ACD2-40767A8DF332}" dt="2024-09-19T04:54:00.499" v="72" actId="207"/>
          <ac:spMkLst>
            <pc:docMk/>
            <pc:sldMk cId="2881912196" sldId="308"/>
            <ac:spMk id="3" creationId="{F5493967-BB16-0D4B-E3D5-8EFCEFA7CFA4}"/>
          </ac:spMkLst>
        </pc:spChg>
      </pc:sldChg>
      <pc:sldChg chg="modSp mod">
        <pc:chgData name="Dr. Khurram Jadoon khan Asstt. Professor FCS" userId="684a1a15-bea5-4a17-9b67-1313be309245" providerId="ADAL" clId="{CA51D740-9655-48A9-ACD2-40767A8DF332}" dt="2024-09-19T07:07:14.480" v="405" actId="120"/>
        <pc:sldMkLst>
          <pc:docMk/>
          <pc:sldMk cId="983937369" sldId="309"/>
        </pc:sldMkLst>
        <pc:spChg chg="mod">
          <ac:chgData name="Dr. Khurram Jadoon khan Asstt. Professor FCS" userId="684a1a15-bea5-4a17-9b67-1313be309245" providerId="ADAL" clId="{CA51D740-9655-48A9-ACD2-40767A8DF332}" dt="2024-09-19T07:07:14.480" v="405" actId="120"/>
          <ac:spMkLst>
            <pc:docMk/>
            <pc:sldMk cId="983937369" sldId="309"/>
            <ac:spMk id="3" creationId="{E1CA8454-2673-2589-75C5-63DF4EC91488}"/>
          </ac:spMkLst>
        </pc:spChg>
        <pc:spChg chg="mod">
          <ac:chgData name="Dr. Khurram Jadoon khan Asstt. Professor FCS" userId="684a1a15-bea5-4a17-9b67-1313be309245" providerId="ADAL" clId="{CA51D740-9655-48A9-ACD2-40767A8DF332}" dt="2024-09-19T06:00:33.859" v="245" actId="403"/>
          <ac:spMkLst>
            <pc:docMk/>
            <pc:sldMk cId="983937369" sldId="309"/>
            <ac:spMk id="4" creationId="{3FE9EAA0-23C6-BE58-58D0-E89021B5DCC9}"/>
          </ac:spMkLst>
        </pc:spChg>
      </pc:sldChg>
      <pc:sldChg chg="modSp mod">
        <pc:chgData name="Dr. Khurram Jadoon khan Asstt. Professor FCS" userId="684a1a15-bea5-4a17-9b67-1313be309245" providerId="ADAL" clId="{CA51D740-9655-48A9-ACD2-40767A8DF332}" dt="2024-09-18T13:12:36.988" v="32" actId="14100"/>
        <pc:sldMkLst>
          <pc:docMk/>
          <pc:sldMk cId="2550179115" sldId="310"/>
        </pc:sldMkLst>
        <pc:picChg chg="mod">
          <ac:chgData name="Dr. Khurram Jadoon khan Asstt. Professor FCS" userId="684a1a15-bea5-4a17-9b67-1313be309245" providerId="ADAL" clId="{CA51D740-9655-48A9-ACD2-40767A8DF332}" dt="2024-09-18T13:12:36.988" v="32" actId="14100"/>
          <ac:picMkLst>
            <pc:docMk/>
            <pc:sldMk cId="2550179115" sldId="310"/>
            <ac:picMk id="5" creationId="{DB0D66C7-2426-858A-CFB5-1A463F1E9187}"/>
          </ac:picMkLst>
        </pc:picChg>
      </pc:sldChg>
      <pc:sldChg chg="modSp mod">
        <pc:chgData name="Dr. Khurram Jadoon khan Asstt. Professor FCS" userId="684a1a15-bea5-4a17-9b67-1313be309245" providerId="ADAL" clId="{CA51D740-9655-48A9-ACD2-40767A8DF332}" dt="2024-09-19T06:09:18.004" v="275" actId="1076"/>
        <pc:sldMkLst>
          <pc:docMk/>
          <pc:sldMk cId="3352245330" sldId="311"/>
        </pc:sldMkLst>
        <pc:picChg chg="mod">
          <ac:chgData name="Dr. Khurram Jadoon khan Asstt. Professor FCS" userId="684a1a15-bea5-4a17-9b67-1313be309245" providerId="ADAL" clId="{CA51D740-9655-48A9-ACD2-40767A8DF332}" dt="2024-09-19T06:09:18.004" v="275" actId="1076"/>
          <ac:picMkLst>
            <pc:docMk/>
            <pc:sldMk cId="3352245330" sldId="311"/>
            <ac:picMk id="3" creationId="{CD31A014-6195-A9A6-8695-67A6580BB495}"/>
          </ac:picMkLst>
        </pc:picChg>
      </pc:sldChg>
      <pc:sldChg chg="addSp modSp del mod">
        <pc:chgData name="Dr. Khurram Jadoon khan Asstt. Professor FCS" userId="684a1a15-bea5-4a17-9b67-1313be309245" providerId="ADAL" clId="{CA51D740-9655-48A9-ACD2-40767A8DF332}" dt="2024-09-19T07:08:33.598" v="406" actId="47"/>
        <pc:sldMkLst>
          <pc:docMk/>
          <pc:sldMk cId="4108031483" sldId="312"/>
        </pc:sldMkLst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4108031483" sldId="312"/>
            <ac:spMk id="6" creationId="{6AD156E2-6604-8865-3D24-7549F89D7C8C}"/>
          </ac:spMkLst>
        </pc:spChg>
        <pc:spChg chg="mod">
          <ac:chgData name="Dr. Khurram Jadoon khan Asstt. Professor FCS" userId="684a1a15-bea5-4a17-9b67-1313be309245" providerId="ADAL" clId="{CA51D740-9655-48A9-ACD2-40767A8DF332}" dt="2024-09-19T06:09:27.801" v="277" actId="164"/>
          <ac:spMkLst>
            <pc:docMk/>
            <pc:sldMk cId="4108031483" sldId="312"/>
            <ac:spMk id="7" creationId="{B232DA81-1990-8943-F613-5FB11B382E82}"/>
          </ac:spMkLst>
        </pc:spChg>
        <pc:grpChg chg="add mod">
          <ac:chgData name="Dr. Khurram Jadoon khan Asstt. Professor FCS" userId="684a1a15-bea5-4a17-9b67-1313be309245" providerId="ADAL" clId="{CA51D740-9655-48A9-ACD2-40767A8DF332}" dt="2024-09-19T06:35:48.298" v="327" actId="14100"/>
          <ac:grpSpMkLst>
            <pc:docMk/>
            <pc:sldMk cId="4108031483" sldId="312"/>
            <ac:grpSpMk id="2" creationId="{01C43A3C-6B29-CE61-53DA-0B1BA2A24B9F}"/>
          </ac:grpSpMkLst>
        </pc:grpChg>
        <pc:picChg chg="mod">
          <ac:chgData name="Dr. Khurram Jadoon khan Asstt. Professor FCS" userId="684a1a15-bea5-4a17-9b67-1313be309245" providerId="ADAL" clId="{CA51D740-9655-48A9-ACD2-40767A8DF332}" dt="2024-09-19T06:09:27.801" v="277" actId="164"/>
          <ac:picMkLst>
            <pc:docMk/>
            <pc:sldMk cId="4108031483" sldId="312"/>
            <ac:picMk id="3" creationId="{B918293C-F103-9DFD-C459-62AD03F875D7}"/>
          </ac:picMkLst>
        </pc:picChg>
        <pc:cxnChg chg="mod">
          <ac:chgData name="Dr. Khurram Jadoon khan Asstt. Professor FCS" userId="684a1a15-bea5-4a17-9b67-1313be309245" providerId="ADAL" clId="{CA51D740-9655-48A9-ACD2-40767A8DF332}" dt="2024-09-18T12:53:33.233" v="4"/>
          <ac:cxnSpMkLst>
            <pc:docMk/>
            <pc:sldMk cId="4108031483" sldId="312"/>
            <ac:cxnSpMk id="5" creationId="{3B74FBB9-5538-42D9-F8B0-6F1146C087B8}"/>
          </ac:cxnSpMkLst>
        </pc:cxnChg>
      </pc:sldChg>
      <pc:sldChg chg="modSp mod">
        <pc:chgData name="Dr. Khurram Jadoon khan Asstt. Professor FCS" userId="684a1a15-bea5-4a17-9b67-1313be309245" providerId="ADAL" clId="{CA51D740-9655-48A9-ACD2-40767A8DF332}" dt="2024-09-19T06:09:40.955" v="281" actId="14100"/>
        <pc:sldMkLst>
          <pc:docMk/>
          <pc:sldMk cId="3385349702" sldId="313"/>
        </pc:sldMkLst>
        <pc:picChg chg="mod">
          <ac:chgData name="Dr. Khurram Jadoon khan Asstt. Professor FCS" userId="684a1a15-bea5-4a17-9b67-1313be309245" providerId="ADAL" clId="{CA51D740-9655-48A9-ACD2-40767A8DF332}" dt="2024-09-19T06:09:40.955" v="281" actId="14100"/>
          <ac:picMkLst>
            <pc:docMk/>
            <pc:sldMk cId="3385349702" sldId="313"/>
            <ac:picMk id="3" creationId="{005A6FA5-5E8A-2B49-C0BA-FFA3C18BE0FE}"/>
          </ac:picMkLst>
        </pc:picChg>
      </pc:sldChg>
      <pc:sldChg chg="delSp modSp add del mod">
        <pc:chgData name="Dr. Khurram Jadoon khan Asstt. Professor FCS" userId="684a1a15-bea5-4a17-9b67-1313be309245" providerId="ADAL" clId="{CA51D740-9655-48A9-ACD2-40767A8DF332}" dt="2024-09-19T06:41:25.336" v="357" actId="207"/>
        <pc:sldMkLst>
          <pc:docMk/>
          <pc:sldMk cId="0" sldId="401"/>
        </pc:sldMkLst>
        <pc:spChg chg="mod">
          <ac:chgData name="Dr. Khurram Jadoon khan Asstt. Professor FCS" userId="684a1a15-bea5-4a17-9b67-1313be309245" providerId="ADAL" clId="{CA51D740-9655-48A9-ACD2-40767A8DF332}" dt="2024-09-19T06:41:15.720" v="353" actId="403"/>
          <ac:spMkLst>
            <pc:docMk/>
            <pc:sldMk cId="0" sldId="401"/>
            <ac:spMk id="19458" creationId="{00000000-0000-0000-0000-000000000000}"/>
          </ac:spMkLst>
        </pc:spChg>
        <pc:spChg chg="del mod">
          <ac:chgData name="Dr. Khurram Jadoon khan Asstt. Professor FCS" userId="684a1a15-bea5-4a17-9b67-1313be309245" providerId="ADAL" clId="{CA51D740-9655-48A9-ACD2-40767A8DF332}" dt="2024-09-19T06:41:25.336" v="357" actId="207"/>
          <ac:spMkLst>
            <pc:docMk/>
            <pc:sldMk cId="0" sldId="401"/>
            <ac:spMk id="19537" creationId="{00000000-0000-0000-0000-000000000000}"/>
          </ac:spMkLst>
        </pc:spChg>
      </pc:sldChg>
      <pc:sldChg chg="modSp add mod">
        <pc:chgData name="Dr. Khurram Jadoon khan Asstt. Professor FCS" userId="684a1a15-bea5-4a17-9b67-1313be309245" providerId="ADAL" clId="{CA51D740-9655-48A9-ACD2-40767A8DF332}" dt="2024-09-19T06:40:42.448" v="349" actId="403"/>
        <pc:sldMkLst>
          <pc:docMk/>
          <pc:sldMk cId="0" sldId="402"/>
        </pc:sldMkLst>
        <pc:spChg chg="mod">
          <ac:chgData name="Dr. Khurram Jadoon khan Asstt. Professor FCS" userId="684a1a15-bea5-4a17-9b67-1313be309245" providerId="ADAL" clId="{CA51D740-9655-48A9-ACD2-40767A8DF332}" dt="2024-09-19T06:40:23.944" v="340" actId="403"/>
          <ac:spMkLst>
            <pc:docMk/>
            <pc:sldMk cId="0" sldId="402"/>
            <ac:spMk id="2048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9T06:40:42.448" v="349" actId="403"/>
          <ac:spMkLst>
            <pc:docMk/>
            <pc:sldMk cId="0" sldId="402"/>
            <ac:spMk id="20503" creationId="{00000000-0000-0000-0000-000000000000}"/>
          </ac:spMkLst>
        </pc:spChg>
      </pc:sldChg>
      <pc:sldChg chg="modSp add mod">
        <pc:chgData name="Dr. Khurram Jadoon khan Asstt. Professor FCS" userId="684a1a15-bea5-4a17-9b67-1313be309245" providerId="ADAL" clId="{CA51D740-9655-48A9-ACD2-40767A8DF332}" dt="2024-09-19T06:42:07.575" v="360" actId="403"/>
        <pc:sldMkLst>
          <pc:docMk/>
          <pc:sldMk cId="0" sldId="409"/>
        </pc:sldMkLst>
        <pc:spChg chg="mod">
          <ac:chgData name="Dr. Khurram Jadoon khan Asstt. Professor FCS" userId="684a1a15-bea5-4a17-9b67-1313be309245" providerId="ADAL" clId="{CA51D740-9655-48A9-ACD2-40767A8DF332}" dt="2024-09-19T06:42:07.575" v="360" actId="403"/>
          <ac:spMkLst>
            <pc:docMk/>
            <pc:sldMk cId="0" sldId="409"/>
            <ac:spMk id="2867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9T06:39:30.384" v="333" actId="1076"/>
          <ac:spMkLst>
            <pc:docMk/>
            <pc:sldMk cId="0" sldId="409"/>
            <ac:spMk id="28683" creationId="{00000000-0000-0000-0000-000000000000}"/>
          </ac:spMkLst>
        </pc:spChg>
      </pc:sldChg>
      <pc:sldChg chg="modSp add mod modAnim">
        <pc:chgData name="Dr. Khurram Jadoon khan Asstt. Professor FCS" userId="684a1a15-bea5-4a17-9b67-1313be309245" providerId="ADAL" clId="{CA51D740-9655-48A9-ACD2-40767A8DF332}" dt="2024-09-19T07:08:51.694" v="407" actId="207"/>
        <pc:sldMkLst>
          <pc:docMk/>
          <pc:sldMk cId="0" sldId="457"/>
        </pc:sldMkLst>
        <pc:spChg chg="mod">
          <ac:chgData name="Dr. Khurram Jadoon khan Asstt. Professor FCS" userId="684a1a15-bea5-4a17-9b67-1313be309245" providerId="ADAL" clId="{CA51D740-9655-48A9-ACD2-40767A8DF332}" dt="2024-09-19T07:08:51.694" v="407" actId="207"/>
          <ac:spMkLst>
            <pc:docMk/>
            <pc:sldMk cId="0" sldId="457"/>
            <ac:spMk id="38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9T06:42:50.334" v="369" actId="403"/>
          <ac:spMkLst>
            <pc:docMk/>
            <pc:sldMk cId="0" sldId="457"/>
            <ac:spMk id="24579" creationId="{00000000-0000-0000-0000-000000000000}"/>
          </ac:spMkLst>
        </pc:spChg>
      </pc:sldChg>
      <pc:sldChg chg="modSp mod modNotes">
        <pc:chgData name="Dr. Khurram Jadoon khan Asstt. Professor FCS" userId="684a1a15-bea5-4a17-9b67-1313be309245" providerId="ADAL" clId="{CA51D740-9655-48A9-ACD2-40767A8DF332}" dt="2024-09-18T13:29:24.764" v="44" actId="403"/>
        <pc:sldMkLst>
          <pc:docMk/>
          <pc:sldMk cId="343040445" sldId="624"/>
        </pc:sldMkLst>
        <pc:spChg chg="mod">
          <ac:chgData name="Dr. Khurram Jadoon khan Asstt. Professor FCS" userId="684a1a15-bea5-4a17-9b67-1313be309245" providerId="ADAL" clId="{CA51D740-9655-48A9-ACD2-40767A8DF332}" dt="2024-09-18T13:29:24.764" v="44" actId="403"/>
          <ac:spMkLst>
            <pc:docMk/>
            <pc:sldMk cId="343040445" sldId="624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343040445" sldId="624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343040445" sldId="624"/>
            <ac:spMk id="9" creationId="{00000000-0000-0000-0000-000000000000}"/>
          </ac:spMkLst>
        </pc:spChg>
        <pc:picChg chg="mod">
          <ac:chgData name="Dr. Khurram Jadoon khan Asstt. Professor FCS" userId="684a1a15-bea5-4a17-9b67-1313be309245" providerId="ADAL" clId="{CA51D740-9655-48A9-ACD2-40767A8DF332}" dt="2024-09-18T13:29:21.219" v="40" actId="1076"/>
          <ac:picMkLst>
            <pc:docMk/>
            <pc:sldMk cId="343040445" sldId="624"/>
            <ac:picMk id="3" creationId="{00000000-0000-0000-0000-000000000000}"/>
          </ac:picMkLst>
        </pc:picChg>
      </pc:sldChg>
      <pc:sldChg chg="addSp modSp mod modNotes">
        <pc:chgData name="Dr. Khurram Jadoon khan Asstt. Professor FCS" userId="684a1a15-bea5-4a17-9b67-1313be309245" providerId="ADAL" clId="{CA51D740-9655-48A9-ACD2-40767A8DF332}" dt="2024-09-18T13:31:01.747" v="61" actId="114"/>
        <pc:sldMkLst>
          <pc:docMk/>
          <pc:sldMk cId="3475640473" sldId="645"/>
        </pc:sldMkLst>
        <pc:spChg chg="mod">
          <ac:chgData name="Dr. Khurram Jadoon khan Asstt. Professor FCS" userId="684a1a15-bea5-4a17-9b67-1313be309245" providerId="ADAL" clId="{CA51D740-9655-48A9-ACD2-40767A8DF332}" dt="2024-09-18T13:29:33.611" v="49" actId="1076"/>
          <ac:spMkLst>
            <pc:docMk/>
            <pc:sldMk cId="3475640473" sldId="645"/>
            <ac:spMk id="2" creationId="{00000000-0000-0000-0000-000000000000}"/>
          </ac:spMkLst>
        </pc:spChg>
        <pc:spChg chg="add mod">
          <ac:chgData name="Dr. Khurram Jadoon khan Asstt. Professor FCS" userId="684a1a15-bea5-4a17-9b67-1313be309245" providerId="ADAL" clId="{CA51D740-9655-48A9-ACD2-40767A8DF332}" dt="2024-09-18T13:31:01.747" v="61" actId="114"/>
          <ac:spMkLst>
            <pc:docMk/>
            <pc:sldMk cId="3475640473" sldId="645"/>
            <ac:spMk id="5" creationId="{1C3B1856-B057-105C-5FED-22D6959A6249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3475640473" sldId="645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3475640473" sldId="645"/>
            <ac:spMk id="9" creationId="{00000000-0000-0000-0000-000000000000}"/>
          </ac:spMkLst>
        </pc:spChg>
        <pc:picChg chg="mod">
          <ac:chgData name="Dr. Khurram Jadoon khan Asstt. Professor FCS" userId="684a1a15-bea5-4a17-9b67-1313be309245" providerId="ADAL" clId="{CA51D740-9655-48A9-ACD2-40767A8DF332}" dt="2024-09-18T13:29:40.123" v="52" actId="14100"/>
          <ac:picMkLst>
            <pc:docMk/>
            <pc:sldMk cId="3475640473" sldId="645"/>
            <ac:picMk id="4" creationId="{00000000-0000-0000-0000-000000000000}"/>
          </ac:picMkLst>
        </pc:picChg>
      </pc:sldChg>
      <pc:sldChg chg="modSp del mod modNotes">
        <pc:chgData name="Dr. Khurram Jadoon khan Asstt. Professor FCS" userId="684a1a15-bea5-4a17-9b67-1313be309245" providerId="ADAL" clId="{CA51D740-9655-48A9-ACD2-40767A8DF332}" dt="2024-09-19T07:03:27.939" v="399" actId="47"/>
        <pc:sldMkLst>
          <pc:docMk/>
          <pc:sldMk cId="3951150965" sldId="648"/>
        </pc:sldMkLst>
        <pc:spChg chg="mod">
          <ac:chgData name="Dr. Khurram Jadoon khan Asstt. Professor FCS" userId="684a1a15-bea5-4a17-9b67-1313be309245" providerId="ADAL" clId="{CA51D740-9655-48A9-ACD2-40767A8DF332}" dt="2024-09-19T05:31:26.653" v="82" actId="1076"/>
          <ac:spMkLst>
            <pc:docMk/>
            <pc:sldMk cId="3951150965" sldId="648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3951150965" sldId="648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3951150965" sldId="648"/>
            <ac:spMk id="9" creationId="{00000000-0000-0000-0000-000000000000}"/>
          </ac:spMkLst>
        </pc:spChg>
        <pc:picChg chg="mod">
          <ac:chgData name="Dr. Khurram Jadoon khan Asstt. Professor FCS" userId="684a1a15-bea5-4a17-9b67-1313be309245" providerId="ADAL" clId="{CA51D740-9655-48A9-ACD2-40767A8DF332}" dt="2024-09-19T05:31:30.612" v="83" actId="14100"/>
          <ac:picMkLst>
            <pc:docMk/>
            <pc:sldMk cId="3951150965" sldId="648"/>
            <ac:picMk id="3" creationId="{00000000-0000-0000-0000-000000000000}"/>
          </ac:picMkLst>
        </pc:picChg>
      </pc:sldChg>
      <pc:sldChg chg="modSp del modNotes">
        <pc:chgData name="Dr. Khurram Jadoon khan Asstt. Professor FCS" userId="684a1a15-bea5-4a17-9b67-1313be309245" providerId="ADAL" clId="{CA51D740-9655-48A9-ACD2-40767A8DF332}" dt="2024-09-19T07:03:44.701" v="401" actId="47"/>
        <pc:sldMkLst>
          <pc:docMk/>
          <pc:sldMk cId="1036269247" sldId="649"/>
        </pc:sldMkLst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1036269247" sldId="649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1036269247" sldId="649"/>
            <ac:spMk id="7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k cId="1036269247" sldId="649"/>
            <ac:spMk id="9" creationId="{00000000-0000-0000-0000-000000000000}"/>
          </ac:spMkLst>
        </pc:spChg>
        <pc:picChg chg="mod">
          <ac:chgData name="Dr. Khurram Jadoon khan Asstt. Professor FCS" userId="684a1a15-bea5-4a17-9b67-1313be309245" providerId="ADAL" clId="{CA51D740-9655-48A9-ACD2-40767A8DF332}" dt="2024-09-18T12:53:33.233" v="4"/>
          <ac:picMkLst>
            <pc:docMk/>
            <pc:sldMk cId="1036269247" sldId="649"/>
            <ac:picMk id="3" creationId="{00000000-0000-0000-0000-000000000000}"/>
          </ac:picMkLst>
        </pc:picChg>
      </pc:sldChg>
      <pc:sldChg chg="addSp delSp modSp new mod">
        <pc:chgData name="Dr. Khurram Jadoon khan Asstt. Professor FCS" userId="684a1a15-bea5-4a17-9b67-1313be309245" providerId="ADAL" clId="{CA51D740-9655-48A9-ACD2-40767A8DF332}" dt="2024-09-19T05:57:33.603" v="223" actId="20577"/>
        <pc:sldMkLst>
          <pc:docMk/>
          <pc:sldMk cId="2079537841" sldId="650"/>
        </pc:sldMkLst>
        <pc:spChg chg="del mod">
          <ac:chgData name="Dr. Khurram Jadoon khan Asstt. Professor FCS" userId="684a1a15-bea5-4a17-9b67-1313be309245" providerId="ADAL" clId="{CA51D740-9655-48A9-ACD2-40767A8DF332}" dt="2024-09-19T05:44:50.104" v="184" actId="478"/>
          <ac:spMkLst>
            <pc:docMk/>
            <pc:sldMk cId="2079537841" sldId="650"/>
            <ac:spMk id="2" creationId="{0A339CCF-7EB0-2E61-370A-41E7148AF465}"/>
          </ac:spMkLst>
        </pc:spChg>
        <pc:spChg chg="del">
          <ac:chgData name="Dr. Khurram Jadoon khan Asstt. Professor FCS" userId="684a1a15-bea5-4a17-9b67-1313be309245" providerId="ADAL" clId="{CA51D740-9655-48A9-ACD2-40767A8DF332}" dt="2024-09-19T05:44:48.542" v="183" actId="478"/>
          <ac:spMkLst>
            <pc:docMk/>
            <pc:sldMk cId="2079537841" sldId="650"/>
            <ac:spMk id="3" creationId="{EA3B3F48-3BCC-5757-821A-1479B9E78664}"/>
          </ac:spMkLst>
        </pc:spChg>
        <pc:spChg chg="add mod">
          <ac:chgData name="Dr. Khurram Jadoon khan Asstt. Professor FCS" userId="684a1a15-bea5-4a17-9b67-1313be309245" providerId="ADAL" clId="{CA51D740-9655-48A9-ACD2-40767A8DF332}" dt="2024-09-19T05:57:33.603" v="223" actId="20577"/>
          <ac:spMkLst>
            <pc:docMk/>
            <pc:sldMk cId="2079537841" sldId="650"/>
            <ac:spMk id="6" creationId="{1CF55325-EDC9-10C6-545F-0EB720E3809A}"/>
          </ac:spMkLst>
        </pc:spChg>
        <pc:picChg chg="add mod">
          <ac:chgData name="Dr. Khurram Jadoon khan Asstt. Professor FCS" userId="684a1a15-bea5-4a17-9b67-1313be309245" providerId="ADAL" clId="{CA51D740-9655-48A9-ACD2-40767A8DF332}" dt="2024-09-19T05:56:49.577" v="189" actId="1076"/>
          <ac:picMkLst>
            <pc:docMk/>
            <pc:sldMk cId="2079537841" sldId="650"/>
            <ac:picMk id="5" creationId="{E1591868-FE30-7C98-954B-4681EECFA9D3}"/>
          </ac:picMkLst>
        </pc:picChg>
      </pc:sldChg>
      <pc:sldChg chg="add del">
        <pc:chgData name="Dr. Khurram Jadoon khan Asstt. Professor FCS" userId="684a1a15-bea5-4a17-9b67-1313be309245" providerId="ADAL" clId="{CA51D740-9655-48A9-ACD2-40767A8DF332}" dt="2024-09-19T06:42:32.107" v="364" actId="47"/>
        <pc:sldMkLst>
          <pc:docMk/>
          <pc:sldMk cId="0" sldId="651"/>
        </pc:sldMkLst>
      </pc:sldChg>
      <pc:sldMasterChg chg="modSp modSldLayout">
        <pc:chgData name="Dr. Khurram Jadoon khan Asstt. Professor FCS" userId="684a1a15-bea5-4a17-9b67-1313be309245" providerId="ADAL" clId="{CA51D740-9655-48A9-ACD2-40767A8DF332}" dt="2024-09-18T12:53:33.233" v="4"/>
        <pc:sldMasterMkLst>
          <pc:docMk/>
          <pc:sldMasterMk cId="0" sldId="2147483648"/>
        </pc:sldMasterMkLst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asterMk cId="0" sldId="2147483648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asterMk cId="0" sldId="2147483648"/>
            <ac:spMk id="3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asterMk cId="0" sldId="2147483648"/>
            <ac:spMk id="4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asterMk cId="0" sldId="2147483648"/>
            <ac:spMk id="5" creationId="{00000000-0000-0000-0000-000000000000}"/>
          </ac:spMkLst>
        </pc:spChg>
        <pc:spChg chg="mod">
          <ac:chgData name="Dr. Khurram Jadoon khan Asstt. Professor FCS" userId="684a1a15-bea5-4a17-9b67-1313be309245" providerId="ADAL" clId="{CA51D740-9655-48A9-ACD2-40767A8DF332}" dt="2024-09-18T12:53:33.233" v="4"/>
          <ac:spMkLst>
            <pc:docMk/>
            <pc:sldMasterMk cId="0" sldId="2147483648"/>
            <ac:spMk id="6" creationId="{00000000-0000-0000-0000-000000000000}"/>
          </ac:spMkLst>
        </pc:spChg>
        <pc:sldLayoutChg chg="modSp">
          <pc:chgData name="Dr. Khurram Jadoon khan Asstt. Professor FCS" userId="684a1a15-bea5-4a17-9b67-1313be309245" providerId="ADAL" clId="{CA51D740-9655-48A9-ACD2-40767A8DF332}" dt="2024-09-18T12:53:33.233" v="4"/>
          <pc:sldLayoutMkLst>
            <pc:docMk/>
            <pc:sldMasterMk cId="0" sldId="2147483648"/>
            <pc:sldLayoutMk cId="0" sldId="2147483661"/>
          </pc:sldLayoutMkLst>
          <pc:spChg chg="mod">
            <ac:chgData name="Dr. Khurram Jadoon khan Asstt. Professor FCS" userId="684a1a15-bea5-4a17-9b67-1313be309245" providerId="ADAL" clId="{CA51D740-9655-48A9-ACD2-40767A8DF332}" dt="2024-09-18T12:53:33.233" v="4"/>
            <ac:spMkLst>
              <pc:docMk/>
              <pc:sldMasterMk cId="0" sldId="2147483648"/>
              <pc:sldLayoutMk cId="0" sldId="2147483661"/>
              <ac:spMk id="2" creationId="{00000000-0000-0000-0000-000000000000}"/>
            </ac:spMkLst>
          </pc:spChg>
          <pc:spChg chg="mod">
            <ac:chgData name="Dr. Khurram Jadoon khan Asstt. Professor FCS" userId="684a1a15-bea5-4a17-9b67-1313be309245" providerId="ADAL" clId="{CA51D740-9655-48A9-ACD2-40767A8DF332}" dt="2024-09-18T12:53:33.233" v="4"/>
            <ac:spMkLst>
              <pc:docMk/>
              <pc:sldMasterMk cId="0" sldId="2147483648"/>
              <pc:sldLayoutMk cId="0" sldId="2147483661"/>
              <ac:spMk id="3" creationId="{00000000-0000-0000-0000-000000000000}"/>
            </ac:spMkLst>
          </pc:spChg>
        </pc:sldLayoutChg>
        <pc:sldLayoutChg chg="modSp">
          <pc:chgData name="Dr. Khurram Jadoon khan Asstt. Professor FCS" userId="684a1a15-bea5-4a17-9b67-1313be309245" providerId="ADAL" clId="{CA51D740-9655-48A9-ACD2-40767A8DF332}" dt="2024-09-18T12:53:33.233" v="4"/>
          <pc:sldLayoutMkLst>
            <pc:docMk/>
            <pc:sldMasterMk cId="0" sldId="2147483648"/>
            <pc:sldLayoutMk cId="0" sldId="2147483663"/>
          </pc:sldLayoutMkLst>
          <pc:spChg chg="mod">
            <ac:chgData name="Dr. Khurram Jadoon khan Asstt. Professor FCS" userId="684a1a15-bea5-4a17-9b67-1313be309245" providerId="ADAL" clId="{CA51D740-9655-48A9-ACD2-40767A8DF332}" dt="2024-09-18T12:53:33.233" v="4"/>
            <ac:spMkLst>
              <pc:docMk/>
              <pc:sldMasterMk cId="0" sldId="2147483648"/>
              <pc:sldLayoutMk cId="0" sldId="2147483663"/>
              <ac:spMk id="3" creationId="{00000000-0000-0000-0000-000000000000}"/>
            </ac:spMkLst>
          </pc:spChg>
          <pc:spChg chg="mod">
            <ac:chgData name="Dr. Khurram Jadoon khan Asstt. Professor FCS" userId="684a1a15-bea5-4a17-9b67-1313be309245" providerId="ADAL" clId="{CA51D740-9655-48A9-ACD2-40767A8DF332}" dt="2024-09-18T12:53:33.233" v="4"/>
            <ac:spMkLst>
              <pc:docMk/>
              <pc:sldMasterMk cId="0" sldId="2147483648"/>
              <pc:sldLayoutMk cId="0" sldId="2147483663"/>
              <ac:spMk id="4" creationId="{00000000-0000-0000-0000-000000000000}"/>
            </ac:spMkLst>
          </pc:spChg>
        </pc:sldLayoutChg>
      </pc:sldMasterChg>
    </pc:docChg>
  </pc:docChgLst>
  <pc:docChgLst>
    <pc:chgData name="Dr. Khurram Jadoon khan Asstt. Professor FCS" userId="684a1a15-bea5-4a17-9b67-1313be309245" providerId="ADAL" clId="{FA302967-9927-4C9E-8794-EC0720C3EE24}"/>
    <pc:docChg chg="undo custSel addSld delSld modSld">
      <pc:chgData name="Dr. Khurram Jadoon khan Asstt. Professor FCS" userId="684a1a15-bea5-4a17-9b67-1313be309245" providerId="ADAL" clId="{FA302967-9927-4C9E-8794-EC0720C3EE24}" dt="2024-02-15T11:07:33.854" v="158" actId="47"/>
      <pc:docMkLst>
        <pc:docMk/>
      </pc:docMkLst>
      <pc:sldChg chg="modSp mod">
        <pc:chgData name="Dr. Khurram Jadoon khan Asstt. Professor FCS" userId="684a1a15-bea5-4a17-9b67-1313be309245" providerId="ADAL" clId="{FA302967-9927-4C9E-8794-EC0720C3EE24}" dt="2024-02-15T10:56:27.066" v="7" actId="1076"/>
        <pc:sldMkLst>
          <pc:docMk/>
          <pc:sldMk cId="0" sldId="258"/>
        </pc:sldMkLst>
        <pc:spChg chg="mod">
          <ac:chgData name="Dr. Khurram Jadoon khan Asstt. Professor FCS" userId="684a1a15-bea5-4a17-9b67-1313be309245" providerId="ADAL" clId="{FA302967-9927-4C9E-8794-EC0720C3EE24}" dt="2024-02-15T10:56:20.954" v="4" actId="14100"/>
          <ac:spMkLst>
            <pc:docMk/>
            <pc:sldMk cId="0" sldId="258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302967-9927-4C9E-8794-EC0720C3EE24}" dt="2024-02-15T10:56:27.066" v="7" actId="1076"/>
          <ac:spMkLst>
            <pc:docMk/>
            <pc:sldMk cId="0" sldId="258"/>
            <ac:spMk id="3" creationId="{00000000-0000-0000-0000-000000000000}"/>
          </ac:spMkLst>
        </pc:spChg>
      </pc:sldChg>
      <pc:sldChg chg="addSp delSp modSp del mod">
        <pc:chgData name="Dr. Khurram Jadoon khan Asstt. Professor FCS" userId="684a1a15-bea5-4a17-9b67-1313be309245" providerId="ADAL" clId="{FA302967-9927-4C9E-8794-EC0720C3EE24}" dt="2024-02-15T11:04:53.479" v="144" actId="47"/>
        <pc:sldMkLst>
          <pc:docMk/>
          <pc:sldMk cId="0" sldId="268"/>
        </pc:sldMkLst>
        <pc:spChg chg="add del">
          <ac:chgData name="Dr. Khurram Jadoon khan Asstt. Professor FCS" userId="684a1a15-bea5-4a17-9b67-1313be309245" providerId="ADAL" clId="{FA302967-9927-4C9E-8794-EC0720C3EE24}" dt="2024-02-15T11:04:44.175" v="141" actId="478"/>
          <ac:spMkLst>
            <pc:docMk/>
            <pc:sldMk cId="0" sldId="268"/>
            <ac:spMk id="2" creationId="{00000000-0000-0000-0000-000000000000}"/>
          </ac:spMkLst>
        </pc:spChg>
        <pc:spChg chg="mod">
          <ac:chgData name="Dr. Khurram Jadoon khan Asstt. Professor FCS" userId="684a1a15-bea5-4a17-9b67-1313be309245" providerId="ADAL" clId="{FA302967-9927-4C9E-8794-EC0720C3EE24}" dt="2024-02-15T10:59:59.862" v="110" actId="1076"/>
          <ac:spMkLst>
            <pc:docMk/>
            <pc:sldMk cId="0" sldId="268"/>
            <ac:spMk id="3" creationId="{00000000-0000-0000-0000-000000000000}"/>
          </ac:spMkLst>
        </pc:spChg>
        <pc:picChg chg="add del">
          <ac:chgData name="Dr. Khurram Jadoon khan Asstt. Professor FCS" userId="684a1a15-bea5-4a17-9b67-1313be309245" providerId="ADAL" clId="{FA302967-9927-4C9E-8794-EC0720C3EE24}" dt="2024-02-15T10:59:59.017" v="109" actId="22"/>
          <ac:picMkLst>
            <pc:docMk/>
            <pc:sldMk cId="0" sldId="268"/>
            <ac:picMk id="5" creationId="{ADBDD44E-23C1-BC50-2E51-469ADBFB1BD7}"/>
          </ac:picMkLst>
        </pc:picChg>
        <pc:picChg chg="add del mod">
          <ac:chgData name="Dr. Khurram Jadoon khan Asstt. Professor FCS" userId="684a1a15-bea5-4a17-9b67-1313be309245" providerId="ADAL" clId="{FA302967-9927-4C9E-8794-EC0720C3EE24}" dt="2024-02-15T10:59:57.718" v="107" actId="22"/>
          <ac:picMkLst>
            <pc:docMk/>
            <pc:sldMk cId="0" sldId="268"/>
            <ac:picMk id="7" creationId="{CF9482F3-F82E-666C-544B-AA06624D2216}"/>
          </ac:picMkLst>
        </pc:picChg>
      </pc:sldChg>
      <pc:sldChg chg="modSp mod">
        <pc:chgData name="Dr. Khurram Jadoon khan Asstt. Professor FCS" userId="684a1a15-bea5-4a17-9b67-1313be309245" providerId="ADAL" clId="{FA302967-9927-4C9E-8794-EC0720C3EE24}" dt="2024-02-15T11:06:14.323" v="156" actId="14100"/>
        <pc:sldMkLst>
          <pc:docMk/>
          <pc:sldMk cId="258584771" sldId="293"/>
        </pc:sldMkLst>
        <pc:spChg chg="mod">
          <ac:chgData name="Dr. Khurram Jadoon khan Asstt. Professor FCS" userId="684a1a15-bea5-4a17-9b67-1313be309245" providerId="ADAL" clId="{FA302967-9927-4C9E-8794-EC0720C3EE24}" dt="2024-02-15T11:06:14.323" v="156" actId="14100"/>
          <ac:spMkLst>
            <pc:docMk/>
            <pc:sldMk cId="258584771" sldId="293"/>
            <ac:spMk id="3" creationId="{18878029-918B-E5CE-2ADD-B7EA738C5434}"/>
          </ac:spMkLst>
        </pc:spChg>
      </pc:sldChg>
      <pc:sldChg chg="del">
        <pc:chgData name="Dr. Khurram Jadoon khan Asstt. Professor FCS" userId="684a1a15-bea5-4a17-9b67-1313be309245" providerId="ADAL" clId="{FA302967-9927-4C9E-8794-EC0720C3EE24}" dt="2024-02-15T11:07:32.970" v="157" actId="47"/>
        <pc:sldMkLst>
          <pc:docMk/>
          <pc:sldMk cId="0" sldId="303"/>
        </pc:sldMkLst>
      </pc:sldChg>
      <pc:sldChg chg="del">
        <pc:chgData name="Dr. Khurram Jadoon khan Asstt. Professor FCS" userId="684a1a15-bea5-4a17-9b67-1313be309245" providerId="ADAL" clId="{FA302967-9927-4C9E-8794-EC0720C3EE24}" dt="2024-02-15T11:07:33.854" v="158" actId="47"/>
        <pc:sldMkLst>
          <pc:docMk/>
          <pc:sldMk cId="0" sldId="304"/>
        </pc:sldMkLst>
      </pc:sldChg>
      <pc:sldChg chg="addSp delSp modSp mod">
        <pc:chgData name="Dr. Khurram Jadoon khan Asstt. Professor FCS" userId="684a1a15-bea5-4a17-9b67-1313be309245" providerId="ADAL" clId="{FA302967-9927-4C9E-8794-EC0720C3EE24}" dt="2024-02-15T10:58:56.724" v="95" actId="11529"/>
        <pc:sldMkLst>
          <pc:docMk/>
          <pc:sldMk cId="228297547" sldId="305"/>
        </pc:sldMkLst>
        <pc:spChg chg="add mod">
          <ac:chgData name="Dr. Khurram Jadoon khan Asstt. Professor FCS" userId="684a1a15-bea5-4a17-9b67-1313be309245" providerId="ADAL" clId="{FA302967-9927-4C9E-8794-EC0720C3EE24}" dt="2024-02-15T10:58:48.762" v="94" actId="403"/>
          <ac:spMkLst>
            <pc:docMk/>
            <pc:sldMk cId="228297547" sldId="305"/>
            <ac:spMk id="5" creationId="{625194D5-6B41-FFEE-AA88-01CEB61608C3}"/>
          </ac:spMkLst>
        </pc:spChg>
        <pc:picChg chg="add del">
          <ac:chgData name="Dr. Khurram Jadoon khan Asstt. Professor FCS" userId="684a1a15-bea5-4a17-9b67-1313be309245" providerId="ADAL" clId="{FA302967-9927-4C9E-8794-EC0720C3EE24}" dt="2024-02-15T10:57:46.770" v="23" actId="478"/>
          <ac:picMkLst>
            <pc:docMk/>
            <pc:sldMk cId="228297547" sldId="305"/>
            <ac:picMk id="3" creationId="{1A4EAC86-A0E3-6CFD-3808-3DE40D236C4D}"/>
          </ac:picMkLst>
        </pc:picChg>
        <pc:cxnChg chg="add">
          <ac:chgData name="Dr. Khurram Jadoon khan Asstt. Professor FCS" userId="684a1a15-bea5-4a17-9b67-1313be309245" providerId="ADAL" clId="{FA302967-9927-4C9E-8794-EC0720C3EE24}" dt="2024-02-15T10:58:56.724" v="95" actId="11529"/>
          <ac:cxnSpMkLst>
            <pc:docMk/>
            <pc:sldMk cId="228297547" sldId="305"/>
            <ac:cxnSpMk id="7" creationId="{3770272D-771D-5922-8D19-1239B9AF2CF2}"/>
          </ac:cxnSpMkLst>
        </pc:cxnChg>
      </pc:sldChg>
      <pc:sldChg chg="del">
        <pc:chgData name="Dr. Khurram Jadoon khan Asstt. Professor FCS" userId="684a1a15-bea5-4a17-9b67-1313be309245" providerId="ADAL" clId="{FA302967-9927-4C9E-8794-EC0720C3EE24}" dt="2024-02-15T11:04:14.613" v="140" actId="47"/>
        <pc:sldMkLst>
          <pc:docMk/>
          <pc:sldMk cId="2917288579" sldId="306"/>
        </pc:sldMkLst>
      </pc:sldChg>
      <pc:sldChg chg="modSp mod">
        <pc:chgData name="Dr. Khurram Jadoon khan Asstt. Professor FCS" userId="684a1a15-bea5-4a17-9b67-1313be309245" providerId="ADAL" clId="{FA302967-9927-4C9E-8794-EC0720C3EE24}" dt="2024-02-15T10:56:49.935" v="21" actId="20577"/>
        <pc:sldMkLst>
          <pc:docMk/>
          <pc:sldMk cId="2881912196" sldId="308"/>
        </pc:sldMkLst>
        <pc:spChg chg="mod">
          <ac:chgData name="Dr. Khurram Jadoon khan Asstt. Professor FCS" userId="684a1a15-bea5-4a17-9b67-1313be309245" providerId="ADAL" clId="{FA302967-9927-4C9E-8794-EC0720C3EE24}" dt="2024-02-15T10:56:49.935" v="21" actId="20577"/>
          <ac:spMkLst>
            <pc:docMk/>
            <pc:sldMk cId="2881912196" sldId="308"/>
            <ac:spMk id="3" creationId="{F5493967-BB16-0D4B-E3D5-8EFCEFA7CFA4}"/>
          </ac:spMkLst>
        </pc:spChg>
      </pc:sldChg>
      <pc:sldChg chg="modSp mod">
        <pc:chgData name="Dr. Khurram Jadoon khan Asstt. Professor FCS" userId="684a1a15-bea5-4a17-9b67-1313be309245" providerId="ADAL" clId="{FA302967-9927-4C9E-8794-EC0720C3EE24}" dt="2024-02-15T11:06:03.676" v="153" actId="108"/>
        <pc:sldMkLst>
          <pc:docMk/>
          <pc:sldMk cId="983937369" sldId="309"/>
        </pc:sldMkLst>
        <pc:spChg chg="mod">
          <ac:chgData name="Dr. Khurram Jadoon khan Asstt. Professor FCS" userId="684a1a15-bea5-4a17-9b67-1313be309245" providerId="ADAL" clId="{FA302967-9927-4C9E-8794-EC0720C3EE24}" dt="2024-02-15T11:06:03.676" v="153" actId="108"/>
          <ac:spMkLst>
            <pc:docMk/>
            <pc:sldMk cId="983937369" sldId="309"/>
            <ac:spMk id="3" creationId="{E1CA8454-2673-2589-75C5-63DF4EC91488}"/>
          </ac:spMkLst>
        </pc:spChg>
      </pc:sldChg>
      <pc:sldChg chg="addSp delSp modSp new del mod modClrScheme chgLayout">
        <pc:chgData name="Dr. Khurram Jadoon khan Asstt. Professor FCS" userId="684a1a15-bea5-4a17-9b67-1313be309245" providerId="ADAL" clId="{FA302967-9927-4C9E-8794-EC0720C3EE24}" dt="2024-02-15T11:03:50.043" v="133" actId="47"/>
        <pc:sldMkLst>
          <pc:docMk/>
          <pc:sldMk cId="3617160090" sldId="314"/>
        </pc:sldMkLst>
        <pc:spChg chg="del">
          <ac:chgData name="Dr. Khurram Jadoon khan Asstt. Professor FCS" userId="684a1a15-bea5-4a17-9b67-1313be309245" providerId="ADAL" clId="{FA302967-9927-4C9E-8794-EC0720C3EE24}" dt="2024-02-15T11:01:04.170" v="113" actId="700"/>
          <ac:spMkLst>
            <pc:docMk/>
            <pc:sldMk cId="3617160090" sldId="314"/>
            <ac:spMk id="2" creationId="{3C7E618B-3A4D-BA52-9432-10E53968EA30}"/>
          </ac:spMkLst>
        </pc:spChg>
        <pc:spChg chg="del">
          <ac:chgData name="Dr. Khurram Jadoon khan Asstt. Professor FCS" userId="684a1a15-bea5-4a17-9b67-1313be309245" providerId="ADAL" clId="{FA302967-9927-4C9E-8794-EC0720C3EE24}" dt="2024-02-15T11:01:04.170" v="113" actId="700"/>
          <ac:spMkLst>
            <pc:docMk/>
            <pc:sldMk cId="3617160090" sldId="314"/>
            <ac:spMk id="3" creationId="{F9165B7F-82DD-6D90-917F-1B6E36CF8CC3}"/>
          </ac:spMkLst>
        </pc:spChg>
        <pc:spChg chg="del">
          <ac:chgData name="Dr. Khurram Jadoon khan Asstt. Professor FCS" userId="684a1a15-bea5-4a17-9b67-1313be309245" providerId="ADAL" clId="{FA302967-9927-4C9E-8794-EC0720C3EE24}" dt="2024-02-15T11:01:04.170" v="113" actId="700"/>
          <ac:spMkLst>
            <pc:docMk/>
            <pc:sldMk cId="3617160090" sldId="314"/>
            <ac:spMk id="4" creationId="{2A44DCD9-2421-01A0-155C-4E1BE3354B10}"/>
          </ac:spMkLst>
        </pc:spChg>
        <pc:picChg chg="add del">
          <ac:chgData name="Dr. Khurram Jadoon khan Asstt. Professor FCS" userId="684a1a15-bea5-4a17-9b67-1313be309245" providerId="ADAL" clId="{FA302967-9927-4C9E-8794-EC0720C3EE24}" dt="2024-02-15T11:01:08.341" v="115" actId="478"/>
          <ac:picMkLst>
            <pc:docMk/>
            <pc:sldMk cId="3617160090" sldId="314"/>
            <ac:picMk id="6" creationId="{CF67DCDA-0804-F8E7-754A-1D702F6ADEA2}"/>
          </ac:picMkLst>
        </pc:picChg>
        <pc:picChg chg="add mod">
          <ac:chgData name="Dr. Khurram Jadoon khan Asstt. Professor FCS" userId="684a1a15-bea5-4a17-9b67-1313be309245" providerId="ADAL" clId="{FA302967-9927-4C9E-8794-EC0720C3EE24}" dt="2024-02-15T11:02:13.312" v="125" actId="1076"/>
          <ac:picMkLst>
            <pc:docMk/>
            <pc:sldMk cId="3617160090" sldId="314"/>
            <ac:picMk id="8" creationId="{BFAA866A-C9B2-7E86-C8C1-CE47955F047B}"/>
          </ac:picMkLst>
        </pc:picChg>
        <pc:picChg chg="add mod">
          <ac:chgData name="Dr. Khurram Jadoon khan Asstt. Professor FCS" userId="684a1a15-bea5-4a17-9b67-1313be309245" providerId="ADAL" clId="{FA302967-9927-4C9E-8794-EC0720C3EE24}" dt="2024-02-15T11:03:11.017" v="130" actId="1076"/>
          <ac:picMkLst>
            <pc:docMk/>
            <pc:sldMk cId="3617160090" sldId="314"/>
            <ac:picMk id="10" creationId="{3F7135BC-8C85-333D-10B5-6C5B0E06DA4C}"/>
          </ac:picMkLst>
        </pc:picChg>
      </pc:sldChg>
      <pc:sldChg chg="modSp add mod">
        <pc:chgData name="Dr. Khurram Jadoon khan Asstt. Professor FCS" userId="684a1a15-bea5-4a17-9b67-1313be309245" providerId="ADAL" clId="{FA302967-9927-4C9E-8794-EC0720C3EE24}" dt="2024-02-15T11:04:00.402" v="136" actId="1076"/>
        <pc:sldMkLst>
          <pc:docMk/>
          <pc:sldMk cId="343040445" sldId="624"/>
        </pc:sldMkLst>
        <pc:spChg chg="mod">
          <ac:chgData name="Dr. Khurram Jadoon khan Asstt. Professor FCS" userId="684a1a15-bea5-4a17-9b67-1313be309245" providerId="ADAL" clId="{FA302967-9927-4C9E-8794-EC0720C3EE24}" dt="2024-02-15T11:03:45.339" v="132" actId="27636"/>
          <ac:spMkLst>
            <pc:docMk/>
            <pc:sldMk cId="343040445" sldId="624"/>
            <ac:spMk id="2" creationId="{00000000-0000-0000-0000-000000000000}"/>
          </ac:spMkLst>
        </pc:spChg>
        <pc:picChg chg="mod">
          <ac:chgData name="Dr. Khurram Jadoon khan Asstt. Professor FCS" userId="684a1a15-bea5-4a17-9b67-1313be309245" providerId="ADAL" clId="{FA302967-9927-4C9E-8794-EC0720C3EE24}" dt="2024-02-15T11:04:00.402" v="136" actId="1076"/>
          <ac:picMkLst>
            <pc:docMk/>
            <pc:sldMk cId="343040445" sldId="624"/>
            <ac:picMk id="3" creationId="{00000000-0000-0000-0000-000000000000}"/>
          </ac:picMkLst>
        </pc:picChg>
      </pc:sldChg>
      <pc:sldChg chg="modSp add mod">
        <pc:chgData name="Dr. Khurram Jadoon khan Asstt. Professor FCS" userId="684a1a15-bea5-4a17-9b67-1313be309245" providerId="ADAL" clId="{FA302967-9927-4C9E-8794-EC0720C3EE24}" dt="2024-02-15T11:04:09.980" v="139"/>
        <pc:sldMkLst>
          <pc:docMk/>
          <pc:sldMk cId="3475640473" sldId="645"/>
        </pc:sldMkLst>
        <pc:spChg chg="mod">
          <ac:chgData name="Dr. Khurram Jadoon khan Asstt. Professor FCS" userId="684a1a15-bea5-4a17-9b67-1313be309245" providerId="ADAL" clId="{FA302967-9927-4C9E-8794-EC0720C3EE24}" dt="2024-02-15T11:04:04.420" v="138" actId="27636"/>
          <ac:spMkLst>
            <pc:docMk/>
            <pc:sldMk cId="3475640473" sldId="645"/>
            <ac:spMk id="2" creationId="{00000000-0000-0000-0000-000000000000}"/>
          </ac:spMkLst>
        </pc:spChg>
        <pc:picChg chg="mod">
          <ac:chgData name="Dr. Khurram Jadoon khan Asstt. Professor FCS" userId="684a1a15-bea5-4a17-9b67-1313be309245" providerId="ADAL" clId="{FA302967-9927-4C9E-8794-EC0720C3EE24}" dt="2024-02-15T11:04:09.980" v="139"/>
          <ac:picMkLst>
            <pc:docMk/>
            <pc:sldMk cId="3475640473" sldId="645"/>
            <ac:picMk id="4" creationId="{00000000-0000-0000-0000-000000000000}"/>
          </ac:picMkLst>
        </pc:picChg>
      </pc:sldChg>
      <pc:sldChg chg="modSp add mod">
        <pc:chgData name="Dr. Khurram Jadoon khan Asstt. Professor FCS" userId="684a1a15-bea5-4a17-9b67-1313be309245" providerId="ADAL" clId="{FA302967-9927-4C9E-8794-EC0720C3EE24}" dt="2024-02-15T11:04:51.143" v="143" actId="27636"/>
        <pc:sldMkLst>
          <pc:docMk/>
          <pc:sldMk cId="3951150965" sldId="648"/>
        </pc:sldMkLst>
        <pc:spChg chg="mod">
          <ac:chgData name="Dr. Khurram Jadoon khan Asstt. Professor FCS" userId="684a1a15-bea5-4a17-9b67-1313be309245" providerId="ADAL" clId="{FA302967-9927-4C9E-8794-EC0720C3EE24}" dt="2024-02-15T11:04:51.143" v="143" actId="27636"/>
          <ac:spMkLst>
            <pc:docMk/>
            <pc:sldMk cId="3951150965" sldId="648"/>
            <ac:spMk id="2" creationId="{00000000-0000-0000-0000-000000000000}"/>
          </ac:spMkLst>
        </pc:spChg>
      </pc:sldChg>
      <pc:sldChg chg="modSp add mod">
        <pc:chgData name="Dr. Khurram Jadoon khan Asstt. Professor FCS" userId="684a1a15-bea5-4a17-9b67-1313be309245" providerId="ADAL" clId="{FA302967-9927-4C9E-8794-EC0720C3EE24}" dt="2024-02-15T11:05:02.220" v="146" actId="27636"/>
        <pc:sldMkLst>
          <pc:docMk/>
          <pc:sldMk cId="1036269247" sldId="649"/>
        </pc:sldMkLst>
        <pc:spChg chg="mod">
          <ac:chgData name="Dr. Khurram Jadoon khan Asstt. Professor FCS" userId="684a1a15-bea5-4a17-9b67-1313be309245" providerId="ADAL" clId="{FA302967-9927-4C9E-8794-EC0720C3EE24}" dt="2024-02-15T11:05:02.220" v="146" actId="27636"/>
          <ac:spMkLst>
            <pc:docMk/>
            <pc:sldMk cId="1036269247" sldId="649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E8B397-D513-47A2-B5CD-B6F34CBE8700}" type="datetimeFigureOut">
              <a:rPr lang="en-US" smtClean="0"/>
              <a:t>9/18/2024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698750" y="971550"/>
            <a:ext cx="4660900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829B1-B26E-474A-965A-AD265251F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69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8750" y="971550"/>
            <a:ext cx="4660900" cy="26225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023AA-878B-4B87-B452-85D8399C2F70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846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98750" y="971550"/>
            <a:ext cx="4660900" cy="26225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E023AA-878B-4B87-B452-85D8399C2F7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997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36320" y="2409444"/>
            <a:ext cx="1174496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72640" y="4352544"/>
            <a:ext cx="96723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90880" y="1787652"/>
            <a:ext cx="601065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116064" y="1787652"/>
            <a:ext cx="601065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74273" y="1552448"/>
            <a:ext cx="12269052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58525" y="1615440"/>
            <a:ext cx="1090055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697984" y="7228332"/>
            <a:ext cx="442163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90880" y="7228332"/>
            <a:ext cx="31780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948672" y="7228332"/>
            <a:ext cx="317804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9000" y="166091"/>
            <a:ext cx="4759324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200" b="1" spc="-5" dirty="0">
                <a:solidFill>
                  <a:srgbClr val="0000FF"/>
                </a:solidFill>
                <a:latin typeface="Verdana"/>
                <a:cs typeface="Verdana"/>
              </a:rPr>
              <a:t>Search</a:t>
            </a:r>
            <a:r>
              <a:rPr sz="3200" b="1" spc="-8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0000FF"/>
                </a:solidFill>
                <a:latin typeface="Verdana"/>
                <a:cs typeface="Verdana"/>
              </a:rPr>
              <a:t>Algorithms</a:t>
            </a:r>
            <a:endParaRPr sz="32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1800" y="1143000"/>
            <a:ext cx="9255124" cy="5745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indent="-344170">
              <a:buChar char="•"/>
              <a:tabLst>
                <a:tab pos="356870" algn="l"/>
                <a:tab pos="357505" algn="l"/>
              </a:tabLst>
            </a:pPr>
            <a:r>
              <a:rPr sz="2800" spc="-5" dirty="0">
                <a:latin typeface="Verdana"/>
                <a:cs typeface="Verdana"/>
              </a:rPr>
              <a:t>Uninformed Blind</a:t>
            </a:r>
            <a:r>
              <a:rPr sz="2800" spc="-4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search</a:t>
            </a:r>
          </a:p>
          <a:p>
            <a:pPr marL="814069" lvl="1" indent="-344170">
              <a:spcBef>
                <a:spcPts val="800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400" dirty="0">
                <a:latin typeface="Verdana"/>
                <a:cs typeface="Verdana"/>
              </a:rPr>
              <a:t>Breadth-first</a:t>
            </a:r>
          </a:p>
          <a:p>
            <a:pPr marL="814069" lvl="1" indent="-344170">
              <a:spcBef>
                <a:spcPts val="765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400" dirty="0">
                <a:latin typeface="Verdana"/>
                <a:cs typeface="Verdana"/>
              </a:rPr>
              <a:t>uniform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first</a:t>
            </a:r>
          </a:p>
          <a:p>
            <a:pPr marL="814069" lvl="1" indent="-344170">
              <a:spcBef>
                <a:spcPts val="765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400" dirty="0">
                <a:latin typeface="Verdana"/>
                <a:cs typeface="Verdana"/>
              </a:rPr>
              <a:t>depth-first</a:t>
            </a:r>
          </a:p>
          <a:p>
            <a:pPr marL="814069" lvl="1" indent="-344170">
              <a:spcBef>
                <a:spcPts val="765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400" dirty="0">
                <a:latin typeface="Verdana"/>
                <a:cs typeface="Verdana"/>
              </a:rPr>
              <a:t>Iterative deepening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depth-first</a:t>
            </a:r>
          </a:p>
          <a:p>
            <a:pPr marL="356870" indent="-344170">
              <a:spcBef>
                <a:spcPts val="830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spc="-5" dirty="0">
                <a:latin typeface="Verdana"/>
                <a:cs typeface="Verdana"/>
              </a:rPr>
              <a:t>Informed Heuristic</a:t>
            </a:r>
            <a:r>
              <a:rPr sz="2800" spc="-3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search</a:t>
            </a:r>
          </a:p>
          <a:p>
            <a:pPr marL="469900">
              <a:spcBef>
                <a:spcPts val="795"/>
              </a:spcBef>
              <a:tabLst>
                <a:tab pos="756285" algn="l"/>
              </a:tabLst>
            </a:pPr>
            <a:r>
              <a:rPr sz="2400" spc="5" dirty="0">
                <a:latin typeface="Verdana"/>
                <a:cs typeface="Verdana"/>
              </a:rPr>
              <a:t>–	Greedy </a:t>
            </a:r>
            <a:r>
              <a:rPr sz="2400" dirty="0">
                <a:latin typeface="Verdana"/>
                <a:cs typeface="Verdana"/>
              </a:rPr>
              <a:t>search, </a:t>
            </a:r>
            <a:r>
              <a:rPr sz="2400" spc="-5" dirty="0">
                <a:latin typeface="Verdana"/>
                <a:cs typeface="Verdana"/>
              </a:rPr>
              <a:t>hill climbing,</a:t>
            </a:r>
            <a:r>
              <a:rPr sz="2400" spc="-4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Heuristics</a:t>
            </a:r>
            <a:endParaRPr sz="2400" dirty="0">
              <a:latin typeface="Verdana"/>
              <a:cs typeface="Verdana"/>
            </a:endParaRPr>
          </a:p>
          <a:p>
            <a:pPr marL="356870" indent="-344170">
              <a:spcBef>
                <a:spcPts val="825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spc="-5" dirty="0">
                <a:latin typeface="Verdana"/>
                <a:cs typeface="Verdana"/>
              </a:rPr>
              <a:t>Important</a:t>
            </a:r>
            <a:r>
              <a:rPr sz="2800" spc="-5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concepts:</a:t>
            </a:r>
          </a:p>
          <a:p>
            <a:pPr marL="814069" lvl="1" indent="-344170">
              <a:spcBef>
                <a:spcPts val="795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400" dirty="0">
                <a:latin typeface="Verdana"/>
                <a:cs typeface="Verdana"/>
              </a:rPr>
              <a:t>Completeness</a:t>
            </a:r>
          </a:p>
          <a:p>
            <a:pPr marL="814069" lvl="1" indent="-344170">
              <a:spcBef>
                <a:spcPts val="765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400" spc="-5" dirty="0">
                <a:latin typeface="Verdana"/>
                <a:cs typeface="Verdana"/>
              </a:rPr>
              <a:t>Time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complexity</a:t>
            </a:r>
          </a:p>
          <a:p>
            <a:pPr marL="814069" lvl="1" indent="-344170">
              <a:spcBef>
                <a:spcPts val="765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400" dirty="0">
                <a:latin typeface="Verdana"/>
                <a:cs typeface="Verdana"/>
              </a:rPr>
              <a:t>Space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complexity</a:t>
            </a:r>
          </a:p>
          <a:p>
            <a:pPr marL="814069" lvl="1" indent="-344170">
              <a:spcBef>
                <a:spcPts val="765"/>
              </a:spcBef>
              <a:buAutoNum type="arabicPeriod"/>
              <a:tabLst>
                <a:tab pos="814069" algn="l"/>
                <a:tab pos="814705" algn="l"/>
              </a:tabLst>
            </a:pPr>
            <a:r>
              <a:rPr sz="2400" spc="-5" dirty="0">
                <a:latin typeface="Verdana"/>
                <a:cs typeface="Verdana"/>
              </a:rPr>
              <a:t>Quality </a:t>
            </a:r>
            <a:r>
              <a:rPr sz="2400" spc="5" dirty="0">
                <a:latin typeface="Verdana"/>
                <a:cs typeface="Verdana"/>
              </a:rPr>
              <a:t>of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solution</a:t>
            </a:r>
            <a:endParaRPr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D5CEF-7379-5C5A-D657-E726387FF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3225" y="228600"/>
            <a:ext cx="8931148" cy="553998"/>
          </a:xfrm>
        </p:spPr>
        <p:txBody>
          <a:bodyPr/>
          <a:lstStyle/>
          <a:p>
            <a:pPr algn="ctr"/>
            <a:r>
              <a:rPr lang="en-US" sz="3600" dirty="0"/>
              <a:t>Uninformed 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93967-BB16-0D4B-E3D5-8EFCEFA7C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800" y="990600"/>
            <a:ext cx="12954000" cy="5170646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Also called </a:t>
            </a:r>
            <a:r>
              <a:rPr lang="en-US" sz="2800" dirty="0">
                <a:solidFill>
                  <a:srgbClr val="FF0000"/>
                </a:solidFill>
              </a:rPr>
              <a:t>blind search</a:t>
            </a:r>
            <a:r>
              <a:rPr lang="en-US" sz="28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term means that the </a:t>
            </a:r>
            <a:r>
              <a:rPr lang="en-US" sz="2800" dirty="0">
                <a:solidFill>
                  <a:srgbClr val="FF0000"/>
                </a:solidFill>
              </a:rPr>
              <a:t>strategies have no additional information about states beyond that provided in the problem definition.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 All they can do is generate successors and distinguish a goal state from a non-goal state.  </a:t>
            </a:r>
            <a:r>
              <a:rPr lang="en-US" sz="2800" dirty="0">
                <a:solidFill>
                  <a:srgbClr val="FF0000"/>
                </a:solidFill>
              </a:rPr>
              <a:t>All search strategies are distinguished by the order in which nodes are expanded.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Strategies that know whether  one non-goal state is “more promising” than another are called informed search or heuristic search strategies</a:t>
            </a:r>
          </a:p>
        </p:txBody>
      </p:sp>
    </p:spTree>
    <p:extLst>
      <p:ext uri="{BB962C8B-B14F-4D97-AF65-F5344CB8AC3E}">
        <p14:creationId xmlns:p14="http://schemas.microsoft.com/office/powerpoint/2010/main" val="2881912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80660" y="148353"/>
            <a:ext cx="3990340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b="1" spc="-5" dirty="0">
                <a:solidFill>
                  <a:srgbClr val="0000FF"/>
                </a:solidFill>
                <a:latin typeface="Verdana"/>
                <a:cs typeface="Verdana"/>
              </a:rPr>
              <a:t>Search</a:t>
            </a:r>
            <a:r>
              <a:rPr b="1" spc="-5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b="1" spc="-5" dirty="0">
                <a:solidFill>
                  <a:srgbClr val="0000FF"/>
                </a:solidFill>
                <a:latin typeface="Verdana"/>
                <a:cs typeface="Verdana"/>
              </a:rPr>
              <a:t>Strategies</a:t>
            </a:r>
            <a:endParaRPr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0" y="579240"/>
            <a:ext cx="13614400" cy="523220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marR="523240" indent="-344170"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Verdana"/>
                <a:cs typeface="Verdana"/>
              </a:rPr>
              <a:t>A </a:t>
            </a:r>
            <a:r>
              <a:rPr sz="2400" dirty="0">
                <a:solidFill>
                  <a:srgbClr val="FB0027"/>
                </a:solidFill>
                <a:latin typeface="Verdana"/>
                <a:cs typeface="Verdana"/>
              </a:rPr>
              <a:t>search strategy </a:t>
            </a:r>
            <a:r>
              <a:rPr sz="2400" dirty="0">
                <a:latin typeface="Verdana"/>
                <a:cs typeface="Verdana"/>
              </a:rPr>
              <a:t>is </a:t>
            </a:r>
            <a:r>
              <a:rPr sz="2400" spc="-5" dirty="0">
                <a:latin typeface="Verdana"/>
                <a:cs typeface="Verdana"/>
              </a:rPr>
              <a:t>defined </a:t>
            </a:r>
            <a:r>
              <a:rPr sz="2400" dirty="0">
                <a:latin typeface="Verdana"/>
                <a:cs typeface="Verdana"/>
              </a:rPr>
              <a:t>by </a:t>
            </a:r>
            <a:r>
              <a:rPr sz="2400" spc="-5" dirty="0">
                <a:latin typeface="Verdana"/>
                <a:cs typeface="Verdana"/>
              </a:rPr>
              <a:t>picking the </a:t>
            </a:r>
            <a:r>
              <a:rPr sz="2400" b="1" spc="-10" dirty="0">
                <a:latin typeface="Verdana"/>
                <a:cs typeface="Verdana"/>
              </a:rPr>
              <a:t>order of node expansion</a:t>
            </a:r>
            <a:endParaRPr sz="2400" dirty="0">
              <a:latin typeface="Verdana"/>
              <a:cs typeface="Verdana"/>
            </a:endParaRPr>
          </a:p>
          <a:p>
            <a:pPr>
              <a:spcBef>
                <a:spcPts val="30"/>
              </a:spcBef>
              <a:buFont typeface="Verdana"/>
              <a:buChar char="•"/>
            </a:pPr>
            <a:endParaRPr sz="3200" dirty="0">
              <a:latin typeface="Times New Roman"/>
              <a:cs typeface="Times New Roman"/>
            </a:endParaRPr>
          </a:p>
          <a:p>
            <a:pPr marL="356870" indent="-344170">
              <a:spcBef>
                <a:spcPts val="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dirty="0">
                <a:latin typeface="Verdana"/>
                <a:cs typeface="Verdana"/>
              </a:rPr>
              <a:t>Strategies are </a:t>
            </a:r>
            <a:r>
              <a:rPr sz="2400" b="1" spc="-5" dirty="0">
                <a:latin typeface="Verdana"/>
                <a:cs typeface="Verdana"/>
              </a:rPr>
              <a:t>evaluated </a:t>
            </a:r>
            <a:r>
              <a:rPr sz="2400" dirty="0">
                <a:latin typeface="Verdana"/>
                <a:cs typeface="Verdana"/>
              </a:rPr>
              <a:t>along </a:t>
            </a:r>
            <a:r>
              <a:rPr sz="2400" spc="-5" dirty="0">
                <a:latin typeface="Verdana"/>
                <a:cs typeface="Verdana"/>
              </a:rPr>
              <a:t>the </a:t>
            </a:r>
            <a:r>
              <a:rPr sz="2400" dirty="0">
                <a:latin typeface="Verdana"/>
                <a:cs typeface="Verdana"/>
              </a:rPr>
              <a:t>following </a:t>
            </a:r>
            <a:r>
              <a:rPr sz="2400" spc="-5" dirty="0">
                <a:latin typeface="Verdana"/>
                <a:cs typeface="Verdana"/>
              </a:rPr>
              <a:t>four</a:t>
            </a:r>
            <a:r>
              <a:rPr sz="2400" spc="-3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dimensions:</a:t>
            </a:r>
          </a:p>
          <a:p>
            <a:pPr marL="814069" lvl="1" indent="-344170">
              <a:spcBef>
                <a:spcPts val="1205"/>
              </a:spcBef>
              <a:buAutoNum type="arabicPeriod"/>
              <a:tabLst>
                <a:tab pos="814705" algn="l"/>
              </a:tabLst>
            </a:pPr>
            <a:r>
              <a:rPr sz="2000" b="1" dirty="0">
                <a:latin typeface="Verdana"/>
                <a:cs typeface="Verdana"/>
              </a:rPr>
              <a:t>Completeness</a:t>
            </a:r>
            <a:r>
              <a:rPr sz="2000" dirty="0">
                <a:latin typeface="Verdana"/>
                <a:cs typeface="Verdana"/>
              </a:rPr>
              <a:t>: </a:t>
            </a:r>
            <a:r>
              <a:rPr sz="2000" spc="5" dirty="0">
                <a:latin typeface="Verdana"/>
                <a:cs typeface="Verdana"/>
              </a:rPr>
              <a:t>does </a:t>
            </a:r>
            <a:r>
              <a:rPr sz="2000" spc="-5" dirty="0">
                <a:latin typeface="Verdana"/>
                <a:cs typeface="Verdana"/>
              </a:rPr>
              <a:t>it </a:t>
            </a:r>
            <a:r>
              <a:rPr sz="2000" dirty="0">
                <a:latin typeface="Verdana"/>
                <a:cs typeface="Verdana"/>
              </a:rPr>
              <a:t>always find a solution </a:t>
            </a:r>
            <a:r>
              <a:rPr sz="2000" spc="-5" dirty="0">
                <a:latin typeface="Verdana"/>
                <a:cs typeface="Verdana"/>
              </a:rPr>
              <a:t>if </a:t>
            </a:r>
            <a:r>
              <a:rPr sz="2000" dirty="0">
                <a:latin typeface="Verdana"/>
                <a:cs typeface="Verdana"/>
              </a:rPr>
              <a:t>one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exists?</a:t>
            </a:r>
          </a:p>
          <a:p>
            <a:pPr marL="814069" lvl="1" indent="-344170">
              <a:spcBef>
                <a:spcPts val="1195"/>
              </a:spcBef>
              <a:buAutoNum type="arabicPeriod"/>
              <a:tabLst>
                <a:tab pos="814705" algn="l"/>
              </a:tabLst>
            </a:pPr>
            <a:r>
              <a:rPr sz="2000" b="1" spc="5" dirty="0">
                <a:latin typeface="Verdana"/>
                <a:cs typeface="Verdana"/>
              </a:rPr>
              <a:t>Time </a:t>
            </a:r>
            <a:r>
              <a:rPr sz="2000" b="1" dirty="0">
                <a:latin typeface="Verdana"/>
                <a:cs typeface="Verdana"/>
              </a:rPr>
              <a:t>complexity</a:t>
            </a:r>
            <a:r>
              <a:rPr sz="2000" dirty="0">
                <a:latin typeface="Verdana"/>
                <a:cs typeface="Verdana"/>
              </a:rPr>
              <a:t>: number </a:t>
            </a:r>
            <a:r>
              <a:rPr sz="2000" spc="5" dirty="0">
                <a:latin typeface="Verdana"/>
                <a:cs typeface="Verdana"/>
              </a:rPr>
              <a:t>of </a:t>
            </a:r>
            <a:r>
              <a:rPr sz="2000" dirty="0">
                <a:latin typeface="Verdana"/>
                <a:cs typeface="Verdana"/>
              </a:rPr>
              <a:t>nodes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generated</a:t>
            </a:r>
            <a:r>
              <a:rPr lang="en-US" sz="2000" dirty="0">
                <a:latin typeface="Verdana"/>
                <a:cs typeface="Verdana"/>
              </a:rPr>
              <a:t> or expanded during execution</a:t>
            </a:r>
            <a:endParaRPr sz="2000" dirty="0">
              <a:latin typeface="Verdana"/>
              <a:cs typeface="Verdana"/>
            </a:endParaRPr>
          </a:p>
          <a:p>
            <a:pPr marL="814069" lvl="1" indent="-344170">
              <a:spcBef>
                <a:spcPts val="1195"/>
              </a:spcBef>
              <a:buAutoNum type="arabicPeriod"/>
              <a:tabLst>
                <a:tab pos="814705" algn="l"/>
              </a:tabLst>
            </a:pPr>
            <a:r>
              <a:rPr sz="2000" b="1" dirty="0">
                <a:latin typeface="Verdana"/>
                <a:cs typeface="Verdana"/>
              </a:rPr>
              <a:t>Space complexity</a:t>
            </a:r>
            <a:r>
              <a:rPr sz="2000" dirty="0">
                <a:latin typeface="Verdana"/>
                <a:cs typeface="Verdana"/>
              </a:rPr>
              <a:t>: maximum number </a:t>
            </a:r>
            <a:r>
              <a:rPr sz="2000" spc="5" dirty="0">
                <a:latin typeface="Verdana"/>
                <a:cs typeface="Verdana"/>
              </a:rPr>
              <a:t>of </a:t>
            </a:r>
            <a:r>
              <a:rPr sz="2000" dirty="0">
                <a:latin typeface="Verdana"/>
                <a:cs typeface="Verdana"/>
              </a:rPr>
              <a:t>nodes </a:t>
            </a:r>
            <a:r>
              <a:rPr lang="en-US" sz="2000" spc="-5" dirty="0">
                <a:latin typeface="Verdana"/>
                <a:cs typeface="Verdana"/>
              </a:rPr>
              <a:t>or </a:t>
            </a:r>
            <a:r>
              <a:rPr sz="2000" spc="5" dirty="0">
                <a:latin typeface="Verdana"/>
                <a:cs typeface="Verdana"/>
              </a:rPr>
              <a:t>memory</a:t>
            </a:r>
            <a:r>
              <a:rPr lang="en-US" sz="2000" spc="5" dirty="0">
                <a:latin typeface="Verdana"/>
                <a:cs typeface="Verdana"/>
              </a:rPr>
              <a:t> required to store the expanded nodes. </a:t>
            </a:r>
            <a:endParaRPr sz="2000" dirty="0">
              <a:latin typeface="Verdana"/>
              <a:cs typeface="Verdana"/>
            </a:endParaRPr>
          </a:p>
          <a:p>
            <a:pPr marL="814069" lvl="1" indent="-344170">
              <a:spcBef>
                <a:spcPts val="1195"/>
              </a:spcBef>
              <a:buAutoNum type="arabicPeriod"/>
              <a:tabLst>
                <a:tab pos="814705" algn="l"/>
              </a:tabLst>
            </a:pPr>
            <a:r>
              <a:rPr sz="2000" b="1" spc="5" dirty="0">
                <a:latin typeface="Verdana"/>
                <a:cs typeface="Verdana"/>
              </a:rPr>
              <a:t>Optimality</a:t>
            </a:r>
            <a:r>
              <a:rPr sz="2000" spc="5" dirty="0">
                <a:latin typeface="Verdana"/>
                <a:cs typeface="Verdana"/>
              </a:rPr>
              <a:t>: does </a:t>
            </a:r>
            <a:r>
              <a:rPr sz="2000" spc="-5" dirty="0">
                <a:latin typeface="Verdana"/>
                <a:cs typeface="Verdana"/>
              </a:rPr>
              <a:t>it </a:t>
            </a:r>
            <a:r>
              <a:rPr sz="2000" dirty="0">
                <a:latin typeface="Verdana"/>
                <a:cs typeface="Verdana"/>
              </a:rPr>
              <a:t>always find a </a:t>
            </a:r>
            <a:r>
              <a:rPr sz="2000" spc="-5" dirty="0">
                <a:latin typeface="Verdana"/>
                <a:cs typeface="Verdana"/>
              </a:rPr>
              <a:t>least-cost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solution?</a:t>
            </a:r>
            <a:endParaRPr sz="2000" dirty="0">
              <a:latin typeface="Verdana"/>
              <a:cs typeface="Verdana"/>
            </a:endParaRPr>
          </a:p>
          <a:p>
            <a:pPr lvl="1">
              <a:spcBef>
                <a:spcPts val="20"/>
              </a:spcBef>
              <a:buFont typeface="Verdana"/>
              <a:buAutoNum type="arabicPeriod"/>
            </a:pPr>
            <a:endParaRPr sz="2800" dirty="0">
              <a:latin typeface="Times New Roman"/>
              <a:cs typeface="Times New Roman"/>
            </a:endParaRPr>
          </a:p>
          <a:p>
            <a:pPr marL="356870" indent="-344170">
              <a:spcBef>
                <a:spcPts val="5"/>
              </a:spcBef>
              <a:buChar char="•"/>
              <a:tabLst>
                <a:tab pos="356870" algn="l"/>
                <a:tab pos="357505" algn="l"/>
              </a:tabLst>
            </a:pPr>
            <a:r>
              <a:rPr sz="2400" spc="-5" dirty="0">
                <a:latin typeface="Verdana"/>
                <a:cs typeface="Verdana"/>
              </a:rPr>
              <a:t>Time </a:t>
            </a:r>
            <a:r>
              <a:rPr sz="2400" spc="-10" dirty="0">
                <a:latin typeface="Verdana"/>
                <a:cs typeface="Verdana"/>
              </a:rPr>
              <a:t>and </a:t>
            </a:r>
            <a:r>
              <a:rPr sz="2400" spc="-5" dirty="0">
                <a:latin typeface="Verdana"/>
                <a:cs typeface="Verdana"/>
              </a:rPr>
              <a:t>space </a:t>
            </a:r>
            <a:r>
              <a:rPr sz="2400" dirty="0">
                <a:latin typeface="Verdana"/>
                <a:cs typeface="Verdana"/>
              </a:rPr>
              <a:t>complexity are </a:t>
            </a:r>
            <a:r>
              <a:rPr sz="2400" spc="-5" dirty="0">
                <a:latin typeface="Verdana"/>
                <a:cs typeface="Verdana"/>
              </a:rPr>
              <a:t>measured </a:t>
            </a:r>
            <a:r>
              <a:rPr sz="2400" dirty="0">
                <a:latin typeface="Verdana"/>
                <a:cs typeface="Verdana"/>
              </a:rPr>
              <a:t>in terms</a:t>
            </a:r>
            <a:r>
              <a:rPr sz="2400" spc="15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of</a:t>
            </a:r>
            <a:endParaRPr sz="2400" dirty="0">
              <a:latin typeface="Verdana"/>
              <a:cs typeface="Verdana"/>
            </a:endParaRPr>
          </a:p>
          <a:p>
            <a:pPr marL="756285" indent="-286385">
              <a:spcBef>
                <a:spcPts val="1205"/>
              </a:spcBef>
              <a:buFont typeface="Verdana"/>
              <a:buChar char="–"/>
              <a:tabLst>
                <a:tab pos="756285" algn="l"/>
                <a:tab pos="756920" algn="l"/>
              </a:tabLst>
            </a:pPr>
            <a:r>
              <a:rPr sz="2000" b="1" i="1" dirty="0">
                <a:latin typeface="Verdana"/>
                <a:cs typeface="Verdana"/>
              </a:rPr>
              <a:t>b: </a:t>
            </a:r>
            <a:r>
              <a:rPr sz="2000" dirty="0">
                <a:latin typeface="Verdana"/>
                <a:cs typeface="Verdana"/>
              </a:rPr>
              <a:t>maximum </a:t>
            </a:r>
            <a:r>
              <a:rPr sz="2000" spc="-5" dirty="0">
                <a:latin typeface="Verdana"/>
                <a:cs typeface="Verdana"/>
              </a:rPr>
              <a:t>branching </a:t>
            </a:r>
            <a:r>
              <a:rPr sz="2000" dirty="0">
                <a:latin typeface="Verdana"/>
                <a:cs typeface="Verdana"/>
              </a:rPr>
              <a:t>factor </a:t>
            </a:r>
            <a:r>
              <a:rPr sz="2000" spc="5" dirty="0">
                <a:latin typeface="Verdana"/>
                <a:cs typeface="Verdana"/>
              </a:rPr>
              <a:t>of </a:t>
            </a:r>
            <a:r>
              <a:rPr sz="2000" spc="-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search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tree</a:t>
            </a:r>
          </a:p>
          <a:p>
            <a:pPr marL="756285" indent="-286385">
              <a:spcBef>
                <a:spcPts val="1195"/>
              </a:spcBef>
              <a:buFont typeface="Verdana"/>
              <a:buChar char="–"/>
              <a:tabLst>
                <a:tab pos="756285" algn="l"/>
                <a:tab pos="756920" algn="l"/>
              </a:tabLst>
            </a:pPr>
            <a:r>
              <a:rPr sz="2000" b="1" i="1" dirty="0">
                <a:latin typeface="Verdana"/>
                <a:cs typeface="Verdana"/>
              </a:rPr>
              <a:t>d: </a:t>
            </a:r>
            <a:r>
              <a:rPr sz="2000" dirty="0">
                <a:latin typeface="Verdana"/>
                <a:cs typeface="Verdana"/>
              </a:rPr>
              <a:t>depth </a:t>
            </a:r>
            <a:r>
              <a:rPr sz="2000" spc="5" dirty="0">
                <a:latin typeface="Verdana"/>
                <a:cs typeface="Verdana"/>
              </a:rPr>
              <a:t>of </a:t>
            </a:r>
            <a:r>
              <a:rPr sz="2000" spc="-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least-cost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solution</a:t>
            </a:r>
          </a:p>
          <a:p>
            <a:pPr marL="756285" indent="-286385">
              <a:spcBef>
                <a:spcPts val="1195"/>
              </a:spcBef>
              <a:buFont typeface="Verdana"/>
              <a:buChar char="–"/>
              <a:tabLst>
                <a:tab pos="756285" algn="l"/>
                <a:tab pos="756920" algn="l"/>
              </a:tabLst>
            </a:pPr>
            <a:r>
              <a:rPr sz="2000" b="1" i="1" spc="5" dirty="0">
                <a:latin typeface="Verdana"/>
                <a:cs typeface="Verdana"/>
              </a:rPr>
              <a:t>m</a:t>
            </a:r>
            <a:r>
              <a:rPr sz="2000" b="1" spc="5" dirty="0">
                <a:latin typeface="Verdana"/>
                <a:cs typeface="Verdana"/>
              </a:rPr>
              <a:t>: </a:t>
            </a:r>
            <a:r>
              <a:rPr sz="2000" dirty="0">
                <a:latin typeface="Verdana"/>
                <a:cs typeface="Verdana"/>
              </a:rPr>
              <a:t>maximum depth </a:t>
            </a:r>
            <a:r>
              <a:rPr sz="2000" spc="5" dirty="0">
                <a:latin typeface="Verdana"/>
                <a:cs typeface="Verdana"/>
              </a:rPr>
              <a:t>of </a:t>
            </a:r>
            <a:r>
              <a:rPr sz="2000" spc="-5" dirty="0">
                <a:latin typeface="Verdana"/>
                <a:cs typeface="Verdana"/>
              </a:rPr>
              <a:t>th</a:t>
            </a:r>
            <a:r>
              <a:rPr lang="en-US" sz="2000" spc="-5" dirty="0">
                <a:latin typeface="Verdana"/>
                <a:cs typeface="Verdana"/>
              </a:rPr>
              <a:t>e </a:t>
            </a:r>
            <a:r>
              <a:rPr sz="2000" spc="-5" dirty="0">
                <a:latin typeface="Verdana"/>
                <a:cs typeface="Verdana"/>
              </a:rPr>
              <a:t>state </a:t>
            </a:r>
            <a:r>
              <a:rPr sz="2000" dirty="0">
                <a:latin typeface="Verdana"/>
                <a:cs typeface="Verdana"/>
              </a:rPr>
              <a:t>space (may </a:t>
            </a:r>
            <a:r>
              <a:rPr sz="2000" spc="5" dirty="0">
                <a:latin typeface="Verdana"/>
                <a:cs typeface="Verdana"/>
              </a:rPr>
              <a:t>be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∞)</a:t>
            </a:r>
            <a:endParaRPr sz="2000" dirty="0">
              <a:latin typeface="Verdana"/>
              <a:cs typeface="Verdan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25A86D-7845-9CF6-8537-4DA3D7383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7000" y="4382768"/>
            <a:ext cx="5709920" cy="30052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24C1FE-6E2E-3A42-0B93-60D672884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9400" y="6687105"/>
            <a:ext cx="4648200" cy="9028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616281" y="220381"/>
            <a:ext cx="12269052" cy="615553"/>
          </a:xfrm>
        </p:spPr>
        <p:txBody>
          <a:bodyPr/>
          <a:lstStyle/>
          <a:p>
            <a:pPr eaLnBrk="1" hangingPunct="1"/>
            <a:r>
              <a:rPr lang="en-US" sz="4000" dirty="0"/>
              <a:t>Breadth-First (Tree) Search</a:t>
            </a:r>
          </a:p>
        </p:txBody>
      </p:sp>
      <p:grpSp>
        <p:nvGrpSpPr>
          <p:cNvPr id="20483" name="Group 3"/>
          <p:cNvGrpSpPr>
            <a:grpSpLocks/>
          </p:cNvGrpSpPr>
          <p:nvPr/>
        </p:nvGrpSpPr>
        <p:grpSpPr bwMode="auto">
          <a:xfrm>
            <a:off x="3648707" y="3965367"/>
            <a:ext cx="6217920" cy="3790358"/>
            <a:chOff x="48" y="2332"/>
            <a:chExt cx="3456" cy="2398"/>
          </a:xfrm>
        </p:grpSpPr>
        <p:sp>
          <p:nvSpPr>
            <p:cNvPr id="20539" name="Text Box 4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13" dirty="0"/>
                <a:t>S</a:t>
              </a:r>
            </a:p>
          </p:txBody>
        </p:sp>
        <p:sp>
          <p:nvSpPr>
            <p:cNvPr id="20540" name="Text Box 5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a</a:t>
              </a:r>
            </a:p>
          </p:txBody>
        </p:sp>
        <p:sp>
          <p:nvSpPr>
            <p:cNvPr id="20541" name="Text Box 6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b</a:t>
              </a:r>
            </a:p>
          </p:txBody>
        </p:sp>
        <p:sp>
          <p:nvSpPr>
            <p:cNvPr id="20542" name="Text Box 7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d</a:t>
              </a:r>
            </a:p>
          </p:txBody>
        </p:sp>
        <p:sp>
          <p:nvSpPr>
            <p:cNvPr id="20543" name="Text Box 8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p</a:t>
              </a:r>
            </a:p>
          </p:txBody>
        </p:sp>
        <p:sp>
          <p:nvSpPr>
            <p:cNvPr id="20544" name="Text Box 9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a</a:t>
              </a:r>
            </a:p>
          </p:txBody>
        </p:sp>
        <p:sp>
          <p:nvSpPr>
            <p:cNvPr id="20545" name="Text Box 10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c</a:t>
              </a:r>
            </a:p>
          </p:txBody>
        </p:sp>
        <p:cxnSp>
          <p:nvCxnSpPr>
            <p:cNvPr id="20546" name="AutoShape 11"/>
            <p:cNvCxnSpPr>
              <a:cxnSpLocks noChangeShapeType="1"/>
              <a:stCxn id="20542" idx="2"/>
              <a:endCxn id="20541" idx="0"/>
            </p:cNvCxnSpPr>
            <p:nvPr/>
          </p:nvCxnSpPr>
          <p:spPr bwMode="auto">
            <a:xfrm flipH="1">
              <a:off x="168" y="2945"/>
              <a:ext cx="336" cy="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47" name="AutoShape 12"/>
            <p:cNvCxnSpPr>
              <a:cxnSpLocks noChangeShapeType="1"/>
              <a:stCxn id="20542" idx="2"/>
              <a:endCxn id="20545" idx="0"/>
            </p:cNvCxnSpPr>
            <p:nvPr/>
          </p:nvCxnSpPr>
          <p:spPr bwMode="auto">
            <a:xfrm>
              <a:off x="504" y="2945"/>
              <a:ext cx="96" cy="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48" name="AutoShape 13"/>
            <p:cNvCxnSpPr>
              <a:cxnSpLocks noChangeShapeType="1"/>
              <a:stCxn id="20541" idx="2"/>
              <a:endCxn id="20540" idx="0"/>
            </p:cNvCxnSpPr>
            <p:nvPr/>
          </p:nvCxnSpPr>
          <p:spPr bwMode="auto">
            <a:xfrm>
              <a:off x="168" y="3290"/>
              <a:ext cx="0" cy="1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49" name="AutoShape 14"/>
            <p:cNvCxnSpPr>
              <a:cxnSpLocks noChangeShapeType="1"/>
              <a:stCxn id="20545" idx="2"/>
              <a:endCxn id="20544" idx="0"/>
            </p:cNvCxnSpPr>
            <p:nvPr/>
          </p:nvCxnSpPr>
          <p:spPr bwMode="auto">
            <a:xfrm>
              <a:off x="600" y="3290"/>
              <a:ext cx="0" cy="1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0550" name="Group 15"/>
            <p:cNvGrpSpPr>
              <a:grpSpLocks/>
            </p:cNvGrpSpPr>
            <p:nvPr/>
          </p:nvGrpSpPr>
          <p:grpSpPr bwMode="auto">
            <a:xfrm>
              <a:off x="1776" y="2640"/>
              <a:ext cx="1104" cy="1706"/>
              <a:chOff x="1152" y="2640"/>
              <a:chExt cx="1104" cy="1706"/>
            </a:xfrm>
          </p:grpSpPr>
          <p:sp>
            <p:nvSpPr>
              <p:cNvPr id="20577" name="Text Box 16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e</a:t>
                </a:r>
              </a:p>
            </p:txBody>
          </p:sp>
          <p:sp>
            <p:nvSpPr>
              <p:cNvPr id="20578" name="Text Box 17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p</a:t>
                </a:r>
              </a:p>
            </p:txBody>
          </p:sp>
          <p:sp>
            <p:nvSpPr>
              <p:cNvPr id="20579" name="Text Box 18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h</a:t>
                </a:r>
              </a:p>
            </p:txBody>
          </p:sp>
          <p:sp>
            <p:nvSpPr>
              <p:cNvPr id="20580" name="Text Box 19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f</a:t>
                </a:r>
              </a:p>
            </p:txBody>
          </p:sp>
          <p:sp>
            <p:nvSpPr>
              <p:cNvPr id="20581" name="Text Box 20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r</a:t>
                </a:r>
              </a:p>
            </p:txBody>
          </p:sp>
          <p:sp>
            <p:nvSpPr>
              <p:cNvPr id="20582" name="Text Box 21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20583" name="Text Box 22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20584" name="Text Box 23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c</a:t>
                </a:r>
              </a:p>
            </p:txBody>
          </p:sp>
          <p:sp>
            <p:nvSpPr>
              <p:cNvPr id="20585" name="Text Box 24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813" dirty="0"/>
                  <a:t>G</a:t>
                </a:r>
              </a:p>
            </p:txBody>
          </p:sp>
          <p:sp>
            <p:nvSpPr>
              <p:cNvPr id="20586" name="Text Box 25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a</a:t>
                </a:r>
              </a:p>
            </p:txBody>
          </p:sp>
          <p:cxnSp>
            <p:nvCxnSpPr>
              <p:cNvPr id="20587" name="AutoShape 26"/>
              <p:cNvCxnSpPr>
                <a:cxnSpLocks noChangeShapeType="1"/>
                <a:stCxn id="20577" idx="2"/>
                <a:endCxn id="20579" idx="0"/>
              </p:cNvCxnSpPr>
              <p:nvPr/>
            </p:nvCxnSpPr>
            <p:spPr bwMode="auto">
              <a:xfrm flipH="1">
                <a:off x="1416" y="2897"/>
                <a:ext cx="24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88" name="AutoShape 27"/>
              <p:cNvCxnSpPr>
                <a:cxnSpLocks noChangeShapeType="1"/>
                <a:stCxn id="20577" idx="2"/>
                <a:endCxn id="20581" idx="0"/>
              </p:cNvCxnSpPr>
              <p:nvPr/>
            </p:nvCxnSpPr>
            <p:spPr bwMode="auto">
              <a:xfrm>
                <a:off x="1656" y="2897"/>
                <a:ext cx="192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89" name="AutoShape 28"/>
              <p:cNvCxnSpPr>
                <a:cxnSpLocks noChangeShapeType="1"/>
                <a:stCxn id="20579" idx="2"/>
                <a:endCxn id="20578" idx="0"/>
              </p:cNvCxnSpPr>
              <p:nvPr/>
            </p:nvCxnSpPr>
            <p:spPr bwMode="auto">
              <a:xfrm flipH="1">
                <a:off x="1272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0" name="AutoShape 29"/>
              <p:cNvCxnSpPr>
                <a:cxnSpLocks noChangeShapeType="1"/>
                <a:stCxn id="20579" idx="2"/>
                <a:endCxn id="20582" idx="0"/>
              </p:cNvCxnSpPr>
              <p:nvPr/>
            </p:nvCxnSpPr>
            <p:spPr bwMode="auto">
              <a:xfrm>
                <a:off x="1416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1" name="AutoShape 30"/>
              <p:cNvCxnSpPr>
                <a:cxnSpLocks noChangeShapeType="1"/>
                <a:stCxn id="20581" idx="2"/>
                <a:endCxn id="20580" idx="0"/>
              </p:cNvCxnSpPr>
              <p:nvPr/>
            </p:nvCxnSpPr>
            <p:spPr bwMode="auto">
              <a:xfrm>
                <a:off x="1848" y="3281"/>
                <a:ext cx="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2" name="AutoShape 31"/>
              <p:cNvCxnSpPr>
                <a:cxnSpLocks noChangeShapeType="1"/>
                <a:stCxn id="20578" idx="2"/>
                <a:endCxn id="20583" idx="0"/>
              </p:cNvCxnSpPr>
              <p:nvPr/>
            </p:nvCxnSpPr>
            <p:spPr bwMode="auto">
              <a:xfrm>
                <a:off x="1272" y="3665"/>
                <a:ext cx="0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3" name="AutoShape 32"/>
              <p:cNvCxnSpPr>
                <a:cxnSpLocks noChangeShapeType="1"/>
                <a:stCxn id="20580" idx="2"/>
                <a:endCxn id="20584" idx="0"/>
              </p:cNvCxnSpPr>
              <p:nvPr/>
            </p:nvCxnSpPr>
            <p:spPr bwMode="auto">
              <a:xfrm flipH="1">
                <a:off x="1704" y="3665"/>
                <a:ext cx="144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4" name="AutoShape 33"/>
              <p:cNvCxnSpPr>
                <a:cxnSpLocks noChangeShapeType="1"/>
                <a:stCxn id="20580" idx="2"/>
                <a:endCxn id="20585" idx="0"/>
              </p:cNvCxnSpPr>
              <p:nvPr/>
            </p:nvCxnSpPr>
            <p:spPr bwMode="auto">
              <a:xfrm>
                <a:off x="1848" y="3665"/>
                <a:ext cx="168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95" name="AutoShape 34"/>
              <p:cNvCxnSpPr>
                <a:cxnSpLocks noChangeShapeType="1"/>
                <a:stCxn id="20584" idx="2"/>
                <a:endCxn id="20586" idx="0"/>
              </p:cNvCxnSpPr>
              <p:nvPr/>
            </p:nvCxnSpPr>
            <p:spPr bwMode="auto">
              <a:xfrm>
                <a:off x="1704" y="4010"/>
                <a:ext cx="0" cy="7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20551" name="Text Box 35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q</a:t>
              </a:r>
            </a:p>
          </p:txBody>
        </p:sp>
        <p:cxnSp>
          <p:nvCxnSpPr>
            <p:cNvPr id="20552" name="AutoShape 36"/>
            <p:cNvCxnSpPr>
              <a:cxnSpLocks noChangeShapeType="1"/>
              <a:stCxn id="20543" idx="2"/>
              <a:endCxn id="20551" idx="0"/>
            </p:cNvCxnSpPr>
            <p:nvPr/>
          </p:nvCxnSpPr>
          <p:spPr bwMode="auto">
            <a:xfrm>
              <a:off x="3384" y="2897"/>
              <a:ext cx="0" cy="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0553" name="Group 37"/>
            <p:cNvGrpSpPr>
              <a:grpSpLocks/>
            </p:cNvGrpSpPr>
            <p:nvPr/>
          </p:nvGrpSpPr>
          <p:grpSpPr bwMode="auto">
            <a:xfrm>
              <a:off x="624" y="3024"/>
              <a:ext cx="1104" cy="1706"/>
              <a:chOff x="1152" y="2640"/>
              <a:chExt cx="1104" cy="1706"/>
            </a:xfrm>
          </p:grpSpPr>
          <p:sp>
            <p:nvSpPr>
              <p:cNvPr id="20558" name="Text Box 38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e</a:t>
                </a:r>
              </a:p>
            </p:txBody>
          </p:sp>
          <p:sp>
            <p:nvSpPr>
              <p:cNvPr id="20559" name="Text Box 39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p</a:t>
                </a:r>
              </a:p>
            </p:txBody>
          </p:sp>
          <p:sp>
            <p:nvSpPr>
              <p:cNvPr id="20560" name="Text Box 40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h</a:t>
                </a:r>
              </a:p>
            </p:txBody>
          </p:sp>
          <p:sp>
            <p:nvSpPr>
              <p:cNvPr id="20561" name="Text Box 41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f</a:t>
                </a:r>
              </a:p>
            </p:txBody>
          </p:sp>
          <p:sp>
            <p:nvSpPr>
              <p:cNvPr id="20562" name="Text Box 42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r</a:t>
                </a:r>
              </a:p>
            </p:txBody>
          </p:sp>
          <p:sp>
            <p:nvSpPr>
              <p:cNvPr id="20563" name="Text Box 43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20564" name="Text Box 44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20565" name="Text Box 45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c</a:t>
                </a:r>
              </a:p>
            </p:txBody>
          </p:sp>
          <p:sp>
            <p:nvSpPr>
              <p:cNvPr id="20566" name="Text Box 46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813" i="1" dirty="0"/>
                  <a:t>G</a:t>
                </a:r>
              </a:p>
            </p:txBody>
          </p:sp>
          <p:sp>
            <p:nvSpPr>
              <p:cNvPr id="20567" name="Text Box 47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a</a:t>
                </a:r>
              </a:p>
            </p:txBody>
          </p:sp>
          <p:cxnSp>
            <p:nvCxnSpPr>
              <p:cNvPr id="20568" name="AutoShape 48"/>
              <p:cNvCxnSpPr>
                <a:cxnSpLocks noChangeShapeType="1"/>
                <a:stCxn id="20558" idx="2"/>
                <a:endCxn id="20560" idx="0"/>
              </p:cNvCxnSpPr>
              <p:nvPr/>
            </p:nvCxnSpPr>
            <p:spPr bwMode="auto">
              <a:xfrm flipH="1">
                <a:off x="1416" y="2897"/>
                <a:ext cx="24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69" name="AutoShape 49"/>
              <p:cNvCxnSpPr>
                <a:cxnSpLocks noChangeShapeType="1"/>
                <a:stCxn id="20558" idx="2"/>
                <a:endCxn id="20562" idx="0"/>
              </p:cNvCxnSpPr>
              <p:nvPr/>
            </p:nvCxnSpPr>
            <p:spPr bwMode="auto">
              <a:xfrm>
                <a:off x="1656" y="2897"/>
                <a:ext cx="192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0" name="AutoShape 50"/>
              <p:cNvCxnSpPr>
                <a:cxnSpLocks noChangeShapeType="1"/>
                <a:stCxn id="20560" idx="2"/>
                <a:endCxn id="20559" idx="0"/>
              </p:cNvCxnSpPr>
              <p:nvPr/>
            </p:nvCxnSpPr>
            <p:spPr bwMode="auto">
              <a:xfrm flipH="1">
                <a:off x="1272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1" name="AutoShape 51"/>
              <p:cNvCxnSpPr>
                <a:cxnSpLocks noChangeShapeType="1"/>
                <a:stCxn id="20560" idx="2"/>
                <a:endCxn id="20563" idx="0"/>
              </p:cNvCxnSpPr>
              <p:nvPr/>
            </p:nvCxnSpPr>
            <p:spPr bwMode="auto">
              <a:xfrm>
                <a:off x="1416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2" name="AutoShape 52"/>
              <p:cNvCxnSpPr>
                <a:cxnSpLocks noChangeShapeType="1"/>
                <a:stCxn id="20562" idx="2"/>
                <a:endCxn id="20561" idx="0"/>
              </p:cNvCxnSpPr>
              <p:nvPr/>
            </p:nvCxnSpPr>
            <p:spPr bwMode="auto">
              <a:xfrm>
                <a:off x="1848" y="3281"/>
                <a:ext cx="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3" name="AutoShape 53"/>
              <p:cNvCxnSpPr>
                <a:cxnSpLocks noChangeShapeType="1"/>
                <a:stCxn id="20559" idx="2"/>
                <a:endCxn id="20564" idx="0"/>
              </p:cNvCxnSpPr>
              <p:nvPr/>
            </p:nvCxnSpPr>
            <p:spPr bwMode="auto">
              <a:xfrm>
                <a:off x="1272" y="3665"/>
                <a:ext cx="0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4" name="AutoShape 54"/>
              <p:cNvCxnSpPr>
                <a:cxnSpLocks noChangeShapeType="1"/>
                <a:stCxn id="20561" idx="2"/>
                <a:endCxn id="20565" idx="0"/>
              </p:cNvCxnSpPr>
              <p:nvPr/>
            </p:nvCxnSpPr>
            <p:spPr bwMode="auto">
              <a:xfrm flipH="1">
                <a:off x="1704" y="3665"/>
                <a:ext cx="144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5" name="AutoShape 55"/>
              <p:cNvCxnSpPr>
                <a:cxnSpLocks noChangeShapeType="1"/>
                <a:stCxn id="20561" idx="2"/>
                <a:endCxn id="20566" idx="0"/>
              </p:cNvCxnSpPr>
              <p:nvPr/>
            </p:nvCxnSpPr>
            <p:spPr bwMode="auto">
              <a:xfrm>
                <a:off x="1848" y="3665"/>
                <a:ext cx="168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0576" name="AutoShape 56"/>
              <p:cNvCxnSpPr>
                <a:cxnSpLocks noChangeShapeType="1"/>
                <a:stCxn id="20565" idx="2"/>
                <a:endCxn id="20567" idx="0"/>
              </p:cNvCxnSpPr>
              <p:nvPr/>
            </p:nvCxnSpPr>
            <p:spPr bwMode="auto">
              <a:xfrm>
                <a:off x="1704" y="4010"/>
                <a:ext cx="0" cy="7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20554" name="AutoShape 57"/>
            <p:cNvCxnSpPr>
              <a:cxnSpLocks noChangeShapeType="1"/>
              <a:stCxn id="20542" idx="2"/>
              <a:endCxn id="20558" idx="0"/>
            </p:cNvCxnSpPr>
            <p:nvPr/>
          </p:nvCxnSpPr>
          <p:spPr bwMode="auto">
            <a:xfrm>
              <a:off x="504" y="2945"/>
              <a:ext cx="624" cy="7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55" name="AutoShape 58"/>
            <p:cNvCxnSpPr>
              <a:cxnSpLocks noChangeShapeType="1"/>
              <a:stCxn id="20539" idx="2"/>
              <a:endCxn id="20542" idx="0"/>
            </p:cNvCxnSpPr>
            <p:nvPr/>
          </p:nvCxnSpPr>
          <p:spPr bwMode="auto">
            <a:xfrm flipH="1">
              <a:off x="504" y="2567"/>
              <a:ext cx="1536" cy="1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56" name="AutoShape 59"/>
            <p:cNvCxnSpPr>
              <a:cxnSpLocks noChangeShapeType="1"/>
              <a:stCxn id="20539" idx="2"/>
              <a:endCxn id="20577" idx="0"/>
            </p:cNvCxnSpPr>
            <p:nvPr/>
          </p:nvCxnSpPr>
          <p:spPr bwMode="auto">
            <a:xfrm>
              <a:off x="2040" y="2567"/>
              <a:ext cx="240" cy="7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0557" name="AutoShape 60"/>
            <p:cNvCxnSpPr>
              <a:cxnSpLocks noChangeShapeType="1"/>
              <a:stCxn id="20539" idx="2"/>
              <a:endCxn id="20543" idx="0"/>
            </p:cNvCxnSpPr>
            <p:nvPr/>
          </p:nvCxnSpPr>
          <p:spPr bwMode="auto">
            <a:xfrm>
              <a:off x="2040" y="2567"/>
              <a:ext cx="1344" cy="7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grpSp>
        <p:nvGrpSpPr>
          <p:cNvPr id="20484" name="Group 61"/>
          <p:cNvGrpSpPr>
            <a:grpSpLocks/>
          </p:cNvGrpSpPr>
          <p:nvPr/>
        </p:nvGrpSpPr>
        <p:grpSpPr bwMode="auto">
          <a:xfrm>
            <a:off x="5201390" y="1540090"/>
            <a:ext cx="3434611" cy="2000673"/>
            <a:chOff x="624" y="1134"/>
            <a:chExt cx="4368" cy="2544"/>
          </a:xfrm>
        </p:grpSpPr>
        <p:sp>
          <p:nvSpPr>
            <p:cNvPr id="20511" name="AutoShape 62"/>
            <p:cNvSpPr>
              <a:spLocks noChangeArrowheads="1"/>
            </p:cNvSpPr>
            <p:nvPr/>
          </p:nvSpPr>
          <p:spPr bwMode="auto">
            <a:xfrm>
              <a:off x="624" y="262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813" dirty="0"/>
                <a:t>S</a:t>
              </a:r>
            </a:p>
          </p:txBody>
        </p:sp>
        <p:sp>
          <p:nvSpPr>
            <p:cNvPr id="20512" name="AutoShape 63"/>
            <p:cNvSpPr>
              <a:spLocks noChangeArrowheads="1"/>
            </p:cNvSpPr>
            <p:nvPr/>
          </p:nvSpPr>
          <p:spPr bwMode="auto">
            <a:xfrm>
              <a:off x="4560" y="1134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/>
                <a:t>G</a:t>
              </a:r>
            </a:p>
          </p:txBody>
        </p:sp>
        <p:sp>
          <p:nvSpPr>
            <p:cNvPr id="20513" name="AutoShape 64"/>
            <p:cNvSpPr>
              <a:spLocks noChangeArrowheads="1"/>
            </p:cNvSpPr>
            <p:nvPr/>
          </p:nvSpPr>
          <p:spPr bwMode="auto">
            <a:xfrm>
              <a:off x="1878" y="2231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 i="1"/>
                <a:t>d</a:t>
              </a:r>
            </a:p>
          </p:txBody>
        </p:sp>
        <p:sp>
          <p:nvSpPr>
            <p:cNvPr id="20514" name="AutoShape 65"/>
            <p:cNvSpPr>
              <a:spLocks noChangeArrowheads="1"/>
            </p:cNvSpPr>
            <p:nvPr/>
          </p:nvSpPr>
          <p:spPr bwMode="auto">
            <a:xfrm>
              <a:off x="970" y="1573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 i="1"/>
                <a:t>b</a:t>
              </a:r>
            </a:p>
          </p:txBody>
        </p:sp>
        <p:sp>
          <p:nvSpPr>
            <p:cNvPr id="20515" name="AutoShape 66"/>
            <p:cNvSpPr>
              <a:spLocks noChangeArrowheads="1"/>
            </p:cNvSpPr>
            <p:nvPr/>
          </p:nvSpPr>
          <p:spPr bwMode="auto">
            <a:xfrm>
              <a:off x="1402" y="310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 i="1"/>
                <a:t>p</a:t>
              </a:r>
            </a:p>
          </p:txBody>
        </p:sp>
        <p:sp>
          <p:nvSpPr>
            <p:cNvPr id="20516" name="AutoShape 67"/>
            <p:cNvSpPr>
              <a:spLocks noChangeArrowheads="1"/>
            </p:cNvSpPr>
            <p:nvPr/>
          </p:nvSpPr>
          <p:spPr bwMode="auto">
            <a:xfrm>
              <a:off x="2440" y="3239"/>
              <a:ext cx="433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 i="1"/>
                <a:t>q</a:t>
              </a:r>
            </a:p>
          </p:txBody>
        </p:sp>
        <p:sp>
          <p:nvSpPr>
            <p:cNvPr id="20517" name="AutoShape 68"/>
            <p:cNvSpPr>
              <a:spLocks noChangeArrowheads="1"/>
            </p:cNvSpPr>
            <p:nvPr/>
          </p:nvSpPr>
          <p:spPr bwMode="auto">
            <a:xfrm>
              <a:off x="2916" y="1529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 i="1"/>
                <a:t>c</a:t>
              </a:r>
            </a:p>
          </p:txBody>
        </p:sp>
        <p:sp>
          <p:nvSpPr>
            <p:cNvPr id="20518" name="AutoShape 69"/>
            <p:cNvSpPr>
              <a:spLocks noChangeArrowheads="1"/>
            </p:cNvSpPr>
            <p:nvPr/>
          </p:nvSpPr>
          <p:spPr bwMode="auto">
            <a:xfrm>
              <a:off x="3522" y="2055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 i="1"/>
                <a:t>e</a:t>
              </a:r>
            </a:p>
          </p:txBody>
        </p:sp>
        <p:sp>
          <p:nvSpPr>
            <p:cNvPr id="20519" name="AutoShape 70"/>
            <p:cNvSpPr>
              <a:spLocks noChangeArrowheads="1"/>
            </p:cNvSpPr>
            <p:nvPr/>
          </p:nvSpPr>
          <p:spPr bwMode="auto">
            <a:xfrm>
              <a:off x="3176" y="2669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 i="1" dirty="0"/>
                <a:t>h</a:t>
              </a:r>
            </a:p>
          </p:txBody>
        </p:sp>
        <p:sp>
          <p:nvSpPr>
            <p:cNvPr id="20520" name="AutoShape 71"/>
            <p:cNvSpPr>
              <a:spLocks noChangeArrowheads="1"/>
            </p:cNvSpPr>
            <p:nvPr/>
          </p:nvSpPr>
          <p:spPr bwMode="auto">
            <a:xfrm>
              <a:off x="1748" y="1178"/>
              <a:ext cx="433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 i="1"/>
                <a:t>a</a:t>
              </a:r>
            </a:p>
          </p:txBody>
        </p:sp>
        <p:sp>
          <p:nvSpPr>
            <p:cNvPr id="20521" name="AutoShape 72"/>
            <p:cNvSpPr>
              <a:spLocks noChangeArrowheads="1"/>
            </p:cNvSpPr>
            <p:nvPr/>
          </p:nvSpPr>
          <p:spPr bwMode="auto">
            <a:xfrm>
              <a:off x="4430" y="2318"/>
              <a:ext cx="432" cy="439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 i="1"/>
                <a:t>f</a:t>
              </a:r>
            </a:p>
          </p:txBody>
        </p:sp>
        <p:sp>
          <p:nvSpPr>
            <p:cNvPr id="20522" name="AutoShape 73"/>
            <p:cNvSpPr>
              <a:spLocks noChangeArrowheads="1"/>
            </p:cNvSpPr>
            <p:nvPr/>
          </p:nvSpPr>
          <p:spPr bwMode="auto">
            <a:xfrm>
              <a:off x="4257" y="3108"/>
              <a:ext cx="432" cy="438"/>
            </a:xfrm>
            <a:prstGeom prst="flowChartConnector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40" i="1"/>
                <a:t>r</a:t>
              </a:r>
            </a:p>
          </p:txBody>
        </p:sp>
        <p:cxnSp>
          <p:nvCxnSpPr>
            <p:cNvPr id="20523" name="AutoShape 74"/>
            <p:cNvCxnSpPr>
              <a:cxnSpLocks noChangeShapeType="1"/>
              <a:stCxn id="20511" idx="5"/>
              <a:endCxn id="20515" idx="2"/>
            </p:cNvCxnSpPr>
            <p:nvPr/>
          </p:nvCxnSpPr>
          <p:spPr bwMode="auto">
            <a:xfrm>
              <a:off x="993" y="3012"/>
              <a:ext cx="397" cy="3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4" name="AutoShape 75"/>
            <p:cNvCxnSpPr>
              <a:cxnSpLocks noChangeShapeType="1"/>
              <a:stCxn id="20515" idx="5"/>
              <a:endCxn id="20516" idx="2"/>
            </p:cNvCxnSpPr>
            <p:nvPr/>
          </p:nvCxnSpPr>
          <p:spPr bwMode="auto">
            <a:xfrm flipV="1">
              <a:off x="1772" y="3459"/>
              <a:ext cx="656" cy="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5" name="AutoShape 76"/>
            <p:cNvCxnSpPr>
              <a:cxnSpLocks noChangeShapeType="1"/>
              <a:stCxn id="20519" idx="3"/>
              <a:endCxn id="20516" idx="7"/>
            </p:cNvCxnSpPr>
            <p:nvPr/>
          </p:nvCxnSpPr>
          <p:spPr bwMode="auto">
            <a:xfrm flipH="1">
              <a:off x="2810" y="3056"/>
              <a:ext cx="429" cy="23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6" name="AutoShape 77"/>
            <p:cNvCxnSpPr>
              <a:cxnSpLocks noChangeShapeType="1"/>
              <a:stCxn id="20519" idx="2"/>
              <a:endCxn id="20515" idx="6"/>
            </p:cNvCxnSpPr>
            <p:nvPr/>
          </p:nvCxnSpPr>
          <p:spPr bwMode="auto">
            <a:xfrm flipH="1">
              <a:off x="1847" y="2889"/>
              <a:ext cx="1317" cy="43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7" name="AutoShape 78"/>
            <p:cNvCxnSpPr>
              <a:cxnSpLocks noChangeShapeType="1"/>
              <a:stCxn id="20518" idx="4"/>
              <a:endCxn id="20519" idx="7"/>
            </p:cNvCxnSpPr>
            <p:nvPr/>
          </p:nvCxnSpPr>
          <p:spPr bwMode="auto">
            <a:xfrm flipH="1">
              <a:off x="3545" y="2506"/>
              <a:ext cx="193" cy="21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8" name="AutoShape 79"/>
            <p:cNvCxnSpPr>
              <a:cxnSpLocks noChangeShapeType="1"/>
              <a:stCxn id="20518" idx="5"/>
              <a:endCxn id="20522" idx="1"/>
            </p:cNvCxnSpPr>
            <p:nvPr/>
          </p:nvCxnSpPr>
          <p:spPr bwMode="auto">
            <a:xfrm>
              <a:off x="3891" y="2442"/>
              <a:ext cx="429" cy="71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29" name="AutoShape 80"/>
            <p:cNvCxnSpPr>
              <a:cxnSpLocks noChangeShapeType="1"/>
              <a:stCxn id="20522" idx="0"/>
              <a:endCxn id="20521" idx="4"/>
            </p:cNvCxnSpPr>
            <p:nvPr/>
          </p:nvCxnSpPr>
          <p:spPr bwMode="auto">
            <a:xfrm flipV="1">
              <a:off x="4473" y="2769"/>
              <a:ext cx="173" cy="327"/>
            </a:xfrm>
            <a:prstGeom prst="straightConnector1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0" name="AutoShape 81"/>
            <p:cNvCxnSpPr>
              <a:cxnSpLocks noChangeShapeType="1"/>
              <a:stCxn id="20521" idx="0"/>
              <a:endCxn id="20512" idx="4"/>
            </p:cNvCxnSpPr>
            <p:nvPr/>
          </p:nvCxnSpPr>
          <p:spPr bwMode="auto">
            <a:xfrm flipV="1">
              <a:off x="4646" y="1585"/>
              <a:ext cx="130" cy="7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1" name="AutoShape 82"/>
            <p:cNvCxnSpPr>
              <a:cxnSpLocks noChangeShapeType="1"/>
              <a:stCxn id="20511" idx="7"/>
            </p:cNvCxnSpPr>
            <p:nvPr/>
          </p:nvCxnSpPr>
          <p:spPr bwMode="auto">
            <a:xfrm flipV="1">
              <a:off x="993" y="2438"/>
              <a:ext cx="885" cy="23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2" name="AutoShape 83"/>
            <p:cNvCxnSpPr>
              <a:cxnSpLocks noChangeShapeType="1"/>
              <a:stCxn id="20513" idx="1"/>
              <a:endCxn id="20514" idx="5"/>
            </p:cNvCxnSpPr>
            <p:nvPr/>
          </p:nvCxnSpPr>
          <p:spPr bwMode="auto">
            <a:xfrm flipH="1" flipV="1">
              <a:off x="1339" y="1959"/>
              <a:ext cx="602" cy="324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3" name="AutoShape 84"/>
            <p:cNvCxnSpPr>
              <a:cxnSpLocks noChangeShapeType="1"/>
              <a:endCxn id="20520" idx="2"/>
            </p:cNvCxnSpPr>
            <p:nvPr/>
          </p:nvCxnSpPr>
          <p:spPr bwMode="auto">
            <a:xfrm flipV="1">
              <a:off x="1347" y="1397"/>
              <a:ext cx="389" cy="240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4" name="AutoShape 85"/>
            <p:cNvCxnSpPr>
              <a:cxnSpLocks noChangeShapeType="1"/>
              <a:stCxn id="20517" idx="2"/>
              <a:endCxn id="20520" idx="6"/>
            </p:cNvCxnSpPr>
            <p:nvPr/>
          </p:nvCxnSpPr>
          <p:spPr bwMode="auto">
            <a:xfrm flipH="1" flipV="1">
              <a:off x="2193" y="1397"/>
              <a:ext cx="711" cy="35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5" name="AutoShape 86"/>
            <p:cNvCxnSpPr>
              <a:cxnSpLocks noChangeShapeType="1"/>
              <a:stCxn id="20513" idx="7"/>
              <a:endCxn id="20517" idx="3"/>
            </p:cNvCxnSpPr>
            <p:nvPr/>
          </p:nvCxnSpPr>
          <p:spPr bwMode="auto">
            <a:xfrm flipV="1">
              <a:off x="2248" y="1915"/>
              <a:ext cx="731" cy="36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6" name="AutoShape 87"/>
            <p:cNvCxnSpPr>
              <a:cxnSpLocks noChangeShapeType="1"/>
              <a:stCxn id="20513" idx="6"/>
              <a:endCxn id="20518" idx="2"/>
            </p:cNvCxnSpPr>
            <p:nvPr/>
          </p:nvCxnSpPr>
          <p:spPr bwMode="auto">
            <a:xfrm flipV="1">
              <a:off x="2323" y="2275"/>
              <a:ext cx="1187" cy="175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7" name="AutoShape 88"/>
            <p:cNvCxnSpPr>
              <a:cxnSpLocks noChangeShapeType="1"/>
              <a:stCxn id="20521" idx="1"/>
              <a:endCxn id="20517" idx="6"/>
            </p:cNvCxnSpPr>
            <p:nvPr/>
          </p:nvCxnSpPr>
          <p:spPr bwMode="auto">
            <a:xfrm rot="5400000" flipH="1">
              <a:off x="3616" y="1493"/>
              <a:ext cx="622" cy="1132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  <p:cxnSp>
          <p:nvCxnSpPr>
            <p:cNvPr id="20538" name="AutoShape 89"/>
            <p:cNvCxnSpPr>
              <a:cxnSpLocks noChangeShapeType="1"/>
              <a:stCxn id="20511" idx="6"/>
              <a:endCxn id="20518" idx="3"/>
            </p:cNvCxnSpPr>
            <p:nvPr/>
          </p:nvCxnSpPr>
          <p:spPr bwMode="auto">
            <a:xfrm flipV="1">
              <a:off x="1068" y="2442"/>
              <a:ext cx="2517" cy="403"/>
            </a:xfrm>
            <a:prstGeom prst="curvedConnector2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6" name="Group 90"/>
          <p:cNvGrpSpPr>
            <a:grpSpLocks/>
          </p:cNvGrpSpPr>
          <p:nvPr/>
        </p:nvGrpSpPr>
        <p:grpSpPr bwMode="auto">
          <a:xfrm>
            <a:off x="1640850" y="4003159"/>
            <a:ext cx="8315748" cy="2635779"/>
            <a:chOff x="132" y="2225"/>
            <a:chExt cx="4622" cy="1465"/>
          </a:xfrm>
        </p:grpSpPr>
        <p:sp>
          <p:nvSpPr>
            <p:cNvPr id="20504" name="Rectangle 91"/>
            <p:cNvSpPr>
              <a:spLocks noChangeArrowheads="1"/>
            </p:cNvSpPr>
            <p:nvPr/>
          </p:nvSpPr>
          <p:spPr bwMode="auto">
            <a:xfrm>
              <a:off x="1142" y="2225"/>
              <a:ext cx="3611" cy="172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40"/>
            </a:p>
          </p:txBody>
        </p:sp>
        <p:sp>
          <p:nvSpPr>
            <p:cNvPr id="20505" name="Rectangle 92"/>
            <p:cNvSpPr>
              <a:spLocks noChangeArrowheads="1"/>
            </p:cNvSpPr>
            <p:nvPr/>
          </p:nvSpPr>
          <p:spPr bwMode="auto">
            <a:xfrm>
              <a:off x="1138" y="2516"/>
              <a:ext cx="3611" cy="172"/>
            </a:xfrm>
            <a:prstGeom prst="rect">
              <a:avLst/>
            </a:prstGeom>
            <a:solidFill>
              <a:srgbClr val="FF66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40"/>
            </a:p>
          </p:txBody>
        </p:sp>
        <p:sp>
          <p:nvSpPr>
            <p:cNvPr id="20506" name="Rectangle 93"/>
            <p:cNvSpPr>
              <a:spLocks noChangeArrowheads="1"/>
            </p:cNvSpPr>
            <p:nvPr/>
          </p:nvSpPr>
          <p:spPr bwMode="auto">
            <a:xfrm>
              <a:off x="1143" y="2844"/>
              <a:ext cx="3611" cy="172"/>
            </a:xfrm>
            <a:prstGeom prst="rect">
              <a:avLst/>
            </a:prstGeom>
            <a:solidFill>
              <a:srgbClr val="008000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40"/>
            </a:p>
          </p:txBody>
        </p:sp>
        <p:sp>
          <p:nvSpPr>
            <p:cNvPr id="20507" name="Rectangle 94"/>
            <p:cNvSpPr>
              <a:spLocks noChangeArrowheads="1"/>
            </p:cNvSpPr>
            <p:nvPr/>
          </p:nvSpPr>
          <p:spPr bwMode="auto">
            <a:xfrm>
              <a:off x="1139" y="3188"/>
              <a:ext cx="3607" cy="172"/>
            </a:xfrm>
            <a:prstGeom prst="rect">
              <a:avLst/>
            </a:prstGeom>
            <a:solidFill>
              <a:srgbClr val="0000FF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40"/>
            </a:p>
          </p:txBody>
        </p:sp>
        <p:sp>
          <p:nvSpPr>
            <p:cNvPr id="20508" name="AutoShape 95"/>
            <p:cNvSpPr>
              <a:spLocks/>
            </p:cNvSpPr>
            <p:nvPr/>
          </p:nvSpPr>
          <p:spPr bwMode="auto">
            <a:xfrm>
              <a:off x="807" y="2236"/>
              <a:ext cx="178" cy="1450"/>
            </a:xfrm>
            <a:prstGeom prst="leftBrace">
              <a:avLst>
                <a:gd name="adj1" fmla="val 67884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sz="2040"/>
            </a:p>
          </p:txBody>
        </p:sp>
        <p:sp>
          <p:nvSpPr>
            <p:cNvPr id="20509" name="Text Box 96"/>
            <p:cNvSpPr txBox="1">
              <a:spLocks noChangeArrowheads="1"/>
            </p:cNvSpPr>
            <p:nvPr/>
          </p:nvSpPr>
          <p:spPr bwMode="auto">
            <a:xfrm>
              <a:off x="132" y="2693"/>
              <a:ext cx="602" cy="4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/>
                <a:t>Search</a:t>
              </a:r>
            </a:p>
            <a:p>
              <a:pPr algn="ctr">
                <a:spcBef>
                  <a:spcPct val="50000"/>
                </a:spcBef>
              </a:pPr>
              <a:r>
                <a:rPr lang="en-US" sz="2040"/>
                <a:t>Tiers</a:t>
              </a:r>
            </a:p>
          </p:txBody>
        </p:sp>
        <p:sp>
          <p:nvSpPr>
            <p:cNvPr id="20510" name="Rectangle 97"/>
            <p:cNvSpPr>
              <a:spLocks noChangeArrowheads="1"/>
            </p:cNvSpPr>
            <p:nvPr/>
          </p:nvSpPr>
          <p:spPr bwMode="auto">
            <a:xfrm>
              <a:off x="1143" y="3518"/>
              <a:ext cx="3607" cy="172"/>
            </a:xfrm>
            <a:prstGeom prst="rect">
              <a:avLst/>
            </a:prstGeom>
            <a:solidFill>
              <a:srgbClr val="CC00CC">
                <a:alpha val="20000"/>
              </a:srgb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2040"/>
            </a:p>
          </p:txBody>
        </p:sp>
      </p:grpSp>
      <p:sp>
        <p:nvSpPr>
          <p:cNvPr id="798818" name="Oval 98"/>
          <p:cNvSpPr>
            <a:spLocks noChangeArrowheads="1"/>
          </p:cNvSpPr>
          <p:nvPr/>
        </p:nvSpPr>
        <p:spPr bwMode="auto">
          <a:xfrm>
            <a:off x="7068925" y="3995951"/>
            <a:ext cx="329247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20487" name="Oval 99"/>
          <p:cNvSpPr>
            <a:spLocks noChangeArrowheads="1"/>
          </p:cNvSpPr>
          <p:nvPr/>
        </p:nvSpPr>
        <p:spPr bwMode="auto">
          <a:xfrm>
            <a:off x="7068925" y="3995951"/>
            <a:ext cx="329247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20" name="Oval 100"/>
          <p:cNvSpPr>
            <a:spLocks noChangeArrowheads="1"/>
          </p:cNvSpPr>
          <p:nvPr/>
        </p:nvSpPr>
        <p:spPr bwMode="auto">
          <a:xfrm>
            <a:off x="4316199" y="4557291"/>
            <a:ext cx="329247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21" name="Oval 101"/>
          <p:cNvSpPr>
            <a:spLocks noChangeArrowheads="1"/>
          </p:cNvSpPr>
          <p:nvPr/>
        </p:nvSpPr>
        <p:spPr bwMode="auto">
          <a:xfrm>
            <a:off x="7513330" y="4506913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22" name="Oval 102"/>
          <p:cNvSpPr>
            <a:spLocks noChangeArrowheads="1"/>
          </p:cNvSpPr>
          <p:nvPr/>
        </p:nvSpPr>
        <p:spPr bwMode="auto">
          <a:xfrm>
            <a:off x="9497799" y="4523115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23" name="Oval 103"/>
          <p:cNvSpPr>
            <a:spLocks noChangeArrowheads="1"/>
          </p:cNvSpPr>
          <p:nvPr/>
        </p:nvSpPr>
        <p:spPr bwMode="auto">
          <a:xfrm>
            <a:off x="3715275" y="5124039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24" name="Oval 104"/>
          <p:cNvSpPr>
            <a:spLocks noChangeArrowheads="1"/>
          </p:cNvSpPr>
          <p:nvPr/>
        </p:nvSpPr>
        <p:spPr bwMode="auto">
          <a:xfrm>
            <a:off x="4479936" y="5115032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25" name="Oval 105"/>
          <p:cNvSpPr>
            <a:spLocks noChangeArrowheads="1"/>
          </p:cNvSpPr>
          <p:nvPr/>
        </p:nvSpPr>
        <p:spPr bwMode="auto">
          <a:xfrm>
            <a:off x="5438879" y="5115032"/>
            <a:ext cx="329247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26" name="Oval 106"/>
          <p:cNvSpPr>
            <a:spLocks noChangeArrowheads="1"/>
          </p:cNvSpPr>
          <p:nvPr/>
        </p:nvSpPr>
        <p:spPr bwMode="auto">
          <a:xfrm>
            <a:off x="7076120" y="5106048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27" name="Oval 107"/>
          <p:cNvSpPr>
            <a:spLocks noChangeArrowheads="1"/>
          </p:cNvSpPr>
          <p:nvPr/>
        </p:nvSpPr>
        <p:spPr bwMode="auto">
          <a:xfrm>
            <a:off x="7871352" y="5106048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28" name="Oval 108"/>
          <p:cNvSpPr>
            <a:spLocks noChangeArrowheads="1"/>
          </p:cNvSpPr>
          <p:nvPr/>
        </p:nvSpPr>
        <p:spPr bwMode="auto">
          <a:xfrm>
            <a:off x="9496011" y="5106048"/>
            <a:ext cx="329248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29" name="Oval 109"/>
          <p:cNvSpPr>
            <a:spLocks noChangeArrowheads="1"/>
          </p:cNvSpPr>
          <p:nvPr/>
        </p:nvSpPr>
        <p:spPr bwMode="auto">
          <a:xfrm>
            <a:off x="3704481" y="5724962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30" name="Oval 110"/>
          <p:cNvSpPr>
            <a:spLocks noChangeArrowheads="1"/>
          </p:cNvSpPr>
          <p:nvPr/>
        </p:nvSpPr>
        <p:spPr bwMode="auto">
          <a:xfrm>
            <a:off x="4316199" y="4555503"/>
            <a:ext cx="329247" cy="300461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31" name="Oval 111"/>
          <p:cNvSpPr>
            <a:spLocks noChangeArrowheads="1"/>
          </p:cNvSpPr>
          <p:nvPr/>
        </p:nvSpPr>
        <p:spPr bwMode="auto">
          <a:xfrm>
            <a:off x="7516928" y="4508725"/>
            <a:ext cx="329248" cy="300461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32" name="Oval 112"/>
          <p:cNvSpPr>
            <a:spLocks noChangeArrowheads="1"/>
          </p:cNvSpPr>
          <p:nvPr/>
        </p:nvSpPr>
        <p:spPr bwMode="auto">
          <a:xfrm>
            <a:off x="9499610" y="4528504"/>
            <a:ext cx="329248" cy="300460"/>
          </a:xfrm>
          <a:prstGeom prst="ellipse">
            <a:avLst/>
          </a:prstGeom>
          <a:solidFill>
            <a:srgbClr val="FF66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8833" name="Oval 113"/>
          <p:cNvSpPr>
            <a:spLocks noChangeArrowheads="1"/>
          </p:cNvSpPr>
          <p:nvPr/>
        </p:nvSpPr>
        <p:spPr bwMode="auto">
          <a:xfrm>
            <a:off x="3718875" y="5118631"/>
            <a:ext cx="329247" cy="300460"/>
          </a:xfrm>
          <a:prstGeom prst="ellipse">
            <a:avLst/>
          </a:prstGeom>
          <a:solidFill>
            <a:srgbClr val="0080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20502" name="Line 114"/>
          <p:cNvSpPr>
            <a:spLocks noChangeShapeType="1"/>
          </p:cNvSpPr>
          <p:nvPr/>
        </p:nvSpPr>
        <p:spPr bwMode="auto">
          <a:xfrm>
            <a:off x="9" y="3821431"/>
            <a:ext cx="13817601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20503" name="Text Box 115"/>
          <p:cNvSpPr txBox="1">
            <a:spLocks noChangeArrowheads="1"/>
          </p:cNvSpPr>
          <p:nvPr/>
        </p:nvSpPr>
        <p:spPr bwMode="auto">
          <a:xfrm>
            <a:off x="267407" y="1471119"/>
            <a:ext cx="3447868" cy="1766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i="1" dirty="0">
                <a:latin typeface="Calibri" pitchFamily="34" charset="0"/>
              </a:rPr>
              <a:t>Strategy: expand the </a:t>
            </a:r>
            <a:r>
              <a:rPr lang="en-US" sz="2400" i="1" dirty="0">
                <a:solidFill>
                  <a:srgbClr val="FF0000"/>
                </a:solidFill>
                <a:latin typeface="Calibri" pitchFamily="34" charset="0"/>
              </a:rPr>
              <a:t>shallowest node first</a:t>
            </a:r>
          </a:p>
          <a:p>
            <a:pPr>
              <a:spcBef>
                <a:spcPct val="50000"/>
              </a:spcBef>
            </a:pPr>
            <a:r>
              <a:rPr lang="en-US" sz="2400" i="1" dirty="0">
                <a:latin typeface="Calibri" pitchFamily="34" charset="0"/>
              </a:rPr>
              <a:t>Implementation: </a:t>
            </a:r>
            <a:r>
              <a:rPr lang="en-US" sz="2400" b="1" i="1" dirty="0">
                <a:solidFill>
                  <a:srgbClr val="CC0000"/>
                </a:solidFill>
                <a:latin typeface="Calibri" pitchFamily="34" charset="0"/>
              </a:rPr>
              <a:t>Frontier is a FIFO queue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18" grpId="0" animBg="1"/>
      <p:bldP spid="798820" grpId="0" animBg="1"/>
      <p:bldP spid="798821" grpId="0" animBg="1"/>
      <p:bldP spid="798822" grpId="0" animBg="1"/>
      <p:bldP spid="798823" grpId="0" animBg="1"/>
      <p:bldP spid="798824" grpId="0" animBg="1"/>
      <p:bldP spid="798825" grpId="0" animBg="1"/>
      <p:bldP spid="798826" grpId="0" animBg="1"/>
      <p:bldP spid="798827" grpId="0" animBg="1"/>
      <p:bldP spid="798828" grpId="0" animBg="1"/>
      <p:bldP spid="798829" grpId="0" animBg="1"/>
      <p:bldP spid="798830" grpId="0" animBg="1"/>
      <p:bldP spid="798831" grpId="0" animBg="1"/>
      <p:bldP spid="798832" grpId="0" animBg="1"/>
      <p:bldP spid="79883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51201" y="3505201"/>
            <a:ext cx="688975" cy="612775"/>
          </a:xfrm>
          <a:custGeom>
            <a:avLst/>
            <a:gdLst/>
            <a:ahLst/>
            <a:cxnLst/>
            <a:rect l="l" t="t" r="r" b="b"/>
            <a:pathLst>
              <a:path w="688975" h="612775">
                <a:moveTo>
                  <a:pt x="344424" y="0"/>
                </a:moveTo>
                <a:lnTo>
                  <a:pt x="274319" y="9144"/>
                </a:lnTo>
                <a:lnTo>
                  <a:pt x="210312" y="24384"/>
                </a:lnTo>
                <a:lnTo>
                  <a:pt x="124968" y="70103"/>
                </a:lnTo>
                <a:lnTo>
                  <a:pt x="79247" y="112775"/>
                </a:lnTo>
                <a:lnTo>
                  <a:pt x="42671" y="161544"/>
                </a:lnTo>
                <a:lnTo>
                  <a:pt x="15240" y="216408"/>
                </a:lnTo>
                <a:lnTo>
                  <a:pt x="3047" y="274320"/>
                </a:lnTo>
                <a:lnTo>
                  <a:pt x="0" y="307848"/>
                </a:lnTo>
                <a:lnTo>
                  <a:pt x="3047" y="338327"/>
                </a:lnTo>
                <a:lnTo>
                  <a:pt x="9143" y="368808"/>
                </a:lnTo>
                <a:lnTo>
                  <a:pt x="18287" y="396239"/>
                </a:lnTo>
                <a:lnTo>
                  <a:pt x="27431" y="426720"/>
                </a:lnTo>
                <a:lnTo>
                  <a:pt x="60959" y="478536"/>
                </a:lnTo>
                <a:lnTo>
                  <a:pt x="128015" y="542544"/>
                </a:lnTo>
                <a:lnTo>
                  <a:pt x="182880" y="576072"/>
                </a:lnTo>
                <a:lnTo>
                  <a:pt x="243840" y="597408"/>
                </a:lnTo>
                <a:lnTo>
                  <a:pt x="310895" y="609600"/>
                </a:lnTo>
                <a:lnTo>
                  <a:pt x="344424" y="612648"/>
                </a:lnTo>
                <a:lnTo>
                  <a:pt x="381000" y="609600"/>
                </a:lnTo>
                <a:lnTo>
                  <a:pt x="414527" y="603503"/>
                </a:lnTo>
                <a:lnTo>
                  <a:pt x="445007" y="597408"/>
                </a:lnTo>
                <a:lnTo>
                  <a:pt x="310895" y="597408"/>
                </a:lnTo>
                <a:lnTo>
                  <a:pt x="277368" y="591312"/>
                </a:lnTo>
                <a:lnTo>
                  <a:pt x="216408" y="576072"/>
                </a:lnTo>
                <a:lnTo>
                  <a:pt x="158496" y="548639"/>
                </a:lnTo>
                <a:lnTo>
                  <a:pt x="109728" y="512063"/>
                </a:lnTo>
                <a:lnTo>
                  <a:pt x="70103" y="469391"/>
                </a:lnTo>
                <a:lnTo>
                  <a:pt x="39624" y="420624"/>
                </a:lnTo>
                <a:lnTo>
                  <a:pt x="21336" y="365760"/>
                </a:lnTo>
                <a:lnTo>
                  <a:pt x="15240" y="335279"/>
                </a:lnTo>
                <a:lnTo>
                  <a:pt x="15240" y="277367"/>
                </a:lnTo>
                <a:lnTo>
                  <a:pt x="27431" y="219455"/>
                </a:lnTo>
                <a:lnTo>
                  <a:pt x="70103" y="143255"/>
                </a:lnTo>
                <a:lnTo>
                  <a:pt x="109728" y="100584"/>
                </a:lnTo>
                <a:lnTo>
                  <a:pt x="158496" y="64008"/>
                </a:lnTo>
                <a:lnTo>
                  <a:pt x="216408" y="36575"/>
                </a:lnTo>
                <a:lnTo>
                  <a:pt x="277368" y="21336"/>
                </a:lnTo>
                <a:lnTo>
                  <a:pt x="310895" y="15239"/>
                </a:lnTo>
                <a:lnTo>
                  <a:pt x="445007" y="15239"/>
                </a:lnTo>
                <a:lnTo>
                  <a:pt x="414527" y="6096"/>
                </a:lnTo>
                <a:lnTo>
                  <a:pt x="344424" y="0"/>
                </a:lnTo>
                <a:close/>
              </a:path>
              <a:path w="688975" h="612775">
                <a:moveTo>
                  <a:pt x="445007" y="15239"/>
                </a:moveTo>
                <a:lnTo>
                  <a:pt x="377951" y="15239"/>
                </a:lnTo>
                <a:lnTo>
                  <a:pt x="411480" y="21336"/>
                </a:lnTo>
                <a:lnTo>
                  <a:pt x="441960" y="27432"/>
                </a:lnTo>
                <a:lnTo>
                  <a:pt x="502919" y="48767"/>
                </a:lnTo>
                <a:lnTo>
                  <a:pt x="579119" y="100584"/>
                </a:lnTo>
                <a:lnTo>
                  <a:pt x="618744" y="143255"/>
                </a:lnTo>
                <a:lnTo>
                  <a:pt x="649224" y="192024"/>
                </a:lnTo>
                <a:lnTo>
                  <a:pt x="667512" y="246887"/>
                </a:lnTo>
                <a:lnTo>
                  <a:pt x="673607" y="277367"/>
                </a:lnTo>
                <a:lnTo>
                  <a:pt x="673607" y="335279"/>
                </a:lnTo>
                <a:lnTo>
                  <a:pt x="649224" y="420624"/>
                </a:lnTo>
                <a:lnTo>
                  <a:pt x="618744" y="469391"/>
                </a:lnTo>
                <a:lnTo>
                  <a:pt x="579119" y="512063"/>
                </a:lnTo>
                <a:lnTo>
                  <a:pt x="530351" y="548639"/>
                </a:lnTo>
                <a:lnTo>
                  <a:pt x="472439" y="576072"/>
                </a:lnTo>
                <a:lnTo>
                  <a:pt x="411480" y="591312"/>
                </a:lnTo>
                <a:lnTo>
                  <a:pt x="377951" y="597408"/>
                </a:lnTo>
                <a:lnTo>
                  <a:pt x="445007" y="597408"/>
                </a:lnTo>
                <a:lnTo>
                  <a:pt x="478536" y="588263"/>
                </a:lnTo>
                <a:lnTo>
                  <a:pt x="509016" y="573024"/>
                </a:lnTo>
                <a:lnTo>
                  <a:pt x="563880" y="542544"/>
                </a:lnTo>
                <a:lnTo>
                  <a:pt x="585216" y="521208"/>
                </a:lnTo>
                <a:lnTo>
                  <a:pt x="609600" y="499872"/>
                </a:lnTo>
                <a:lnTo>
                  <a:pt x="646176" y="451103"/>
                </a:lnTo>
                <a:lnTo>
                  <a:pt x="679704" y="368808"/>
                </a:lnTo>
                <a:lnTo>
                  <a:pt x="688848" y="304800"/>
                </a:lnTo>
                <a:lnTo>
                  <a:pt x="685800" y="274320"/>
                </a:lnTo>
                <a:lnTo>
                  <a:pt x="679704" y="243839"/>
                </a:lnTo>
                <a:lnTo>
                  <a:pt x="670560" y="216408"/>
                </a:lnTo>
                <a:lnTo>
                  <a:pt x="661416" y="185927"/>
                </a:lnTo>
                <a:lnTo>
                  <a:pt x="627888" y="134112"/>
                </a:lnTo>
                <a:lnTo>
                  <a:pt x="560832" y="70103"/>
                </a:lnTo>
                <a:lnTo>
                  <a:pt x="505968" y="36575"/>
                </a:lnTo>
                <a:lnTo>
                  <a:pt x="478536" y="24384"/>
                </a:lnTo>
                <a:lnTo>
                  <a:pt x="445007" y="15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515868" y="3617976"/>
            <a:ext cx="194945" cy="383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latin typeface="Times New Roman"/>
                <a:cs typeface="Times New Roman"/>
              </a:rPr>
              <a:t>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46601" y="5029201"/>
            <a:ext cx="688975" cy="612775"/>
          </a:xfrm>
          <a:custGeom>
            <a:avLst/>
            <a:gdLst/>
            <a:ahLst/>
            <a:cxnLst/>
            <a:rect l="l" t="t" r="r" b="b"/>
            <a:pathLst>
              <a:path w="688975" h="612775">
                <a:moveTo>
                  <a:pt x="344424" y="0"/>
                </a:moveTo>
                <a:lnTo>
                  <a:pt x="274319" y="9143"/>
                </a:lnTo>
                <a:lnTo>
                  <a:pt x="210312" y="24383"/>
                </a:lnTo>
                <a:lnTo>
                  <a:pt x="124968" y="70104"/>
                </a:lnTo>
                <a:lnTo>
                  <a:pt x="79248" y="112775"/>
                </a:lnTo>
                <a:lnTo>
                  <a:pt x="42672" y="161544"/>
                </a:lnTo>
                <a:lnTo>
                  <a:pt x="15239" y="216407"/>
                </a:lnTo>
                <a:lnTo>
                  <a:pt x="3048" y="274319"/>
                </a:lnTo>
                <a:lnTo>
                  <a:pt x="0" y="307848"/>
                </a:lnTo>
                <a:lnTo>
                  <a:pt x="3048" y="338327"/>
                </a:lnTo>
                <a:lnTo>
                  <a:pt x="9143" y="368807"/>
                </a:lnTo>
                <a:lnTo>
                  <a:pt x="18287" y="396239"/>
                </a:lnTo>
                <a:lnTo>
                  <a:pt x="27431" y="426719"/>
                </a:lnTo>
                <a:lnTo>
                  <a:pt x="60960" y="478536"/>
                </a:lnTo>
                <a:lnTo>
                  <a:pt x="128016" y="542544"/>
                </a:lnTo>
                <a:lnTo>
                  <a:pt x="182880" y="576072"/>
                </a:lnTo>
                <a:lnTo>
                  <a:pt x="243839" y="597407"/>
                </a:lnTo>
                <a:lnTo>
                  <a:pt x="310895" y="609600"/>
                </a:lnTo>
                <a:lnTo>
                  <a:pt x="344424" y="612648"/>
                </a:lnTo>
                <a:lnTo>
                  <a:pt x="381000" y="609600"/>
                </a:lnTo>
                <a:lnTo>
                  <a:pt x="414527" y="603504"/>
                </a:lnTo>
                <a:lnTo>
                  <a:pt x="445007" y="597407"/>
                </a:lnTo>
                <a:lnTo>
                  <a:pt x="310895" y="597407"/>
                </a:lnTo>
                <a:lnTo>
                  <a:pt x="277368" y="591312"/>
                </a:lnTo>
                <a:lnTo>
                  <a:pt x="216407" y="576072"/>
                </a:lnTo>
                <a:lnTo>
                  <a:pt x="158495" y="548639"/>
                </a:lnTo>
                <a:lnTo>
                  <a:pt x="109727" y="512063"/>
                </a:lnTo>
                <a:lnTo>
                  <a:pt x="70104" y="469392"/>
                </a:lnTo>
                <a:lnTo>
                  <a:pt x="39624" y="420624"/>
                </a:lnTo>
                <a:lnTo>
                  <a:pt x="21336" y="365760"/>
                </a:lnTo>
                <a:lnTo>
                  <a:pt x="15239" y="335280"/>
                </a:lnTo>
                <a:lnTo>
                  <a:pt x="15239" y="277368"/>
                </a:lnTo>
                <a:lnTo>
                  <a:pt x="27431" y="219456"/>
                </a:lnTo>
                <a:lnTo>
                  <a:pt x="70104" y="143256"/>
                </a:lnTo>
                <a:lnTo>
                  <a:pt x="109727" y="100583"/>
                </a:lnTo>
                <a:lnTo>
                  <a:pt x="158495" y="64007"/>
                </a:lnTo>
                <a:lnTo>
                  <a:pt x="216407" y="36575"/>
                </a:lnTo>
                <a:lnTo>
                  <a:pt x="277368" y="21336"/>
                </a:lnTo>
                <a:lnTo>
                  <a:pt x="310895" y="15239"/>
                </a:lnTo>
                <a:lnTo>
                  <a:pt x="445007" y="15239"/>
                </a:lnTo>
                <a:lnTo>
                  <a:pt x="414527" y="6095"/>
                </a:lnTo>
                <a:lnTo>
                  <a:pt x="344424" y="0"/>
                </a:lnTo>
                <a:close/>
              </a:path>
              <a:path w="688975" h="612775">
                <a:moveTo>
                  <a:pt x="445007" y="15239"/>
                </a:moveTo>
                <a:lnTo>
                  <a:pt x="377951" y="15239"/>
                </a:lnTo>
                <a:lnTo>
                  <a:pt x="411480" y="21336"/>
                </a:lnTo>
                <a:lnTo>
                  <a:pt x="441960" y="27431"/>
                </a:lnTo>
                <a:lnTo>
                  <a:pt x="502919" y="48768"/>
                </a:lnTo>
                <a:lnTo>
                  <a:pt x="579119" y="100583"/>
                </a:lnTo>
                <a:lnTo>
                  <a:pt x="618744" y="143256"/>
                </a:lnTo>
                <a:lnTo>
                  <a:pt x="649224" y="192024"/>
                </a:lnTo>
                <a:lnTo>
                  <a:pt x="667512" y="246887"/>
                </a:lnTo>
                <a:lnTo>
                  <a:pt x="673608" y="277368"/>
                </a:lnTo>
                <a:lnTo>
                  <a:pt x="673608" y="335280"/>
                </a:lnTo>
                <a:lnTo>
                  <a:pt x="649224" y="420624"/>
                </a:lnTo>
                <a:lnTo>
                  <a:pt x="618744" y="469392"/>
                </a:lnTo>
                <a:lnTo>
                  <a:pt x="579119" y="512063"/>
                </a:lnTo>
                <a:lnTo>
                  <a:pt x="530351" y="548639"/>
                </a:lnTo>
                <a:lnTo>
                  <a:pt x="472439" y="576072"/>
                </a:lnTo>
                <a:lnTo>
                  <a:pt x="411480" y="591312"/>
                </a:lnTo>
                <a:lnTo>
                  <a:pt x="377951" y="597407"/>
                </a:lnTo>
                <a:lnTo>
                  <a:pt x="445007" y="597407"/>
                </a:lnTo>
                <a:lnTo>
                  <a:pt x="478536" y="588263"/>
                </a:lnTo>
                <a:lnTo>
                  <a:pt x="509016" y="573024"/>
                </a:lnTo>
                <a:lnTo>
                  <a:pt x="563880" y="542544"/>
                </a:lnTo>
                <a:lnTo>
                  <a:pt x="585215" y="521207"/>
                </a:lnTo>
                <a:lnTo>
                  <a:pt x="609600" y="499872"/>
                </a:lnTo>
                <a:lnTo>
                  <a:pt x="646176" y="451104"/>
                </a:lnTo>
                <a:lnTo>
                  <a:pt x="679703" y="368807"/>
                </a:lnTo>
                <a:lnTo>
                  <a:pt x="688848" y="304800"/>
                </a:lnTo>
                <a:lnTo>
                  <a:pt x="685800" y="274319"/>
                </a:lnTo>
                <a:lnTo>
                  <a:pt x="679703" y="243839"/>
                </a:lnTo>
                <a:lnTo>
                  <a:pt x="670560" y="216407"/>
                </a:lnTo>
                <a:lnTo>
                  <a:pt x="661415" y="185927"/>
                </a:lnTo>
                <a:lnTo>
                  <a:pt x="627888" y="134112"/>
                </a:lnTo>
                <a:lnTo>
                  <a:pt x="560832" y="70104"/>
                </a:lnTo>
                <a:lnTo>
                  <a:pt x="505968" y="36575"/>
                </a:lnTo>
                <a:lnTo>
                  <a:pt x="478536" y="24383"/>
                </a:lnTo>
                <a:lnTo>
                  <a:pt x="445007" y="15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680201" y="5029201"/>
            <a:ext cx="688975" cy="612775"/>
          </a:xfrm>
          <a:custGeom>
            <a:avLst/>
            <a:gdLst/>
            <a:ahLst/>
            <a:cxnLst/>
            <a:rect l="l" t="t" r="r" b="b"/>
            <a:pathLst>
              <a:path w="688975" h="612775">
                <a:moveTo>
                  <a:pt x="344424" y="0"/>
                </a:moveTo>
                <a:lnTo>
                  <a:pt x="274320" y="9143"/>
                </a:lnTo>
                <a:lnTo>
                  <a:pt x="210312" y="24383"/>
                </a:lnTo>
                <a:lnTo>
                  <a:pt x="124967" y="70104"/>
                </a:lnTo>
                <a:lnTo>
                  <a:pt x="79248" y="112775"/>
                </a:lnTo>
                <a:lnTo>
                  <a:pt x="42672" y="161544"/>
                </a:lnTo>
                <a:lnTo>
                  <a:pt x="15239" y="216407"/>
                </a:lnTo>
                <a:lnTo>
                  <a:pt x="3048" y="274319"/>
                </a:lnTo>
                <a:lnTo>
                  <a:pt x="0" y="307848"/>
                </a:lnTo>
                <a:lnTo>
                  <a:pt x="3048" y="338327"/>
                </a:lnTo>
                <a:lnTo>
                  <a:pt x="9144" y="368807"/>
                </a:lnTo>
                <a:lnTo>
                  <a:pt x="18287" y="396239"/>
                </a:lnTo>
                <a:lnTo>
                  <a:pt x="27432" y="426719"/>
                </a:lnTo>
                <a:lnTo>
                  <a:pt x="60960" y="478536"/>
                </a:lnTo>
                <a:lnTo>
                  <a:pt x="128015" y="542544"/>
                </a:lnTo>
                <a:lnTo>
                  <a:pt x="182879" y="576072"/>
                </a:lnTo>
                <a:lnTo>
                  <a:pt x="243839" y="597407"/>
                </a:lnTo>
                <a:lnTo>
                  <a:pt x="310896" y="609600"/>
                </a:lnTo>
                <a:lnTo>
                  <a:pt x="344424" y="612648"/>
                </a:lnTo>
                <a:lnTo>
                  <a:pt x="381000" y="609600"/>
                </a:lnTo>
                <a:lnTo>
                  <a:pt x="414527" y="603504"/>
                </a:lnTo>
                <a:lnTo>
                  <a:pt x="445008" y="597407"/>
                </a:lnTo>
                <a:lnTo>
                  <a:pt x="310896" y="597407"/>
                </a:lnTo>
                <a:lnTo>
                  <a:pt x="277367" y="591312"/>
                </a:lnTo>
                <a:lnTo>
                  <a:pt x="216408" y="576072"/>
                </a:lnTo>
                <a:lnTo>
                  <a:pt x="158496" y="548639"/>
                </a:lnTo>
                <a:lnTo>
                  <a:pt x="109727" y="512063"/>
                </a:lnTo>
                <a:lnTo>
                  <a:pt x="70103" y="469392"/>
                </a:lnTo>
                <a:lnTo>
                  <a:pt x="39624" y="420624"/>
                </a:lnTo>
                <a:lnTo>
                  <a:pt x="21336" y="365760"/>
                </a:lnTo>
                <a:lnTo>
                  <a:pt x="15239" y="335280"/>
                </a:lnTo>
                <a:lnTo>
                  <a:pt x="15239" y="277368"/>
                </a:lnTo>
                <a:lnTo>
                  <a:pt x="27432" y="219456"/>
                </a:lnTo>
                <a:lnTo>
                  <a:pt x="70103" y="143256"/>
                </a:lnTo>
                <a:lnTo>
                  <a:pt x="109727" y="100583"/>
                </a:lnTo>
                <a:lnTo>
                  <a:pt x="158496" y="64007"/>
                </a:lnTo>
                <a:lnTo>
                  <a:pt x="216408" y="36575"/>
                </a:lnTo>
                <a:lnTo>
                  <a:pt x="277367" y="21336"/>
                </a:lnTo>
                <a:lnTo>
                  <a:pt x="310896" y="15239"/>
                </a:lnTo>
                <a:lnTo>
                  <a:pt x="445008" y="15239"/>
                </a:lnTo>
                <a:lnTo>
                  <a:pt x="414527" y="6095"/>
                </a:lnTo>
                <a:lnTo>
                  <a:pt x="344424" y="0"/>
                </a:lnTo>
                <a:close/>
              </a:path>
              <a:path w="688975" h="612775">
                <a:moveTo>
                  <a:pt x="445008" y="15239"/>
                </a:moveTo>
                <a:lnTo>
                  <a:pt x="377951" y="15239"/>
                </a:lnTo>
                <a:lnTo>
                  <a:pt x="411479" y="21336"/>
                </a:lnTo>
                <a:lnTo>
                  <a:pt x="441960" y="27431"/>
                </a:lnTo>
                <a:lnTo>
                  <a:pt x="502920" y="48768"/>
                </a:lnTo>
                <a:lnTo>
                  <a:pt x="579120" y="100583"/>
                </a:lnTo>
                <a:lnTo>
                  <a:pt x="618744" y="143256"/>
                </a:lnTo>
                <a:lnTo>
                  <a:pt x="649224" y="192024"/>
                </a:lnTo>
                <a:lnTo>
                  <a:pt x="667512" y="246887"/>
                </a:lnTo>
                <a:lnTo>
                  <a:pt x="673608" y="277368"/>
                </a:lnTo>
                <a:lnTo>
                  <a:pt x="673608" y="335280"/>
                </a:lnTo>
                <a:lnTo>
                  <a:pt x="649224" y="420624"/>
                </a:lnTo>
                <a:lnTo>
                  <a:pt x="618744" y="469392"/>
                </a:lnTo>
                <a:lnTo>
                  <a:pt x="579120" y="512063"/>
                </a:lnTo>
                <a:lnTo>
                  <a:pt x="530351" y="548639"/>
                </a:lnTo>
                <a:lnTo>
                  <a:pt x="472439" y="576072"/>
                </a:lnTo>
                <a:lnTo>
                  <a:pt x="411479" y="591312"/>
                </a:lnTo>
                <a:lnTo>
                  <a:pt x="377951" y="597407"/>
                </a:lnTo>
                <a:lnTo>
                  <a:pt x="445008" y="597407"/>
                </a:lnTo>
                <a:lnTo>
                  <a:pt x="478536" y="588263"/>
                </a:lnTo>
                <a:lnTo>
                  <a:pt x="509015" y="573024"/>
                </a:lnTo>
                <a:lnTo>
                  <a:pt x="563879" y="542544"/>
                </a:lnTo>
                <a:lnTo>
                  <a:pt x="585215" y="521207"/>
                </a:lnTo>
                <a:lnTo>
                  <a:pt x="609600" y="499872"/>
                </a:lnTo>
                <a:lnTo>
                  <a:pt x="646176" y="451104"/>
                </a:lnTo>
                <a:lnTo>
                  <a:pt x="679703" y="368807"/>
                </a:lnTo>
                <a:lnTo>
                  <a:pt x="688848" y="304800"/>
                </a:lnTo>
                <a:lnTo>
                  <a:pt x="685800" y="274319"/>
                </a:lnTo>
                <a:lnTo>
                  <a:pt x="679703" y="243839"/>
                </a:lnTo>
                <a:lnTo>
                  <a:pt x="670560" y="216407"/>
                </a:lnTo>
                <a:lnTo>
                  <a:pt x="661415" y="185927"/>
                </a:lnTo>
                <a:lnTo>
                  <a:pt x="627888" y="134112"/>
                </a:lnTo>
                <a:lnTo>
                  <a:pt x="560832" y="70104"/>
                </a:lnTo>
                <a:lnTo>
                  <a:pt x="505967" y="36575"/>
                </a:lnTo>
                <a:lnTo>
                  <a:pt x="478536" y="24383"/>
                </a:lnTo>
                <a:lnTo>
                  <a:pt x="445008" y="15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42401" y="5029201"/>
            <a:ext cx="688975" cy="612775"/>
          </a:xfrm>
          <a:custGeom>
            <a:avLst/>
            <a:gdLst/>
            <a:ahLst/>
            <a:cxnLst/>
            <a:rect l="l" t="t" r="r" b="b"/>
            <a:pathLst>
              <a:path w="688975" h="612775">
                <a:moveTo>
                  <a:pt x="344424" y="0"/>
                </a:moveTo>
                <a:lnTo>
                  <a:pt x="274320" y="9143"/>
                </a:lnTo>
                <a:lnTo>
                  <a:pt x="210311" y="24383"/>
                </a:lnTo>
                <a:lnTo>
                  <a:pt x="124968" y="70104"/>
                </a:lnTo>
                <a:lnTo>
                  <a:pt x="79248" y="112775"/>
                </a:lnTo>
                <a:lnTo>
                  <a:pt x="42672" y="161544"/>
                </a:lnTo>
                <a:lnTo>
                  <a:pt x="15240" y="216407"/>
                </a:lnTo>
                <a:lnTo>
                  <a:pt x="3048" y="274319"/>
                </a:lnTo>
                <a:lnTo>
                  <a:pt x="0" y="307848"/>
                </a:lnTo>
                <a:lnTo>
                  <a:pt x="3048" y="338327"/>
                </a:lnTo>
                <a:lnTo>
                  <a:pt x="9144" y="368807"/>
                </a:lnTo>
                <a:lnTo>
                  <a:pt x="18288" y="396239"/>
                </a:lnTo>
                <a:lnTo>
                  <a:pt x="27431" y="426719"/>
                </a:lnTo>
                <a:lnTo>
                  <a:pt x="60959" y="478536"/>
                </a:lnTo>
                <a:lnTo>
                  <a:pt x="128016" y="542544"/>
                </a:lnTo>
                <a:lnTo>
                  <a:pt x="182879" y="576072"/>
                </a:lnTo>
                <a:lnTo>
                  <a:pt x="243840" y="597407"/>
                </a:lnTo>
                <a:lnTo>
                  <a:pt x="310896" y="609600"/>
                </a:lnTo>
                <a:lnTo>
                  <a:pt x="344424" y="612648"/>
                </a:lnTo>
                <a:lnTo>
                  <a:pt x="381000" y="609600"/>
                </a:lnTo>
                <a:lnTo>
                  <a:pt x="414527" y="603504"/>
                </a:lnTo>
                <a:lnTo>
                  <a:pt x="445007" y="597407"/>
                </a:lnTo>
                <a:lnTo>
                  <a:pt x="310896" y="597407"/>
                </a:lnTo>
                <a:lnTo>
                  <a:pt x="277368" y="591312"/>
                </a:lnTo>
                <a:lnTo>
                  <a:pt x="216407" y="576072"/>
                </a:lnTo>
                <a:lnTo>
                  <a:pt x="158496" y="548639"/>
                </a:lnTo>
                <a:lnTo>
                  <a:pt x="109727" y="512063"/>
                </a:lnTo>
                <a:lnTo>
                  <a:pt x="70103" y="469392"/>
                </a:lnTo>
                <a:lnTo>
                  <a:pt x="39624" y="420624"/>
                </a:lnTo>
                <a:lnTo>
                  <a:pt x="21335" y="365760"/>
                </a:lnTo>
                <a:lnTo>
                  <a:pt x="15240" y="335280"/>
                </a:lnTo>
                <a:lnTo>
                  <a:pt x="15240" y="277368"/>
                </a:lnTo>
                <a:lnTo>
                  <a:pt x="27431" y="219456"/>
                </a:lnTo>
                <a:lnTo>
                  <a:pt x="70103" y="143256"/>
                </a:lnTo>
                <a:lnTo>
                  <a:pt x="109727" y="100583"/>
                </a:lnTo>
                <a:lnTo>
                  <a:pt x="158496" y="64007"/>
                </a:lnTo>
                <a:lnTo>
                  <a:pt x="216407" y="36575"/>
                </a:lnTo>
                <a:lnTo>
                  <a:pt x="277368" y="21336"/>
                </a:lnTo>
                <a:lnTo>
                  <a:pt x="310896" y="15239"/>
                </a:lnTo>
                <a:lnTo>
                  <a:pt x="445007" y="15239"/>
                </a:lnTo>
                <a:lnTo>
                  <a:pt x="414527" y="6095"/>
                </a:lnTo>
                <a:lnTo>
                  <a:pt x="344424" y="0"/>
                </a:lnTo>
                <a:close/>
              </a:path>
              <a:path w="688975" h="612775">
                <a:moveTo>
                  <a:pt x="445007" y="15239"/>
                </a:moveTo>
                <a:lnTo>
                  <a:pt x="377951" y="15239"/>
                </a:lnTo>
                <a:lnTo>
                  <a:pt x="411479" y="21336"/>
                </a:lnTo>
                <a:lnTo>
                  <a:pt x="441959" y="27431"/>
                </a:lnTo>
                <a:lnTo>
                  <a:pt x="502920" y="48768"/>
                </a:lnTo>
                <a:lnTo>
                  <a:pt x="579120" y="100583"/>
                </a:lnTo>
                <a:lnTo>
                  <a:pt x="618744" y="143256"/>
                </a:lnTo>
                <a:lnTo>
                  <a:pt x="649224" y="192024"/>
                </a:lnTo>
                <a:lnTo>
                  <a:pt x="667511" y="246887"/>
                </a:lnTo>
                <a:lnTo>
                  <a:pt x="673607" y="277368"/>
                </a:lnTo>
                <a:lnTo>
                  <a:pt x="673607" y="335280"/>
                </a:lnTo>
                <a:lnTo>
                  <a:pt x="649224" y="420624"/>
                </a:lnTo>
                <a:lnTo>
                  <a:pt x="618744" y="469392"/>
                </a:lnTo>
                <a:lnTo>
                  <a:pt x="579120" y="512063"/>
                </a:lnTo>
                <a:lnTo>
                  <a:pt x="530351" y="548639"/>
                </a:lnTo>
                <a:lnTo>
                  <a:pt x="472440" y="576072"/>
                </a:lnTo>
                <a:lnTo>
                  <a:pt x="411479" y="591312"/>
                </a:lnTo>
                <a:lnTo>
                  <a:pt x="377951" y="597407"/>
                </a:lnTo>
                <a:lnTo>
                  <a:pt x="445007" y="597407"/>
                </a:lnTo>
                <a:lnTo>
                  <a:pt x="478535" y="588263"/>
                </a:lnTo>
                <a:lnTo>
                  <a:pt x="509016" y="573024"/>
                </a:lnTo>
                <a:lnTo>
                  <a:pt x="563879" y="542544"/>
                </a:lnTo>
                <a:lnTo>
                  <a:pt x="585216" y="521207"/>
                </a:lnTo>
                <a:lnTo>
                  <a:pt x="609600" y="499872"/>
                </a:lnTo>
                <a:lnTo>
                  <a:pt x="646176" y="451104"/>
                </a:lnTo>
                <a:lnTo>
                  <a:pt x="679703" y="368807"/>
                </a:lnTo>
                <a:lnTo>
                  <a:pt x="688848" y="304800"/>
                </a:lnTo>
                <a:lnTo>
                  <a:pt x="685800" y="274319"/>
                </a:lnTo>
                <a:lnTo>
                  <a:pt x="679703" y="243839"/>
                </a:lnTo>
                <a:lnTo>
                  <a:pt x="670559" y="216407"/>
                </a:lnTo>
                <a:lnTo>
                  <a:pt x="661416" y="185927"/>
                </a:lnTo>
                <a:lnTo>
                  <a:pt x="627888" y="134112"/>
                </a:lnTo>
                <a:lnTo>
                  <a:pt x="560831" y="70104"/>
                </a:lnTo>
                <a:lnTo>
                  <a:pt x="505968" y="36575"/>
                </a:lnTo>
                <a:lnTo>
                  <a:pt x="478535" y="24383"/>
                </a:lnTo>
                <a:lnTo>
                  <a:pt x="445007" y="15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9804401" y="3352801"/>
            <a:ext cx="688975" cy="612775"/>
          </a:xfrm>
          <a:custGeom>
            <a:avLst/>
            <a:gdLst/>
            <a:ahLst/>
            <a:cxnLst/>
            <a:rect l="l" t="t" r="r" b="b"/>
            <a:pathLst>
              <a:path w="688975" h="612775">
                <a:moveTo>
                  <a:pt x="344424" y="0"/>
                </a:moveTo>
                <a:lnTo>
                  <a:pt x="274320" y="9144"/>
                </a:lnTo>
                <a:lnTo>
                  <a:pt x="210311" y="24384"/>
                </a:lnTo>
                <a:lnTo>
                  <a:pt x="124968" y="70103"/>
                </a:lnTo>
                <a:lnTo>
                  <a:pt x="79248" y="112775"/>
                </a:lnTo>
                <a:lnTo>
                  <a:pt x="42672" y="161544"/>
                </a:lnTo>
                <a:lnTo>
                  <a:pt x="15240" y="216408"/>
                </a:lnTo>
                <a:lnTo>
                  <a:pt x="3048" y="274320"/>
                </a:lnTo>
                <a:lnTo>
                  <a:pt x="0" y="307848"/>
                </a:lnTo>
                <a:lnTo>
                  <a:pt x="3048" y="338327"/>
                </a:lnTo>
                <a:lnTo>
                  <a:pt x="9144" y="368808"/>
                </a:lnTo>
                <a:lnTo>
                  <a:pt x="18288" y="396239"/>
                </a:lnTo>
                <a:lnTo>
                  <a:pt x="27431" y="426720"/>
                </a:lnTo>
                <a:lnTo>
                  <a:pt x="60959" y="478536"/>
                </a:lnTo>
                <a:lnTo>
                  <a:pt x="128016" y="542544"/>
                </a:lnTo>
                <a:lnTo>
                  <a:pt x="182879" y="576072"/>
                </a:lnTo>
                <a:lnTo>
                  <a:pt x="243840" y="597408"/>
                </a:lnTo>
                <a:lnTo>
                  <a:pt x="310896" y="609600"/>
                </a:lnTo>
                <a:lnTo>
                  <a:pt x="344424" y="612648"/>
                </a:lnTo>
                <a:lnTo>
                  <a:pt x="381000" y="609600"/>
                </a:lnTo>
                <a:lnTo>
                  <a:pt x="414527" y="603503"/>
                </a:lnTo>
                <a:lnTo>
                  <a:pt x="445007" y="597408"/>
                </a:lnTo>
                <a:lnTo>
                  <a:pt x="310896" y="597408"/>
                </a:lnTo>
                <a:lnTo>
                  <a:pt x="277368" y="591312"/>
                </a:lnTo>
                <a:lnTo>
                  <a:pt x="216407" y="576072"/>
                </a:lnTo>
                <a:lnTo>
                  <a:pt x="158496" y="548639"/>
                </a:lnTo>
                <a:lnTo>
                  <a:pt x="109727" y="512063"/>
                </a:lnTo>
                <a:lnTo>
                  <a:pt x="70103" y="469391"/>
                </a:lnTo>
                <a:lnTo>
                  <a:pt x="39624" y="420624"/>
                </a:lnTo>
                <a:lnTo>
                  <a:pt x="21335" y="365760"/>
                </a:lnTo>
                <a:lnTo>
                  <a:pt x="15240" y="335279"/>
                </a:lnTo>
                <a:lnTo>
                  <a:pt x="15240" y="277367"/>
                </a:lnTo>
                <a:lnTo>
                  <a:pt x="27431" y="219455"/>
                </a:lnTo>
                <a:lnTo>
                  <a:pt x="70103" y="143255"/>
                </a:lnTo>
                <a:lnTo>
                  <a:pt x="109727" y="100584"/>
                </a:lnTo>
                <a:lnTo>
                  <a:pt x="158496" y="64008"/>
                </a:lnTo>
                <a:lnTo>
                  <a:pt x="216407" y="36575"/>
                </a:lnTo>
                <a:lnTo>
                  <a:pt x="277368" y="21336"/>
                </a:lnTo>
                <a:lnTo>
                  <a:pt x="310896" y="15239"/>
                </a:lnTo>
                <a:lnTo>
                  <a:pt x="445007" y="15239"/>
                </a:lnTo>
                <a:lnTo>
                  <a:pt x="414527" y="6096"/>
                </a:lnTo>
                <a:lnTo>
                  <a:pt x="344424" y="0"/>
                </a:lnTo>
                <a:close/>
              </a:path>
              <a:path w="688975" h="612775">
                <a:moveTo>
                  <a:pt x="445007" y="15239"/>
                </a:moveTo>
                <a:lnTo>
                  <a:pt x="377951" y="15239"/>
                </a:lnTo>
                <a:lnTo>
                  <a:pt x="411479" y="21336"/>
                </a:lnTo>
                <a:lnTo>
                  <a:pt x="441959" y="27432"/>
                </a:lnTo>
                <a:lnTo>
                  <a:pt x="502920" y="48767"/>
                </a:lnTo>
                <a:lnTo>
                  <a:pt x="579120" y="100584"/>
                </a:lnTo>
                <a:lnTo>
                  <a:pt x="618744" y="143255"/>
                </a:lnTo>
                <a:lnTo>
                  <a:pt x="649224" y="192024"/>
                </a:lnTo>
                <a:lnTo>
                  <a:pt x="667511" y="246887"/>
                </a:lnTo>
                <a:lnTo>
                  <a:pt x="673607" y="277367"/>
                </a:lnTo>
                <a:lnTo>
                  <a:pt x="673607" y="335279"/>
                </a:lnTo>
                <a:lnTo>
                  <a:pt x="649224" y="420624"/>
                </a:lnTo>
                <a:lnTo>
                  <a:pt x="618744" y="469391"/>
                </a:lnTo>
                <a:lnTo>
                  <a:pt x="579120" y="512063"/>
                </a:lnTo>
                <a:lnTo>
                  <a:pt x="530351" y="548639"/>
                </a:lnTo>
                <a:lnTo>
                  <a:pt x="472440" y="576072"/>
                </a:lnTo>
                <a:lnTo>
                  <a:pt x="411479" y="591312"/>
                </a:lnTo>
                <a:lnTo>
                  <a:pt x="377951" y="597408"/>
                </a:lnTo>
                <a:lnTo>
                  <a:pt x="445007" y="597408"/>
                </a:lnTo>
                <a:lnTo>
                  <a:pt x="478535" y="588263"/>
                </a:lnTo>
                <a:lnTo>
                  <a:pt x="509016" y="573024"/>
                </a:lnTo>
                <a:lnTo>
                  <a:pt x="563879" y="542544"/>
                </a:lnTo>
                <a:lnTo>
                  <a:pt x="585216" y="521208"/>
                </a:lnTo>
                <a:lnTo>
                  <a:pt x="609600" y="499872"/>
                </a:lnTo>
                <a:lnTo>
                  <a:pt x="646176" y="451103"/>
                </a:lnTo>
                <a:lnTo>
                  <a:pt x="679703" y="368808"/>
                </a:lnTo>
                <a:lnTo>
                  <a:pt x="688848" y="304800"/>
                </a:lnTo>
                <a:lnTo>
                  <a:pt x="685800" y="274320"/>
                </a:lnTo>
                <a:lnTo>
                  <a:pt x="679703" y="243839"/>
                </a:lnTo>
                <a:lnTo>
                  <a:pt x="670559" y="216408"/>
                </a:lnTo>
                <a:lnTo>
                  <a:pt x="661416" y="185927"/>
                </a:lnTo>
                <a:lnTo>
                  <a:pt x="627888" y="134112"/>
                </a:lnTo>
                <a:lnTo>
                  <a:pt x="560831" y="70103"/>
                </a:lnTo>
                <a:lnTo>
                  <a:pt x="505968" y="36575"/>
                </a:lnTo>
                <a:lnTo>
                  <a:pt x="478535" y="24384"/>
                </a:lnTo>
                <a:lnTo>
                  <a:pt x="445007" y="15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22801" y="2286001"/>
            <a:ext cx="688975" cy="612775"/>
          </a:xfrm>
          <a:custGeom>
            <a:avLst/>
            <a:gdLst/>
            <a:ahLst/>
            <a:cxnLst/>
            <a:rect l="l" t="t" r="r" b="b"/>
            <a:pathLst>
              <a:path w="688975" h="612775">
                <a:moveTo>
                  <a:pt x="344424" y="0"/>
                </a:moveTo>
                <a:lnTo>
                  <a:pt x="274319" y="9144"/>
                </a:lnTo>
                <a:lnTo>
                  <a:pt x="210312" y="24384"/>
                </a:lnTo>
                <a:lnTo>
                  <a:pt x="124968" y="70103"/>
                </a:lnTo>
                <a:lnTo>
                  <a:pt x="79248" y="112775"/>
                </a:lnTo>
                <a:lnTo>
                  <a:pt x="42672" y="161544"/>
                </a:lnTo>
                <a:lnTo>
                  <a:pt x="15239" y="216408"/>
                </a:lnTo>
                <a:lnTo>
                  <a:pt x="3048" y="274320"/>
                </a:lnTo>
                <a:lnTo>
                  <a:pt x="0" y="307848"/>
                </a:lnTo>
                <a:lnTo>
                  <a:pt x="3048" y="338327"/>
                </a:lnTo>
                <a:lnTo>
                  <a:pt x="9143" y="368808"/>
                </a:lnTo>
                <a:lnTo>
                  <a:pt x="18287" y="396239"/>
                </a:lnTo>
                <a:lnTo>
                  <a:pt x="27431" y="426720"/>
                </a:lnTo>
                <a:lnTo>
                  <a:pt x="60960" y="478536"/>
                </a:lnTo>
                <a:lnTo>
                  <a:pt x="128016" y="542544"/>
                </a:lnTo>
                <a:lnTo>
                  <a:pt x="182880" y="576072"/>
                </a:lnTo>
                <a:lnTo>
                  <a:pt x="243839" y="597408"/>
                </a:lnTo>
                <a:lnTo>
                  <a:pt x="310895" y="609600"/>
                </a:lnTo>
                <a:lnTo>
                  <a:pt x="344424" y="612648"/>
                </a:lnTo>
                <a:lnTo>
                  <a:pt x="381000" y="609600"/>
                </a:lnTo>
                <a:lnTo>
                  <a:pt x="414527" y="603503"/>
                </a:lnTo>
                <a:lnTo>
                  <a:pt x="445007" y="597408"/>
                </a:lnTo>
                <a:lnTo>
                  <a:pt x="310895" y="597408"/>
                </a:lnTo>
                <a:lnTo>
                  <a:pt x="277368" y="591312"/>
                </a:lnTo>
                <a:lnTo>
                  <a:pt x="216407" y="576072"/>
                </a:lnTo>
                <a:lnTo>
                  <a:pt x="158495" y="548639"/>
                </a:lnTo>
                <a:lnTo>
                  <a:pt x="109727" y="512063"/>
                </a:lnTo>
                <a:lnTo>
                  <a:pt x="70104" y="469391"/>
                </a:lnTo>
                <a:lnTo>
                  <a:pt x="39624" y="420624"/>
                </a:lnTo>
                <a:lnTo>
                  <a:pt x="21336" y="365760"/>
                </a:lnTo>
                <a:lnTo>
                  <a:pt x="15239" y="335279"/>
                </a:lnTo>
                <a:lnTo>
                  <a:pt x="15239" y="277367"/>
                </a:lnTo>
                <a:lnTo>
                  <a:pt x="27431" y="219455"/>
                </a:lnTo>
                <a:lnTo>
                  <a:pt x="70104" y="143255"/>
                </a:lnTo>
                <a:lnTo>
                  <a:pt x="109727" y="100584"/>
                </a:lnTo>
                <a:lnTo>
                  <a:pt x="158495" y="64008"/>
                </a:lnTo>
                <a:lnTo>
                  <a:pt x="216407" y="36575"/>
                </a:lnTo>
                <a:lnTo>
                  <a:pt x="277368" y="21336"/>
                </a:lnTo>
                <a:lnTo>
                  <a:pt x="310895" y="15239"/>
                </a:lnTo>
                <a:lnTo>
                  <a:pt x="445007" y="15239"/>
                </a:lnTo>
                <a:lnTo>
                  <a:pt x="414527" y="6096"/>
                </a:lnTo>
                <a:lnTo>
                  <a:pt x="344424" y="0"/>
                </a:lnTo>
                <a:close/>
              </a:path>
              <a:path w="688975" h="612775">
                <a:moveTo>
                  <a:pt x="445007" y="15239"/>
                </a:moveTo>
                <a:lnTo>
                  <a:pt x="377951" y="15239"/>
                </a:lnTo>
                <a:lnTo>
                  <a:pt x="411480" y="21336"/>
                </a:lnTo>
                <a:lnTo>
                  <a:pt x="441960" y="27432"/>
                </a:lnTo>
                <a:lnTo>
                  <a:pt x="502919" y="48767"/>
                </a:lnTo>
                <a:lnTo>
                  <a:pt x="579120" y="100584"/>
                </a:lnTo>
                <a:lnTo>
                  <a:pt x="618744" y="143255"/>
                </a:lnTo>
                <a:lnTo>
                  <a:pt x="649224" y="192024"/>
                </a:lnTo>
                <a:lnTo>
                  <a:pt x="667512" y="246887"/>
                </a:lnTo>
                <a:lnTo>
                  <a:pt x="673608" y="277367"/>
                </a:lnTo>
                <a:lnTo>
                  <a:pt x="673608" y="335279"/>
                </a:lnTo>
                <a:lnTo>
                  <a:pt x="649224" y="420624"/>
                </a:lnTo>
                <a:lnTo>
                  <a:pt x="618744" y="469391"/>
                </a:lnTo>
                <a:lnTo>
                  <a:pt x="579120" y="512063"/>
                </a:lnTo>
                <a:lnTo>
                  <a:pt x="530351" y="548639"/>
                </a:lnTo>
                <a:lnTo>
                  <a:pt x="472439" y="576072"/>
                </a:lnTo>
                <a:lnTo>
                  <a:pt x="411480" y="591312"/>
                </a:lnTo>
                <a:lnTo>
                  <a:pt x="377951" y="597408"/>
                </a:lnTo>
                <a:lnTo>
                  <a:pt x="445007" y="597408"/>
                </a:lnTo>
                <a:lnTo>
                  <a:pt x="478536" y="588263"/>
                </a:lnTo>
                <a:lnTo>
                  <a:pt x="509015" y="573024"/>
                </a:lnTo>
                <a:lnTo>
                  <a:pt x="563879" y="542544"/>
                </a:lnTo>
                <a:lnTo>
                  <a:pt x="585215" y="521208"/>
                </a:lnTo>
                <a:lnTo>
                  <a:pt x="609600" y="499872"/>
                </a:lnTo>
                <a:lnTo>
                  <a:pt x="646176" y="451103"/>
                </a:lnTo>
                <a:lnTo>
                  <a:pt x="679703" y="368808"/>
                </a:lnTo>
                <a:lnTo>
                  <a:pt x="688848" y="304800"/>
                </a:lnTo>
                <a:lnTo>
                  <a:pt x="685800" y="274320"/>
                </a:lnTo>
                <a:lnTo>
                  <a:pt x="679703" y="243839"/>
                </a:lnTo>
                <a:lnTo>
                  <a:pt x="670560" y="216408"/>
                </a:lnTo>
                <a:lnTo>
                  <a:pt x="661415" y="185927"/>
                </a:lnTo>
                <a:lnTo>
                  <a:pt x="627888" y="134112"/>
                </a:lnTo>
                <a:lnTo>
                  <a:pt x="560832" y="70103"/>
                </a:lnTo>
                <a:lnTo>
                  <a:pt x="505968" y="36575"/>
                </a:lnTo>
                <a:lnTo>
                  <a:pt x="478536" y="24384"/>
                </a:lnTo>
                <a:lnTo>
                  <a:pt x="445007" y="15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604001" y="2286001"/>
            <a:ext cx="688975" cy="612775"/>
          </a:xfrm>
          <a:custGeom>
            <a:avLst/>
            <a:gdLst/>
            <a:ahLst/>
            <a:cxnLst/>
            <a:rect l="l" t="t" r="r" b="b"/>
            <a:pathLst>
              <a:path w="688975" h="612775">
                <a:moveTo>
                  <a:pt x="344424" y="0"/>
                </a:moveTo>
                <a:lnTo>
                  <a:pt x="274320" y="9144"/>
                </a:lnTo>
                <a:lnTo>
                  <a:pt x="210312" y="24384"/>
                </a:lnTo>
                <a:lnTo>
                  <a:pt x="124967" y="70103"/>
                </a:lnTo>
                <a:lnTo>
                  <a:pt x="79248" y="112775"/>
                </a:lnTo>
                <a:lnTo>
                  <a:pt x="42672" y="161544"/>
                </a:lnTo>
                <a:lnTo>
                  <a:pt x="15239" y="216408"/>
                </a:lnTo>
                <a:lnTo>
                  <a:pt x="3048" y="274320"/>
                </a:lnTo>
                <a:lnTo>
                  <a:pt x="0" y="307848"/>
                </a:lnTo>
                <a:lnTo>
                  <a:pt x="3048" y="338327"/>
                </a:lnTo>
                <a:lnTo>
                  <a:pt x="9144" y="368808"/>
                </a:lnTo>
                <a:lnTo>
                  <a:pt x="18287" y="396239"/>
                </a:lnTo>
                <a:lnTo>
                  <a:pt x="27432" y="426720"/>
                </a:lnTo>
                <a:lnTo>
                  <a:pt x="60960" y="478536"/>
                </a:lnTo>
                <a:lnTo>
                  <a:pt x="128015" y="542544"/>
                </a:lnTo>
                <a:lnTo>
                  <a:pt x="182879" y="576072"/>
                </a:lnTo>
                <a:lnTo>
                  <a:pt x="243839" y="597408"/>
                </a:lnTo>
                <a:lnTo>
                  <a:pt x="310896" y="609600"/>
                </a:lnTo>
                <a:lnTo>
                  <a:pt x="344424" y="612648"/>
                </a:lnTo>
                <a:lnTo>
                  <a:pt x="381000" y="609600"/>
                </a:lnTo>
                <a:lnTo>
                  <a:pt x="414527" y="603503"/>
                </a:lnTo>
                <a:lnTo>
                  <a:pt x="445008" y="597408"/>
                </a:lnTo>
                <a:lnTo>
                  <a:pt x="310896" y="597408"/>
                </a:lnTo>
                <a:lnTo>
                  <a:pt x="277367" y="591312"/>
                </a:lnTo>
                <a:lnTo>
                  <a:pt x="216408" y="576072"/>
                </a:lnTo>
                <a:lnTo>
                  <a:pt x="158496" y="548639"/>
                </a:lnTo>
                <a:lnTo>
                  <a:pt x="109727" y="512063"/>
                </a:lnTo>
                <a:lnTo>
                  <a:pt x="70103" y="469391"/>
                </a:lnTo>
                <a:lnTo>
                  <a:pt x="39624" y="420624"/>
                </a:lnTo>
                <a:lnTo>
                  <a:pt x="21336" y="365760"/>
                </a:lnTo>
                <a:lnTo>
                  <a:pt x="15239" y="335279"/>
                </a:lnTo>
                <a:lnTo>
                  <a:pt x="15239" y="277367"/>
                </a:lnTo>
                <a:lnTo>
                  <a:pt x="27432" y="219455"/>
                </a:lnTo>
                <a:lnTo>
                  <a:pt x="70103" y="143255"/>
                </a:lnTo>
                <a:lnTo>
                  <a:pt x="109727" y="100584"/>
                </a:lnTo>
                <a:lnTo>
                  <a:pt x="158496" y="64008"/>
                </a:lnTo>
                <a:lnTo>
                  <a:pt x="216408" y="36575"/>
                </a:lnTo>
                <a:lnTo>
                  <a:pt x="277367" y="21336"/>
                </a:lnTo>
                <a:lnTo>
                  <a:pt x="310896" y="15239"/>
                </a:lnTo>
                <a:lnTo>
                  <a:pt x="445008" y="15239"/>
                </a:lnTo>
                <a:lnTo>
                  <a:pt x="414527" y="6096"/>
                </a:lnTo>
                <a:lnTo>
                  <a:pt x="344424" y="0"/>
                </a:lnTo>
                <a:close/>
              </a:path>
              <a:path w="688975" h="612775">
                <a:moveTo>
                  <a:pt x="445008" y="15239"/>
                </a:moveTo>
                <a:lnTo>
                  <a:pt x="377951" y="15239"/>
                </a:lnTo>
                <a:lnTo>
                  <a:pt x="411479" y="21336"/>
                </a:lnTo>
                <a:lnTo>
                  <a:pt x="441960" y="27432"/>
                </a:lnTo>
                <a:lnTo>
                  <a:pt x="502920" y="48767"/>
                </a:lnTo>
                <a:lnTo>
                  <a:pt x="579120" y="100584"/>
                </a:lnTo>
                <a:lnTo>
                  <a:pt x="618744" y="143255"/>
                </a:lnTo>
                <a:lnTo>
                  <a:pt x="649224" y="192024"/>
                </a:lnTo>
                <a:lnTo>
                  <a:pt x="667512" y="246887"/>
                </a:lnTo>
                <a:lnTo>
                  <a:pt x="673608" y="277367"/>
                </a:lnTo>
                <a:lnTo>
                  <a:pt x="673608" y="335279"/>
                </a:lnTo>
                <a:lnTo>
                  <a:pt x="649224" y="420624"/>
                </a:lnTo>
                <a:lnTo>
                  <a:pt x="618744" y="469391"/>
                </a:lnTo>
                <a:lnTo>
                  <a:pt x="579120" y="512063"/>
                </a:lnTo>
                <a:lnTo>
                  <a:pt x="530351" y="548639"/>
                </a:lnTo>
                <a:lnTo>
                  <a:pt x="472439" y="576072"/>
                </a:lnTo>
                <a:lnTo>
                  <a:pt x="411479" y="591312"/>
                </a:lnTo>
                <a:lnTo>
                  <a:pt x="377951" y="597408"/>
                </a:lnTo>
                <a:lnTo>
                  <a:pt x="445008" y="597408"/>
                </a:lnTo>
                <a:lnTo>
                  <a:pt x="478536" y="588263"/>
                </a:lnTo>
                <a:lnTo>
                  <a:pt x="509015" y="573024"/>
                </a:lnTo>
                <a:lnTo>
                  <a:pt x="563879" y="542544"/>
                </a:lnTo>
                <a:lnTo>
                  <a:pt x="585215" y="521208"/>
                </a:lnTo>
                <a:lnTo>
                  <a:pt x="609600" y="499872"/>
                </a:lnTo>
                <a:lnTo>
                  <a:pt x="646176" y="451103"/>
                </a:lnTo>
                <a:lnTo>
                  <a:pt x="679703" y="368808"/>
                </a:lnTo>
                <a:lnTo>
                  <a:pt x="688848" y="304800"/>
                </a:lnTo>
                <a:lnTo>
                  <a:pt x="685800" y="274320"/>
                </a:lnTo>
                <a:lnTo>
                  <a:pt x="679703" y="243839"/>
                </a:lnTo>
                <a:lnTo>
                  <a:pt x="670560" y="216408"/>
                </a:lnTo>
                <a:lnTo>
                  <a:pt x="661415" y="185927"/>
                </a:lnTo>
                <a:lnTo>
                  <a:pt x="627888" y="134112"/>
                </a:lnTo>
                <a:lnTo>
                  <a:pt x="560832" y="70103"/>
                </a:lnTo>
                <a:lnTo>
                  <a:pt x="505967" y="36575"/>
                </a:lnTo>
                <a:lnTo>
                  <a:pt x="478536" y="24384"/>
                </a:lnTo>
                <a:lnTo>
                  <a:pt x="445008" y="15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585201" y="2286001"/>
            <a:ext cx="688975" cy="612775"/>
          </a:xfrm>
          <a:custGeom>
            <a:avLst/>
            <a:gdLst/>
            <a:ahLst/>
            <a:cxnLst/>
            <a:rect l="l" t="t" r="r" b="b"/>
            <a:pathLst>
              <a:path w="688975" h="612775">
                <a:moveTo>
                  <a:pt x="344424" y="0"/>
                </a:moveTo>
                <a:lnTo>
                  <a:pt x="274320" y="9144"/>
                </a:lnTo>
                <a:lnTo>
                  <a:pt x="210311" y="24384"/>
                </a:lnTo>
                <a:lnTo>
                  <a:pt x="124968" y="70103"/>
                </a:lnTo>
                <a:lnTo>
                  <a:pt x="79248" y="112775"/>
                </a:lnTo>
                <a:lnTo>
                  <a:pt x="42672" y="161544"/>
                </a:lnTo>
                <a:lnTo>
                  <a:pt x="15240" y="216408"/>
                </a:lnTo>
                <a:lnTo>
                  <a:pt x="3048" y="274320"/>
                </a:lnTo>
                <a:lnTo>
                  <a:pt x="0" y="307848"/>
                </a:lnTo>
                <a:lnTo>
                  <a:pt x="3048" y="338327"/>
                </a:lnTo>
                <a:lnTo>
                  <a:pt x="9144" y="368808"/>
                </a:lnTo>
                <a:lnTo>
                  <a:pt x="18288" y="396239"/>
                </a:lnTo>
                <a:lnTo>
                  <a:pt x="27431" y="426720"/>
                </a:lnTo>
                <a:lnTo>
                  <a:pt x="60959" y="478536"/>
                </a:lnTo>
                <a:lnTo>
                  <a:pt x="128016" y="542544"/>
                </a:lnTo>
                <a:lnTo>
                  <a:pt x="182879" y="576072"/>
                </a:lnTo>
                <a:lnTo>
                  <a:pt x="243840" y="597408"/>
                </a:lnTo>
                <a:lnTo>
                  <a:pt x="310896" y="609600"/>
                </a:lnTo>
                <a:lnTo>
                  <a:pt x="344424" y="612648"/>
                </a:lnTo>
                <a:lnTo>
                  <a:pt x="381000" y="609600"/>
                </a:lnTo>
                <a:lnTo>
                  <a:pt x="414527" y="603503"/>
                </a:lnTo>
                <a:lnTo>
                  <a:pt x="445007" y="597408"/>
                </a:lnTo>
                <a:lnTo>
                  <a:pt x="310896" y="597408"/>
                </a:lnTo>
                <a:lnTo>
                  <a:pt x="277368" y="591312"/>
                </a:lnTo>
                <a:lnTo>
                  <a:pt x="216407" y="576072"/>
                </a:lnTo>
                <a:lnTo>
                  <a:pt x="158496" y="548639"/>
                </a:lnTo>
                <a:lnTo>
                  <a:pt x="109727" y="512063"/>
                </a:lnTo>
                <a:lnTo>
                  <a:pt x="70103" y="469391"/>
                </a:lnTo>
                <a:lnTo>
                  <a:pt x="39624" y="420624"/>
                </a:lnTo>
                <a:lnTo>
                  <a:pt x="21335" y="365760"/>
                </a:lnTo>
                <a:lnTo>
                  <a:pt x="15240" y="335279"/>
                </a:lnTo>
                <a:lnTo>
                  <a:pt x="15240" y="277367"/>
                </a:lnTo>
                <a:lnTo>
                  <a:pt x="27431" y="219455"/>
                </a:lnTo>
                <a:lnTo>
                  <a:pt x="70103" y="143255"/>
                </a:lnTo>
                <a:lnTo>
                  <a:pt x="109727" y="100584"/>
                </a:lnTo>
                <a:lnTo>
                  <a:pt x="158496" y="64008"/>
                </a:lnTo>
                <a:lnTo>
                  <a:pt x="216407" y="36575"/>
                </a:lnTo>
                <a:lnTo>
                  <a:pt x="277368" y="21336"/>
                </a:lnTo>
                <a:lnTo>
                  <a:pt x="310896" y="15239"/>
                </a:lnTo>
                <a:lnTo>
                  <a:pt x="445007" y="15239"/>
                </a:lnTo>
                <a:lnTo>
                  <a:pt x="414527" y="6096"/>
                </a:lnTo>
                <a:lnTo>
                  <a:pt x="344424" y="0"/>
                </a:lnTo>
                <a:close/>
              </a:path>
              <a:path w="688975" h="612775">
                <a:moveTo>
                  <a:pt x="445007" y="15239"/>
                </a:moveTo>
                <a:lnTo>
                  <a:pt x="377951" y="15239"/>
                </a:lnTo>
                <a:lnTo>
                  <a:pt x="411479" y="21336"/>
                </a:lnTo>
                <a:lnTo>
                  <a:pt x="441959" y="27432"/>
                </a:lnTo>
                <a:lnTo>
                  <a:pt x="502920" y="48767"/>
                </a:lnTo>
                <a:lnTo>
                  <a:pt x="579120" y="100584"/>
                </a:lnTo>
                <a:lnTo>
                  <a:pt x="618744" y="143255"/>
                </a:lnTo>
                <a:lnTo>
                  <a:pt x="649224" y="192024"/>
                </a:lnTo>
                <a:lnTo>
                  <a:pt x="667511" y="246887"/>
                </a:lnTo>
                <a:lnTo>
                  <a:pt x="673607" y="277367"/>
                </a:lnTo>
                <a:lnTo>
                  <a:pt x="673607" y="335279"/>
                </a:lnTo>
                <a:lnTo>
                  <a:pt x="649224" y="420624"/>
                </a:lnTo>
                <a:lnTo>
                  <a:pt x="618744" y="469391"/>
                </a:lnTo>
                <a:lnTo>
                  <a:pt x="579120" y="512063"/>
                </a:lnTo>
                <a:lnTo>
                  <a:pt x="530351" y="548639"/>
                </a:lnTo>
                <a:lnTo>
                  <a:pt x="472440" y="576072"/>
                </a:lnTo>
                <a:lnTo>
                  <a:pt x="411479" y="591312"/>
                </a:lnTo>
                <a:lnTo>
                  <a:pt x="377951" y="597408"/>
                </a:lnTo>
                <a:lnTo>
                  <a:pt x="445007" y="597408"/>
                </a:lnTo>
                <a:lnTo>
                  <a:pt x="478535" y="588263"/>
                </a:lnTo>
                <a:lnTo>
                  <a:pt x="509016" y="573024"/>
                </a:lnTo>
                <a:lnTo>
                  <a:pt x="563879" y="542544"/>
                </a:lnTo>
                <a:lnTo>
                  <a:pt x="585216" y="521208"/>
                </a:lnTo>
                <a:lnTo>
                  <a:pt x="609600" y="499872"/>
                </a:lnTo>
                <a:lnTo>
                  <a:pt x="646176" y="451103"/>
                </a:lnTo>
                <a:lnTo>
                  <a:pt x="679703" y="368808"/>
                </a:lnTo>
                <a:lnTo>
                  <a:pt x="688848" y="304800"/>
                </a:lnTo>
                <a:lnTo>
                  <a:pt x="685800" y="274320"/>
                </a:lnTo>
                <a:lnTo>
                  <a:pt x="679703" y="243839"/>
                </a:lnTo>
                <a:lnTo>
                  <a:pt x="670559" y="216408"/>
                </a:lnTo>
                <a:lnTo>
                  <a:pt x="661416" y="185927"/>
                </a:lnTo>
                <a:lnTo>
                  <a:pt x="627888" y="134112"/>
                </a:lnTo>
                <a:lnTo>
                  <a:pt x="560831" y="70103"/>
                </a:lnTo>
                <a:lnTo>
                  <a:pt x="505968" y="36575"/>
                </a:lnTo>
                <a:lnTo>
                  <a:pt x="478535" y="24384"/>
                </a:lnTo>
                <a:lnTo>
                  <a:pt x="445007" y="1523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977629" y="3493008"/>
            <a:ext cx="245745" cy="383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latin typeface="Times New Roman"/>
                <a:cs typeface="Times New Roman"/>
              </a:rPr>
              <a:t>G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96028" y="5126735"/>
            <a:ext cx="245745" cy="383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latin typeface="Times New Roman"/>
                <a:cs typeface="Times New Roman"/>
              </a:rPr>
              <a:t>D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17435" y="5138928"/>
            <a:ext cx="212090" cy="383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dirty="0">
                <a:latin typeface="Times New Roman"/>
                <a:cs typeface="Times New Roman"/>
              </a:rPr>
              <a:t>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273541" y="5126735"/>
            <a:ext cx="194945" cy="3835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spc="-5" dirty="0">
                <a:latin typeface="Times New Roman"/>
                <a:cs typeface="Times New Roman"/>
              </a:rPr>
              <a:t>F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857752" y="4035553"/>
            <a:ext cx="771525" cy="1076325"/>
          </a:xfrm>
          <a:custGeom>
            <a:avLst/>
            <a:gdLst/>
            <a:ahLst/>
            <a:cxnLst/>
            <a:rect l="l" t="t" r="r" b="b"/>
            <a:pathLst>
              <a:path w="771525" h="1076325">
                <a:moveTo>
                  <a:pt x="9143" y="0"/>
                </a:moveTo>
                <a:lnTo>
                  <a:pt x="0" y="9144"/>
                </a:lnTo>
                <a:lnTo>
                  <a:pt x="762000" y="1075944"/>
                </a:lnTo>
                <a:lnTo>
                  <a:pt x="771144" y="1066800"/>
                </a:lnTo>
                <a:lnTo>
                  <a:pt x="91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781552" y="2663952"/>
            <a:ext cx="847725" cy="923925"/>
          </a:xfrm>
          <a:custGeom>
            <a:avLst/>
            <a:gdLst/>
            <a:ahLst/>
            <a:cxnLst/>
            <a:rect l="l" t="t" r="r" b="b"/>
            <a:pathLst>
              <a:path w="847725" h="923925">
                <a:moveTo>
                  <a:pt x="838200" y="0"/>
                </a:moveTo>
                <a:lnTo>
                  <a:pt x="0" y="914400"/>
                </a:lnTo>
                <a:lnTo>
                  <a:pt x="9143" y="923544"/>
                </a:lnTo>
                <a:lnTo>
                  <a:pt x="847344" y="9144"/>
                </a:lnTo>
                <a:lnTo>
                  <a:pt x="8382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929123" y="2895600"/>
            <a:ext cx="0" cy="2133600"/>
          </a:xfrm>
          <a:custGeom>
            <a:avLst/>
            <a:gdLst/>
            <a:ahLst/>
            <a:cxnLst/>
            <a:rect l="l" t="t" r="r" b="b"/>
            <a:pathLst>
              <a:path h="2133600">
                <a:moveTo>
                  <a:pt x="0" y="0"/>
                </a:moveTo>
                <a:lnTo>
                  <a:pt x="0" y="213360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5308600" y="2592323"/>
            <a:ext cx="1295400" cy="0"/>
          </a:xfrm>
          <a:custGeom>
            <a:avLst/>
            <a:gdLst/>
            <a:ahLst/>
            <a:cxnLst/>
            <a:rect l="l" t="t" r="r" b="b"/>
            <a:pathLst>
              <a:path w="1295400">
                <a:moveTo>
                  <a:pt x="0" y="0"/>
                </a:moveTo>
                <a:lnTo>
                  <a:pt x="1295400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32400" y="5335523"/>
            <a:ext cx="1447800" cy="0"/>
          </a:xfrm>
          <a:custGeom>
            <a:avLst/>
            <a:gdLst/>
            <a:ahLst/>
            <a:cxnLst/>
            <a:rect l="l" t="t" r="r" b="b"/>
            <a:pathLst>
              <a:path w="1447800">
                <a:moveTo>
                  <a:pt x="0" y="0"/>
                </a:moveTo>
                <a:lnTo>
                  <a:pt x="1447800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7366000" y="5259323"/>
            <a:ext cx="1676400" cy="0"/>
          </a:xfrm>
          <a:custGeom>
            <a:avLst/>
            <a:gdLst/>
            <a:ahLst/>
            <a:cxnLst/>
            <a:rect l="l" t="t" r="r" b="b"/>
            <a:pathLst>
              <a:path w="1676400">
                <a:moveTo>
                  <a:pt x="0" y="0"/>
                </a:moveTo>
                <a:lnTo>
                  <a:pt x="1676400" y="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9496553" y="3962401"/>
            <a:ext cx="542925" cy="1069975"/>
          </a:xfrm>
          <a:custGeom>
            <a:avLst/>
            <a:gdLst/>
            <a:ahLst/>
            <a:cxnLst/>
            <a:rect l="l" t="t" r="r" b="b"/>
            <a:pathLst>
              <a:path w="542925" h="1069975">
                <a:moveTo>
                  <a:pt x="533400" y="0"/>
                </a:moveTo>
                <a:lnTo>
                  <a:pt x="0" y="1066800"/>
                </a:lnTo>
                <a:lnTo>
                  <a:pt x="9144" y="1069848"/>
                </a:lnTo>
                <a:lnTo>
                  <a:pt x="542544" y="3048"/>
                </a:lnTo>
                <a:lnTo>
                  <a:pt x="533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6986523" y="2895600"/>
            <a:ext cx="0" cy="2133600"/>
          </a:xfrm>
          <a:custGeom>
            <a:avLst/>
            <a:gdLst/>
            <a:ahLst/>
            <a:cxnLst/>
            <a:rect l="l" t="t" r="r" b="b"/>
            <a:pathLst>
              <a:path h="2133600">
                <a:moveTo>
                  <a:pt x="0" y="0"/>
                </a:moveTo>
                <a:lnTo>
                  <a:pt x="0" y="2133600"/>
                </a:lnTo>
              </a:path>
            </a:pathLst>
          </a:custGeom>
          <a:ln w="1523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2948940" y="880871"/>
            <a:ext cx="7402195" cy="1905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Example: </a:t>
            </a:r>
            <a:r>
              <a:rPr sz="2400" b="1" dirty="0">
                <a:solidFill>
                  <a:srgbClr val="0000FF"/>
                </a:solidFill>
                <a:latin typeface="Verdana"/>
                <a:cs typeface="Verdana"/>
              </a:rPr>
              <a:t>Map</a:t>
            </a:r>
            <a:r>
              <a:rPr sz="2400" b="1" spc="-8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dirty="0">
                <a:solidFill>
                  <a:srgbClr val="0000FF"/>
                </a:solidFill>
                <a:latin typeface="Verdana"/>
                <a:cs typeface="Verdana"/>
              </a:rPr>
              <a:t>Navigation</a:t>
            </a:r>
            <a:endParaRPr sz="2400" dirty="0">
              <a:latin typeface="Verdana"/>
              <a:cs typeface="Verdana"/>
            </a:endParaRPr>
          </a:p>
          <a:p>
            <a:pPr marL="73025">
              <a:spcBef>
                <a:spcPts val="2560"/>
              </a:spcBef>
            </a:pPr>
            <a:r>
              <a:rPr sz="1400" spc="-5" dirty="0">
                <a:latin typeface="Verdana"/>
                <a:cs typeface="Verdana"/>
              </a:rPr>
              <a:t>State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Space:</a:t>
            </a:r>
            <a:endParaRPr sz="1400" dirty="0">
              <a:latin typeface="Verdana"/>
              <a:cs typeface="Verdana"/>
            </a:endParaRPr>
          </a:p>
          <a:p>
            <a:pPr marL="73025">
              <a:tabLst>
                <a:tab pos="1130935" algn="l"/>
                <a:tab pos="2103755" algn="l"/>
              </a:tabLst>
            </a:pPr>
            <a:r>
              <a:rPr sz="1400" spc="-10" dirty="0">
                <a:latin typeface="Verdana"/>
                <a:cs typeface="Verdana"/>
              </a:rPr>
              <a:t>S</a:t>
            </a:r>
            <a:r>
              <a:rPr sz="1400" spc="-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=</a:t>
            </a:r>
            <a:r>
              <a:rPr sz="1400" spc="25" dirty="0">
                <a:latin typeface="Verdana"/>
                <a:cs typeface="Verdana"/>
              </a:rPr>
              <a:t> </a:t>
            </a:r>
            <a:r>
              <a:rPr sz="1400" spc="-5" dirty="0">
                <a:latin typeface="Verdana"/>
                <a:cs typeface="Verdana"/>
              </a:rPr>
              <a:t>start,	</a:t>
            </a:r>
            <a:r>
              <a:rPr sz="1400" spc="-10" dirty="0">
                <a:latin typeface="Verdana"/>
                <a:cs typeface="Verdana"/>
              </a:rPr>
              <a:t>G</a:t>
            </a:r>
            <a:r>
              <a:rPr sz="1400" spc="1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=</a:t>
            </a:r>
            <a:r>
              <a:rPr sz="1400" spc="5" dirty="0">
                <a:latin typeface="Verdana"/>
                <a:cs typeface="Verdana"/>
              </a:rPr>
              <a:t> </a:t>
            </a:r>
            <a:r>
              <a:rPr sz="1400" spc="-15" dirty="0">
                <a:latin typeface="Verdana"/>
                <a:cs typeface="Verdana"/>
              </a:rPr>
              <a:t>goal,	</a:t>
            </a:r>
            <a:r>
              <a:rPr sz="1400" spc="-5" dirty="0">
                <a:latin typeface="Verdana"/>
                <a:cs typeface="Verdana"/>
              </a:rPr>
              <a:t>other nodes </a:t>
            </a:r>
            <a:r>
              <a:rPr sz="1400" spc="-10" dirty="0">
                <a:latin typeface="Verdana"/>
                <a:cs typeface="Verdana"/>
              </a:rPr>
              <a:t>= intermediate </a:t>
            </a:r>
            <a:r>
              <a:rPr sz="1400" spc="-5" dirty="0">
                <a:latin typeface="Verdana"/>
                <a:cs typeface="Verdana"/>
              </a:rPr>
              <a:t>states, </a:t>
            </a:r>
            <a:r>
              <a:rPr sz="1400" spc="-15" dirty="0">
                <a:latin typeface="Verdana"/>
                <a:cs typeface="Verdana"/>
              </a:rPr>
              <a:t>links </a:t>
            </a:r>
            <a:r>
              <a:rPr sz="1400" spc="-10" dirty="0">
                <a:latin typeface="Verdana"/>
                <a:cs typeface="Verdana"/>
              </a:rPr>
              <a:t>= legal</a:t>
            </a:r>
            <a:r>
              <a:rPr sz="1400" spc="265" dirty="0">
                <a:latin typeface="Verdana"/>
                <a:cs typeface="Verdana"/>
              </a:rPr>
              <a:t> </a:t>
            </a:r>
            <a:r>
              <a:rPr sz="1400" spc="-15" dirty="0">
                <a:latin typeface="Verdana"/>
                <a:cs typeface="Verdana"/>
              </a:rPr>
              <a:t>transitions</a:t>
            </a:r>
            <a:endParaRPr sz="14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700" dirty="0">
              <a:latin typeface="Times New Roman"/>
              <a:cs typeface="Times New Roman"/>
            </a:endParaRPr>
          </a:p>
          <a:p>
            <a:pPr marL="1905000">
              <a:spcBef>
                <a:spcPts val="1075"/>
              </a:spcBef>
              <a:tabLst>
                <a:tab pos="3901440" algn="l"/>
                <a:tab pos="4340225" algn="l"/>
                <a:tab pos="5708650" algn="l"/>
                <a:tab pos="5864225" algn="l"/>
              </a:tabLst>
            </a:pPr>
            <a:r>
              <a:rPr sz="3600" spc="-7" baseline="-3472" dirty="0">
                <a:latin typeface="Times New Roman"/>
                <a:cs typeface="Times New Roman"/>
              </a:rPr>
              <a:t>A	</a:t>
            </a:r>
            <a:r>
              <a:rPr sz="2400" dirty="0">
                <a:latin typeface="Times New Roman"/>
                <a:cs typeface="Times New Roman"/>
              </a:rPr>
              <a:t>B	</a:t>
            </a:r>
            <a:r>
              <a:rPr sz="2400" u="heavy" dirty="0">
                <a:latin typeface="Times New Roman"/>
                <a:cs typeface="Times New Roman"/>
              </a:rPr>
              <a:t> 	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3600" baseline="-2314" dirty="0">
                <a:latin typeface="Times New Roman"/>
                <a:cs typeface="Times New Roman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8939" y="880872"/>
            <a:ext cx="281559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BFS Search</a:t>
            </a:r>
            <a:r>
              <a:rPr sz="2400" b="1" spc="-5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63464" y="2060448"/>
            <a:ext cx="402590" cy="317500"/>
          </a:xfrm>
          <a:custGeom>
            <a:avLst/>
            <a:gdLst/>
            <a:ahLst/>
            <a:cxnLst/>
            <a:rect l="l" t="t" r="r" b="b"/>
            <a:pathLst>
              <a:path w="402589" h="317500">
                <a:moveTo>
                  <a:pt x="201168" y="0"/>
                </a:moveTo>
                <a:lnTo>
                  <a:pt x="147108" y="5602"/>
                </a:lnTo>
                <a:lnTo>
                  <a:pt x="98890" y="21448"/>
                </a:lnTo>
                <a:lnTo>
                  <a:pt x="58292" y="46100"/>
                </a:lnTo>
                <a:lnTo>
                  <a:pt x="27093" y="78119"/>
                </a:lnTo>
                <a:lnTo>
                  <a:pt x="7069" y="116063"/>
                </a:lnTo>
                <a:lnTo>
                  <a:pt x="0" y="158496"/>
                </a:lnTo>
                <a:lnTo>
                  <a:pt x="7069" y="199869"/>
                </a:lnTo>
                <a:lnTo>
                  <a:pt x="27093" y="237518"/>
                </a:lnTo>
                <a:lnTo>
                  <a:pt x="58293" y="269748"/>
                </a:lnTo>
                <a:lnTo>
                  <a:pt x="98890" y="294865"/>
                </a:lnTo>
                <a:lnTo>
                  <a:pt x="147108" y="311178"/>
                </a:lnTo>
                <a:lnTo>
                  <a:pt x="201168" y="316991"/>
                </a:lnTo>
                <a:lnTo>
                  <a:pt x="255227" y="311178"/>
                </a:lnTo>
                <a:lnTo>
                  <a:pt x="303445" y="294865"/>
                </a:lnTo>
                <a:lnTo>
                  <a:pt x="344043" y="269748"/>
                </a:lnTo>
                <a:lnTo>
                  <a:pt x="375242" y="237518"/>
                </a:lnTo>
                <a:lnTo>
                  <a:pt x="395266" y="199869"/>
                </a:lnTo>
                <a:lnTo>
                  <a:pt x="402336" y="158496"/>
                </a:lnTo>
                <a:lnTo>
                  <a:pt x="395266" y="116063"/>
                </a:lnTo>
                <a:lnTo>
                  <a:pt x="375242" y="78119"/>
                </a:lnTo>
                <a:lnTo>
                  <a:pt x="344043" y="46101"/>
                </a:lnTo>
                <a:lnTo>
                  <a:pt x="303445" y="21448"/>
                </a:lnTo>
                <a:lnTo>
                  <a:pt x="255227" y="5602"/>
                </a:lnTo>
                <a:lnTo>
                  <a:pt x="201168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357367" y="2054352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2"/>
                </a:lnTo>
                <a:lnTo>
                  <a:pt x="76200" y="36575"/>
                </a:lnTo>
                <a:lnTo>
                  <a:pt x="60960" y="48768"/>
                </a:lnTo>
                <a:lnTo>
                  <a:pt x="45720" y="57912"/>
                </a:lnTo>
                <a:lnTo>
                  <a:pt x="15240" y="100584"/>
                </a:lnTo>
                <a:lnTo>
                  <a:pt x="0" y="146303"/>
                </a:lnTo>
                <a:lnTo>
                  <a:pt x="0" y="182880"/>
                </a:lnTo>
                <a:lnTo>
                  <a:pt x="3048" y="198120"/>
                </a:lnTo>
                <a:lnTo>
                  <a:pt x="15240" y="228600"/>
                </a:lnTo>
                <a:lnTo>
                  <a:pt x="24384" y="243839"/>
                </a:lnTo>
                <a:lnTo>
                  <a:pt x="36576" y="256032"/>
                </a:lnTo>
                <a:lnTo>
                  <a:pt x="45720" y="268224"/>
                </a:lnTo>
                <a:lnTo>
                  <a:pt x="76200" y="292608"/>
                </a:lnTo>
                <a:lnTo>
                  <a:pt x="91440" y="301751"/>
                </a:lnTo>
                <a:lnTo>
                  <a:pt x="109728" y="307848"/>
                </a:lnTo>
                <a:lnTo>
                  <a:pt x="128016" y="316992"/>
                </a:lnTo>
                <a:lnTo>
                  <a:pt x="146304" y="320039"/>
                </a:lnTo>
                <a:lnTo>
                  <a:pt x="164592" y="326136"/>
                </a:lnTo>
                <a:lnTo>
                  <a:pt x="185928" y="329184"/>
                </a:lnTo>
                <a:lnTo>
                  <a:pt x="207264" y="329184"/>
                </a:lnTo>
                <a:lnTo>
                  <a:pt x="228600" y="326136"/>
                </a:lnTo>
                <a:lnTo>
                  <a:pt x="249936" y="326136"/>
                </a:lnTo>
                <a:lnTo>
                  <a:pt x="268224" y="320039"/>
                </a:lnTo>
                <a:lnTo>
                  <a:pt x="289560" y="316992"/>
                </a:lnTo>
                <a:lnTo>
                  <a:pt x="207264" y="316992"/>
                </a:lnTo>
                <a:lnTo>
                  <a:pt x="185928" y="313944"/>
                </a:lnTo>
                <a:lnTo>
                  <a:pt x="167640" y="313944"/>
                </a:lnTo>
                <a:lnTo>
                  <a:pt x="149352" y="307848"/>
                </a:lnTo>
                <a:lnTo>
                  <a:pt x="131064" y="304800"/>
                </a:lnTo>
                <a:lnTo>
                  <a:pt x="112776" y="295656"/>
                </a:lnTo>
                <a:lnTo>
                  <a:pt x="97536" y="289560"/>
                </a:lnTo>
                <a:lnTo>
                  <a:pt x="67056" y="271272"/>
                </a:lnTo>
                <a:lnTo>
                  <a:pt x="54864" y="259080"/>
                </a:lnTo>
                <a:lnTo>
                  <a:pt x="45720" y="246887"/>
                </a:lnTo>
                <a:lnTo>
                  <a:pt x="33528" y="234696"/>
                </a:lnTo>
                <a:lnTo>
                  <a:pt x="27432" y="222503"/>
                </a:lnTo>
                <a:lnTo>
                  <a:pt x="21336" y="207263"/>
                </a:lnTo>
                <a:lnTo>
                  <a:pt x="15240" y="195072"/>
                </a:lnTo>
                <a:lnTo>
                  <a:pt x="12192" y="179832"/>
                </a:lnTo>
                <a:lnTo>
                  <a:pt x="12192" y="149351"/>
                </a:lnTo>
                <a:lnTo>
                  <a:pt x="15240" y="134112"/>
                </a:lnTo>
                <a:lnTo>
                  <a:pt x="21336" y="118872"/>
                </a:lnTo>
                <a:lnTo>
                  <a:pt x="27432" y="106680"/>
                </a:lnTo>
                <a:lnTo>
                  <a:pt x="33528" y="91439"/>
                </a:lnTo>
                <a:lnTo>
                  <a:pt x="45720" y="79248"/>
                </a:lnTo>
                <a:lnTo>
                  <a:pt x="54864" y="67056"/>
                </a:lnTo>
                <a:lnTo>
                  <a:pt x="67056" y="57912"/>
                </a:lnTo>
                <a:lnTo>
                  <a:pt x="112776" y="30480"/>
                </a:lnTo>
                <a:lnTo>
                  <a:pt x="149352" y="18287"/>
                </a:lnTo>
                <a:lnTo>
                  <a:pt x="167640" y="15239"/>
                </a:lnTo>
                <a:lnTo>
                  <a:pt x="188976" y="12192"/>
                </a:lnTo>
                <a:lnTo>
                  <a:pt x="289560" y="12192"/>
                </a:lnTo>
                <a:lnTo>
                  <a:pt x="268224" y="6096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29" h="329564">
                <a:moveTo>
                  <a:pt x="289560" y="12192"/>
                </a:moveTo>
                <a:lnTo>
                  <a:pt x="228600" y="12192"/>
                </a:lnTo>
                <a:lnTo>
                  <a:pt x="265176" y="18287"/>
                </a:lnTo>
                <a:lnTo>
                  <a:pt x="301752" y="30480"/>
                </a:lnTo>
                <a:lnTo>
                  <a:pt x="347472" y="57912"/>
                </a:lnTo>
                <a:lnTo>
                  <a:pt x="381000" y="91439"/>
                </a:lnTo>
                <a:lnTo>
                  <a:pt x="402336" y="149351"/>
                </a:lnTo>
                <a:lnTo>
                  <a:pt x="402336" y="179832"/>
                </a:lnTo>
                <a:lnTo>
                  <a:pt x="381000" y="234696"/>
                </a:lnTo>
                <a:lnTo>
                  <a:pt x="359664" y="259080"/>
                </a:lnTo>
                <a:lnTo>
                  <a:pt x="347472" y="271272"/>
                </a:lnTo>
                <a:lnTo>
                  <a:pt x="301752" y="298703"/>
                </a:lnTo>
                <a:lnTo>
                  <a:pt x="283464" y="304800"/>
                </a:lnTo>
                <a:lnTo>
                  <a:pt x="265176" y="307848"/>
                </a:lnTo>
                <a:lnTo>
                  <a:pt x="246887" y="313944"/>
                </a:lnTo>
                <a:lnTo>
                  <a:pt x="228600" y="313944"/>
                </a:lnTo>
                <a:lnTo>
                  <a:pt x="207264" y="316992"/>
                </a:lnTo>
                <a:lnTo>
                  <a:pt x="289560" y="316992"/>
                </a:lnTo>
                <a:lnTo>
                  <a:pt x="307848" y="307848"/>
                </a:lnTo>
                <a:lnTo>
                  <a:pt x="323088" y="301751"/>
                </a:lnTo>
                <a:lnTo>
                  <a:pt x="341376" y="292608"/>
                </a:lnTo>
                <a:lnTo>
                  <a:pt x="353568" y="280415"/>
                </a:lnTo>
                <a:lnTo>
                  <a:pt x="368808" y="268224"/>
                </a:lnTo>
                <a:lnTo>
                  <a:pt x="399288" y="228600"/>
                </a:lnTo>
                <a:lnTo>
                  <a:pt x="414528" y="182880"/>
                </a:lnTo>
                <a:lnTo>
                  <a:pt x="414528" y="179832"/>
                </a:lnTo>
                <a:lnTo>
                  <a:pt x="417576" y="164592"/>
                </a:lnTo>
                <a:lnTo>
                  <a:pt x="399288" y="100584"/>
                </a:lnTo>
                <a:lnTo>
                  <a:pt x="368808" y="57912"/>
                </a:lnTo>
                <a:lnTo>
                  <a:pt x="323088" y="27432"/>
                </a:lnTo>
                <a:lnTo>
                  <a:pt x="304800" y="18287"/>
                </a:lnTo>
                <a:lnTo>
                  <a:pt x="289560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B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C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42020" y="2548129"/>
            <a:ext cx="240220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1061085" algn="l"/>
                <a:tab pos="2261870" algn="l"/>
              </a:tabLst>
            </a:pPr>
            <a:r>
              <a:rPr sz="2700" spc="-7" baseline="1543" dirty="0">
                <a:latin typeface="Times New Roman"/>
                <a:cs typeface="Times New Roman"/>
              </a:rPr>
              <a:t>D	</a:t>
            </a:r>
            <a:r>
              <a:rPr spc="-5" dirty="0">
                <a:latin typeface="Times New Roman"/>
                <a:cs typeface="Times New Roman"/>
              </a:rPr>
              <a:t>E	</a:t>
            </a:r>
            <a:r>
              <a:rPr sz="2700" spc="-7" baseline="1543" dirty="0">
                <a:latin typeface="Times New Roman"/>
                <a:cs typeface="Times New Roman"/>
              </a:rPr>
              <a:t>F</a:t>
            </a:r>
            <a:endParaRPr sz="2700" baseline="154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646160" y="3215640"/>
            <a:ext cx="2426335" cy="2707005"/>
          </a:xfrm>
          <a:custGeom>
            <a:avLst/>
            <a:gdLst/>
            <a:ahLst/>
            <a:cxnLst/>
            <a:rect l="l" t="t" r="r" b="b"/>
            <a:pathLst>
              <a:path w="2426334" h="2707004">
                <a:moveTo>
                  <a:pt x="2426208" y="0"/>
                </a:moveTo>
                <a:lnTo>
                  <a:pt x="0" y="0"/>
                </a:lnTo>
                <a:lnTo>
                  <a:pt x="0" y="2706624"/>
                </a:lnTo>
                <a:lnTo>
                  <a:pt x="2426208" y="2706624"/>
                </a:lnTo>
                <a:lnTo>
                  <a:pt x="2426208" y="2700528"/>
                </a:lnTo>
                <a:lnTo>
                  <a:pt x="12192" y="2700528"/>
                </a:lnTo>
                <a:lnTo>
                  <a:pt x="6096" y="2694432"/>
                </a:lnTo>
                <a:lnTo>
                  <a:pt x="12192" y="2694432"/>
                </a:lnTo>
                <a:lnTo>
                  <a:pt x="12192" y="12192"/>
                </a:lnTo>
                <a:lnTo>
                  <a:pt x="6096" y="12192"/>
                </a:lnTo>
                <a:lnTo>
                  <a:pt x="12192" y="6096"/>
                </a:lnTo>
                <a:lnTo>
                  <a:pt x="2426208" y="6096"/>
                </a:lnTo>
                <a:lnTo>
                  <a:pt x="2426208" y="0"/>
                </a:lnTo>
                <a:close/>
              </a:path>
              <a:path w="2426334" h="2707004">
                <a:moveTo>
                  <a:pt x="12192" y="2694432"/>
                </a:moveTo>
                <a:lnTo>
                  <a:pt x="6096" y="2694432"/>
                </a:lnTo>
                <a:lnTo>
                  <a:pt x="12192" y="2700528"/>
                </a:lnTo>
                <a:lnTo>
                  <a:pt x="12192" y="2694432"/>
                </a:lnTo>
                <a:close/>
              </a:path>
              <a:path w="2426334" h="2707004">
                <a:moveTo>
                  <a:pt x="2410968" y="2694432"/>
                </a:moveTo>
                <a:lnTo>
                  <a:pt x="12192" y="2694432"/>
                </a:lnTo>
                <a:lnTo>
                  <a:pt x="12192" y="2700528"/>
                </a:lnTo>
                <a:lnTo>
                  <a:pt x="2410968" y="2700528"/>
                </a:lnTo>
                <a:lnTo>
                  <a:pt x="2410968" y="2694432"/>
                </a:lnTo>
                <a:close/>
              </a:path>
              <a:path w="2426334" h="2707004">
                <a:moveTo>
                  <a:pt x="2410968" y="6096"/>
                </a:moveTo>
                <a:lnTo>
                  <a:pt x="2410968" y="2700528"/>
                </a:lnTo>
                <a:lnTo>
                  <a:pt x="2417064" y="2694432"/>
                </a:lnTo>
                <a:lnTo>
                  <a:pt x="2426208" y="2694432"/>
                </a:lnTo>
                <a:lnTo>
                  <a:pt x="2426208" y="12192"/>
                </a:lnTo>
                <a:lnTo>
                  <a:pt x="2417064" y="12192"/>
                </a:lnTo>
                <a:lnTo>
                  <a:pt x="2410968" y="6096"/>
                </a:lnTo>
                <a:close/>
              </a:path>
              <a:path w="2426334" h="2707004">
                <a:moveTo>
                  <a:pt x="2426208" y="2694432"/>
                </a:moveTo>
                <a:lnTo>
                  <a:pt x="2417064" y="2694432"/>
                </a:lnTo>
                <a:lnTo>
                  <a:pt x="2410968" y="2700528"/>
                </a:lnTo>
                <a:lnTo>
                  <a:pt x="2426208" y="2700528"/>
                </a:lnTo>
                <a:lnTo>
                  <a:pt x="2426208" y="2694432"/>
                </a:lnTo>
                <a:close/>
              </a:path>
              <a:path w="2426334" h="2707004">
                <a:moveTo>
                  <a:pt x="12192" y="6096"/>
                </a:moveTo>
                <a:lnTo>
                  <a:pt x="6096" y="12192"/>
                </a:lnTo>
                <a:lnTo>
                  <a:pt x="12192" y="12192"/>
                </a:lnTo>
                <a:lnTo>
                  <a:pt x="12192" y="6096"/>
                </a:lnTo>
                <a:close/>
              </a:path>
              <a:path w="2426334" h="2707004">
                <a:moveTo>
                  <a:pt x="2410968" y="6096"/>
                </a:moveTo>
                <a:lnTo>
                  <a:pt x="12192" y="6096"/>
                </a:lnTo>
                <a:lnTo>
                  <a:pt x="12192" y="12192"/>
                </a:lnTo>
                <a:lnTo>
                  <a:pt x="2410968" y="12192"/>
                </a:lnTo>
                <a:lnTo>
                  <a:pt x="2410968" y="6096"/>
                </a:lnTo>
                <a:close/>
              </a:path>
              <a:path w="2426334" h="2707004">
                <a:moveTo>
                  <a:pt x="2426208" y="6096"/>
                </a:moveTo>
                <a:lnTo>
                  <a:pt x="2410968" y="6096"/>
                </a:lnTo>
                <a:lnTo>
                  <a:pt x="2417064" y="12192"/>
                </a:lnTo>
                <a:lnTo>
                  <a:pt x="2426208" y="12192"/>
                </a:lnTo>
                <a:lnTo>
                  <a:pt x="2426208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652257" y="3221735"/>
            <a:ext cx="2411095" cy="2274982"/>
          </a:xfrm>
          <a:prstGeom prst="rect">
            <a:avLst/>
          </a:prstGeom>
          <a:solidFill>
            <a:srgbClr val="CDCDCD"/>
          </a:solidFill>
        </p:spPr>
        <p:txBody>
          <a:bodyPr vert="horz" wrap="square" lIns="0" tIns="40640" rIns="0" bIns="0" rtlCol="0">
            <a:spAutoFit/>
          </a:bodyPr>
          <a:lstStyle/>
          <a:p>
            <a:pPr marL="237490" marR="544830">
              <a:lnSpc>
                <a:spcPct val="200000"/>
              </a:lnSpc>
              <a:spcBef>
                <a:spcPts val="320"/>
              </a:spcBef>
            </a:pPr>
            <a:r>
              <a:rPr sz="1600" dirty="0">
                <a:latin typeface="Verdana"/>
                <a:cs typeface="Verdana"/>
              </a:rPr>
              <a:t>Queue </a:t>
            </a:r>
            <a:r>
              <a:rPr sz="1600" spc="5" dirty="0">
                <a:latin typeface="Verdana"/>
                <a:cs typeface="Verdana"/>
              </a:rPr>
              <a:t>= {S}  </a:t>
            </a:r>
            <a:r>
              <a:rPr sz="1600" dirty="0">
                <a:latin typeface="Verdana"/>
                <a:cs typeface="Verdana"/>
              </a:rPr>
              <a:t>Select </a:t>
            </a:r>
            <a:r>
              <a:rPr sz="1600" spc="5" dirty="0">
                <a:latin typeface="Verdana"/>
                <a:cs typeface="Verdana"/>
              </a:rPr>
              <a:t>S  </a:t>
            </a:r>
            <a:r>
              <a:rPr sz="1600" dirty="0">
                <a:latin typeface="Verdana"/>
                <a:cs typeface="Verdana"/>
              </a:rPr>
              <a:t>Goal(S) </a:t>
            </a:r>
            <a:r>
              <a:rPr sz="1600" spc="5" dirty="0">
                <a:latin typeface="Verdana"/>
                <a:cs typeface="Verdana"/>
              </a:rPr>
              <a:t>=</a:t>
            </a:r>
            <a:r>
              <a:rPr sz="1600" spc="-114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true?</a:t>
            </a:r>
          </a:p>
          <a:p>
            <a:pPr>
              <a:lnSpc>
                <a:spcPct val="100000"/>
              </a:lnSpc>
            </a:pPr>
            <a:endParaRPr sz="1900" dirty="0">
              <a:latin typeface="Times New Roman"/>
              <a:cs typeface="Times New Roman"/>
            </a:endParaRPr>
          </a:p>
          <a:p>
            <a:pPr marL="237490">
              <a:spcBef>
                <a:spcPts val="1655"/>
              </a:spcBef>
            </a:pPr>
            <a:r>
              <a:rPr sz="1600" spc="10" dirty="0">
                <a:latin typeface="Verdana"/>
                <a:cs typeface="Verdana"/>
              </a:rPr>
              <a:t>If </a:t>
            </a:r>
            <a:r>
              <a:rPr sz="1600" dirty="0">
                <a:latin typeface="Verdana"/>
                <a:cs typeface="Verdana"/>
              </a:rPr>
              <a:t>not,</a:t>
            </a:r>
            <a:r>
              <a:rPr sz="1600" spc="-1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Expand(S)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46160" y="3215640"/>
            <a:ext cx="2426335" cy="2707005"/>
          </a:xfrm>
          <a:custGeom>
            <a:avLst/>
            <a:gdLst/>
            <a:ahLst/>
            <a:cxnLst/>
            <a:rect l="l" t="t" r="r" b="b"/>
            <a:pathLst>
              <a:path w="2426334" h="2707004">
                <a:moveTo>
                  <a:pt x="2426208" y="0"/>
                </a:moveTo>
                <a:lnTo>
                  <a:pt x="0" y="0"/>
                </a:lnTo>
                <a:lnTo>
                  <a:pt x="0" y="2706624"/>
                </a:lnTo>
                <a:lnTo>
                  <a:pt x="2426208" y="2706624"/>
                </a:lnTo>
                <a:lnTo>
                  <a:pt x="2426208" y="2700528"/>
                </a:lnTo>
                <a:lnTo>
                  <a:pt x="12192" y="2700528"/>
                </a:lnTo>
                <a:lnTo>
                  <a:pt x="6096" y="2694432"/>
                </a:lnTo>
                <a:lnTo>
                  <a:pt x="12192" y="2694432"/>
                </a:lnTo>
                <a:lnTo>
                  <a:pt x="12192" y="12192"/>
                </a:lnTo>
                <a:lnTo>
                  <a:pt x="6096" y="12192"/>
                </a:lnTo>
                <a:lnTo>
                  <a:pt x="12192" y="6096"/>
                </a:lnTo>
                <a:lnTo>
                  <a:pt x="2426208" y="6096"/>
                </a:lnTo>
                <a:lnTo>
                  <a:pt x="2426208" y="0"/>
                </a:lnTo>
                <a:close/>
              </a:path>
              <a:path w="2426334" h="2707004">
                <a:moveTo>
                  <a:pt x="12192" y="2694432"/>
                </a:moveTo>
                <a:lnTo>
                  <a:pt x="6096" y="2694432"/>
                </a:lnTo>
                <a:lnTo>
                  <a:pt x="12192" y="2700528"/>
                </a:lnTo>
                <a:lnTo>
                  <a:pt x="12192" y="2694432"/>
                </a:lnTo>
                <a:close/>
              </a:path>
              <a:path w="2426334" h="2707004">
                <a:moveTo>
                  <a:pt x="2410968" y="2694432"/>
                </a:moveTo>
                <a:lnTo>
                  <a:pt x="12192" y="2694432"/>
                </a:lnTo>
                <a:lnTo>
                  <a:pt x="12192" y="2700528"/>
                </a:lnTo>
                <a:lnTo>
                  <a:pt x="2410968" y="2700528"/>
                </a:lnTo>
                <a:lnTo>
                  <a:pt x="2410968" y="2694432"/>
                </a:lnTo>
                <a:close/>
              </a:path>
              <a:path w="2426334" h="2707004">
                <a:moveTo>
                  <a:pt x="2410968" y="6096"/>
                </a:moveTo>
                <a:lnTo>
                  <a:pt x="2410968" y="2700528"/>
                </a:lnTo>
                <a:lnTo>
                  <a:pt x="2417064" y="2694432"/>
                </a:lnTo>
                <a:lnTo>
                  <a:pt x="2426208" y="2694432"/>
                </a:lnTo>
                <a:lnTo>
                  <a:pt x="2426208" y="12192"/>
                </a:lnTo>
                <a:lnTo>
                  <a:pt x="2417064" y="12192"/>
                </a:lnTo>
                <a:lnTo>
                  <a:pt x="2410968" y="6096"/>
                </a:lnTo>
                <a:close/>
              </a:path>
              <a:path w="2426334" h="2707004">
                <a:moveTo>
                  <a:pt x="2426208" y="2694432"/>
                </a:moveTo>
                <a:lnTo>
                  <a:pt x="2417064" y="2694432"/>
                </a:lnTo>
                <a:lnTo>
                  <a:pt x="2410968" y="2700528"/>
                </a:lnTo>
                <a:lnTo>
                  <a:pt x="2426208" y="2700528"/>
                </a:lnTo>
                <a:lnTo>
                  <a:pt x="2426208" y="2694432"/>
                </a:lnTo>
                <a:close/>
              </a:path>
              <a:path w="2426334" h="2707004">
                <a:moveTo>
                  <a:pt x="12192" y="6096"/>
                </a:moveTo>
                <a:lnTo>
                  <a:pt x="6096" y="12192"/>
                </a:lnTo>
                <a:lnTo>
                  <a:pt x="12192" y="12192"/>
                </a:lnTo>
                <a:lnTo>
                  <a:pt x="12192" y="6096"/>
                </a:lnTo>
                <a:close/>
              </a:path>
              <a:path w="2426334" h="2707004">
                <a:moveTo>
                  <a:pt x="2410968" y="6096"/>
                </a:moveTo>
                <a:lnTo>
                  <a:pt x="12192" y="6096"/>
                </a:lnTo>
                <a:lnTo>
                  <a:pt x="12192" y="12192"/>
                </a:lnTo>
                <a:lnTo>
                  <a:pt x="2410968" y="12192"/>
                </a:lnTo>
                <a:lnTo>
                  <a:pt x="2410968" y="6096"/>
                </a:lnTo>
                <a:close/>
              </a:path>
              <a:path w="2426334" h="2707004">
                <a:moveTo>
                  <a:pt x="2426208" y="6096"/>
                </a:moveTo>
                <a:lnTo>
                  <a:pt x="2410968" y="6096"/>
                </a:lnTo>
                <a:lnTo>
                  <a:pt x="2417064" y="12192"/>
                </a:lnTo>
                <a:lnTo>
                  <a:pt x="2426208" y="12192"/>
                </a:lnTo>
                <a:lnTo>
                  <a:pt x="2426208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48939" y="880872"/>
            <a:ext cx="281559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BFS Search</a:t>
            </a:r>
            <a:r>
              <a:rPr sz="2400" b="1" spc="-5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57367" y="2054352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2"/>
                </a:lnTo>
                <a:lnTo>
                  <a:pt x="76200" y="36575"/>
                </a:lnTo>
                <a:lnTo>
                  <a:pt x="60960" y="48768"/>
                </a:lnTo>
                <a:lnTo>
                  <a:pt x="45720" y="57912"/>
                </a:lnTo>
                <a:lnTo>
                  <a:pt x="15240" y="100584"/>
                </a:lnTo>
                <a:lnTo>
                  <a:pt x="0" y="146303"/>
                </a:lnTo>
                <a:lnTo>
                  <a:pt x="0" y="182880"/>
                </a:lnTo>
                <a:lnTo>
                  <a:pt x="3048" y="198120"/>
                </a:lnTo>
                <a:lnTo>
                  <a:pt x="15240" y="228600"/>
                </a:lnTo>
                <a:lnTo>
                  <a:pt x="24384" y="243839"/>
                </a:lnTo>
                <a:lnTo>
                  <a:pt x="36576" y="256032"/>
                </a:lnTo>
                <a:lnTo>
                  <a:pt x="45720" y="268224"/>
                </a:lnTo>
                <a:lnTo>
                  <a:pt x="76200" y="292608"/>
                </a:lnTo>
                <a:lnTo>
                  <a:pt x="91440" y="301751"/>
                </a:lnTo>
                <a:lnTo>
                  <a:pt x="109728" y="307848"/>
                </a:lnTo>
                <a:lnTo>
                  <a:pt x="128016" y="316992"/>
                </a:lnTo>
                <a:lnTo>
                  <a:pt x="146304" y="320039"/>
                </a:lnTo>
                <a:lnTo>
                  <a:pt x="164592" y="326136"/>
                </a:lnTo>
                <a:lnTo>
                  <a:pt x="185928" y="329184"/>
                </a:lnTo>
                <a:lnTo>
                  <a:pt x="207264" y="329184"/>
                </a:lnTo>
                <a:lnTo>
                  <a:pt x="228600" y="326136"/>
                </a:lnTo>
                <a:lnTo>
                  <a:pt x="249936" y="326136"/>
                </a:lnTo>
                <a:lnTo>
                  <a:pt x="268224" y="320039"/>
                </a:lnTo>
                <a:lnTo>
                  <a:pt x="289560" y="316992"/>
                </a:lnTo>
                <a:lnTo>
                  <a:pt x="207264" y="316992"/>
                </a:lnTo>
                <a:lnTo>
                  <a:pt x="185928" y="313944"/>
                </a:lnTo>
                <a:lnTo>
                  <a:pt x="167640" y="313944"/>
                </a:lnTo>
                <a:lnTo>
                  <a:pt x="149352" y="307848"/>
                </a:lnTo>
                <a:lnTo>
                  <a:pt x="131064" y="304800"/>
                </a:lnTo>
                <a:lnTo>
                  <a:pt x="112776" y="295656"/>
                </a:lnTo>
                <a:lnTo>
                  <a:pt x="97536" y="289560"/>
                </a:lnTo>
                <a:lnTo>
                  <a:pt x="67056" y="271272"/>
                </a:lnTo>
                <a:lnTo>
                  <a:pt x="54864" y="259080"/>
                </a:lnTo>
                <a:lnTo>
                  <a:pt x="45720" y="246887"/>
                </a:lnTo>
                <a:lnTo>
                  <a:pt x="33528" y="234696"/>
                </a:lnTo>
                <a:lnTo>
                  <a:pt x="27432" y="222503"/>
                </a:lnTo>
                <a:lnTo>
                  <a:pt x="21336" y="207263"/>
                </a:lnTo>
                <a:lnTo>
                  <a:pt x="15240" y="195072"/>
                </a:lnTo>
                <a:lnTo>
                  <a:pt x="12192" y="179832"/>
                </a:lnTo>
                <a:lnTo>
                  <a:pt x="12192" y="149351"/>
                </a:lnTo>
                <a:lnTo>
                  <a:pt x="15240" y="134112"/>
                </a:lnTo>
                <a:lnTo>
                  <a:pt x="21336" y="118872"/>
                </a:lnTo>
                <a:lnTo>
                  <a:pt x="27432" y="106680"/>
                </a:lnTo>
                <a:lnTo>
                  <a:pt x="33528" y="91439"/>
                </a:lnTo>
                <a:lnTo>
                  <a:pt x="45720" y="79248"/>
                </a:lnTo>
                <a:lnTo>
                  <a:pt x="54864" y="67056"/>
                </a:lnTo>
                <a:lnTo>
                  <a:pt x="67056" y="57912"/>
                </a:lnTo>
                <a:lnTo>
                  <a:pt x="112776" y="30480"/>
                </a:lnTo>
                <a:lnTo>
                  <a:pt x="149352" y="18287"/>
                </a:lnTo>
                <a:lnTo>
                  <a:pt x="167640" y="15239"/>
                </a:lnTo>
                <a:lnTo>
                  <a:pt x="188976" y="12192"/>
                </a:lnTo>
                <a:lnTo>
                  <a:pt x="289560" y="12192"/>
                </a:lnTo>
                <a:lnTo>
                  <a:pt x="268224" y="6096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29" h="329564">
                <a:moveTo>
                  <a:pt x="289560" y="12192"/>
                </a:moveTo>
                <a:lnTo>
                  <a:pt x="228600" y="12192"/>
                </a:lnTo>
                <a:lnTo>
                  <a:pt x="265176" y="18287"/>
                </a:lnTo>
                <a:lnTo>
                  <a:pt x="301752" y="30480"/>
                </a:lnTo>
                <a:lnTo>
                  <a:pt x="347472" y="57912"/>
                </a:lnTo>
                <a:lnTo>
                  <a:pt x="381000" y="91439"/>
                </a:lnTo>
                <a:lnTo>
                  <a:pt x="402336" y="149351"/>
                </a:lnTo>
                <a:lnTo>
                  <a:pt x="402336" y="179832"/>
                </a:lnTo>
                <a:lnTo>
                  <a:pt x="381000" y="234696"/>
                </a:lnTo>
                <a:lnTo>
                  <a:pt x="359664" y="259080"/>
                </a:lnTo>
                <a:lnTo>
                  <a:pt x="347472" y="271272"/>
                </a:lnTo>
                <a:lnTo>
                  <a:pt x="301752" y="298703"/>
                </a:lnTo>
                <a:lnTo>
                  <a:pt x="283464" y="304800"/>
                </a:lnTo>
                <a:lnTo>
                  <a:pt x="265176" y="307848"/>
                </a:lnTo>
                <a:lnTo>
                  <a:pt x="246887" y="313944"/>
                </a:lnTo>
                <a:lnTo>
                  <a:pt x="228600" y="313944"/>
                </a:lnTo>
                <a:lnTo>
                  <a:pt x="207264" y="316992"/>
                </a:lnTo>
                <a:lnTo>
                  <a:pt x="289560" y="316992"/>
                </a:lnTo>
                <a:lnTo>
                  <a:pt x="307848" y="307848"/>
                </a:lnTo>
                <a:lnTo>
                  <a:pt x="323088" y="301751"/>
                </a:lnTo>
                <a:lnTo>
                  <a:pt x="341376" y="292608"/>
                </a:lnTo>
                <a:lnTo>
                  <a:pt x="353568" y="280415"/>
                </a:lnTo>
                <a:lnTo>
                  <a:pt x="368808" y="268224"/>
                </a:lnTo>
                <a:lnTo>
                  <a:pt x="399288" y="228600"/>
                </a:lnTo>
                <a:lnTo>
                  <a:pt x="414528" y="182880"/>
                </a:lnTo>
                <a:lnTo>
                  <a:pt x="414528" y="179832"/>
                </a:lnTo>
                <a:lnTo>
                  <a:pt x="417576" y="164592"/>
                </a:lnTo>
                <a:lnTo>
                  <a:pt x="399288" y="100584"/>
                </a:lnTo>
                <a:lnTo>
                  <a:pt x="368808" y="57912"/>
                </a:lnTo>
                <a:lnTo>
                  <a:pt x="323088" y="27432"/>
                </a:lnTo>
                <a:lnTo>
                  <a:pt x="304800" y="18287"/>
                </a:lnTo>
                <a:lnTo>
                  <a:pt x="289560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B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C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42020" y="2548129"/>
            <a:ext cx="240220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1061085" algn="l"/>
                <a:tab pos="2261870" algn="l"/>
              </a:tabLst>
            </a:pPr>
            <a:r>
              <a:rPr sz="2700" spc="-7" baseline="1543" dirty="0">
                <a:latin typeface="Times New Roman"/>
                <a:cs typeface="Times New Roman"/>
              </a:rPr>
              <a:t>D	</a:t>
            </a:r>
            <a:r>
              <a:rPr spc="-5" dirty="0">
                <a:latin typeface="Times New Roman"/>
                <a:cs typeface="Times New Roman"/>
              </a:rPr>
              <a:t>E	</a:t>
            </a:r>
            <a:r>
              <a:rPr sz="2700" spc="-7" baseline="1543" dirty="0">
                <a:latin typeface="Times New Roman"/>
                <a:cs typeface="Times New Roman"/>
              </a:rPr>
              <a:t>F</a:t>
            </a:r>
            <a:endParaRPr sz="2700" baseline="154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99839" y="2755393"/>
            <a:ext cx="402590" cy="314325"/>
          </a:xfrm>
          <a:custGeom>
            <a:avLst/>
            <a:gdLst/>
            <a:ahLst/>
            <a:cxnLst/>
            <a:rect l="l" t="t" r="r" b="b"/>
            <a:pathLst>
              <a:path w="402589" h="314325">
                <a:moveTo>
                  <a:pt x="201168" y="0"/>
                </a:moveTo>
                <a:lnTo>
                  <a:pt x="147108" y="5587"/>
                </a:lnTo>
                <a:lnTo>
                  <a:pt x="98890" y="21335"/>
                </a:lnTo>
                <a:lnTo>
                  <a:pt x="58293" y="45719"/>
                </a:lnTo>
                <a:lnTo>
                  <a:pt x="27093" y="77215"/>
                </a:lnTo>
                <a:lnTo>
                  <a:pt x="7069" y="114300"/>
                </a:lnTo>
                <a:lnTo>
                  <a:pt x="0" y="155448"/>
                </a:lnTo>
                <a:lnTo>
                  <a:pt x="7069" y="197880"/>
                </a:lnTo>
                <a:lnTo>
                  <a:pt x="27093" y="235824"/>
                </a:lnTo>
                <a:lnTo>
                  <a:pt x="58293" y="267842"/>
                </a:lnTo>
                <a:lnTo>
                  <a:pt x="98890" y="292495"/>
                </a:lnTo>
                <a:lnTo>
                  <a:pt x="147108" y="308341"/>
                </a:lnTo>
                <a:lnTo>
                  <a:pt x="201168" y="313944"/>
                </a:lnTo>
                <a:lnTo>
                  <a:pt x="255227" y="308341"/>
                </a:lnTo>
                <a:lnTo>
                  <a:pt x="303445" y="292495"/>
                </a:lnTo>
                <a:lnTo>
                  <a:pt x="344043" y="267843"/>
                </a:lnTo>
                <a:lnTo>
                  <a:pt x="375242" y="235824"/>
                </a:lnTo>
                <a:lnTo>
                  <a:pt x="395266" y="197880"/>
                </a:lnTo>
                <a:lnTo>
                  <a:pt x="402336" y="155448"/>
                </a:lnTo>
                <a:lnTo>
                  <a:pt x="395266" y="114300"/>
                </a:lnTo>
                <a:lnTo>
                  <a:pt x="375242" y="77216"/>
                </a:lnTo>
                <a:lnTo>
                  <a:pt x="344042" y="45720"/>
                </a:lnTo>
                <a:lnTo>
                  <a:pt x="303445" y="21336"/>
                </a:lnTo>
                <a:lnTo>
                  <a:pt x="255227" y="5587"/>
                </a:lnTo>
                <a:lnTo>
                  <a:pt x="201168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793744" y="2749295"/>
            <a:ext cx="417830" cy="326390"/>
          </a:xfrm>
          <a:custGeom>
            <a:avLst/>
            <a:gdLst/>
            <a:ahLst/>
            <a:cxnLst/>
            <a:rect l="l" t="t" r="r" b="b"/>
            <a:pathLst>
              <a:path w="417830" h="326389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1"/>
                </a:lnTo>
                <a:lnTo>
                  <a:pt x="60960" y="45719"/>
                </a:lnTo>
                <a:lnTo>
                  <a:pt x="24383" y="85343"/>
                </a:lnTo>
                <a:lnTo>
                  <a:pt x="15239" y="97536"/>
                </a:lnTo>
                <a:lnTo>
                  <a:pt x="9143" y="112775"/>
                </a:lnTo>
                <a:lnTo>
                  <a:pt x="3048" y="131063"/>
                </a:lnTo>
                <a:lnTo>
                  <a:pt x="0" y="146303"/>
                </a:lnTo>
                <a:lnTo>
                  <a:pt x="0" y="179831"/>
                </a:lnTo>
                <a:lnTo>
                  <a:pt x="3048" y="198119"/>
                </a:lnTo>
                <a:lnTo>
                  <a:pt x="15239" y="228600"/>
                </a:lnTo>
                <a:lnTo>
                  <a:pt x="24383" y="240791"/>
                </a:lnTo>
                <a:lnTo>
                  <a:pt x="36575" y="256031"/>
                </a:lnTo>
                <a:lnTo>
                  <a:pt x="45719" y="268224"/>
                </a:lnTo>
                <a:lnTo>
                  <a:pt x="91439" y="298703"/>
                </a:lnTo>
                <a:lnTo>
                  <a:pt x="146304" y="320039"/>
                </a:lnTo>
                <a:lnTo>
                  <a:pt x="185928" y="326136"/>
                </a:lnTo>
                <a:lnTo>
                  <a:pt x="228600" y="326136"/>
                </a:lnTo>
                <a:lnTo>
                  <a:pt x="249936" y="323088"/>
                </a:lnTo>
                <a:lnTo>
                  <a:pt x="268224" y="320039"/>
                </a:lnTo>
                <a:lnTo>
                  <a:pt x="289560" y="313943"/>
                </a:lnTo>
                <a:lnTo>
                  <a:pt x="185928" y="313943"/>
                </a:lnTo>
                <a:lnTo>
                  <a:pt x="149351" y="307848"/>
                </a:lnTo>
                <a:lnTo>
                  <a:pt x="112775" y="295655"/>
                </a:lnTo>
                <a:lnTo>
                  <a:pt x="97536" y="289559"/>
                </a:lnTo>
                <a:lnTo>
                  <a:pt x="82295" y="280415"/>
                </a:lnTo>
                <a:lnTo>
                  <a:pt x="67056" y="268224"/>
                </a:lnTo>
                <a:lnTo>
                  <a:pt x="54863" y="259079"/>
                </a:lnTo>
                <a:lnTo>
                  <a:pt x="45719" y="246887"/>
                </a:lnTo>
                <a:lnTo>
                  <a:pt x="33528" y="234695"/>
                </a:lnTo>
                <a:lnTo>
                  <a:pt x="27431" y="222503"/>
                </a:lnTo>
                <a:lnTo>
                  <a:pt x="15239" y="192024"/>
                </a:lnTo>
                <a:lnTo>
                  <a:pt x="12801" y="179831"/>
                </a:lnTo>
                <a:lnTo>
                  <a:pt x="12192" y="179831"/>
                </a:lnTo>
                <a:lnTo>
                  <a:pt x="12192" y="146303"/>
                </a:lnTo>
                <a:lnTo>
                  <a:pt x="12700" y="146303"/>
                </a:lnTo>
                <a:lnTo>
                  <a:pt x="15239" y="131063"/>
                </a:lnTo>
                <a:lnTo>
                  <a:pt x="21336" y="118871"/>
                </a:lnTo>
                <a:lnTo>
                  <a:pt x="27431" y="103631"/>
                </a:lnTo>
                <a:lnTo>
                  <a:pt x="33528" y="91439"/>
                </a:lnTo>
                <a:lnTo>
                  <a:pt x="45719" y="79248"/>
                </a:lnTo>
                <a:lnTo>
                  <a:pt x="54863" y="67055"/>
                </a:lnTo>
                <a:lnTo>
                  <a:pt x="67056" y="54863"/>
                </a:lnTo>
                <a:lnTo>
                  <a:pt x="112775" y="30479"/>
                </a:lnTo>
                <a:lnTo>
                  <a:pt x="149351" y="18287"/>
                </a:lnTo>
                <a:lnTo>
                  <a:pt x="188975" y="12191"/>
                </a:lnTo>
                <a:lnTo>
                  <a:pt x="289560" y="12191"/>
                </a:lnTo>
                <a:lnTo>
                  <a:pt x="268224" y="6095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30" h="326389">
                <a:moveTo>
                  <a:pt x="402336" y="176783"/>
                </a:moveTo>
                <a:lnTo>
                  <a:pt x="399288" y="192024"/>
                </a:lnTo>
                <a:lnTo>
                  <a:pt x="387095" y="222503"/>
                </a:lnTo>
                <a:lnTo>
                  <a:pt x="381000" y="234695"/>
                </a:lnTo>
                <a:lnTo>
                  <a:pt x="368807" y="246887"/>
                </a:lnTo>
                <a:lnTo>
                  <a:pt x="359663" y="259079"/>
                </a:lnTo>
                <a:lnTo>
                  <a:pt x="316992" y="289559"/>
                </a:lnTo>
                <a:lnTo>
                  <a:pt x="265175" y="307848"/>
                </a:lnTo>
                <a:lnTo>
                  <a:pt x="228600" y="313943"/>
                </a:lnTo>
                <a:lnTo>
                  <a:pt x="289560" y="313943"/>
                </a:lnTo>
                <a:lnTo>
                  <a:pt x="307848" y="307848"/>
                </a:lnTo>
                <a:lnTo>
                  <a:pt x="323088" y="298703"/>
                </a:lnTo>
                <a:lnTo>
                  <a:pt x="341375" y="289559"/>
                </a:lnTo>
                <a:lnTo>
                  <a:pt x="353568" y="280415"/>
                </a:lnTo>
                <a:lnTo>
                  <a:pt x="368807" y="268224"/>
                </a:lnTo>
                <a:lnTo>
                  <a:pt x="381000" y="256031"/>
                </a:lnTo>
                <a:lnTo>
                  <a:pt x="390144" y="240791"/>
                </a:lnTo>
                <a:lnTo>
                  <a:pt x="399288" y="228600"/>
                </a:lnTo>
                <a:lnTo>
                  <a:pt x="405383" y="213359"/>
                </a:lnTo>
                <a:lnTo>
                  <a:pt x="411480" y="195071"/>
                </a:lnTo>
                <a:lnTo>
                  <a:pt x="414528" y="179831"/>
                </a:lnTo>
                <a:lnTo>
                  <a:pt x="402336" y="179831"/>
                </a:lnTo>
                <a:lnTo>
                  <a:pt x="402336" y="176783"/>
                </a:lnTo>
                <a:close/>
              </a:path>
              <a:path w="417830" h="326389">
                <a:moveTo>
                  <a:pt x="12192" y="176783"/>
                </a:moveTo>
                <a:lnTo>
                  <a:pt x="12192" y="179831"/>
                </a:lnTo>
                <a:lnTo>
                  <a:pt x="12801" y="179831"/>
                </a:lnTo>
                <a:lnTo>
                  <a:pt x="12192" y="176783"/>
                </a:lnTo>
                <a:close/>
              </a:path>
              <a:path w="417830" h="326389">
                <a:moveTo>
                  <a:pt x="414528" y="146303"/>
                </a:moveTo>
                <a:lnTo>
                  <a:pt x="402336" y="146303"/>
                </a:lnTo>
                <a:lnTo>
                  <a:pt x="402336" y="179831"/>
                </a:lnTo>
                <a:lnTo>
                  <a:pt x="414528" y="179831"/>
                </a:lnTo>
                <a:lnTo>
                  <a:pt x="417575" y="161543"/>
                </a:lnTo>
                <a:lnTo>
                  <a:pt x="414528" y="146303"/>
                </a:lnTo>
                <a:close/>
              </a:path>
              <a:path w="417830" h="326389">
                <a:moveTo>
                  <a:pt x="12700" y="146303"/>
                </a:moveTo>
                <a:lnTo>
                  <a:pt x="12192" y="146303"/>
                </a:lnTo>
                <a:lnTo>
                  <a:pt x="12192" y="149351"/>
                </a:lnTo>
                <a:lnTo>
                  <a:pt x="12700" y="146303"/>
                </a:lnTo>
                <a:close/>
              </a:path>
              <a:path w="417830" h="326389">
                <a:moveTo>
                  <a:pt x="289560" y="12191"/>
                </a:moveTo>
                <a:lnTo>
                  <a:pt x="228600" y="12191"/>
                </a:lnTo>
                <a:lnTo>
                  <a:pt x="265175" y="18287"/>
                </a:lnTo>
                <a:lnTo>
                  <a:pt x="301751" y="30479"/>
                </a:lnTo>
                <a:lnTo>
                  <a:pt x="347472" y="54863"/>
                </a:lnTo>
                <a:lnTo>
                  <a:pt x="381000" y="91439"/>
                </a:lnTo>
                <a:lnTo>
                  <a:pt x="387095" y="103631"/>
                </a:lnTo>
                <a:lnTo>
                  <a:pt x="396239" y="118871"/>
                </a:lnTo>
                <a:lnTo>
                  <a:pt x="402336" y="149351"/>
                </a:lnTo>
                <a:lnTo>
                  <a:pt x="402336" y="146303"/>
                </a:lnTo>
                <a:lnTo>
                  <a:pt x="414528" y="146303"/>
                </a:lnTo>
                <a:lnTo>
                  <a:pt x="411480" y="128015"/>
                </a:lnTo>
                <a:lnTo>
                  <a:pt x="399288" y="97536"/>
                </a:lnTo>
                <a:lnTo>
                  <a:pt x="390144" y="85343"/>
                </a:lnTo>
                <a:lnTo>
                  <a:pt x="381000" y="70103"/>
                </a:lnTo>
                <a:lnTo>
                  <a:pt x="368807" y="57912"/>
                </a:lnTo>
                <a:lnTo>
                  <a:pt x="353568" y="45719"/>
                </a:lnTo>
                <a:lnTo>
                  <a:pt x="323088" y="27431"/>
                </a:lnTo>
                <a:lnTo>
                  <a:pt x="304800" y="18287"/>
                </a:lnTo>
                <a:lnTo>
                  <a:pt x="289560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75533" y="27299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942328" y="2734056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52984" y="3048"/>
                </a:moveTo>
                <a:lnTo>
                  <a:pt x="167639" y="3048"/>
                </a:lnTo>
                <a:lnTo>
                  <a:pt x="149351" y="9144"/>
                </a:lnTo>
                <a:lnTo>
                  <a:pt x="128016" y="15240"/>
                </a:lnTo>
                <a:lnTo>
                  <a:pt x="109727" y="21336"/>
                </a:lnTo>
                <a:lnTo>
                  <a:pt x="94487" y="30480"/>
                </a:lnTo>
                <a:lnTo>
                  <a:pt x="76200" y="39624"/>
                </a:lnTo>
                <a:lnTo>
                  <a:pt x="64008" y="48768"/>
                </a:lnTo>
                <a:lnTo>
                  <a:pt x="48768" y="60960"/>
                </a:lnTo>
                <a:lnTo>
                  <a:pt x="36575" y="73152"/>
                </a:lnTo>
                <a:lnTo>
                  <a:pt x="27432" y="88392"/>
                </a:lnTo>
                <a:lnTo>
                  <a:pt x="18287" y="100584"/>
                </a:lnTo>
                <a:lnTo>
                  <a:pt x="6096" y="131064"/>
                </a:lnTo>
                <a:lnTo>
                  <a:pt x="3048" y="149352"/>
                </a:lnTo>
                <a:lnTo>
                  <a:pt x="0" y="164592"/>
                </a:lnTo>
                <a:lnTo>
                  <a:pt x="12192" y="216408"/>
                </a:lnTo>
                <a:lnTo>
                  <a:pt x="27432" y="243840"/>
                </a:lnTo>
                <a:lnTo>
                  <a:pt x="36575" y="259080"/>
                </a:lnTo>
                <a:lnTo>
                  <a:pt x="94487" y="301752"/>
                </a:lnTo>
                <a:lnTo>
                  <a:pt x="149351" y="323088"/>
                </a:lnTo>
                <a:lnTo>
                  <a:pt x="188975" y="329184"/>
                </a:lnTo>
                <a:lnTo>
                  <a:pt x="231648" y="329184"/>
                </a:lnTo>
                <a:lnTo>
                  <a:pt x="252984" y="326136"/>
                </a:lnTo>
                <a:lnTo>
                  <a:pt x="271272" y="323088"/>
                </a:lnTo>
                <a:lnTo>
                  <a:pt x="292608" y="316992"/>
                </a:lnTo>
                <a:lnTo>
                  <a:pt x="188975" y="316992"/>
                </a:lnTo>
                <a:lnTo>
                  <a:pt x="152400" y="310896"/>
                </a:lnTo>
                <a:lnTo>
                  <a:pt x="115824" y="298704"/>
                </a:lnTo>
                <a:lnTo>
                  <a:pt x="70104" y="271272"/>
                </a:lnTo>
                <a:lnTo>
                  <a:pt x="36575" y="237744"/>
                </a:lnTo>
                <a:lnTo>
                  <a:pt x="30480" y="222504"/>
                </a:lnTo>
                <a:lnTo>
                  <a:pt x="21336" y="210312"/>
                </a:lnTo>
                <a:lnTo>
                  <a:pt x="15239" y="179832"/>
                </a:lnTo>
                <a:lnTo>
                  <a:pt x="15239" y="149352"/>
                </a:lnTo>
                <a:lnTo>
                  <a:pt x="18287" y="134112"/>
                </a:lnTo>
                <a:lnTo>
                  <a:pt x="21336" y="121920"/>
                </a:lnTo>
                <a:lnTo>
                  <a:pt x="30480" y="106680"/>
                </a:lnTo>
                <a:lnTo>
                  <a:pt x="36575" y="94488"/>
                </a:lnTo>
                <a:lnTo>
                  <a:pt x="48768" y="82296"/>
                </a:lnTo>
                <a:lnTo>
                  <a:pt x="57912" y="70104"/>
                </a:lnTo>
                <a:lnTo>
                  <a:pt x="70104" y="57912"/>
                </a:lnTo>
                <a:lnTo>
                  <a:pt x="100584" y="39624"/>
                </a:lnTo>
                <a:lnTo>
                  <a:pt x="115824" y="33528"/>
                </a:lnTo>
                <a:lnTo>
                  <a:pt x="134112" y="24384"/>
                </a:lnTo>
                <a:lnTo>
                  <a:pt x="188975" y="15240"/>
                </a:lnTo>
                <a:lnTo>
                  <a:pt x="295656" y="15240"/>
                </a:lnTo>
                <a:lnTo>
                  <a:pt x="289560" y="12192"/>
                </a:lnTo>
                <a:lnTo>
                  <a:pt x="271272" y="9144"/>
                </a:lnTo>
                <a:lnTo>
                  <a:pt x="252984" y="3048"/>
                </a:lnTo>
                <a:close/>
              </a:path>
              <a:path w="417829" h="329564">
                <a:moveTo>
                  <a:pt x="295656" y="15240"/>
                </a:moveTo>
                <a:lnTo>
                  <a:pt x="231648" y="15240"/>
                </a:lnTo>
                <a:lnTo>
                  <a:pt x="286512" y="24384"/>
                </a:lnTo>
                <a:lnTo>
                  <a:pt x="304800" y="33528"/>
                </a:lnTo>
                <a:lnTo>
                  <a:pt x="320039" y="39624"/>
                </a:lnTo>
                <a:lnTo>
                  <a:pt x="350520" y="57912"/>
                </a:lnTo>
                <a:lnTo>
                  <a:pt x="362712" y="70104"/>
                </a:lnTo>
                <a:lnTo>
                  <a:pt x="371856" y="82296"/>
                </a:lnTo>
                <a:lnTo>
                  <a:pt x="384048" y="94488"/>
                </a:lnTo>
                <a:lnTo>
                  <a:pt x="390144" y="106680"/>
                </a:lnTo>
                <a:lnTo>
                  <a:pt x="402336" y="137160"/>
                </a:lnTo>
                <a:lnTo>
                  <a:pt x="405384" y="149352"/>
                </a:lnTo>
                <a:lnTo>
                  <a:pt x="405384" y="179832"/>
                </a:lnTo>
                <a:lnTo>
                  <a:pt x="402336" y="195072"/>
                </a:lnTo>
                <a:lnTo>
                  <a:pt x="390144" y="225552"/>
                </a:lnTo>
                <a:lnTo>
                  <a:pt x="384048" y="237744"/>
                </a:lnTo>
                <a:lnTo>
                  <a:pt x="371856" y="249936"/>
                </a:lnTo>
                <a:lnTo>
                  <a:pt x="362712" y="262128"/>
                </a:lnTo>
                <a:lnTo>
                  <a:pt x="350520" y="271272"/>
                </a:lnTo>
                <a:lnTo>
                  <a:pt x="335280" y="283464"/>
                </a:lnTo>
                <a:lnTo>
                  <a:pt x="320039" y="289560"/>
                </a:lnTo>
                <a:lnTo>
                  <a:pt x="304800" y="298704"/>
                </a:lnTo>
                <a:lnTo>
                  <a:pt x="268224" y="310896"/>
                </a:lnTo>
                <a:lnTo>
                  <a:pt x="249936" y="313944"/>
                </a:lnTo>
                <a:lnTo>
                  <a:pt x="228600" y="316992"/>
                </a:lnTo>
                <a:lnTo>
                  <a:pt x="292608" y="316992"/>
                </a:lnTo>
                <a:lnTo>
                  <a:pt x="356616" y="283464"/>
                </a:lnTo>
                <a:lnTo>
                  <a:pt x="402336" y="228600"/>
                </a:lnTo>
                <a:lnTo>
                  <a:pt x="417575" y="182880"/>
                </a:lnTo>
                <a:lnTo>
                  <a:pt x="417575" y="149352"/>
                </a:lnTo>
                <a:lnTo>
                  <a:pt x="414527" y="131064"/>
                </a:lnTo>
                <a:lnTo>
                  <a:pt x="402336" y="100584"/>
                </a:lnTo>
                <a:lnTo>
                  <a:pt x="393192" y="85344"/>
                </a:lnTo>
                <a:lnTo>
                  <a:pt x="381000" y="73152"/>
                </a:lnTo>
                <a:lnTo>
                  <a:pt x="371856" y="60960"/>
                </a:lnTo>
                <a:lnTo>
                  <a:pt x="356616" y="48768"/>
                </a:lnTo>
                <a:lnTo>
                  <a:pt x="341375" y="39624"/>
                </a:lnTo>
                <a:lnTo>
                  <a:pt x="326136" y="27432"/>
                </a:lnTo>
                <a:lnTo>
                  <a:pt x="307848" y="21336"/>
                </a:lnTo>
                <a:lnTo>
                  <a:pt x="295656" y="15240"/>
                </a:lnTo>
                <a:close/>
              </a:path>
              <a:path w="417829" h="329564">
                <a:moveTo>
                  <a:pt x="210312" y="0"/>
                </a:moveTo>
                <a:lnTo>
                  <a:pt x="188975" y="3048"/>
                </a:lnTo>
                <a:lnTo>
                  <a:pt x="231648" y="3048"/>
                </a:lnTo>
                <a:lnTo>
                  <a:pt x="21031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063741" y="2720848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79673" y="2270761"/>
            <a:ext cx="1405255" cy="497205"/>
          </a:xfrm>
          <a:custGeom>
            <a:avLst/>
            <a:gdLst/>
            <a:ahLst/>
            <a:cxnLst/>
            <a:rect l="l" t="t" r="r" b="b"/>
            <a:pathLst>
              <a:path w="1405254" h="497205">
                <a:moveTo>
                  <a:pt x="1395983" y="0"/>
                </a:moveTo>
                <a:lnTo>
                  <a:pt x="0" y="469391"/>
                </a:lnTo>
                <a:lnTo>
                  <a:pt x="9143" y="496824"/>
                </a:lnTo>
                <a:lnTo>
                  <a:pt x="1405127" y="27431"/>
                </a:lnTo>
                <a:lnTo>
                  <a:pt x="139598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38368" y="2276856"/>
            <a:ext cx="1381125" cy="481965"/>
          </a:xfrm>
          <a:custGeom>
            <a:avLst/>
            <a:gdLst/>
            <a:ahLst/>
            <a:cxnLst/>
            <a:rect l="l" t="t" r="r" b="b"/>
            <a:pathLst>
              <a:path w="1381125" h="481964">
                <a:moveTo>
                  <a:pt x="9144" y="0"/>
                </a:moveTo>
                <a:lnTo>
                  <a:pt x="0" y="24384"/>
                </a:lnTo>
                <a:lnTo>
                  <a:pt x="1371600" y="481584"/>
                </a:lnTo>
                <a:lnTo>
                  <a:pt x="1380744" y="457200"/>
                </a:lnTo>
                <a:lnTo>
                  <a:pt x="914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652257" y="3221735"/>
            <a:ext cx="2411095" cy="2274982"/>
          </a:xfrm>
          <a:prstGeom prst="rect">
            <a:avLst/>
          </a:prstGeom>
          <a:solidFill>
            <a:srgbClr val="CDCDCD"/>
          </a:solidFill>
        </p:spPr>
        <p:txBody>
          <a:bodyPr vert="horz" wrap="square" lIns="0" tIns="40640" rIns="0" bIns="0" rtlCol="0">
            <a:spAutoFit/>
          </a:bodyPr>
          <a:lstStyle/>
          <a:p>
            <a:pPr marL="237490" marR="493395">
              <a:lnSpc>
                <a:spcPct val="200000"/>
              </a:lnSpc>
              <a:spcBef>
                <a:spcPts val="320"/>
              </a:spcBef>
            </a:pPr>
            <a:r>
              <a:rPr sz="1600" dirty="0">
                <a:latin typeface="Verdana"/>
                <a:cs typeface="Verdana"/>
              </a:rPr>
              <a:t>Queue </a:t>
            </a:r>
            <a:r>
              <a:rPr sz="1600" spc="5" dirty="0">
                <a:latin typeface="Verdana"/>
                <a:cs typeface="Verdana"/>
              </a:rPr>
              <a:t>= {A,</a:t>
            </a:r>
            <a:r>
              <a:rPr sz="1600" spc="-120" dirty="0">
                <a:latin typeface="Verdana"/>
                <a:cs typeface="Verdana"/>
              </a:rPr>
              <a:t> </a:t>
            </a:r>
            <a:r>
              <a:rPr sz="1600" spc="5" dirty="0">
                <a:latin typeface="Verdana"/>
                <a:cs typeface="Verdana"/>
              </a:rPr>
              <a:t>D}  </a:t>
            </a:r>
            <a:r>
              <a:rPr sz="1600" dirty="0">
                <a:latin typeface="Verdana"/>
                <a:cs typeface="Verdana"/>
              </a:rPr>
              <a:t>Select </a:t>
            </a:r>
            <a:r>
              <a:rPr sz="1600" spc="5" dirty="0">
                <a:latin typeface="Verdana"/>
                <a:cs typeface="Verdana"/>
              </a:rPr>
              <a:t>A  </a:t>
            </a:r>
            <a:r>
              <a:rPr sz="1600" dirty="0">
                <a:latin typeface="Verdana"/>
                <a:cs typeface="Verdana"/>
              </a:rPr>
              <a:t>Goal(A) </a:t>
            </a:r>
            <a:r>
              <a:rPr sz="1600" spc="5" dirty="0">
                <a:latin typeface="Verdana"/>
                <a:cs typeface="Verdana"/>
              </a:rPr>
              <a:t>=</a:t>
            </a:r>
            <a:r>
              <a:rPr sz="1600" spc="-114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true?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 marL="237490">
              <a:spcBef>
                <a:spcPts val="1655"/>
              </a:spcBef>
            </a:pPr>
            <a:r>
              <a:rPr sz="1600" spc="10" dirty="0">
                <a:latin typeface="Verdana"/>
                <a:cs typeface="Verdana"/>
              </a:rPr>
              <a:t>If </a:t>
            </a:r>
            <a:r>
              <a:rPr sz="1600" dirty="0">
                <a:latin typeface="Verdana"/>
                <a:cs typeface="Verdana"/>
              </a:rPr>
              <a:t>not,</a:t>
            </a:r>
            <a:r>
              <a:rPr sz="1600" spc="-1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Expand(A)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46160" y="3215640"/>
            <a:ext cx="2426335" cy="2707005"/>
          </a:xfrm>
          <a:custGeom>
            <a:avLst/>
            <a:gdLst/>
            <a:ahLst/>
            <a:cxnLst/>
            <a:rect l="l" t="t" r="r" b="b"/>
            <a:pathLst>
              <a:path w="2426334" h="2707004">
                <a:moveTo>
                  <a:pt x="2426208" y="0"/>
                </a:moveTo>
                <a:lnTo>
                  <a:pt x="0" y="0"/>
                </a:lnTo>
                <a:lnTo>
                  <a:pt x="0" y="2706624"/>
                </a:lnTo>
                <a:lnTo>
                  <a:pt x="2426208" y="2706624"/>
                </a:lnTo>
                <a:lnTo>
                  <a:pt x="2426208" y="2700528"/>
                </a:lnTo>
                <a:lnTo>
                  <a:pt x="12192" y="2700528"/>
                </a:lnTo>
                <a:lnTo>
                  <a:pt x="6096" y="2694432"/>
                </a:lnTo>
                <a:lnTo>
                  <a:pt x="12192" y="2694432"/>
                </a:lnTo>
                <a:lnTo>
                  <a:pt x="12192" y="12192"/>
                </a:lnTo>
                <a:lnTo>
                  <a:pt x="6096" y="12192"/>
                </a:lnTo>
                <a:lnTo>
                  <a:pt x="12192" y="6096"/>
                </a:lnTo>
                <a:lnTo>
                  <a:pt x="2426208" y="6096"/>
                </a:lnTo>
                <a:lnTo>
                  <a:pt x="2426208" y="0"/>
                </a:lnTo>
                <a:close/>
              </a:path>
              <a:path w="2426334" h="2707004">
                <a:moveTo>
                  <a:pt x="12192" y="2694432"/>
                </a:moveTo>
                <a:lnTo>
                  <a:pt x="6096" y="2694432"/>
                </a:lnTo>
                <a:lnTo>
                  <a:pt x="12192" y="2700528"/>
                </a:lnTo>
                <a:lnTo>
                  <a:pt x="12192" y="2694432"/>
                </a:lnTo>
                <a:close/>
              </a:path>
              <a:path w="2426334" h="2707004">
                <a:moveTo>
                  <a:pt x="2410968" y="2694432"/>
                </a:moveTo>
                <a:lnTo>
                  <a:pt x="12192" y="2694432"/>
                </a:lnTo>
                <a:lnTo>
                  <a:pt x="12192" y="2700528"/>
                </a:lnTo>
                <a:lnTo>
                  <a:pt x="2410968" y="2700528"/>
                </a:lnTo>
                <a:lnTo>
                  <a:pt x="2410968" y="2694432"/>
                </a:lnTo>
                <a:close/>
              </a:path>
              <a:path w="2426334" h="2707004">
                <a:moveTo>
                  <a:pt x="2410968" y="6096"/>
                </a:moveTo>
                <a:lnTo>
                  <a:pt x="2410968" y="2700528"/>
                </a:lnTo>
                <a:lnTo>
                  <a:pt x="2417064" y="2694432"/>
                </a:lnTo>
                <a:lnTo>
                  <a:pt x="2426208" y="2694432"/>
                </a:lnTo>
                <a:lnTo>
                  <a:pt x="2426208" y="12192"/>
                </a:lnTo>
                <a:lnTo>
                  <a:pt x="2417064" y="12192"/>
                </a:lnTo>
                <a:lnTo>
                  <a:pt x="2410968" y="6096"/>
                </a:lnTo>
                <a:close/>
              </a:path>
              <a:path w="2426334" h="2707004">
                <a:moveTo>
                  <a:pt x="2426208" y="2694432"/>
                </a:moveTo>
                <a:lnTo>
                  <a:pt x="2417064" y="2694432"/>
                </a:lnTo>
                <a:lnTo>
                  <a:pt x="2410968" y="2700528"/>
                </a:lnTo>
                <a:lnTo>
                  <a:pt x="2426208" y="2700528"/>
                </a:lnTo>
                <a:lnTo>
                  <a:pt x="2426208" y="2694432"/>
                </a:lnTo>
                <a:close/>
              </a:path>
              <a:path w="2426334" h="2707004">
                <a:moveTo>
                  <a:pt x="12192" y="6096"/>
                </a:moveTo>
                <a:lnTo>
                  <a:pt x="6096" y="12192"/>
                </a:lnTo>
                <a:lnTo>
                  <a:pt x="12192" y="12192"/>
                </a:lnTo>
                <a:lnTo>
                  <a:pt x="12192" y="6096"/>
                </a:lnTo>
                <a:close/>
              </a:path>
              <a:path w="2426334" h="2707004">
                <a:moveTo>
                  <a:pt x="2410968" y="6096"/>
                </a:moveTo>
                <a:lnTo>
                  <a:pt x="12192" y="6096"/>
                </a:lnTo>
                <a:lnTo>
                  <a:pt x="12192" y="12192"/>
                </a:lnTo>
                <a:lnTo>
                  <a:pt x="2410968" y="12192"/>
                </a:lnTo>
                <a:lnTo>
                  <a:pt x="2410968" y="6096"/>
                </a:lnTo>
                <a:close/>
              </a:path>
              <a:path w="2426334" h="2707004">
                <a:moveTo>
                  <a:pt x="2426208" y="6096"/>
                </a:moveTo>
                <a:lnTo>
                  <a:pt x="2410968" y="6096"/>
                </a:lnTo>
                <a:lnTo>
                  <a:pt x="2417064" y="12192"/>
                </a:lnTo>
                <a:lnTo>
                  <a:pt x="2426208" y="12192"/>
                </a:lnTo>
                <a:lnTo>
                  <a:pt x="2426208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48939" y="880872"/>
            <a:ext cx="281559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BFS Search</a:t>
            </a:r>
            <a:r>
              <a:rPr sz="2400" b="1" spc="-5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57367" y="2054352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2"/>
                </a:lnTo>
                <a:lnTo>
                  <a:pt x="76200" y="36575"/>
                </a:lnTo>
                <a:lnTo>
                  <a:pt x="60960" y="48768"/>
                </a:lnTo>
                <a:lnTo>
                  <a:pt x="45720" y="57912"/>
                </a:lnTo>
                <a:lnTo>
                  <a:pt x="15240" y="100584"/>
                </a:lnTo>
                <a:lnTo>
                  <a:pt x="0" y="146303"/>
                </a:lnTo>
                <a:lnTo>
                  <a:pt x="0" y="182880"/>
                </a:lnTo>
                <a:lnTo>
                  <a:pt x="3048" y="198120"/>
                </a:lnTo>
                <a:lnTo>
                  <a:pt x="15240" y="228600"/>
                </a:lnTo>
                <a:lnTo>
                  <a:pt x="24384" y="243839"/>
                </a:lnTo>
                <a:lnTo>
                  <a:pt x="36576" y="256032"/>
                </a:lnTo>
                <a:lnTo>
                  <a:pt x="45720" y="268224"/>
                </a:lnTo>
                <a:lnTo>
                  <a:pt x="76200" y="292608"/>
                </a:lnTo>
                <a:lnTo>
                  <a:pt x="91440" y="301751"/>
                </a:lnTo>
                <a:lnTo>
                  <a:pt x="109728" y="307848"/>
                </a:lnTo>
                <a:lnTo>
                  <a:pt x="128016" y="316992"/>
                </a:lnTo>
                <a:lnTo>
                  <a:pt x="146304" y="320039"/>
                </a:lnTo>
                <a:lnTo>
                  <a:pt x="164592" y="326136"/>
                </a:lnTo>
                <a:lnTo>
                  <a:pt x="185928" y="329184"/>
                </a:lnTo>
                <a:lnTo>
                  <a:pt x="207264" y="329184"/>
                </a:lnTo>
                <a:lnTo>
                  <a:pt x="228600" y="326136"/>
                </a:lnTo>
                <a:lnTo>
                  <a:pt x="249936" y="326136"/>
                </a:lnTo>
                <a:lnTo>
                  <a:pt x="268224" y="320039"/>
                </a:lnTo>
                <a:lnTo>
                  <a:pt x="289560" y="316992"/>
                </a:lnTo>
                <a:lnTo>
                  <a:pt x="207264" y="316992"/>
                </a:lnTo>
                <a:lnTo>
                  <a:pt x="185928" y="313944"/>
                </a:lnTo>
                <a:lnTo>
                  <a:pt x="167640" y="313944"/>
                </a:lnTo>
                <a:lnTo>
                  <a:pt x="149352" y="307848"/>
                </a:lnTo>
                <a:lnTo>
                  <a:pt x="131064" y="304800"/>
                </a:lnTo>
                <a:lnTo>
                  <a:pt x="112776" y="295656"/>
                </a:lnTo>
                <a:lnTo>
                  <a:pt x="97536" y="289560"/>
                </a:lnTo>
                <a:lnTo>
                  <a:pt x="67056" y="271272"/>
                </a:lnTo>
                <a:lnTo>
                  <a:pt x="54864" y="259080"/>
                </a:lnTo>
                <a:lnTo>
                  <a:pt x="45720" y="246887"/>
                </a:lnTo>
                <a:lnTo>
                  <a:pt x="33528" y="234696"/>
                </a:lnTo>
                <a:lnTo>
                  <a:pt x="27432" y="222503"/>
                </a:lnTo>
                <a:lnTo>
                  <a:pt x="21336" y="207263"/>
                </a:lnTo>
                <a:lnTo>
                  <a:pt x="15240" y="195072"/>
                </a:lnTo>
                <a:lnTo>
                  <a:pt x="12192" y="179832"/>
                </a:lnTo>
                <a:lnTo>
                  <a:pt x="12192" y="149351"/>
                </a:lnTo>
                <a:lnTo>
                  <a:pt x="15240" y="134112"/>
                </a:lnTo>
                <a:lnTo>
                  <a:pt x="21336" y="118872"/>
                </a:lnTo>
                <a:lnTo>
                  <a:pt x="27432" y="106680"/>
                </a:lnTo>
                <a:lnTo>
                  <a:pt x="33528" y="91439"/>
                </a:lnTo>
                <a:lnTo>
                  <a:pt x="45720" y="79248"/>
                </a:lnTo>
                <a:lnTo>
                  <a:pt x="54864" y="67056"/>
                </a:lnTo>
                <a:lnTo>
                  <a:pt x="67056" y="57912"/>
                </a:lnTo>
                <a:lnTo>
                  <a:pt x="112776" y="30480"/>
                </a:lnTo>
                <a:lnTo>
                  <a:pt x="149352" y="18287"/>
                </a:lnTo>
                <a:lnTo>
                  <a:pt x="167640" y="15239"/>
                </a:lnTo>
                <a:lnTo>
                  <a:pt x="188976" y="12192"/>
                </a:lnTo>
                <a:lnTo>
                  <a:pt x="289560" y="12192"/>
                </a:lnTo>
                <a:lnTo>
                  <a:pt x="268224" y="6096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29" h="329564">
                <a:moveTo>
                  <a:pt x="289560" y="12192"/>
                </a:moveTo>
                <a:lnTo>
                  <a:pt x="228600" y="12192"/>
                </a:lnTo>
                <a:lnTo>
                  <a:pt x="265176" y="18287"/>
                </a:lnTo>
                <a:lnTo>
                  <a:pt x="301752" y="30480"/>
                </a:lnTo>
                <a:lnTo>
                  <a:pt x="347472" y="57912"/>
                </a:lnTo>
                <a:lnTo>
                  <a:pt x="381000" y="91439"/>
                </a:lnTo>
                <a:lnTo>
                  <a:pt x="402336" y="149351"/>
                </a:lnTo>
                <a:lnTo>
                  <a:pt x="402336" y="179832"/>
                </a:lnTo>
                <a:lnTo>
                  <a:pt x="381000" y="234696"/>
                </a:lnTo>
                <a:lnTo>
                  <a:pt x="359664" y="259080"/>
                </a:lnTo>
                <a:lnTo>
                  <a:pt x="347472" y="271272"/>
                </a:lnTo>
                <a:lnTo>
                  <a:pt x="301752" y="298703"/>
                </a:lnTo>
                <a:lnTo>
                  <a:pt x="283464" y="304800"/>
                </a:lnTo>
                <a:lnTo>
                  <a:pt x="265176" y="307848"/>
                </a:lnTo>
                <a:lnTo>
                  <a:pt x="246887" y="313944"/>
                </a:lnTo>
                <a:lnTo>
                  <a:pt x="228600" y="313944"/>
                </a:lnTo>
                <a:lnTo>
                  <a:pt x="207264" y="316992"/>
                </a:lnTo>
                <a:lnTo>
                  <a:pt x="289560" y="316992"/>
                </a:lnTo>
                <a:lnTo>
                  <a:pt x="307848" y="307848"/>
                </a:lnTo>
                <a:lnTo>
                  <a:pt x="323088" y="301751"/>
                </a:lnTo>
                <a:lnTo>
                  <a:pt x="341376" y="292608"/>
                </a:lnTo>
                <a:lnTo>
                  <a:pt x="353568" y="280415"/>
                </a:lnTo>
                <a:lnTo>
                  <a:pt x="368808" y="268224"/>
                </a:lnTo>
                <a:lnTo>
                  <a:pt x="399288" y="228600"/>
                </a:lnTo>
                <a:lnTo>
                  <a:pt x="414528" y="182880"/>
                </a:lnTo>
                <a:lnTo>
                  <a:pt x="414528" y="179832"/>
                </a:lnTo>
                <a:lnTo>
                  <a:pt x="417576" y="164592"/>
                </a:lnTo>
                <a:lnTo>
                  <a:pt x="399288" y="100584"/>
                </a:lnTo>
                <a:lnTo>
                  <a:pt x="368808" y="57912"/>
                </a:lnTo>
                <a:lnTo>
                  <a:pt x="323088" y="27432"/>
                </a:lnTo>
                <a:lnTo>
                  <a:pt x="304800" y="18287"/>
                </a:lnTo>
                <a:lnTo>
                  <a:pt x="289560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B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C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42020" y="2548129"/>
            <a:ext cx="240220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1061085" algn="l"/>
                <a:tab pos="2261870" algn="l"/>
              </a:tabLst>
            </a:pPr>
            <a:r>
              <a:rPr sz="2700" spc="-7" baseline="1543" dirty="0">
                <a:latin typeface="Times New Roman"/>
                <a:cs typeface="Times New Roman"/>
              </a:rPr>
              <a:t>D	</a:t>
            </a:r>
            <a:r>
              <a:rPr spc="-5" dirty="0">
                <a:latin typeface="Times New Roman"/>
                <a:cs typeface="Times New Roman"/>
              </a:rPr>
              <a:t>E	</a:t>
            </a:r>
            <a:r>
              <a:rPr sz="2700" spc="-7" baseline="1543" dirty="0">
                <a:latin typeface="Times New Roman"/>
                <a:cs typeface="Times New Roman"/>
              </a:rPr>
              <a:t>F</a:t>
            </a:r>
            <a:endParaRPr sz="2700" baseline="154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93744" y="2749295"/>
            <a:ext cx="417830" cy="326390"/>
          </a:xfrm>
          <a:custGeom>
            <a:avLst/>
            <a:gdLst/>
            <a:ahLst/>
            <a:cxnLst/>
            <a:rect l="l" t="t" r="r" b="b"/>
            <a:pathLst>
              <a:path w="417830" h="326389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1"/>
                </a:lnTo>
                <a:lnTo>
                  <a:pt x="60960" y="45719"/>
                </a:lnTo>
                <a:lnTo>
                  <a:pt x="24383" y="85343"/>
                </a:lnTo>
                <a:lnTo>
                  <a:pt x="15239" y="97536"/>
                </a:lnTo>
                <a:lnTo>
                  <a:pt x="9143" y="112775"/>
                </a:lnTo>
                <a:lnTo>
                  <a:pt x="3048" y="131063"/>
                </a:lnTo>
                <a:lnTo>
                  <a:pt x="0" y="146303"/>
                </a:lnTo>
                <a:lnTo>
                  <a:pt x="0" y="179831"/>
                </a:lnTo>
                <a:lnTo>
                  <a:pt x="3048" y="198119"/>
                </a:lnTo>
                <a:lnTo>
                  <a:pt x="15239" y="228600"/>
                </a:lnTo>
                <a:lnTo>
                  <a:pt x="24383" y="240791"/>
                </a:lnTo>
                <a:lnTo>
                  <a:pt x="36575" y="256031"/>
                </a:lnTo>
                <a:lnTo>
                  <a:pt x="45719" y="268224"/>
                </a:lnTo>
                <a:lnTo>
                  <a:pt x="91439" y="298703"/>
                </a:lnTo>
                <a:lnTo>
                  <a:pt x="146304" y="320039"/>
                </a:lnTo>
                <a:lnTo>
                  <a:pt x="185928" y="326136"/>
                </a:lnTo>
                <a:lnTo>
                  <a:pt x="228600" y="326136"/>
                </a:lnTo>
                <a:lnTo>
                  <a:pt x="249936" y="323088"/>
                </a:lnTo>
                <a:lnTo>
                  <a:pt x="268224" y="320039"/>
                </a:lnTo>
                <a:lnTo>
                  <a:pt x="289560" y="313943"/>
                </a:lnTo>
                <a:lnTo>
                  <a:pt x="185928" y="313943"/>
                </a:lnTo>
                <a:lnTo>
                  <a:pt x="149351" y="307848"/>
                </a:lnTo>
                <a:lnTo>
                  <a:pt x="112775" y="295655"/>
                </a:lnTo>
                <a:lnTo>
                  <a:pt x="97536" y="289559"/>
                </a:lnTo>
                <a:lnTo>
                  <a:pt x="82295" y="280415"/>
                </a:lnTo>
                <a:lnTo>
                  <a:pt x="67056" y="268224"/>
                </a:lnTo>
                <a:lnTo>
                  <a:pt x="54863" y="259079"/>
                </a:lnTo>
                <a:lnTo>
                  <a:pt x="45719" y="246887"/>
                </a:lnTo>
                <a:lnTo>
                  <a:pt x="33528" y="234695"/>
                </a:lnTo>
                <a:lnTo>
                  <a:pt x="27431" y="222503"/>
                </a:lnTo>
                <a:lnTo>
                  <a:pt x="15239" y="192024"/>
                </a:lnTo>
                <a:lnTo>
                  <a:pt x="12801" y="179831"/>
                </a:lnTo>
                <a:lnTo>
                  <a:pt x="12192" y="179831"/>
                </a:lnTo>
                <a:lnTo>
                  <a:pt x="12192" y="146303"/>
                </a:lnTo>
                <a:lnTo>
                  <a:pt x="12700" y="146303"/>
                </a:lnTo>
                <a:lnTo>
                  <a:pt x="15239" y="131063"/>
                </a:lnTo>
                <a:lnTo>
                  <a:pt x="21336" y="118871"/>
                </a:lnTo>
                <a:lnTo>
                  <a:pt x="27431" y="103631"/>
                </a:lnTo>
                <a:lnTo>
                  <a:pt x="33528" y="91439"/>
                </a:lnTo>
                <a:lnTo>
                  <a:pt x="45719" y="79248"/>
                </a:lnTo>
                <a:lnTo>
                  <a:pt x="54863" y="67055"/>
                </a:lnTo>
                <a:lnTo>
                  <a:pt x="67056" y="54863"/>
                </a:lnTo>
                <a:lnTo>
                  <a:pt x="112775" y="30479"/>
                </a:lnTo>
                <a:lnTo>
                  <a:pt x="149351" y="18287"/>
                </a:lnTo>
                <a:lnTo>
                  <a:pt x="188975" y="12191"/>
                </a:lnTo>
                <a:lnTo>
                  <a:pt x="289560" y="12191"/>
                </a:lnTo>
                <a:lnTo>
                  <a:pt x="268224" y="6095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30" h="326389">
                <a:moveTo>
                  <a:pt x="402336" y="176783"/>
                </a:moveTo>
                <a:lnTo>
                  <a:pt x="399288" y="192024"/>
                </a:lnTo>
                <a:lnTo>
                  <a:pt x="387095" y="222503"/>
                </a:lnTo>
                <a:lnTo>
                  <a:pt x="381000" y="234695"/>
                </a:lnTo>
                <a:lnTo>
                  <a:pt x="368807" y="246887"/>
                </a:lnTo>
                <a:lnTo>
                  <a:pt x="359663" y="259079"/>
                </a:lnTo>
                <a:lnTo>
                  <a:pt x="316992" y="289559"/>
                </a:lnTo>
                <a:lnTo>
                  <a:pt x="265175" y="307848"/>
                </a:lnTo>
                <a:lnTo>
                  <a:pt x="228600" y="313943"/>
                </a:lnTo>
                <a:lnTo>
                  <a:pt x="289560" y="313943"/>
                </a:lnTo>
                <a:lnTo>
                  <a:pt x="307848" y="307848"/>
                </a:lnTo>
                <a:lnTo>
                  <a:pt x="323088" y="298703"/>
                </a:lnTo>
                <a:lnTo>
                  <a:pt x="341375" y="289559"/>
                </a:lnTo>
                <a:lnTo>
                  <a:pt x="353568" y="280415"/>
                </a:lnTo>
                <a:lnTo>
                  <a:pt x="368807" y="268224"/>
                </a:lnTo>
                <a:lnTo>
                  <a:pt x="381000" y="256031"/>
                </a:lnTo>
                <a:lnTo>
                  <a:pt x="390144" y="240791"/>
                </a:lnTo>
                <a:lnTo>
                  <a:pt x="399288" y="228600"/>
                </a:lnTo>
                <a:lnTo>
                  <a:pt x="405383" y="213359"/>
                </a:lnTo>
                <a:lnTo>
                  <a:pt x="411480" y="195071"/>
                </a:lnTo>
                <a:lnTo>
                  <a:pt x="414528" y="179831"/>
                </a:lnTo>
                <a:lnTo>
                  <a:pt x="402336" y="179831"/>
                </a:lnTo>
                <a:lnTo>
                  <a:pt x="402336" y="176783"/>
                </a:lnTo>
                <a:close/>
              </a:path>
              <a:path w="417830" h="326389">
                <a:moveTo>
                  <a:pt x="12192" y="176783"/>
                </a:moveTo>
                <a:lnTo>
                  <a:pt x="12192" y="179831"/>
                </a:lnTo>
                <a:lnTo>
                  <a:pt x="12801" y="179831"/>
                </a:lnTo>
                <a:lnTo>
                  <a:pt x="12192" y="176783"/>
                </a:lnTo>
                <a:close/>
              </a:path>
              <a:path w="417830" h="326389">
                <a:moveTo>
                  <a:pt x="414528" y="146303"/>
                </a:moveTo>
                <a:lnTo>
                  <a:pt x="402336" y="146303"/>
                </a:lnTo>
                <a:lnTo>
                  <a:pt x="402336" y="179831"/>
                </a:lnTo>
                <a:lnTo>
                  <a:pt x="414528" y="179831"/>
                </a:lnTo>
                <a:lnTo>
                  <a:pt x="417575" y="161543"/>
                </a:lnTo>
                <a:lnTo>
                  <a:pt x="414528" y="146303"/>
                </a:lnTo>
                <a:close/>
              </a:path>
              <a:path w="417830" h="326389">
                <a:moveTo>
                  <a:pt x="12700" y="146303"/>
                </a:moveTo>
                <a:lnTo>
                  <a:pt x="12192" y="146303"/>
                </a:lnTo>
                <a:lnTo>
                  <a:pt x="12192" y="149351"/>
                </a:lnTo>
                <a:lnTo>
                  <a:pt x="12700" y="146303"/>
                </a:lnTo>
                <a:close/>
              </a:path>
              <a:path w="417830" h="326389">
                <a:moveTo>
                  <a:pt x="289560" y="12191"/>
                </a:moveTo>
                <a:lnTo>
                  <a:pt x="228600" y="12191"/>
                </a:lnTo>
                <a:lnTo>
                  <a:pt x="265175" y="18287"/>
                </a:lnTo>
                <a:lnTo>
                  <a:pt x="301751" y="30479"/>
                </a:lnTo>
                <a:lnTo>
                  <a:pt x="347472" y="54863"/>
                </a:lnTo>
                <a:lnTo>
                  <a:pt x="381000" y="91439"/>
                </a:lnTo>
                <a:lnTo>
                  <a:pt x="387095" y="103631"/>
                </a:lnTo>
                <a:lnTo>
                  <a:pt x="396239" y="118871"/>
                </a:lnTo>
                <a:lnTo>
                  <a:pt x="402336" y="149351"/>
                </a:lnTo>
                <a:lnTo>
                  <a:pt x="402336" y="146303"/>
                </a:lnTo>
                <a:lnTo>
                  <a:pt x="414528" y="146303"/>
                </a:lnTo>
                <a:lnTo>
                  <a:pt x="411480" y="128015"/>
                </a:lnTo>
                <a:lnTo>
                  <a:pt x="399288" y="97536"/>
                </a:lnTo>
                <a:lnTo>
                  <a:pt x="390144" y="85343"/>
                </a:lnTo>
                <a:lnTo>
                  <a:pt x="381000" y="70103"/>
                </a:lnTo>
                <a:lnTo>
                  <a:pt x="368807" y="57912"/>
                </a:lnTo>
                <a:lnTo>
                  <a:pt x="353568" y="45719"/>
                </a:lnTo>
                <a:lnTo>
                  <a:pt x="323088" y="27431"/>
                </a:lnTo>
                <a:lnTo>
                  <a:pt x="304800" y="18287"/>
                </a:lnTo>
                <a:lnTo>
                  <a:pt x="289560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3875533" y="27299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948424" y="2740151"/>
            <a:ext cx="405765" cy="317500"/>
          </a:xfrm>
          <a:custGeom>
            <a:avLst/>
            <a:gdLst/>
            <a:ahLst/>
            <a:cxnLst/>
            <a:rect l="l" t="t" r="r" b="b"/>
            <a:pathLst>
              <a:path w="405764" h="317500">
                <a:moveTo>
                  <a:pt x="204215" y="0"/>
                </a:moveTo>
                <a:lnTo>
                  <a:pt x="149930" y="5813"/>
                </a:lnTo>
                <a:lnTo>
                  <a:pt x="101148" y="22126"/>
                </a:lnTo>
                <a:lnTo>
                  <a:pt x="59817" y="47244"/>
                </a:lnTo>
                <a:lnTo>
                  <a:pt x="27883" y="79473"/>
                </a:lnTo>
                <a:lnTo>
                  <a:pt x="7295" y="117122"/>
                </a:lnTo>
                <a:lnTo>
                  <a:pt x="0" y="158496"/>
                </a:lnTo>
                <a:lnTo>
                  <a:pt x="7295" y="200928"/>
                </a:lnTo>
                <a:lnTo>
                  <a:pt x="27883" y="238872"/>
                </a:lnTo>
                <a:lnTo>
                  <a:pt x="59816" y="270890"/>
                </a:lnTo>
                <a:lnTo>
                  <a:pt x="101148" y="295543"/>
                </a:lnTo>
                <a:lnTo>
                  <a:pt x="149930" y="311389"/>
                </a:lnTo>
                <a:lnTo>
                  <a:pt x="204215" y="316992"/>
                </a:lnTo>
                <a:lnTo>
                  <a:pt x="258275" y="311389"/>
                </a:lnTo>
                <a:lnTo>
                  <a:pt x="306493" y="295543"/>
                </a:lnTo>
                <a:lnTo>
                  <a:pt x="347091" y="270890"/>
                </a:lnTo>
                <a:lnTo>
                  <a:pt x="378290" y="238872"/>
                </a:lnTo>
                <a:lnTo>
                  <a:pt x="398314" y="200928"/>
                </a:lnTo>
                <a:lnTo>
                  <a:pt x="405384" y="158496"/>
                </a:lnTo>
                <a:lnTo>
                  <a:pt x="398314" y="117122"/>
                </a:lnTo>
                <a:lnTo>
                  <a:pt x="378290" y="79473"/>
                </a:lnTo>
                <a:lnTo>
                  <a:pt x="347090" y="47243"/>
                </a:lnTo>
                <a:lnTo>
                  <a:pt x="306493" y="22126"/>
                </a:lnTo>
                <a:lnTo>
                  <a:pt x="258275" y="5813"/>
                </a:lnTo>
                <a:lnTo>
                  <a:pt x="204215" y="0"/>
                </a:lnTo>
                <a:close/>
              </a:path>
            </a:pathLst>
          </a:custGeom>
          <a:solidFill>
            <a:srgbClr val="CDCDC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942328" y="2734056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52984" y="3048"/>
                </a:moveTo>
                <a:lnTo>
                  <a:pt x="167639" y="3048"/>
                </a:lnTo>
                <a:lnTo>
                  <a:pt x="149351" y="9144"/>
                </a:lnTo>
                <a:lnTo>
                  <a:pt x="128016" y="15240"/>
                </a:lnTo>
                <a:lnTo>
                  <a:pt x="109727" y="21336"/>
                </a:lnTo>
                <a:lnTo>
                  <a:pt x="94487" y="30480"/>
                </a:lnTo>
                <a:lnTo>
                  <a:pt x="76200" y="39624"/>
                </a:lnTo>
                <a:lnTo>
                  <a:pt x="64008" y="48768"/>
                </a:lnTo>
                <a:lnTo>
                  <a:pt x="48768" y="60960"/>
                </a:lnTo>
                <a:lnTo>
                  <a:pt x="36575" y="73152"/>
                </a:lnTo>
                <a:lnTo>
                  <a:pt x="27432" y="88392"/>
                </a:lnTo>
                <a:lnTo>
                  <a:pt x="18287" y="100584"/>
                </a:lnTo>
                <a:lnTo>
                  <a:pt x="6096" y="131064"/>
                </a:lnTo>
                <a:lnTo>
                  <a:pt x="3048" y="149352"/>
                </a:lnTo>
                <a:lnTo>
                  <a:pt x="0" y="164592"/>
                </a:lnTo>
                <a:lnTo>
                  <a:pt x="12192" y="216408"/>
                </a:lnTo>
                <a:lnTo>
                  <a:pt x="27432" y="243840"/>
                </a:lnTo>
                <a:lnTo>
                  <a:pt x="36575" y="259080"/>
                </a:lnTo>
                <a:lnTo>
                  <a:pt x="94487" y="301752"/>
                </a:lnTo>
                <a:lnTo>
                  <a:pt x="149351" y="323088"/>
                </a:lnTo>
                <a:lnTo>
                  <a:pt x="188975" y="329184"/>
                </a:lnTo>
                <a:lnTo>
                  <a:pt x="231648" y="329184"/>
                </a:lnTo>
                <a:lnTo>
                  <a:pt x="252984" y="326136"/>
                </a:lnTo>
                <a:lnTo>
                  <a:pt x="271272" y="323088"/>
                </a:lnTo>
                <a:lnTo>
                  <a:pt x="292608" y="316992"/>
                </a:lnTo>
                <a:lnTo>
                  <a:pt x="188975" y="316992"/>
                </a:lnTo>
                <a:lnTo>
                  <a:pt x="152400" y="310896"/>
                </a:lnTo>
                <a:lnTo>
                  <a:pt x="115824" y="298704"/>
                </a:lnTo>
                <a:lnTo>
                  <a:pt x="70104" y="271272"/>
                </a:lnTo>
                <a:lnTo>
                  <a:pt x="36575" y="237744"/>
                </a:lnTo>
                <a:lnTo>
                  <a:pt x="30480" y="222504"/>
                </a:lnTo>
                <a:lnTo>
                  <a:pt x="21336" y="210312"/>
                </a:lnTo>
                <a:lnTo>
                  <a:pt x="15239" y="179832"/>
                </a:lnTo>
                <a:lnTo>
                  <a:pt x="15239" y="149352"/>
                </a:lnTo>
                <a:lnTo>
                  <a:pt x="18287" y="134112"/>
                </a:lnTo>
                <a:lnTo>
                  <a:pt x="21336" y="121920"/>
                </a:lnTo>
                <a:lnTo>
                  <a:pt x="30480" y="106680"/>
                </a:lnTo>
                <a:lnTo>
                  <a:pt x="36575" y="94488"/>
                </a:lnTo>
                <a:lnTo>
                  <a:pt x="48768" y="82296"/>
                </a:lnTo>
                <a:lnTo>
                  <a:pt x="57912" y="70104"/>
                </a:lnTo>
                <a:lnTo>
                  <a:pt x="70104" y="57912"/>
                </a:lnTo>
                <a:lnTo>
                  <a:pt x="100584" y="39624"/>
                </a:lnTo>
                <a:lnTo>
                  <a:pt x="115824" y="33528"/>
                </a:lnTo>
                <a:lnTo>
                  <a:pt x="134112" y="24384"/>
                </a:lnTo>
                <a:lnTo>
                  <a:pt x="188975" y="15240"/>
                </a:lnTo>
                <a:lnTo>
                  <a:pt x="295656" y="15240"/>
                </a:lnTo>
                <a:lnTo>
                  <a:pt x="289560" y="12192"/>
                </a:lnTo>
                <a:lnTo>
                  <a:pt x="271272" y="9144"/>
                </a:lnTo>
                <a:lnTo>
                  <a:pt x="252984" y="3048"/>
                </a:lnTo>
                <a:close/>
              </a:path>
              <a:path w="417829" h="329564">
                <a:moveTo>
                  <a:pt x="295656" y="15240"/>
                </a:moveTo>
                <a:lnTo>
                  <a:pt x="231648" y="15240"/>
                </a:lnTo>
                <a:lnTo>
                  <a:pt x="286512" y="24384"/>
                </a:lnTo>
                <a:lnTo>
                  <a:pt x="304800" y="33528"/>
                </a:lnTo>
                <a:lnTo>
                  <a:pt x="320039" y="39624"/>
                </a:lnTo>
                <a:lnTo>
                  <a:pt x="350520" y="57912"/>
                </a:lnTo>
                <a:lnTo>
                  <a:pt x="362712" y="70104"/>
                </a:lnTo>
                <a:lnTo>
                  <a:pt x="371856" y="82296"/>
                </a:lnTo>
                <a:lnTo>
                  <a:pt x="384048" y="94488"/>
                </a:lnTo>
                <a:lnTo>
                  <a:pt x="390144" y="106680"/>
                </a:lnTo>
                <a:lnTo>
                  <a:pt x="402336" y="137160"/>
                </a:lnTo>
                <a:lnTo>
                  <a:pt x="405384" y="149352"/>
                </a:lnTo>
                <a:lnTo>
                  <a:pt x="405384" y="179832"/>
                </a:lnTo>
                <a:lnTo>
                  <a:pt x="402336" y="195072"/>
                </a:lnTo>
                <a:lnTo>
                  <a:pt x="390144" y="225552"/>
                </a:lnTo>
                <a:lnTo>
                  <a:pt x="384048" y="237744"/>
                </a:lnTo>
                <a:lnTo>
                  <a:pt x="371856" y="249936"/>
                </a:lnTo>
                <a:lnTo>
                  <a:pt x="362712" y="262128"/>
                </a:lnTo>
                <a:lnTo>
                  <a:pt x="350520" y="271272"/>
                </a:lnTo>
                <a:lnTo>
                  <a:pt x="335280" y="283464"/>
                </a:lnTo>
                <a:lnTo>
                  <a:pt x="320039" y="289560"/>
                </a:lnTo>
                <a:lnTo>
                  <a:pt x="304800" y="298704"/>
                </a:lnTo>
                <a:lnTo>
                  <a:pt x="268224" y="310896"/>
                </a:lnTo>
                <a:lnTo>
                  <a:pt x="249936" y="313944"/>
                </a:lnTo>
                <a:lnTo>
                  <a:pt x="228600" y="316992"/>
                </a:lnTo>
                <a:lnTo>
                  <a:pt x="292608" y="316992"/>
                </a:lnTo>
                <a:lnTo>
                  <a:pt x="356616" y="283464"/>
                </a:lnTo>
                <a:lnTo>
                  <a:pt x="402336" y="228600"/>
                </a:lnTo>
                <a:lnTo>
                  <a:pt x="417575" y="182880"/>
                </a:lnTo>
                <a:lnTo>
                  <a:pt x="417575" y="149352"/>
                </a:lnTo>
                <a:lnTo>
                  <a:pt x="414527" y="131064"/>
                </a:lnTo>
                <a:lnTo>
                  <a:pt x="402336" y="100584"/>
                </a:lnTo>
                <a:lnTo>
                  <a:pt x="393192" y="85344"/>
                </a:lnTo>
                <a:lnTo>
                  <a:pt x="381000" y="73152"/>
                </a:lnTo>
                <a:lnTo>
                  <a:pt x="371856" y="60960"/>
                </a:lnTo>
                <a:lnTo>
                  <a:pt x="356616" y="48768"/>
                </a:lnTo>
                <a:lnTo>
                  <a:pt x="341375" y="39624"/>
                </a:lnTo>
                <a:lnTo>
                  <a:pt x="326136" y="27432"/>
                </a:lnTo>
                <a:lnTo>
                  <a:pt x="307848" y="21336"/>
                </a:lnTo>
                <a:lnTo>
                  <a:pt x="295656" y="15240"/>
                </a:lnTo>
                <a:close/>
              </a:path>
              <a:path w="417829" h="329564">
                <a:moveTo>
                  <a:pt x="210312" y="0"/>
                </a:moveTo>
                <a:lnTo>
                  <a:pt x="188975" y="3048"/>
                </a:lnTo>
                <a:lnTo>
                  <a:pt x="231648" y="3048"/>
                </a:lnTo>
                <a:lnTo>
                  <a:pt x="21031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063741" y="2720848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79673" y="2270761"/>
            <a:ext cx="1405255" cy="497205"/>
          </a:xfrm>
          <a:custGeom>
            <a:avLst/>
            <a:gdLst/>
            <a:ahLst/>
            <a:cxnLst/>
            <a:rect l="l" t="t" r="r" b="b"/>
            <a:pathLst>
              <a:path w="1405254" h="497205">
                <a:moveTo>
                  <a:pt x="1395983" y="0"/>
                </a:moveTo>
                <a:lnTo>
                  <a:pt x="0" y="469391"/>
                </a:lnTo>
                <a:lnTo>
                  <a:pt x="9143" y="496824"/>
                </a:lnTo>
                <a:lnTo>
                  <a:pt x="1405127" y="27431"/>
                </a:lnTo>
                <a:lnTo>
                  <a:pt x="139598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38368" y="2276856"/>
            <a:ext cx="1381125" cy="481965"/>
          </a:xfrm>
          <a:custGeom>
            <a:avLst/>
            <a:gdLst/>
            <a:ahLst/>
            <a:cxnLst/>
            <a:rect l="l" t="t" r="r" b="b"/>
            <a:pathLst>
              <a:path w="1381125" h="481964">
                <a:moveTo>
                  <a:pt x="9144" y="0"/>
                </a:moveTo>
                <a:lnTo>
                  <a:pt x="0" y="24384"/>
                </a:lnTo>
                <a:lnTo>
                  <a:pt x="1371600" y="481584"/>
                </a:lnTo>
                <a:lnTo>
                  <a:pt x="1380744" y="457200"/>
                </a:lnTo>
                <a:lnTo>
                  <a:pt x="914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59760" y="3441192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30" h="329564">
                <a:moveTo>
                  <a:pt x="231648" y="0"/>
                </a:moveTo>
                <a:lnTo>
                  <a:pt x="188976" y="0"/>
                </a:lnTo>
                <a:lnTo>
                  <a:pt x="167640" y="3048"/>
                </a:lnTo>
                <a:lnTo>
                  <a:pt x="146303" y="9144"/>
                </a:lnTo>
                <a:lnTo>
                  <a:pt x="128015" y="12192"/>
                </a:lnTo>
                <a:lnTo>
                  <a:pt x="109728" y="21336"/>
                </a:lnTo>
                <a:lnTo>
                  <a:pt x="94487" y="27432"/>
                </a:lnTo>
                <a:lnTo>
                  <a:pt x="76200" y="36575"/>
                </a:lnTo>
                <a:lnTo>
                  <a:pt x="36576" y="73152"/>
                </a:lnTo>
                <a:lnTo>
                  <a:pt x="9143" y="115824"/>
                </a:lnTo>
                <a:lnTo>
                  <a:pt x="3048" y="146304"/>
                </a:lnTo>
                <a:lnTo>
                  <a:pt x="3048" y="149352"/>
                </a:lnTo>
                <a:lnTo>
                  <a:pt x="0" y="164592"/>
                </a:lnTo>
                <a:lnTo>
                  <a:pt x="9143" y="213360"/>
                </a:lnTo>
                <a:lnTo>
                  <a:pt x="36576" y="259080"/>
                </a:lnTo>
                <a:lnTo>
                  <a:pt x="64008" y="280416"/>
                </a:lnTo>
                <a:lnTo>
                  <a:pt x="76200" y="292608"/>
                </a:lnTo>
                <a:lnTo>
                  <a:pt x="94487" y="301752"/>
                </a:lnTo>
                <a:lnTo>
                  <a:pt x="109728" y="310896"/>
                </a:lnTo>
                <a:lnTo>
                  <a:pt x="128015" y="316992"/>
                </a:lnTo>
                <a:lnTo>
                  <a:pt x="149352" y="323088"/>
                </a:lnTo>
                <a:lnTo>
                  <a:pt x="167640" y="326136"/>
                </a:lnTo>
                <a:lnTo>
                  <a:pt x="188976" y="329184"/>
                </a:lnTo>
                <a:lnTo>
                  <a:pt x="231648" y="329184"/>
                </a:lnTo>
                <a:lnTo>
                  <a:pt x="252984" y="326136"/>
                </a:lnTo>
                <a:lnTo>
                  <a:pt x="271272" y="323088"/>
                </a:lnTo>
                <a:lnTo>
                  <a:pt x="289559" y="316992"/>
                </a:lnTo>
                <a:lnTo>
                  <a:pt x="188976" y="316992"/>
                </a:lnTo>
                <a:lnTo>
                  <a:pt x="170687" y="313944"/>
                </a:lnTo>
                <a:lnTo>
                  <a:pt x="131064" y="304800"/>
                </a:lnTo>
                <a:lnTo>
                  <a:pt x="70103" y="271272"/>
                </a:lnTo>
                <a:lnTo>
                  <a:pt x="57912" y="259080"/>
                </a:lnTo>
                <a:lnTo>
                  <a:pt x="45720" y="249936"/>
                </a:lnTo>
                <a:lnTo>
                  <a:pt x="36576" y="234696"/>
                </a:lnTo>
                <a:lnTo>
                  <a:pt x="27431" y="222504"/>
                </a:lnTo>
                <a:lnTo>
                  <a:pt x="21336" y="210312"/>
                </a:lnTo>
                <a:lnTo>
                  <a:pt x="12192" y="164592"/>
                </a:lnTo>
                <a:lnTo>
                  <a:pt x="21336" y="118872"/>
                </a:lnTo>
                <a:lnTo>
                  <a:pt x="27431" y="106680"/>
                </a:lnTo>
                <a:lnTo>
                  <a:pt x="36576" y="91440"/>
                </a:lnTo>
                <a:lnTo>
                  <a:pt x="45720" y="79248"/>
                </a:lnTo>
                <a:lnTo>
                  <a:pt x="57912" y="70104"/>
                </a:lnTo>
                <a:lnTo>
                  <a:pt x="70103" y="57912"/>
                </a:lnTo>
                <a:lnTo>
                  <a:pt x="115824" y="30480"/>
                </a:lnTo>
                <a:lnTo>
                  <a:pt x="134112" y="24384"/>
                </a:lnTo>
                <a:lnTo>
                  <a:pt x="152400" y="21336"/>
                </a:lnTo>
                <a:lnTo>
                  <a:pt x="170687" y="15240"/>
                </a:lnTo>
                <a:lnTo>
                  <a:pt x="188976" y="15240"/>
                </a:lnTo>
                <a:lnTo>
                  <a:pt x="210312" y="12192"/>
                </a:lnTo>
                <a:lnTo>
                  <a:pt x="289559" y="12192"/>
                </a:lnTo>
                <a:lnTo>
                  <a:pt x="271272" y="6096"/>
                </a:lnTo>
                <a:lnTo>
                  <a:pt x="249936" y="3048"/>
                </a:lnTo>
                <a:lnTo>
                  <a:pt x="231648" y="0"/>
                </a:lnTo>
                <a:close/>
              </a:path>
              <a:path w="417830" h="329564">
                <a:moveTo>
                  <a:pt x="289559" y="12192"/>
                </a:moveTo>
                <a:lnTo>
                  <a:pt x="210312" y="12192"/>
                </a:lnTo>
                <a:lnTo>
                  <a:pt x="231648" y="15240"/>
                </a:lnTo>
                <a:lnTo>
                  <a:pt x="249936" y="15240"/>
                </a:lnTo>
                <a:lnTo>
                  <a:pt x="268224" y="21336"/>
                </a:lnTo>
                <a:lnTo>
                  <a:pt x="350520" y="57912"/>
                </a:lnTo>
                <a:lnTo>
                  <a:pt x="371856" y="82296"/>
                </a:lnTo>
                <a:lnTo>
                  <a:pt x="384047" y="94487"/>
                </a:lnTo>
                <a:lnTo>
                  <a:pt x="390144" y="106680"/>
                </a:lnTo>
                <a:lnTo>
                  <a:pt x="396240" y="121920"/>
                </a:lnTo>
                <a:lnTo>
                  <a:pt x="402335" y="134112"/>
                </a:lnTo>
                <a:lnTo>
                  <a:pt x="405384" y="149352"/>
                </a:lnTo>
                <a:lnTo>
                  <a:pt x="405384" y="179832"/>
                </a:lnTo>
                <a:lnTo>
                  <a:pt x="390144" y="222504"/>
                </a:lnTo>
                <a:lnTo>
                  <a:pt x="362712" y="262128"/>
                </a:lnTo>
                <a:lnTo>
                  <a:pt x="347472" y="271272"/>
                </a:lnTo>
                <a:lnTo>
                  <a:pt x="335280" y="280416"/>
                </a:lnTo>
                <a:lnTo>
                  <a:pt x="304800" y="298704"/>
                </a:lnTo>
                <a:lnTo>
                  <a:pt x="268224" y="310896"/>
                </a:lnTo>
                <a:lnTo>
                  <a:pt x="249936" y="313944"/>
                </a:lnTo>
                <a:lnTo>
                  <a:pt x="228600" y="316992"/>
                </a:lnTo>
                <a:lnTo>
                  <a:pt x="289559" y="316992"/>
                </a:lnTo>
                <a:lnTo>
                  <a:pt x="326136" y="301752"/>
                </a:lnTo>
                <a:lnTo>
                  <a:pt x="371856" y="268224"/>
                </a:lnTo>
                <a:lnTo>
                  <a:pt x="381000" y="256032"/>
                </a:lnTo>
                <a:lnTo>
                  <a:pt x="393191" y="243840"/>
                </a:lnTo>
                <a:lnTo>
                  <a:pt x="402335" y="228600"/>
                </a:lnTo>
                <a:lnTo>
                  <a:pt x="414528" y="198120"/>
                </a:lnTo>
                <a:lnTo>
                  <a:pt x="417576" y="182880"/>
                </a:lnTo>
                <a:lnTo>
                  <a:pt x="417576" y="146304"/>
                </a:lnTo>
                <a:lnTo>
                  <a:pt x="414528" y="131063"/>
                </a:lnTo>
                <a:lnTo>
                  <a:pt x="402335" y="100584"/>
                </a:lnTo>
                <a:lnTo>
                  <a:pt x="393191" y="85344"/>
                </a:lnTo>
                <a:lnTo>
                  <a:pt x="381000" y="73152"/>
                </a:lnTo>
                <a:lnTo>
                  <a:pt x="368808" y="57912"/>
                </a:lnTo>
                <a:lnTo>
                  <a:pt x="356616" y="48768"/>
                </a:lnTo>
                <a:lnTo>
                  <a:pt x="341376" y="36575"/>
                </a:lnTo>
                <a:lnTo>
                  <a:pt x="326136" y="27432"/>
                </a:lnTo>
                <a:lnTo>
                  <a:pt x="307848" y="21336"/>
                </a:lnTo>
                <a:lnTo>
                  <a:pt x="289559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265932" y="3415792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58792" y="3429001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30" h="329564">
                <a:moveTo>
                  <a:pt x="231647" y="0"/>
                </a:moveTo>
                <a:lnTo>
                  <a:pt x="188975" y="0"/>
                </a:lnTo>
                <a:lnTo>
                  <a:pt x="146303" y="6096"/>
                </a:lnTo>
                <a:lnTo>
                  <a:pt x="109727" y="18287"/>
                </a:lnTo>
                <a:lnTo>
                  <a:pt x="91439" y="27432"/>
                </a:lnTo>
                <a:lnTo>
                  <a:pt x="76200" y="36575"/>
                </a:lnTo>
                <a:lnTo>
                  <a:pt x="60959" y="48767"/>
                </a:lnTo>
                <a:lnTo>
                  <a:pt x="48768" y="57912"/>
                </a:lnTo>
                <a:lnTo>
                  <a:pt x="36575" y="73151"/>
                </a:lnTo>
                <a:lnTo>
                  <a:pt x="24383" y="85344"/>
                </a:lnTo>
                <a:lnTo>
                  <a:pt x="18287" y="100584"/>
                </a:lnTo>
                <a:lnTo>
                  <a:pt x="9143" y="115824"/>
                </a:lnTo>
                <a:lnTo>
                  <a:pt x="6095" y="131063"/>
                </a:lnTo>
                <a:lnTo>
                  <a:pt x="0" y="146303"/>
                </a:lnTo>
                <a:lnTo>
                  <a:pt x="0" y="182879"/>
                </a:lnTo>
                <a:lnTo>
                  <a:pt x="6095" y="198120"/>
                </a:lnTo>
                <a:lnTo>
                  <a:pt x="9143" y="213360"/>
                </a:lnTo>
                <a:lnTo>
                  <a:pt x="36575" y="256032"/>
                </a:lnTo>
                <a:lnTo>
                  <a:pt x="76200" y="292608"/>
                </a:lnTo>
                <a:lnTo>
                  <a:pt x="109727" y="307848"/>
                </a:lnTo>
                <a:lnTo>
                  <a:pt x="128015" y="316991"/>
                </a:lnTo>
                <a:lnTo>
                  <a:pt x="146303" y="320039"/>
                </a:lnTo>
                <a:lnTo>
                  <a:pt x="167639" y="326136"/>
                </a:lnTo>
                <a:lnTo>
                  <a:pt x="188975" y="329184"/>
                </a:lnTo>
                <a:lnTo>
                  <a:pt x="231647" y="329184"/>
                </a:lnTo>
                <a:lnTo>
                  <a:pt x="249935" y="326136"/>
                </a:lnTo>
                <a:lnTo>
                  <a:pt x="271271" y="320039"/>
                </a:lnTo>
                <a:lnTo>
                  <a:pt x="289559" y="316991"/>
                </a:lnTo>
                <a:lnTo>
                  <a:pt x="210312" y="316991"/>
                </a:lnTo>
                <a:lnTo>
                  <a:pt x="188975" y="313944"/>
                </a:lnTo>
                <a:lnTo>
                  <a:pt x="170687" y="313944"/>
                </a:lnTo>
                <a:lnTo>
                  <a:pt x="149351" y="307848"/>
                </a:lnTo>
                <a:lnTo>
                  <a:pt x="131063" y="304800"/>
                </a:lnTo>
                <a:lnTo>
                  <a:pt x="115824" y="298703"/>
                </a:lnTo>
                <a:lnTo>
                  <a:pt x="82295" y="280415"/>
                </a:lnTo>
                <a:lnTo>
                  <a:pt x="45719" y="246887"/>
                </a:lnTo>
                <a:lnTo>
                  <a:pt x="21335" y="207263"/>
                </a:lnTo>
                <a:lnTo>
                  <a:pt x="12191" y="164591"/>
                </a:lnTo>
                <a:lnTo>
                  <a:pt x="21335" y="118872"/>
                </a:lnTo>
                <a:lnTo>
                  <a:pt x="45719" y="79248"/>
                </a:lnTo>
                <a:lnTo>
                  <a:pt x="115824" y="30479"/>
                </a:lnTo>
                <a:lnTo>
                  <a:pt x="170687" y="15239"/>
                </a:lnTo>
                <a:lnTo>
                  <a:pt x="188975" y="12191"/>
                </a:lnTo>
                <a:lnTo>
                  <a:pt x="289559" y="12191"/>
                </a:lnTo>
                <a:lnTo>
                  <a:pt x="271271" y="6096"/>
                </a:lnTo>
                <a:lnTo>
                  <a:pt x="249935" y="3048"/>
                </a:lnTo>
                <a:lnTo>
                  <a:pt x="231647" y="0"/>
                </a:lnTo>
                <a:close/>
              </a:path>
              <a:path w="417830" h="329564">
                <a:moveTo>
                  <a:pt x="289559" y="12191"/>
                </a:moveTo>
                <a:lnTo>
                  <a:pt x="228600" y="12191"/>
                </a:lnTo>
                <a:lnTo>
                  <a:pt x="249935" y="15239"/>
                </a:lnTo>
                <a:lnTo>
                  <a:pt x="268224" y="18287"/>
                </a:lnTo>
                <a:lnTo>
                  <a:pt x="304800" y="30479"/>
                </a:lnTo>
                <a:lnTo>
                  <a:pt x="335280" y="48767"/>
                </a:lnTo>
                <a:lnTo>
                  <a:pt x="347471" y="57912"/>
                </a:lnTo>
                <a:lnTo>
                  <a:pt x="362712" y="67055"/>
                </a:lnTo>
                <a:lnTo>
                  <a:pt x="390144" y="106679"/>
                </a:lnTo>
                <a:lnTo>
                  <a:pt x="405383" y="149351"/>
                </a:lnTo>
                <a:lnTo>
                  <a:pt x="405383" y="179832"/>
                </a:lnTo>
                <a:lnTo>
                  <a:pt x="402335" y="195072"/>
                </a:lnTo>
                <a:lnTo>
                  <a:pt x="396239" y="210312"/>
                </a:lnTo>
                <a:lnTo>
                  <a:pt x="390144" y="222503"/>
                </a:lnTo>
                <a:lnTo>
                  <a:pt x="381000" y="234696"/>
                </a:lnTo>
                <a:lnTo>
                  <a:pt x="371856" y="249936"/>
                </a:lnTo>
                <a:lnTo>
                  <a:pt x="359663" y="259079"/>
                </a:lnTo>
                <a:lnTo>
                  <a:pt x="347471" y="271272"/>
                </a:lnTo>
                <a:lnTo>
                  <a:pt x="335280" y="280415"/>
                </a:lnTo>
                <a:lnTo>
                  <a:pt x="320039" y="289560"/>
                </a:lnTo>
                <a:lnTo>
                  <a:pt x="301751" y="298703"/>
                </a:lnTo>
                <a:lnTo>
                  <a:pt x="286512" y="304800"/>
                </a:lnTo>
                <a:lnTo>
                  <a:pt x="268224" y="307848"/>
                </a:lnTo>
                <a:lnTo>
                  <a:pt x="249935" y="313944"/>
                </a:lnTo>
                <a:lnTo>
                  <a:pt x="228600" y="313944"/>
                </a:lnTo>
                <a:lnTo>
                  <a:pt x="210312" y="316991"/>
                </a:lnTo>
                <a:lnTo>
                  <a:pt x="289559" y="316991"/>
                </a:lnTo>
                <a:lnTo>
                  <a:pt x="307847" y="307848"/>
                </a:lnTo>
                <a:lnTo>
                  <a:pt x="326135" y="301751"/>
                </a:lnTo>
                <a:lnTo>
                  <a:pt x="393191" y="243839"/>
                </a:lnTo>
                <a:lnTo>
                  <a:pt x="414527" y="198120"/>
                </a:lnTo>
                <a:lnTo>
                  <a:pt x="417575" y="182879"/>
                </a:lnTo>
                <a:lnTo>
                  <a:pt x="417575" y="146303"/>
                </a:lnTo>
                <a:lnTo>
                  <a:pt x="402335" y="100584"/>
                </a:lnTo>
                <a:lnTo>
                  <a:pt x="368807" y="57912"/>
                </a:lnTo>
                <a:lnTo>
                  <a:pt x="356615" y="48767"/>
                </a:lnTo>
                <a:lnTo>
                  <a:pt x="341375" y="36575"/>
                </a:lnTo>
                <a:lnTo>
                  <a:pt x="326135" y="27432"/>
                </a:lnTo>
                <a:lnTo>
                  <a:pt x="307847" y="18287"/>
                </a:lnTo>
                <a:lnTo>
                  <a:pt x="289559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677156" y="34157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09697" y="2987040"/>
            <a:ext cx="421005" cy="481965"/>
          </a:xfrm>
          <a:custGeom>
            <a:avLst/>
            <a:gdLst/>
            <a:ahLst/>
            <a:cxnLst/>
            <a:rect l="l" t="t" r="r" b="b"/>
            <a:pathLst>
              <a:path w="421005" h="481964">
                <a:moveTo>
                  <a:pt x="399287" y="0"/>
                </a:moveTo>
                <a:lnTo>
                  <a:pt x="0" y="463296"/>
                </a:lnTo>
                <a:lnTo>
                  <a:pt x="21335" y="481584"/>
                </a:lnTo>
                <a:lnTo>
                  <a:pt x="420623" y="18287"/>
                </a:lnTo>
                <a:lnTo>
                  <a:pt x="39928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171696" y="2990089"/>
            <a:ext cx="597535" cy="454659"/>
          </a:xfrm>
          <a:custGeom>
            <a:avLst/>
            <a:gdLst/>
            <a:ahLst/>
            <a:cxnLst/>
            <a:rect l="l" t="t" r="r" b="b"/>
            <a:pathLst>
              <a:path w="597535" h="454660">
                <a:moveTo>
                  <a:pt x="18287" y="0"/>
                </a:moveTo>
                <a:lnTo>
                  <a:pt x="0" y="24384"/>
                </a:lnTo>
                <a:lnTo>
                  <a:pt x="579120" y="454151"/>
                </a:lnTo>
                <a:lnTo>
                  <a:pt x="597408" y="429767"/>
                </a:lnTo>
                <a:lnTo>
                  <a:pt x="1828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652257" y="3221736"/>
            <a:ext cx="2411095" cy="1951431"/>
          </a:xfrm>
          <a:prstGeom prst="rect">
            <a:avLst/>
          </a:prstGeom>
          <a:solidFill>
            <a:srgbClr val="CDCDCD"/>
          </a:solidFill>
        </p:spPr>
        <p:txBody>
          <a:bodyPr vert="horz" wrap="square" lIns="0" tIns="61594" rIns="0" bIns="0" rtlCol="0">
            <a:spAutoFit/>
          </a:bodyPr>
          <a:lstStyle/>
          <a:p>
            <a:pPr marL="237490" marR="196850">
              <a:lnSpc>
                <a:spcPct val="200000"/>
              </a:lnSpc>
              <a:spcBef>
                <a:spcPts val="484"/>
              </a:spcBef>
            </a:pPr>
            <a:r>
              <a:rPr sz="1600" dirty="0">
                <a:latin typeface="Verdana"/>
                <a:cs typeface="Verdana"/>
              </a:rPr>
              <a:t>Queue </a:t>
            </a:r>
            <a:r>
              <a:rPr sz="1600" spc="5" dirty="0">
                <a:latin typeface="Verdana"/>
                <a:cs typeface="Verdana"/>
              </a:rPr>
              <a:t>= </a:t>
            </a:r>
            <a:r>
              <a:rPr sz="1600" spc="-10" dirty="0">
                <a:latin typeface="Verdana"/>
                <a:cs typeface="Verdana"/>
              </a:rPr>
              <a:t>{D, B,</a:t>
            </a:r>
            <a:r>
              <a:rPr sz="1600" spc="-95" dirty="0">
                <a:latin typeface="Verdana"/>
                <a:cs typeface="Verdana"/>
              </a:rPr>
              <a:t> </a:t>
            </a:r>
            <a:r>
              <a:rPr sz="1600" spc="5" dirty="0">
                <a:latin typeface="Verdana"/>
                <a:cs typeface="Verdana"/>
              </a:rPr>
              <a:t>D}  </a:t>
            </a:r>
            <a:r>
              <a:rPr sz="1600" dirty="0">
                <a:latin typeface="Verdana"/>
                <a:cs typeface="Verdana"/>
              </a:rPr>
              <a:t>Select</a:t>
            </a:r>
            <a:r>
              <a:rPr sz="1600" spc="-105" dirty="0">
                <a:latin typeface="Verdana"/>
                <a:cs typeface="Verdana"/>
              </a:rPr>
              <a:t> </a:t>
            </a:r>
            <a:r>
              <a:rPr sz="1600" spc="5" dirty="0">
                <a:latin typeface="Verdana"/>
                <a:cs typeface="Verdana"/>
              </a:rPr>
              <a:t>D</a:t>
            </a:r>
            <a:endParaRPr sz="1600">
              <a:latin typeface="Verdana"/>
              <a:cs typeface="Verdana"/>
            </a:endParaRPr>
          </a:p>
          <a:p>
            <a:pPr marL="237490" marR="365760">
              <a:lnSpc>
                <a:spcPct val="200000"/>
              </a:lnSpc>
            </a:pPr>
            <a:r>
              <a:rPr sz="1600" dirty="0">
                <a:latin typeface="Verdana"/>
                <a:cs typeface="Verdana"/>
              </a:rPr>
              <a:t>Goal(D) </a:t>
            </a:r>
            <a:r>
              <a:rPr sz="1600" spc="5" dirty="0">
                <a:latin typeface="Verdana"/>
                <a:cs typeface="Verdana"/>
              </a:rPr>
              <a:t>= </a:t>
            </a:r>
            <a:r>
              <a:rPr sz="1600" dirty="0">
                <a:latin typeface="Verdana"/>
                <a:cs typeface="Verdana"/>
              </a:rPr>
              <a:t>true?  </a:t>
            </a:r>
            <a:r>
              <a:rPr sz="1600" spc="10" dirty="0">
                <a:latin typeface="Verdana"/>
                <a:cs typeface="Verdana"/>
              </a:rPr>
              <a:t>If </a:t>
            </a:r>
            <a:r>
              <a:rPr sz="1600" dirty="0">
                <a:latin typeface="Verdana"/>
                <a:cs typeface="Verdana"/>
              </a:rPr>
              <a:t>not,</a:t>
            </a:r>
            <a:r>
              <a:rPr sz="1600" spc="-10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expand(D)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46159" y="3215640"/>
            <a:ext cx="2573020" cy="2707005"/>
          </a:xfrm>
          <a:custGeom>
            <a:avLst/>
            <a:gdLst/>
            <a:ahLst/>
            <a:cxnLst/>
            <a:rect l="l" t="t" r="r" b="b"/>
            <a:pathLst>
              <a:path w="2573020" h="2707004">
                <a:moveTo>
                  <a:pt x="2572512" y="0"/>
                </a:moveTo>
                <a:lnTo>
                  <a:pt x="0" y="0"/>
                </a:lnTo>
                <a:lnTo>
                  <a:pt x="0" y="2706624"/>
                </a:lnTo>
                <a:lnTo>
                  <a:pt x="2572512" y="2706624"/>
                </a:lnTo>
                <a:lnTo>
                  <a:pt x="2572512" y="2700528"/>
                </a:lnTo>
                <a:lnTo>
                  <a:pt x="12192" y="2700528"/>
                </a:lnTo>
                <a:lnTo>
                  <a:pt x="6096" y="2694432"/>
                </a:lnTo>
                <a:lnTo>
                  <a:pt x="12192" y="2694432"/>
                </a:lnTo>
                <a:lnTo>
                  <a:pt x="12192" y="12192"/>
                </a:lnTo>
                <a:lnTo>
                  <a:pt x="6096" y="12192"/>
                </a:lnTo>
                <a:lnTo>
                  <a:pt x="12192" y="6096"/>
                </a:lnTo>
                <a:lnTo>
                  <a:pt x="2572512" y="6096"/>
                </a:lnTo>
                <a:lnTo>
                  <a:pt x="2572512" y="0"/>
                </a:lnTo>
                <a:close/>
              </a:path>
              <a:path w="2573020" h="2707004">
                <a:moveTo>
                  <a:pt x="12192" y="2694432"/>
                </a:moveTo>
                <a:lnTo>
                  <a:pt x="6096" y="2694432"/>
                </a:lnTo>
                <a:lnTo>
                  <a:pt x="12192" y="2700528"/>
                </a:lnTo>
                <a:lnTo>
                  <a:pt x="12192" y="2694432"/>
                </a:lnTo>
                <a:close/>
              </a:path>
              <a:path w="2573020" h="2707004">
                <a:moveTo>
                  <a:pt x="2560320" y="2694432"/>
                </a:moveTo>
                <a:lnTo>
                  <a:pt x="12192" y="2694432"/>
                </a:lnTo>
                <a:lnTo>
                  <a:pt x="12192" y="2700528"/>
                </a:lnTo>
                <a:lnTo>
                  <a:pt x="2560320" y="2700528"/>
                </a:lnTo>
                <a:lnTo>
                  <a:pt x="2560320" y="2694432"/>
                </a:lnTo>
                <a:close/>
              </a:path>
              <a:path w="2573020" h="2707004">
                <a:moveTo>
                  <a:pt x="2560320" y="6096"/>
                </a:moveTo>
                <a:lnTo>
                  <a:pt x="2560320" y="2700528"/>
                </a:lnTo>
                <a:lnTo>
                  <a:pt x="2566416" y="2694432"/>
                </a:lnTo>
                <a:lnTo>
                  <a:pt x="2572512" y="2694432"/>
                </a:lnTo>
                <a:lnTo>
                  <a:pt x="2572512" y="12192"/>
                </a:lnTo>
                <a:lnTo>
                  <a:pt x="2566416" y="12192"/>
                </a:lnTo>
                <a:lnTo>
                  <a:pt x="2560320" y="6096"/>
                </a:lnTo>
                <a:close/>
              </a:path>
              <a:path w="2573020" h="2707004">
                <a:moveTo>
                  <a:pt x="2572512" y="2694432"/>
                </a:moveTo>
                <a:lnTo>
                  <a:pt x="2566416" y="2694432"/>
                </a:lnTo>
                <a:lnTo>
                  <a:pt x="2560320" y="2700528"/>
                </a:lnTo>
                <a:lnTo>
                  <a:pt x="2572512" y="2700528"/>
                </a:lnTo>
                <a:lnTo>
                  <a:pt x="2572512" y="2694432"/>
                </a:lnTo>
                <a:close/>
              </a:path>
              <a:path w="2573020" h="2707004">
                <a:moveTo>
                  <a:pt x="12192" y="6096"/>
                </a:moveTo>
                <a:lnTo>
                  <a:pt x="6096" y="12192"/>
                </a:lnTo>
                <a:lnTo>
                  <a:pt x="12192" y="12192"/>
                </a:lnTo>
                <a:lnTo>
                  <a:pt x="12192" y="6096"/>
                </a:lnTo>
                <a:close/>
              </a:path>
              <a:path w="2573020" h="2707004">
                <a:moveTo>
                  <a:pt x="2560320" y="6096"/>
                </a:moveTo>
                <a:lnTo>
                  <a:pt x="12192" y="6096"/>
                </a:lnTo>
                <a:lnTo>
                  <a:pt x="12192" y="12192"/>
                </a:lnTo>
                <a:lnTo>
                  <a:pt x="2560320" y="12192"/>
                </a:lnTo>
                <a:lnTo>
                  <a:pt x="2560320" y="6096"/>
                </a:lnTo>
                <a:close/>
              </a:path>
              <a:path w="2573020" h="2707004">
                <a:moveTo>
                  <a:pt x="2572512" y="6096"/>
                </a:moveTo>
                <a:lnTo>
                  <a:pt x="2560320" y="6096"/>
                </a:lnTo>
                <a:lnTo>
                  <a:pt x="2566416" y="12192"/>
                </a:lnTo>
                <a:lnTo>
                  <a:pt x="2572512" y="12192"/>
                </a:lnTo>
                <a:lnTo>
                  <a:pt x="2572512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48939" y="880872"/>
            <a:ext cx="281559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BFS Search</a:t>
            </a:r>
            <a:r>
              <a:rPr sz="2400" b="1" spc="-5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59760" y="2054351"/>
            <a:ext cx="4785360" cy="1716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B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C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42020" y="2548129"/>
            <a:ext cx="240220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1061085" algn="l"/>
                <a:tab pos="2261870" algn="l"/>
              </a:tabLst>
            </a:pPr>
            <a:r>
              <a:rPr sz="2700" spc="-7" baseline="1543" dirty="0">
                <a:latin typeface="Times New Roman"/>
                <a:cs typeface="Times New Roman"/>
              </a:rPr>
              <a:t>D	</a:t>
            </a:r>
            <a:r>
              <a:rPr spc="-5" dirty="0">
                <a:latin typeface="Times New Roman"/>
                <a:cs typeface="Times New Roman"/>
              </a:rPr>
              <a:t>E	</a:t>
            </a:r>
            <a:r>
              <a:rPr sz="2700" spc="-7" baseline="1543" dirty="0">
                <a:latin typeface="Times New Roman"/>
                <a:cs typeface="Times New Roman"/>
              </a:rPr>
              <a:t>F</a:t>
            </a:r>
            <a:endParaRPr sz="2700" baseline="1543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75533" y="27299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63741" y="2720848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426709" y="3388360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45908" y="3406648"/>
            <a:ext cx="1803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65932" y="3415792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77156" y="34157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652256" y="3221735"/>
            <a:ext cx="2560320" cy="1292020"/>
          </a:xfrm>
          <a:prstGeom prst="rect">
            <a:avLst/>
          </a:prstGeom>
          <a:solidFill>
            <a:srgbClr val="CDCDCD"/>
          </a:solidFill>
        </p:spPr>
        <p:txBody>
          <a:bodyPr vert="horz" wrap="square" lIns="0" tIns="6985" rIns="0" bIns="0" rtlCol="0">
            <a:spAutoFit/>
          </a:bodyPr>
          <a:lstStyle/>
          <a:p>
            <a:pPr>
              <a:spcBef>
                <a:spcPts val="55"/>
              </a:spcBef>
            </a:pPr>
            <a:endParaRPr sz="1900">
              <a:latin typeface="Times New Roman"/>
              <a:cs typeface="Times New Roman"/>
            </a:endParaRPr>
          </a:p>
          <a:p>
            <a:pPr marL="237490"/>
            <a:r>
              <a:rPr sz="1600" dirty="0">
                <a:latin typeface="Verdana"/>
                <a:cs typeface="Verdana"/>
              </a:rPr>
              <a:t>Queue </a:t>
            </a:r>
            <a:r>
              <a:rPr sz="1600" spc="5" dirty="0">
                <a:latin typeface="Verdana"/>
                <a:cs typeface="Verdana"/>
              </a:rPr>
              <a:t>= </a:t>
            </a:r>
            <a:r>
              <a:rPr sz="1600" spc="-5" dirty="0">
                <a:latin typeface="Verdana"/>
                <a:cs typeface="Verdana"/>
              </a:rPr>
              <a:t>{B, </a:t>
            </a:r>
            <a:r>
              <a:rPr sz="1600" spc="-20" dirty="0">
                <a:latin typeface="Verdana"/>
                <a:cs typeface="Verdana"/>
              </a:rPr>
              <a:t>D, </a:t>
            </a:r>
            <a:r>
              <a:rPr sz="1600" dirty="0">
                <a:latin typeface="Verdana"/>
                <a:cs typeface="Verdana"/>
              </a:rPr>
              <a:t>A,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spc="-5" dirty="0">
                <a:latin typeface="Verdana"/>
                <a:cs typeface="Verdana"/>
              </a:rPr>
              <a:t>E}</a:t>
            </a:r>
            <a:endParaRPr sz="1600">
              <a:latin typeface="Verdana"/>
              <a:cs typeface="Verdana"/>
            </a:endParaRPr>
          </a:p>
          <a:p>
            <a:pPr>
              <a:spcBef>
                <a:spcPts val="20"/>
              </a:spcBef>
            </a:pPr>
            <a:endParaRPr sz="1650">
              <a:latin typeface="Times New Roman"/>
              <a:cs typeface="Times New Roman"/>
            </a:endParaRPr>
          </a:p>
          <a:p>
            <a:pPr marL="237490" marR="1479550"/>
            <a:r>
              <a:rPr sz="1600" dirty="0">
                <a:latin typeface="Verdana"/>
                <a:cs typeface="Verdana"/>
              </a:rPr>
              <a:t>Select</a:t>
            </a:r>
            <a:r>
              <a:rPr sz="1600" spc="-105" dirty="0">
                <a:latin typeface="Verdana"/>
                <a:cs typeface="Verdana"/>
              </a:rPr>
              <a:t> </a:t>
            </a:r>
            <a:r>
              <a:rPr sz="1600" spc="5" dirty="0">
                <a:latin typeface="Verdana"/>
                <a:cs typeface="Verdana"/>
              </a:rPr>
              <a:t>B  </a:t>
            </a:r>
            <a:r>
              <a:rPr sz="1600" dirty="0">
                <a:latin typeface="Verdana"/>
                <a:cs typeface="Verdana"/>
              </a:rPr>
              <a:t>etc.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97064" y="5081015"/>
            <a:ext cx="3685540" cy="881380"/>
          </a:xfrm>
          <a:custGeom>
            <a:avLst/>
            <a:gdLst/>
            <a:ahLst/>
            <a:cxnLst/>
            <a:rect l="l" t="t" r="r" b="b"/>
            <a:pathLst>
              <a:path w="3685540" h="881379">
                <a:moveTo>
                  <a:pt x="3685032" y="0"/>
                </a:moveTo>
                <a:lnTo>
                  <a:pt x="0" y="0"/>
                </a:lnTo>
                <a:lnTo>
                  <a:pt x="0" y="880871"/>
                </a:lnTo>
                <a:lnTo>
                  <a:pt x="3685032" y="880871"/>
                </a:lnTo>
                <a:lnTo>
                  <a:pt x="3685032" y="874775"/>
                </a:lnTo>
                <a:lnTo>
                  <a:pt x="12191" y="874775"/>
                </a:lnTo>
                <a:lnTo>
                  <a:pt x="6096" y="868679"/>
                </a:lnTo>
                <a:lnTo>
                  <a:pt x="12191" y="868679"/>
                </a:lnTo>
                <a:lnTo>
                  <a:pt x="12191" y="12191"/>
                </a:lnTo>
                <a:lnTo>
                  <a:pt x="6096" y="12191"/>
                </a:lnTo>
                <a:lnTo>
                  <a:pt x="12191" y="6095"/>
                </a:lnTo>
                <a:lnTo>
                  <a:pt x="3685032" y="6095"/>
                </a:lnTo>
                <a:lnTo>
                  <a:pt x="3685032" y="0"/>
                </a:lnTo>
                <a:close/>
              </a:path>
              <a:path w="3685540" h="881379">
                <a:moveTo>
                  <a:pt x="12191" y="868679"/>
                </a:moveTo>
                <a:lnTo>
                  <a:pt x="6096" y="868679"/>
                </a:lnTo>
                <a:lnTo>
                  <a:pt x="12191" y="874775"/>
                </a:lnTo>
                <a:lnTo>
                  <a:pt x="12191" y="868679"/>
                </a:lnTo>
                <a:close/>
              </a:path>
              <a:path w="3685540" h="881379">
                <a:moveTo>
                  <a:pt x="3672840" y="868679"/>
                </a:moveTo>
                <a:lnTo>
                  <a:pt x="12191" y="868679"/>
                </a:lnTo>
                <a:lnTo>
                  <a:pt x="12191" y="874775"/>
                </a:lnTo>
                <a:lnTo>
                  <a:pt x="3672840" y="874775"/>
                </a:lnTo>
                <a:lnTo>
                  <a:pt x="3672840" y="868679"/>
                </a:lnTo>
                <a:close/>
              </a:path>
              <a:path w="3685540" h="881379">
                <a:moveTo>
                  <a:pt x="3672840" y="6095"/>
                </a:moveTo>
                <a:lnTo>
                  <a:pt x="3672840" y="874775"/>
                </a:lnTo>
                <a:lnTo>
                  <a:pt x="3678936" y="868679"/>
                </a:lnTo>
                <a:lnTo>
                  <a:pt x="3685032" y="868679"/>
                </a:lnTo>
                <a:lnTo>
                  <a:pt x="3685032" y="12191"/>
                </a:lnTo>
                <a:lnTo>
                  <a:pt x="3678936" y="12191"/>
                </a:lnTo>
                <a:lnTo>
                  <a:pt x="3672840" y="6095"/>
                </a:lnTo>
                <a:close/>
              </a:path>
              <a:path w="3685540" h="881379">
                <a:moveTo>
                  <a:pt x="3685032" y="868679"/>
                </a:moveTo>
                <a:lnTo>
                  <a:pt x="3678936" y="868679"/>
                </a:lnTo>
                <a:lnTo>
                  <a:pt x="3672840" y="874775"/>
                </a:lnTo>
                <a:lnTo>
                  <a:pt x="3685032" y="874775"/>
                </a:lnTo>
                <a:lnTo>
                  <a:pt x="3685032" y="868679"/>
                </a:lnTo>
                <a:close/>
              </a:path>
              <a:path w="3685540" h="881379">
                <a:moveTo>
                  <a:pt x="12191" y="6095"/>
                </a:moveTo>
                <a:lnTo>
                  <a:pt x="6096" y="12191"/>
                </a:lnTo>
                <a:lnTo>
                  <a:pt x="12191" y="12191"/>
                </a:lnTo>
                <a:lnTo>
                  <a:pt x="12191" y="6095"/>
                </a:lnTo>
                <a:close/>
              </a:path>
              <a:path w="3685540" h="881379">
                <a:moveTo>
                  <a:pt x="3672840" y="6095"/>
                </a:moveTo>
                <a:lnTo>
                  <a:pt x="12191" y="6095"/>
                </a:lnTo>
                <a:lnTo>
                  <a:pt x="12191" y="12191"/>
                </a:lnTo>
                <a:lnTo>
                  <a:pt x="3672840" y="12191"/>
                </a:lnTo>
                <a:lnTo>
                  <a:pt x="3672840" y="6095"/>
                </a:lnTo>
                <a:close/>
              </a:path>
              <a:path w="3685540" h="881379">
                <a:moveTo>
                  <a:pt x="3685032" y="6095"/>
                </a:moveTo>
                <a:lnTo>
                  <a:pt x="3672840" y="6095"/>
                </a:lnTo>
                <a:lnTo>
                  <a:pt x="3678936" y="12191"/>
                </a:lnTo>
                <a:lnTo>
                  <a:pt x="3685032" y="12191"/>
                </a:lnTo>
                <a:lnTo>
                  <a:pt x="3685032" y="609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48939" y="880872"/>
            <a:ext cx="281559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BFS Search</a:t>
            </a:r>
            <a:r>
              <a:rPr sz="2400" b="1" spc="-5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69616" y="2054351"/>
            <a:ext cx="6019800" cy="24932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B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542019" y="2538985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D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90531" y="2548129"/>
            <a:ext cx="1651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E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C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791444" y="2538985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F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75533" y="27299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63741" y="2720848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426709" y="3388360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645908" y="3406648"/>
            <a:ext cx="1803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265932" y="3415792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677156" y="34157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624571" y="4165601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490204" y="4165601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19372" y="4205224"/>
            <a:ext cx="1803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661916" y="4180841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530596" y="4180841"/>
            <a:ext cx="1803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195059" y="4180841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63740" y="4180841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75788" y="4193033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503159" y="5087111"/>
            <a:ext cx="3672840" cy="646972"/>
          </a:xfrm>
          <a:prstGeom prst="rect">
            <a:avLst/>
          </a:prstGeom>
          <a:solidFill>
            <a:srgbClr val="CDCDCD"/>
          </a:solidFill>
        </p:spPr>
        <p:txBody>
          <a:bodyPr vert="horz" wrap="square" lIns="0" tIns="153035" rIns="0" bIns="0" rtlCol="0">
            <a:spAutoFit/>
          </a:bodyPr>
          <a:lstStyle/>
          <a:p>
            <a:pPr marL="154940">
              <a:spcBef>
                <a:spcPts val="1205"/>
              </a:spcBef>
            </a:pPr>
            <a:r>
              <a:rPr sz="1600" spc="-5" dirty="0">
                <a:latin typeface="Verdana"/>
                <a:cs typeface="Verdana"/>
              </a:rPr>
              <a:t>Level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spc="5" dirty="0">
                <a:latin typeface="Verdana"/>
                <a:cs typeface="Verdana"/>
              </a:rPr>
              <a:t>3</a:t>
            </a:r>
            <a:endParaRPr sz="1600">
              <a:latin typeface="Verdana"/>
              <a:cs typeface="Verdana"/>
            </a:endParaRPr>
          </a:p>
          <a:p>
            <a:pPr marL="154940"/>
            <a:r>
              <a:rPr sz="1600" dirty="0">
                <a:latin typeface="Verdana"/>
                <a:cs typeface="Verdana"/>
              </a:rPr>
              <a:t>Queue </a:t>
            </a:r>
            <a:r>
              <a:rPr sz="1600" spc="5" dirty="0">
                <a:latin typeface="Verdana"/>
                <a:cs typeface="Verdana"/>
              </a:rPr>
              <a:t>= {C, </a:t>
            </a:r>
            <a:r>
              <a:rPr sz="1600" spc="-5" dirty="0">
                <a:latin typeface="Verdana"/>
                <a:cs typeface="Verdana"/>
              </a:rPr>
              <a:t>E, </a:t>
            </a:r>
            <a:r>
              <a:rPr sz="1600" spc="-10" dirty="0">
                <a:latin typeface="Verdana"/>
                <a:cs typeface="Verdana"/>
              </a:rPr>
              <a:t>S, </a:t>
            </a:r>
            <a:r>
              <a:rPr sz="1600" spc="-5" dirty="0">
                <a:latin typeface="Verdana"/>
                <a:cs typeface="Verdana"/>
              </a:rPr>
              <a:t>E, </a:t>
            </a:r>
            <a:r>
              <a:rPr sz="1600" spc="-10" dirty="0">
                <a:latin typeface="Verdana"/>
                <a:cs typeface="Verdana"/>
              </a:rPr>
              <a:t>S, B, B,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spc="5" dirty="0">
                <a:latin typeface="Verdana"/>
                <a:cs typeface="Verdana"/>
              </a:rPr>
              <a:t>F}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8939" y="880872"/>
            <a:ext cx="2815590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BFS Search</a:t>
            </a:r>
            <a:r>
              <a:rPr sz="2400" b="1" spc="-5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69617" y="2054351"/>
            <a:ext cx="6537959" cy="3273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B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42019" y="2538985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D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90531" y="2548129"/>
            <a:ext cx="1651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E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C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91444" y="2538985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F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75533" y="27299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63741" y="2720848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26709" y="3388360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45908" y="3406648"/>
            <a:ext cx="1803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65932" y="3415792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77156" y="34157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24571" y="4165601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490204" y="4165601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119372" y="4205224"/>
            <a:ext cx="1803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61916" y="4180841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530596" y="4180841"/>
            <a:ext cx="1803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195059" y="4180841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063740" y="4180841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999220" y="4927601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95701" y="4985512"/>
            <a:ext cx="62674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472440" algn="l"/>
              </a:tabLst>
            </a:pP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	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664965" y="4955033"/>
            <a:ext cx="265493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560705" algn="l"/>
                <a:tab pos="1021080" algn="l"/>
                <a:tab pos="1566545" algn="l"/>
                <a:tab pos="2026920" algn="l"/>
                <a:tab pos="2487295" algn="l"/>
              </a:tabLst>
            </a:pP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A	B	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F	</a:t>
            </a: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	C	</a:t>
            </a:r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633715" y="4927601"/>
            <a:ext cx="71882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tabLst>
                <a:tab pos="536575" algn="l"/>
              </a:tabLst>
            </a:pPr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A	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875788" y="4193033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652512" y="5739384"/>
            <a:ext cx="3688079" cy="1173480"/>
          </a:xfrm>
          <a:custGeom>
            <a:avLst/>
            <a:gdLst/>
            <a:ahLst/>
            <a:cxnLst/>
            <a:rect l="l" t="t" r="r" b="b"/>
            <a:pathLst>
              <a:path w="3688079" h="1173479">
                <a:moveTo>
                  <a:pt x="3688080" y="0"/>
                </a:moveTo>
                <a:lnTo>
                  <a:pt x="0" y="0"/>
                </a:lnTo>
                <a:lnTo>
                  <a:pt x="0" y="1173480"/>
                </a:lnTo>
                <a:lnTo>
                  <a:pt x="3688080" y="1173480"/>
                </a:lnTo>
                <a:lnTo>
                  <a:pt x="3688080" y="1167384"/>
                </a:lnTo>
                <a:lnTo>
                  <a:pt x="12191" y="1167384"/>
                </a:lnTo>
                <a:lnTo>
                  <a:pt x="6096" y="1161288"/>
                </a:lnTo>
                <a:lnTo>
                  <a:pt x="12191" y="1161288"/>
                </a:lnTo>
                <a:lnTo>
                  <a:pt x="12191" y="12192"/>
                </a:lnTo>
                <a:lnTo>
                  <a:pt x="6096" y="12192"/>
                </a:lnTo>
                <a:lnTo>
                  <a:pt x="12191" y="6096"/>
                </a:lnTo>
                <a:lnTo>
                  <a:pt x="3688080" y="6096"/>
                </a:lnTo>
                <a:lnTo>
                  <a:pt x="3688080" y="0"/>
                </a:lnTo>
                <a:close/>
              </a:path>
              <a:path w="3688079" h="1173479">
                <a:moveTo>
                  <a:pt x="12191" y="1161288"/>
                </a:moveTo>
                <a:lnTo>
                  <a:pt x="6096" y="1161288"/>
                </a:lnTo>
                <a:lnTo>
                  <a:pt x="12191" y="1167384"/>
                </a:lnTo>
                <a:lnTo>
                  <a:pt x="12191" y="1161288"/>
                </a:lnTo>
                <a:close/>
              </a:path>
              <a:path w="3688079" h="1173479">
                <a:moveTo>
                  <a:pt x="3672840" y="1161288"/>
                </a:moveTo>
                <a:lnTo>
                  <a:pt x="12191" y="1161288"/>
                </a:lnTo>
                <a:lnTo>
                  <a:pt x="12191" y="1167384"/>
                </a:lnTo>
                <a:lnTo>
                  <a:pt x="3672840" y="1167384"/>
                </a:lnTo>
                <a:lnTo>
                  <a:pt x="3672840" y="1161288"/>
                </a:lnTo>
                <a:close/>
              </a:path>
              <a:path w="3688079" h="1173479">
                <a:moveTo>
                  <a:pt x="3672840" y="6096"/>
                </a:moveTo>
                <a:lnTo>
                  <a:pt x="3672840" y="1167384"/>
                </a:lnTo>
                <a:lnTo>
                  <a:pt x="3681984" y="1161288"/>
                </a:lnTo>
                <a:lnTo>
                  <a:pt x="3688080" y="1161288"/>
                </a:lnTo>
                <a:lnTo>
                  <a:pt x="3688080" y="12192"/>
                </a:lnTo>
                <a:lnTo>
                  <a:pt x="3681984" y="12192"/>
                </a:lnTo>
                <a:lnTo>
                  <a:pt x="3672840" y="6096"/>
                </a:lnTo>
                <a:close/>
              </a:path>
              <a:path w="3688079" h="1173479">
                <a:moveTo>
                  <a:pt x="3688080" y="1161288"/>
                </a:moveTo>
                <a:lnTo>
                  <a:pt x="3681984" y="1161288"/>
                </a:lnTo>
                <a:lnTo>
                  <a:pt x="3672840" y="1167384"/>
                </a:lnTo>
                <a:lnTo>
                  <a:pt x="3688080" y="1167384"/>
                </a:lnTo>
                <a:lnTo>
                  <a:pt x="3688080" y="1161288"/>
                </a:lnTo>
                <a:close/>
              </a:path>
              <a:path w="3688079" h="1173479">
                <a:moveTo>
                  <a:pt x="12191" y="6096"/>
                </a:moveTo>
                <a:lnTo>
                  <a:pt x="6096" y="12192"/>
                </a:lnTo>
                <a:lnTo>
                  <a:pt x="12191" y="12192"/>
                </a:lnTo>
                <a:lnTo>
                  <a:pt x="12191" y="6096"/>
                </a:lnTo>
                <a:close/>
              </a:path>
              <a:path w="3688079" h="1173479">
                <a:moveTo>
                  <a:pt x="3672840" y="6096"/>
                </a:moveTo>
                <a:lnTo>
                  <a:pt x="12191" y="6096"/>
                </a:lnTo>
                <a:lnTo>
                  <a:pt x="12191" y="12192"/>
                </a:lnTo>
                <a:lnTo>
                  <a:pt x="3672840" y="12192"/>
                </a:lnTo>
                <a:lnTo>
                  <a:pt x="3672840" y="6096"/>
                </a:lnTo>
                <a:close/>
              </a:path>
              <a:path w="3688079" h="1173479">
                <a:moveTo>
                  <a:pt x="3688080" y="6096"/>
                </a:moveTo>
                <a:lnTo>
                  <a:pt x="3672840" y="6096"/>
                </a:lnTo>
                <a:lnTo>
                  <a:pt x="3681984" y="12192"/>
                </a:lnTo>
                <a:lnTo>
                  <a:pt x="3688080" y="12192"/>
                </a:lnTo>
                <a:lnTo>
                  <a:pt x="3688080" y="609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7658609" y="5745480"/>
            <a:ext cx="3676015" cy="1161415"/>
          </a:xfrm>
          <a:prstGeom prst="rect">
            <a:avLst/>
          </a:prstGeom>
          <a:solidFill>
            <a:srgbClr val="CDCDCD"/>
          </a:solidFill>
        </p:spPr>
        <p:txBody>
          <a:bodyPr vert="horz" wrap="square" lIns="0" tIns="153035" rIns="0" bIns="0" rtlCol="0">
            <a:spAutoFit/>
          </a:bodyPr>
          <a:lstStyle/>
          <a:p>
            <a:pPr marL="154940">
              <a:spcBef>
                <a:spcPts val="1205"/>
              </a:spcBef>
            </a:pPr>
            <a:r>
              <a:rPr sz="1600" spc="-5" dirty="0">
                <a:latin typeface="Verdana"/>
                <a:cs typeface="Verdana"/>
              </a:rPr>
              <a:t>Level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spc="5" dirty="0">
                <a:latin typeface="Verdana"/>
                <a:cs typeface="Verdana"/>
              </a:rPr>
              <a:t>4</a:t>
            </a:r>
            <a:endParaRPr sz="1600">
              <a:latin typeface="Verdana"/>
              <a:cs typeface="Verdana"/>
            </a:endParaRPr>
          </a:p>
          <a:p>
            <a:pPr marL="154940" marR="240029"/>
            <a:r>
              <a:rPr sz="1600" dirty="0">
                <a:latin typeface="Verdana"/>
                <a:cs typeface="Verdana"/>
              </a:rPr>
              <a:t>Expand queue </a:t>
            </a:r>
            <a:r>
              <a:rPr sz="1600" spc="-5" dirty="0">
                <a:latin typeface="Verdana"/>
                <a:cs typeface="Verdana"/>
              </a:rPr>
              <a:t>until </a:t>
            </a:r>
            <a:r>
              <a:rPr sz="1600" spc="5" dirty="0">
                <a:latin typeface="Verdana"/>
                <a:cs typeface="Verdana"/>
              </a:rPr>
              <a:t>G </a:t>
            </a:r>
            <a:r>
              <a:rPr sz="1600" spc="-5" dirty="0">
                <a:latin typeface="Verdana"/>
                <a:cs typeface="Verdana"/>
              </a:rPr>
              <a:t>is </a:t>
            </a:r>
            <a:r>
              <a:rPr sz="1600" dirty="0">
                <a:latin typeface="Verdana"/>
                <a:cs typeface="Verdana"/>
              </a:rPr>
              <a:t>at</a:t>
            </a:r>
            <a:r>
              <a:rPr sz="1600" spc="-100" dirty="0">
                <a:latin typeface="Verdana"/>
                <a:cs typeface="Verdana"/>
              </a:rPr>
              <a:t> </a:t>
            </a:r>
            <a:r>
              <a:rPr sz="1600" spc="5" dirty="0">
                <a:latin typeface="Verdana"/>
                <a:cs typeface="Verdana"/>
              </a:rPr>
              <a:t>front  </a:t>
            </a:r>
            <a:r>
              <a:rPr sz="1600" dirty="0">
                <a:latin typeface="Verdana"/>
                <a:cs typeface="Verdana"/>
              </a:rPr>
              <a:t>Select</a:t>
            </a:r>
            <a:r>
              <a:rPr sz="1600" spc="-110" dirty="0">
                <a:latin typeface="Verdana"/>
                <a:cs typeface="Verdana"/>
              </a:rPr>
              <a:t> </a:t>
            </a:r>
            <a:r>
              <a:rPr sz="1600" spc="5" dirty="0">
                <a:latin typeface="Verdana"/>
                <a:cs typeface="Verdana"/>
              </a:rPr>
              <a:t>G</a:t>
            </a:r>
            <a:endParaRPr sz="1600">
              <a:latin typeface="Verdana"/>
              <a:cs typeface="Verdana"/>
            </a:endParaRPr>
          </a:p>
          <a:p>
            <a:pPr marL="154940"/>
            <a:r>
              <a:rPr sz="1600" dirty="0">
                <a:latin typeface="Verdana"/>
                <a:cs typeface="Verdana"/>
              </a:rPr>
              <a:t>Goal(G) </a:t>
            </a:r>
            <a:r>
              <a:rPr sz="1600" spc="5" dirty="0">
                <a:latin typeface="Verdana"/>
                <a:cs typeface="Verdana"/>
              </a:rPr>
              <a:t>=</a:t>
            </a:r>
            <a:r>
              <a:rPr sz="1600" spc="-1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true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8EC3230-9936-49D2-2783-905626CC8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90" y="381000"/>
            <a:ext cx="11471810" cy="5867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5194D5-6B41-FFEE-AA88-01CEB61608C3}"/>
              </a:ext>
            </a:extLst>
          </p:cNvPr>
          <p:cNvSpPr txBox="1"/>
          <p:nvPr/>
        </p:nvSpPr>
        <p:spPr>
          <a:xfrm>
            <a:off x="8661400" y="6652807"/>
            <a:ext cx="411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Need to store all node to trace solution path back from goal to root.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70272D-771D-5922-8D19-1239B9AF2CF2}"/>
              </a:ext>
            </a:extLst>
          </p:cNvPr>
          <p:cNvCxnSpPr>
            <a:cxnSpLocks/>
          </p:cNvCxnSpPr>
          <p:nvPr/>
        </p:nvCxnSpPr>
        <p:spPr>
          <a:xfrm>
            <a:off x="4927600" y="4191000"/>
            <a:ext cx="5029200" cy="2461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97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9A942E-3221-F12F-1AC1-4D95F9C85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949" y="-71752"/>
            <a:ext cx="9210676" cy="13591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6DBC3A-7DC4-0471-BADD-A8315510A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2343810"/>
            <a:ext cx="12291274" cy="42353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1E7E93-CC04-FC36-DA16-803D461D581E}"/>
              </a:ext>
            </a:extLst>
          </p:cNvPr>
          <p:cNvSpPr txBox="1"/>
          <p:nvPr/>
        </p:nvSpPr>
        <p:spPr>
          <a:xfrm>
            <a:off x="3708400" y="1510207"/>
            <a:ext cx="9575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assume branching factor b = 10; processing speed 1 million nodes/second; 1000 bytes/node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EC08415A-D30D-B0F6-467B-869D32A6D103}"/>
              </a:ext>
            </a:extLst>
          </p:cNvPr>
          <p:cNvSpPr/>
          <p:nvPr/>
        </p:nvSpPr>
        <p:spPr>
          <a:xfrm rot="20067554">
            <a:off x="314882" y="5056570"/>
            <a:ext cx="1290996" cy="4572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16CFAF-35F4-BD10-EA7C-EBDBB14EBC35}"/>
              </a:ext>
            </a:extLst>
          </p:cNvPr>
          <p:cNvSpPr txBox="1"/>
          <p:nvPr/>
        </p:nvSpPr>
        <p:spPr>
          <a:xfrm>
            <a:off x="2403550" y="6705600"/>
            <a:ext cx="66052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Memory requirements are bigger problem than the execution time</a:t>
            </a:r>
          </a:p>
        </p:txBody>
      </p:sp>
    </p:spTree>
    <p:extLst>
      <p:ext uri="{BB962C8B-B14F-4D97-AF65-F5344CB8AC3E}">
        <p14:creationId xmlns:p14="http://schemas.microsoft.com/office/powerpoint/2010/main" val="3000281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227828" y="147207"/>
            <a:ext cx="12269052" cy="553998"/>
          </a:xfrm>
        </p:spPr>
        <p:txBody>
          <a:bodyPr/>
          <a:lstStyle/>
          <a:p>
            <a:pPr eaLnBrk="1" hangingPunct="1"/>
            <a:r>
              <a:rPr lang="en-US" sz="3600" dirty="0"/>
              <a:t>Depth-First (Tree) Search</a:t>
            </a:r>
          </a:p>
        </p:txBody>
      </p:sp>
      <p:grpSp>
        <p:nvGrpSpPr>
          <p:cNvPr id="19459" name="Group 3"/>
          <p:cNvGrpSpPr>
            <a:grpSpLocks/>
          </p:cNvGrpSpPr>
          <p:nvPr/>
        </p:nvGrpSpPr>
        <p:grpSpPr bwMode="auto">
          <a:xfrm>
            <a:off x="3540760" y="3891601"/>
            <a:ext cx="6217920" cy="3790358"/>
            <a:chOff x="48" y="2332"/>
            <a:chExt cx="3456" cy="2398"/>
          </a:xfrm>
        </p:grpSpPr>
        <p:sp>
          <p:nvSpPr>
            <p:cNvPr id="19594" name="Text Box 4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13" dirty="0"/>
                <a:t>S</a:t>
              </a:r>
            </a:p>
          </p:txBody>
        </p:sp>
        <p:sp>
          <p:nvSpPr>
            <p:cNvPr id="19595" name="Text Box 5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a</a:t>
              </a:r>
            </a:p>
          </p:txBody>
        </p:sp>
        <p:sp>
          <p:nvSpPr>
            <p:cNvPr id="19596" name="Text Box 6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b</a:t>
              </a:r>
            </a:p>
          </p:txBody>
        </p:sp>
        <p:sp>
          <p:nvSpPr>
            <p:cNvPr id="19597" name="Text Box 7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d</a:t>
              </a:r>
            </a:p>
          </p:txBody>
        </p:sp>
        <p:sp>
          <p:nvSpPr>
            <p:cNvPr id="19598" name="Text Box 8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p</a:t>
              </a:r>
            </a:p>
          </p:txBody>
        </p:sp>
        <p:sp>
          <p:nvSpPr>
            <p:cNvPr id="19599" name="Text Box 9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a</a:t>
              </a:r>
            </a:p>
          </p:txBody>
        </p:sp>
        <p:sp>
          <p:nvSpPr>
            <p:cNvPr id="19600" name="Text Box 10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c</a:t>
              </a:r>
            </a:p>
          </p:txBody>
        </p:sp>
        <p:cxnSp>
          <p:nvCxnSpPr>
            <p:cNvPr id="19601" name="AutoShape 11"/>
            <p:cNvCxnSpPr>
              <a:cxnSpLocks noChangeShapeType="1"/>
              <a:stCxn id="19597" idx="2"/>
              <a:endCxn id="19596" idx="0"/>
            </p:cNvCxnSpPr>
            <p:nvPr/>
          </p:nvCxnSpPr>
          <p:spPr bwMode="auto">
            <a:xfrm flipH="1">
              <a:off x="168" y="2945"/>
              <a:ext cx="336" cy="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2" name="AutoShape 12"/>
            <p:cNvCxnSpPr>
              <a:cxnSpLocks noChangeShapeType="1"/>
              <a:stCxn id="19597" idx="2"/>
              <a:endCxn id="19600" idx="0"/>
            </p:cNvCxnSpPr>
            <p:nvPr/>
          </p:nvCxnSpPr>
          <p:spPr bwMode="auto">
            <a:xfrm>
              <a:off x="504" y="2945"/>
              <a:ext cx="96" cy="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3" name="AutoShape 13"/>
            <p:cNvCxnSpPr>
              <a:cxnSpLocks noChangeShapeType="1"/>
              <a:stCxn id="19596" idx="2"/>
              <a:endCxn id="19595" idx="0"/>
            </p:cNvCxnSpPr>
            <p:nvPr/>
          </p:nvCxnSpPr>
          <p:spPr bwMode="auto">
            <a:xfrm>
              <a:off x="168" y="3290"/>
              <a:ext cx="0" cy="1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04" name="AutoShape 14"/>
            <p:cNvCxnSpPr>
              <a:cxnSpLocks noChangeShapeType="1"/>
              <a:stCxn id="19600" idx="2"/>
              <a:endCxn id="19599" idx="0"/>
            </p:cNvCxnSpPr>
            <p:nvPr/>
          </p:nvCxnSpPr>
          <p:spPr bwMode="auto">
            <a:xfrm>
              <a:off x="600" y="3290"/>
              <a:ext cx="0" cy="1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9605" name="Group 15"/>
            <p:cNvGrpSpPr>
              <a:grpSpLocks/>
            </p:cNvGrpSpPr>
            <p:nvPr/>
          </p:nvGrpSpPr>
          <p:grpSpPr bwMode="auto">
            <a:xfrm>
              <a:off x="1776" y="2640"/>
              <a:ext cx="1104" cy="1706"/>
              <a:chOff x="1152" y="2640"/>
              <a:chExt cx="1104" cy="1706"/>
            </a:xfrm>
          </p:grpSpPr>
          <p:sp>
            <p:nvSpPr>
              <p:cNvPr id="19632" name="Text Box 16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e</a:t>
                </a:r>
              </a:p>
            </p:txBody>
          </p:sp>
          <p:sp>
            <p:nvSpPr>
              <p:cNvPr id="19633" name="Text Box 17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p</a:t>
                </a:r>
              </a:p>
            </p:txBody>
          </p:sp>
          <p:sp>
            <p:nvSpPr>
              <p:cNvPr id="19634" name="Text Box 18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h</a:t>
                </a:r>
              </a:p>
            </p:txBody>
          </p:sp>
          <p:sp>
            <p:nvSpPr>
              <p:cNvPr id="19635" name="Text Box 19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f</a:t>
                </a:r>
              </a:p>
            </p:txBody>
          </p:sp>
          <p:sp>
            <p:nvSpPr>
              <p:cNvPr id="19636" name="Text Box 20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r</a:t>
                </a:r>
              </a:p>
            </p:txBody>
          </p:sp>
          <p:sp>
            <p:nvSpPr>
              <p:cNvPr id="19637" name="Text Box 21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19638" name="Text Box 22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19639" name="Text Box 23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c</a:t>
                </a:r>
              </a:p>
            </p:txBody>
          </p:sp>
          <p:sp>
            <p:nvSpPr>
              <p:cNvPr id="19640" name="Text Box 24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813" dirty="0"/>
                  <a:t>G</a:t>
                </a:r>
              </a:p>
            </p:txBody>
          </p:sp>
          <p:sp>
            <p:nvSpPr>
              <p:cNvPr id="19641" name="Text Box 25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a</a:t>
                </a:r>
              </a:p>
            </p:txBody>
          </p:sp>
          <p:cxnSp>
            <p:nvCxnSpPr>
              <p:cNvPr id="19642" name="AutoShape 26"/>
              <p:cNvCxnSpPr>
                <a:cxnSpLocks noChangeShapeType="1"/>
                <a:stCxn id="19632" idx="2"/>
                <a:endCxn id="19634" idx="0"/>
              </p:cNvCxnSpPr>
              <p:nvPr/>
            </p:nvCxnSpPr>
            <p:spPr bwMode="auto">
              <a:xfrm flipH="1">
                <a:off x="1416" y="2897"/>
                <a:ext cx="24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3" name="AutoShape 27"/>
              <p:cNvCxnSpPr>
                <a:cxnSpLocks noChangeShapeType="1"/>
                <a:stCxn id="19632" idx="2"/>
                <a:endCxn id="19636" idx="0"/>
              </p:cNvCxnSpPr>
              <p:nvPr/>
            </p:nvCxnSpPr>
            <p:spPr bwMode="auto">
              <a:xfrm>
                <a:off x="1656" y="2897"/>
                <a:ext cx="192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4" name="AutoShape 28"/>
              <p:cNvCxnSpPr>
                <a:cxnSpLocks noChangeShapeType="1"/>
                <a:stCxn id="19634" idx="2"/>
                <a:endCxn id="19633" idx="0"/>
              </p:cNvCxnSpPr>
              <p:nvPr/>
            </p:nvCxnSpPr>
            <p:spPr bwMode="auto">
              <a:xfrm flipH="1">
                <a:off x="1272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5" name="AutoShape 29"/>
              <p:cNvCxnSpPr>
                <a:cxnSpLocks noChangeShapeType="1"/>
                <a:stCxn id="19634" idx="2"/>
                <a:endCxn id="19637" idx="0"/>
              </p:cNvCxnSpPr>
              <p:nvPr/>
            </p:nvCxnSpPr>
            <p:spPr bwMode="auto">
              <a:xfrm>
                <a:off x="1416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6" name="AutoShape 30"/>
              <p:cNvCxnSpPr>
                <a:cxnSpLocks noChangeShapeType="1"/>
                <a:stCxn id="19636" idx="2"/>
                <a:endCxn id="19635" idx="0"/>
              </p:cNvCxnSpPr>
              <p:nvPr/>
            </p:nvCxnSpPr>
            <p:spPr bwMode="auto">
              <a:xfrm>
                <a:off x="1848" y="3281"/>
                <a:ext cx="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7" name="AutoShape 31"/>
              <p:cNvCxnSpPr>
                <a:cxnSpLocks noChangeShapeType="1"/>
                <a:stCxn id="19633" idx="2"/>
                <a:endCxn id="19638" idx="0"/>
              </p:cNvCxnSpPr>
              <p:nvPr/>
            </p:nvCxnSpPr>
            <p:spPr bwMode="auto">
              <a:xfrm>
                <a:off x="1272" y="3665"/>
                <a:ext cx="0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8" name="AutoShape 32"/>
              <p:cNvCxnSpPr>
                <a:cxnSpLocks noChangeShapeType="1"/>
                <a:stCxn id="19635" idx="2"/>
                <a:endCxn id="19639" idx="0"/>
              </p:cNvCxnSpPr>
              <p:nvPr/>
            </p:nvCxnSpPr>
            <p:spPr bwMode="auto">
              <a:xfrm flipH="1">
                <a:off x="1704" y="3665"/>
                <a:ext cx="144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49" name="AutoShape 33"/>
              <p:cNvCxnSpPr>
                <a:cxnSpLocks noChangeShapeType="1"/>
                <a:stCxn id="19635" idx="2"/>
                <a:endCxn id="19640" idx="0"/>
              </p:cNvCxnSpPr>
              <p:nvPr/>
            </p:nvCxnSpPr>
            <p:spPr bwMode="auto">
              <a:xfrm>
                <a:off x="1848" y="3665"/>
                <a:ext cx="168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50" name="AutoShape 34"/>
              <p:cNvCxnSpPr>
                <a:cxnSpLocks noChangeShapeType="1"/>
                <a:stCxn id="19639" idx="2"/>
                <a:endCxn id="19641" idx="0"/>
              </p:cNvCxnSpPr>
              <p:nvPr/>
            </p:nvCxnSpPr>
            <p:spPr bwMode="auto">
              <a:xfrm>
                <a:off x="1704" y="4010"/>
                <a:ext cx="0" cy="7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19606" name="Text Box 35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q</a:t>
              </a:r>
            </a:p>
          </p:txBody>
        </p:sp>
        <p:cxnSp>
          <p:nvCxnSpPr>
            <p:cNvPr id="19607" name="AutoShape 36"/>
            <p:cNvCxnSpPr>
              <a:cxnSpLocks noChangeShapeType="1"/>
              <a:stCxn id="19598" idx="2"/>
              <a:endCxn id="19606" idx="0"/>
            </p:cNvCxnSpPr>
            <p:nvPr/>
          </p:nvCxnSpPr>
          <p:spPr bwMode="auto">
            <a:xfrm>
              <a:off x="3384" y="2897"/>
              <a:ext cx="0" cy="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19608" name="Group 37"/>
            <p:cNvGrpSpPr>
              <a:grpSpLocks/>
            </p:cNvGrpSpPr>
            <p:nvPr/>
          </p:nvGrpSpPr>
          <p:grpSpPr bwMode="auto">
            <a:xfrm>
              <a:off x="624" y="3024"/>
              <a:ext cx="1104" cy="1706"/>
              <a:chOff x="1152" y="2640"/>
              <a:chExt cx="1104" cy="1706"/>
            </a:xfrm>
          </p:grpSpPr>
          <p:sp>
            <p:nvSpPr>
              <p:cNvPr id="19613" name="Text Box 38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e</a:t>
                </a:r>
              </a:p>
            </p:txBody>
          </p:sp>
          <p:sp>
            <p:nvSpPr>
              <p:cNvPr id="19614" name="Text Box 39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p</a:t>
                </a:r>
              </a:p>
            </p:txBody>
          </p:sp>
          <p:sp>
            <p:nvSpPr>
              <p:cNvPr id="19615" name="Text Box 40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h</a:t>
                </a:r>
              </a:p>
            </p:txBody>
          </p:sp>
          <p:sp>
            <p:nvSpPr>
              <p:cNvPr id="19616" name="Text Box 41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f</a:t>
                </a:r>
              </a:p>
            </p:txBody>
          </p:sp>
          <p:sp>
            <p:nvSpPr>
              <p:cNvPr id="19617" name="Text Box 42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r</a:t>
                </a:r>
              </a:p>
            </p:txBody>
          </p:sp>
          <p:sp>
            <p:nvSpPr>
              <p:cNvPr id="19618" name="Text Box 43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19619" name="Text Box 44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19620" name="Text Box 45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c</a:t>
                </a:r>
              </a:p>
            </p:txBody>
          </p:sp>
          <p:sp>
            <p:nvSpPr>
              <p:cNvPr id="19621" name="Text Box 46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813" dirty="0"/>
                  <a:t>G</a:t>
                </a:r>
              </a:p>
            </p:txBody>
          </p:sp>
          <p:sp>
            <p:nvSpPr>
              <p:cNvPr id="19622" name="Text Box 47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a</a:t>
                </a:r>
              </a:p>
            </p:txBody>
          </p:sp>
          <p:cxnSp>
            <p:nvCxnSpPr>
              <p:cNvPr id="19623" name="AutoShape 48"/>
              <p:cNvCxnSpPr>
                <a:cxnSpLocks noChangeShapeType="1"/>
                <a:stCxn id="19613" idx="2"/>
                <a:endCxn id="19615" idx="0"/>
              </p:cNvCxnSpPr>
              <p:nvPr/>
            </p:nvCxnSpPr>
            <p:spPr bwMode="auto">
              <a:xfrm flipH="1">
                <a:off x="1416" y="2897"/>
                <a:ext cx="24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4" name="AutoShape 49"/>
              <p:cNvCxnSpPr>
                <a:cxnSpLocks noChangeShapeType="1"/>
                <a:stCxn id="19613" idx="2"/>
                <a:endCxn id="19617" idx="0"/>
              </p:cNvCxnSpPr>
              <p:nvPr/>
            </p:nvCxnSpPr>
            <p:spPr bwMode="auto">
              <a:xfrm>
                <a:off x="1656" y="2897"/>
                <a:ext cx="192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5" name="AutoShape 50"/>
              <p:cNvCxnSpPr>
                <a:cxnSpLocks noChangeShapeType="1"/>
                <a:stCxn id="19615" idx="2"/>
                <a:endCxn id="19614" idx="0"/>
              </p:cNvCxnSpPr>
              <p:nvPr/>
            </p:nvCxnSpPr>
            <p:spPr bwMode="auto">
              <a:xfrm flipH="1">
                <a:off x="1272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6" name="AutoShape 51"/>
              <p:cNvCxnSpPr>
                <a:cxnSpLocks noChangeShapeType="1"/>
                <a:stCxn id="19615" idx="2"/>
                <a:endCxn id="19618" idx="0"/>
              </p:cNvCxnSpPr>
              <p:nvPr/>
            </p:nvCxnSpPr>
            <p:spPr bwMode="auto">
              <a:xfrm>
                <a:off x="1416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7" name="AutoShape 52"/>
              <p:cNvCxnSpPr>
                <a:cxnSpLocks noChangeShapeType="1"/>
                <a:stCxn id="19617" idx="2"/>
                <a:endCxn id="19616" idx="0"/>
              </p:cNvCxnSpPr>
              <p:nvPr/>
            </p:nvCxnSpPr>
            <p:spPr bwMode="auto">
              <a:xfrm>
                <a:off x="1848" y="3281"/>
                <a:ext cx="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8" name="AutoShape 53"/>
              <p:cNvCxnSpPr>
                <a:cxnSpLocks noChangeShapeType="1"/>
                <a:stCxn id="19614" idx="2"/>
                <a:endCxn id="19619" idx="0"/>
              </p:cNvCxnSpPr>
              <p:nvPr/>
            </p:nvCxnSpPr>
            <p:spPr bwMode="auto">
              <a:xfrm>
                <a:off x="1272" y="3665"/>
                <a:ext cx="0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29" name="AutoShape 54"/>
              <p:cNvCxnSpPr>
                <a:cxnSpLocks noChangeShapeType="1"/>
                <a:stCxn id="19616" idx="2"/>
                <a:endCxn id="19620" idx="0"/>
              </p:cNvCxnSpPr>
              <p:nvPr/>
            </p:nvCxnSpPr>
            <p:spPr bwMode="auto">
              <a:xfrm flipH="1">
                <a:off x="1704" y="3665"/>
                <a:ext cx="144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30" name="AutoShape 55"/>
              <p:cNvCxnSpPr>
                <a:cxnSpLocks noChangeShapeType="1"/>
                <a:stCxn id="19616" idx="2"/>
                <a:endCxn id="19621" idx="0"/>
              </p:cNvCxnSpPr>
              <p:nvPr/>
            </p:nvCxnSpPr>
            <p:spPr bwMode="auto">
              <a:xfrm>
                <a:off x="1848" y="3665"/>
                <a:ext cx="168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19631" name="AutoShape 56"/>
              <p:cNvCxnSpPr>
                <a:cxnSpLocks noChangeShapeType="1"/>
                <a:stCxn id="19620" idx="2"/>
                <a:endCxn id="19622" idx="0"/>
              </p:cNvCxnSpPr>
              <p:nvPr/>
            </p:nvCxnSpPr>
            <p:spPr bwMode="auto">
              <a:xfrm>
                <a:off x="1704" y="4010"/>
                <a:ext cx="0" cy="7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19609" name="AutoShape 57"/>
            <p:cNvCxnSpPr>
              <a:cxnSpLocks noChangeShapeType="1"/>
              <a:stCxn id="19597" idx="2"/>
              <a:endCxn id="19613" idx="0"/>
            </p:cNvCxnSpPr>
            <p:nvPr/>
          </p:nvCxnSpPr>
          <p:spPr bwMode="auto">
            <a:xfrm>
              <a:off x="504" y="2945"/>
              <a:ext cx="624" cy="7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10" name="AutoShape 58"/>
            <p:cNvCxnSpPr>
              <a:cxnSpLocks noChangeShapeType="1"/>
              <a:stCxn id="19594" idx="2"/>
              <a:endCxn id="19597" idx="0"/>
            </p:cNvCxnSpPr>
            <p:nvPr/>
          </p:nvCxnSpPr>
          <p:spPr bwMode="auto">
            <a:xfrm flipH="1">
              <a:off x="504" y="2567"/>
              <a:ext cx="1536" cy="1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11" name="AutoShape 59"/>
            <p:cNvCxnSpPr>
              <a:cxnSpLocks noChangeShapeType="1"/>
              <a:stCxn id="19594" idx="2"/>
              <a:endCxn id="19632" idx="0"/>
            </p:cNvCxnSpPr>
            <p:nvPr/>
          </p:nvCxnSpPr>
          <p:spPr bwMode="auto">
            <a:xfrm>
              <a:off x="2040" y="2567"/>
              <a:ext cx="240" cy="7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19612" name="AutoShape 60"/>
            <p:cNvCxnSpPr>
              <a:cxnSpLocks noChangeShapeType="1"/>
              <a:stCxn id="19594" idx="2"/>
              <a:endCxn id="19598" idx="0"/>
            </p:cNvCxnSpPr>
            <p:nvPr/>
          </p:nvCxnSpPr>
          <p:spPr bwMode="auto">
            <a:xfrm>
              <a:off x="2040" y="2567"/>
              <a:ext cx="1344" cy="7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797757" name="Line 61"/>
          <p:cNvSpPr>
            <a:spLocks noChangeShapeType="1"/>
          </p:cNvSpPr>
          <p:nvPr/>
        </p:nvSpPr>
        <p:spPr bwMode="auto">
          <a:xfrm flipH="1">
            <a:off x="4346787" y="4237038"/>
            <a:ext cx="2821093" cy="20150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758" name="Line 62"/>
          <p:cNvSpPr>
            <a:spLocks noChangeShapeType="1"/>
          </p:cNvSpPr>
          <p:nvPr/>
        </p:nvSpPr>
        <p:spPr bwMode="auto">
          <a:xfrm flipH="1">
            <a:off x="3745867" y="4807375"/>
            <a:ext cx="631508" cy="18171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759" name="Line 63"/>
          <p:cNvSpPr>
            <a:spLocks noChangeShapeType="1"/>
          </p:cNvSpPr>
          <p:nvPr/>
        </p:nvSpPr>
        <p:spPr bwMode="auto">
          <a:xfrm>
            <a:off x="4346788" y="4796581"/>
            <a:ext cx="181718" cy="18171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760" name="Line 64"/>
          <p:cNvSpPr>
            <a:spLocks noChangeShapeType="1"/>
          </p:cNvSpPr>
          <p:nvPr/>
        </p:nvSpPr>
        <p:spPr bwMode="auto">
          <a:xfrm flipH="1">
            <a:off x="3751276" y="5356120"/>
            <a:ext cx="3598" cy="25908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761" name="Line 65"/>
          <p:cNvSpPr>
            <a:spLocks noChangeShapeType="1"/>
          </p:cNvSpPr>
          <p:nvPr/>
        </p:nvSpPr>
        <p:spPr bwMode="auto">
          <a:xfrm flipH="1">
            <a:off x="4533910" y="5375911"/>
            <a:ext cx="3598" cy="25908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762" name="Line 66"/>
          <p:cNvSpPr>
            <a:spLocks noChangeShapeType="1"/>
          </p:cNvSpPr>
          <p:nvPr/>
        </p:nvSpPr>
        <p:spPr bwMode="auto">
          <a:xfrm>
            <a:off x="4343189" y="4823568"/>
            <a:ext cx="1128078" cy="1619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763" name="Line 67"/>
          <p:cNvSpPr>
            <a:spLocks noChangeShapeType="1"/>
          </p:cNvSpPr>
          <p:nvPr/>
        </p:nvSpPr>
        <p:spPr bwMode="auto">
          <a:xfrm flipH="1">
            <a:off x="5023287" y="5363318"/>
            <a:ext cx="451591" cy="230293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764" name="Line 68"/>
          <p:cNvSpPr>
            <a:spLocks noChangeShapeType="1"/>
          </p:cNvSpPr>
          <p:nvPr/>
        </p:nvSpPr>
        <p:spPr bwMode="auto">
          <a:xfrm flipH="1">
            <a:off x="4798381" y="5953456"/>
            <a:ext cx="248285" cy="239289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765" name="Line 69"/>
          <p:cNvSpPr>
            <a:spLocks noChangeShapeType="1"/>
          </p:cNvSpPr>
          <p:nvPr/>
        </p:nvSpPr>
        <p:spPr bwMode="auto">
          <a:xfrm>
            <a:off x="4803787" y="6570558"/>
            <a:ext cx="3598" cy="201507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grpSp>
        <p:nvGrpSpPr>
          <p:cNvPr id="19469" name="Group 70"/>
          <p:cNvGrpSpPr>
            <a:grpSpLocks/>
          </p:cNvGrpSpPr>
          <p:nvPr/>
        </p:nvGrpSpPr>
        <p:grpSpPr bwMode="auto">
          <a:xfrm>
            <a:off x="5089843" y="1554486"/>
            <a:ext cx="3632518" cy="2004272"/>
            <a:chOff x="816" y="1056"/>
            <a:chExt cx="4176" cy="2304"/>
          </a:xfrm>
        </p:grpSpPr>
        <p:grpSp>
          <p:nvGrpSpPr>
            <p:cNvPr id="19564" name="Group 71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19566" name="AutoShape 72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2040"/>
                  <a:t>S</a:t>
                </a:r>
              </a:p>
            </p:txBody>
          </p:sp>
          <p:sp>
            <p:nvSpPr>
              <p:cNvPr id="19567" name="AutoShape 73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2040"/>
                  <a:t>G</a:t>
                </a:r>
              </a:p>
            </p:txBody>
          </p:sp>
          <p:sp>
            <p:nvSpPr>
              <p:cNvPr id="19568" name="AutoShape 74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 dirty="0"/>
                  <a:t>d</a:t>
                </a:r>
              </a:p>
            </p:txBody>
          </p:sp>
          <p:sp>
            <p:nvSpPr>
              <p:cNvPr id="19569" name="AutoShape 75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 dirty="0"/>
                  <a:t>b</a:t>
                </a:r>
              </a:p>
            </p:txBody>
          </p:sp>
          <p:sp>
            <p:nvSpPr>
              <p:cNvPr id="19570" name="AutoShape 76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 dirty="0"/>
                  <a:t>p</a:t>
                </a:r>
              </a:p>
            </p:txBody>
          </p:sp>
          <p:sp>
            <p:nvSpPr>
              <p:cNvPr id="19571" name="AutoShape 77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 dirty="0"/>
                  <a:t>q</a:t>
                </a:r>
              </a:p>
            </p:txBody>
          </p:sp>
          <p:sp>
            <p:nvSpPr>
              <p:cNvPr id="19572" name="AutoShape 78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 dirty="0"/>
                  <a:t>c</a:t>
                </a:r>
              </a:p>
            </p:txBody>
          </p:sp>
          <p:sp>
            <p:nvSpPr>
              <p:cNvPr id="19573" name="AutoShape 79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 dirty="0"/>
                  <a:t>e</a:t>
                </a:r>
              </a:p>
            </p:txBody>
          </p:sp>
          <p:sp>
            <p:nvSpPr>
              <p:cNvPr id="19574" name="AutoShape 80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 dirty="0"/>
                  <a:t>h</a:t>
                </a:r>
              </a:p>
            </p:txBody>
          </p:sp>
          <p:sp>
            <p:nvSpPr>
              <p:cNvPr id="19575" name="AutoShape 81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 dirty="0"/>
                  <a:t>a</a:t>
                </a:r>
              </a:p>
            </p:txBody>
          </p:sp>
          <p:sp>
            <p:nvSpPr>
              <p:cNvPr id="19576" name="AutoShape 82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 dirty="0"/>
                  <a:t>f</a:t>
                </a:r>
              </a:p>
            </p:txBody>
          </p:sp>
          <p:sp>
            <p:nvSpPr>
              <p:cNvPr id="19577" name="AutoShape 83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 dirty="0"/>
                  <a:t>r</a:t>
                </a:r>
              </a:p>
            </p:txBody>
          </p:sp>
          <p:cxnSp>
            <p:nvCxnSpPr>
              <p:cNvPr id="19578" name="AutoShape 84"/>
              <p:cNvCxnSpPr>
                <a:cxnSpLocks noChangeShapeType="1"/>
                <a:stCxn id="19566" idx="5"/>
                <a:endCxn id="19570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79" name="AutoShape 85"/>
              <p:cNvCxnSpPr>
                <a:cxnSpLocks noChangeShapeType="1"/>
                <a:stCxn id="19570" idx="5"/>
                <a:endCxn id="19571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0" name="AutoShape 86"/>
              <p:cNvCxnSpPr>
                <a:cxnSpLocks noChangeShapeType="1"/>
                <a:stCxn id="19574" idx="3"/>
                <a:endCxn id="19571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1" name="AutoShape 87"/>
              <p:cNvCxnSpPr>
                <a:cxnSpLocks noChangeShapeType="1"/>
                <a:stCxn id="19574" idx="2"/>
                <a:endCxn id="19570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2" name="AutoShape 88"/>
              <p:cNvCxnSpPr>
                <a:cxnSpLocks noChangeShapeType="1"/>
                <a:stCxn id="19573" idx="4"/>
                <a:endCxn id="19574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3" name="AutoShape 89"/>
              <p:cNvCxnSpPr>
                <a:cxnSpLocks noChangeShapeType="1"/>
                <a:stCxn id="19573" idx="5"/>
                <a:endCxn id="19577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4" name="AutoShape 90"/>
              <p:cNvCxnSpPr>
                <a:cxnSpLocks noChangeShapeType="1"/>
                <a:stCxn id="19577" idx="0"/>
                <a:endCxn id="19576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5" name="AutoShape 91"/>
              <p:cNvCxnSpPr>
                <a:cxnSpLocks noChangeShapeType="1"/>
                <a:stCxn id="19576" idx="0"/>
                <a:endCxn id="19567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6" name="AutoShape 92"/>
              <p:cNvCxnSpPr>
                <a:cxnSpLocks noChangeShapeType="1"/>
                <a:stCxn id="19566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7" name="AutoShape 93"/>
              <p:cNvCxnSpPr>
                <a:cxnSpLocks noChangeShapeType="1"/>
                <a:stCxn id="19568" idx="1"/>
                <a:endCxn id="19569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8" name="AutoShape 94"/>
              <p:cNvCxnSpPr>
                <a:cxnSpLocks noChangeShapeType="1"/>
                <a:endCxn id="19575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89" name="AutoShape 95"/>
              <p:cNvCxnSpPr>
                <a:cxnSpLocks noChangeShapeType="1"/>
                <a:stCxn id="19572" idx="2"/>
                <a:endCxn id="19575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0" name="AutoShape 96"/>
              <p:cNvCxnSpPr>
                <a:cxnSpLocks noChangeShapeType="1"/>
                <a:stCxn id="19568" idx="7"/>
                <a:endCxn id="19572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1" name="AutoShape 97"/>
              <p:cNvCxnSpPr>
                <a:cxnSpLocks noChangeShapeType="1"/>
                <a:stCxn id="19568" idx="6"/>
                <a:endCxn id="19573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2" name="AutoShape 98"/>
              <p:cNvCxnSpPr>
                <a:cxnSpLocks noChangeShapeType="1"/>
                <a:stCxn id="19576" idx="1"/>
                <a:endCxn id="19572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9593" name="AutoShape 99"/>
              <p:cNvCxnSpPr>
                <a:cxnSpLocks noChangeShapeType="1"/>
                <a:stCxn id="19566" idx="6"/>
                <a:endCxn id="19573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19565" name="AutoShape 100"/>
            <p:cNvCxnSpPr>
              <a:cxnSpLocks noChangeShapeType="1"/>
              <a:stCxn id="19571" idx="6"/>
              <a:endCxn id="19577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  <p:sp>
        <p:nvSpPr>
          <p:cNvPr id="19470" name="AutoShape 101"/>
          <p:cNvSpPr>
            <a:spLocks noChangeArrowheads="1"/>
          </p:cNvSpPr>
          <p:nvPr/>
        </p:nvSpPr>
        <p:spPr bwMode="auto">
          <a:xfrm>
            <a:off x="5089844" y="2729335"/>
            <a:ext cx="359833" cy="345440"/>
          </a:xfrm>
          <a:prstGeom prst="flowChartConnector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pPr algn="ctr"/>
            <a:endParaRPr lang="en-US" sz="1360" dirty="0"/>
          </a:p>
        </p:txBody>
      </p:sp>
      <p:grpSp>
        <p:nvGrpSpPr>
          <p:cNvPr id="7" name="Group 102"/>
          <p:cNvGrpSpPr>
            <a:grpSpLocks/>
          </p:cNvGrpSpPr>
          <p:nvPr/>
        </p:nvGrpSpPr>
        <p:grpSpPr bwMode="auto">
          <a:xfrm>
            <a:off x="6044271" y="3213312"/>
            <a:ext cx="914908" cy="345440"/>
            <a:chOff x="1914" y="2963"/>
            <a:chExt cx="1052" cy="397"/>
          </a:xfrm>
        </p:grpSpPr>
        <p:sp>
          <p:nvSpPr>
            <p:cNvPr id="19562" name="AutoShape 103"/>
            <p:cNvSpPr>
              <a:spLocks noChangeArrowheads="1"/>
            </p:cNvSpPr>
            <p:nvPr/>
          </p:nvSpPr>
          <p:spPr bwMode="auto">
            <a:xfrm>
              <a:off x="2553" y="2963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700" i="1" dirty="0"/>
                <a:t>q</a:t>
              </a:r>
            </a:p>
          </p:txBody>
        </p:sp>
        <p:cxnSp>
          <p:nvCxnSpPr>
            <p:cNvPr id="19563" name="AutoShape 104"/>
            <p:cNvCxnSpPr>
              <a:cxnSpLocks noChangeShapeType="1"/>
              <a:stCxn id="19560" idx="5"/>
              <a:endCxn id="19562" idx="2"/>
            </p:cNvCxnSpPr>
            <p:nvPr/>
          </p:nvCxnSpPr>
          <p:spPr bwMode="auto">
            <a:xfrm flipV="1">
              <a:off x="1914" y="3162"/>
              <a:ext cx="639" cy="20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8" name="Group 105"/>
          <p:cNvGrpSpPr>
            <a:grpSpLocks/>
          </p:cNvGrpSpPr>
          <p:nvPr/>
        </p:nvGrpSpPr>
        <p:grpSpPr bwMode="auto">
          <a:xfrm>
            <a:off x="5737551" y="2937121"/>
            <a:ext cx="1473153" cy="517291"/>
            <a:chOff x="1560" y="2646"/>
            <a:chExt cx="1695" cy="595"/>
          </a:xfrm>
        </p:grpSpPr>
        <p:sp>
          <p:nvSpPr>
            <p:cNvPr id="19560" name="AutoShape 106"/>
            <p:cNvSpPr>
              <a:spLocks noChangeArrowheads="1"/>
            </p:cNvSpPr>
            <p:nvPr/>
          </p:nvSpPr>
          <p:spPr bwMode="auto">
            <a:xfrm>
              <a:off x="1560" y="2844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700" i="1" dirty="0"/>
                <a:t>p</a:t>
              </a:r>
            </a:p>
          </p:txBody>
        </p:sp>
        <p:cxnSp>
          <p:nvCxnSpPr>
            <p:cNvPr id="19561" name="AutoShape 107"/>
            <p:cNvCxnSpPr>
              <a:cxnSpLocks noChangeShapeType="1"/>
              <a:stCxn id="19558" idx="2"/>
              <a:endCxn id="19560" idx="6"/>
            </p:cNvCxnSpPr>
            <p:nvPr/>
          </p:nvCxnSpPr>
          <p:spPr bwMode="auto">
            <a:xfrm flipH="1">
              <a:off x="1974" y="2646"/>
              <a:ext cx="1281" cy="396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9" name="Group 108"/>
          <p:cNvGrpSpPr>
            <a:grpSpLocks/>
          </p:cNvGrpSpPr>
          <p:nvPr/>
        </p:nvGrpSpPr>
        <p:grpSpPr bwMode="auto">
          <a:xfrm>
            <a:off x="7211069" y="2625325"/>
            <a:ext cx="467784" cy="485438"/>
            <a:chOff x="3255" y="2287"/>
            <a:chExt cx="538" cy="557"/>
          </a:xfrm>
        </p:grpSpPr>
        <p:sp>
          <p:nvSpPr>
            <p:cNvPr id="19558" name="AutoShape 109"/>
            <p:cNvSpPr>
              <a:spLocks noChangeArrowheads="1"/>
            </p:cNvSpPr>
            <p:nvPr/>
          </p:nvSpPr>
          <p:spPr bwMode="auto">
            <a:xfrm>
              <a:off x="3255" y="2446"/>
              <a:ext cx="414" cy="398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700" i="1" dirty="0"/>
                <a:t>h</a:t>
              </a:r>
            </a:p>
          </p:txBody>
        </p:sp>
        <p:cxnSp>
          <p:nvCxnSpPr>
            <p:cNvPr id="19559" name="AutoShape 110"/>
            <p:cNvCxnSpPr>
              <a:cxnSpLocks noChangeShapeType="1"/>
              <a:stCxn id="19544" idx="4"/>
              <a:endCxn id="19558" idx="7"/>
            </p:cNvCxnSpPr>
            <p:nvPr/>
          </p:nvCxnSpPr>
          <p:spPr bwMode="auto">
            <a:xfrm flipH="1">
              <a:off x="3608" y="2287"/>
              <a:ext cx="185" cy="21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0" name="Group 111"/>
          <p:cNvGrpSpPr>
            <a:grpSpLocks/>
          </p:cNvGrpSpPr>
          <p:nvPr/>
        </p:nvGrpSpPr>
        <p:grpSpPr bwMode="auto">
          <a:xfrm>
            <a:off x="8254578" y="2488250"/>
            <a:ext cx="359833" cy="622159"/>
            <a:chOff x="4454" y="2129"/>
            <a:chExt cx="414" cy="715"/>
          </a:xfrm>
        </p:grpSpPr>
        <p:sp>
          <p:nvSpPr>
            <p:cNvPr id="19556" name="AutoShape 112"/>
            <p:cNvSpPr>
              <a:spLocks noChangeArrowheads="1"/>
            </p:cNvSpPr>
            <p:nvPr/>
          </p:nvSpPr>
          <p:spPr bwMode="auto">
            <a:xfrm>
              <a:off x="4454" y="2129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700" i="1" dirty="0"/>
                <a:t>f</a:t>
              </a:r>
            </a:p>
          </p:txBody>
        </p:sp>
        <p:cxnSp>
          <p:nvCxnSpPr>
            <p:cNvPr id="19557" name="AutoShape 113"/>
            <p:cNvCxnSpPr>
              <a:cxnSpLocks noChangeShapeType="1"/>
              <a:stCxn id="797828" idx="0"/>
              <a:endCxn id="19556" idx="4"/>
            </p:cNvCxnSpPr>
            <p:nvPr/>
          </p:nvCxnSpPr>
          <p:spPr bwMode="auto">
            <a:xfrm flipV="1">
              <a:off x="4495" y="2526"/>
              <a:ext cx="166" cy="31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1" name="Group 114"/>
          <p:cNvGrpSpPr>
            <a:grpSpLocks/>
          </p:cNvGrpSpPr>
          <p:nvPr/>
        </p:nvGrpSpPr>
        <p:grpSpPr bwMode="auto">
          <a:xfrm>
            <a:off x="8362530" y="1554490"/>
            <a:ext cx="359833" cy="934022"/>
            <a:chOff x="4579" y="1056"/>
            <a:chExt cx="413" cy="1055"/>
          </a:xfrm>
        </p:grpSpPr>
        <p:sp>
          <p:nvSpPr>
            <p:cNvPr id="19554" name="AutoShape 115"/>
            <p:cNvSpPr>
              <a:spLocks noChangeArrowheads="1"/>
            </p:cNvSpPr>
            <p:nvPr/>
          </p:nvSpPr>
          <p:spPr bwMode="auto">
            <a:xfrm>
              <a:off x="4579" y="1056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360" dirty="0"/>
            </a:p>
          </p:txBody>
        </p:sp>
        <p:cxnSp>
          <p:nvCxnSpPr>
            <p:cNvPr id="19555" name="AutoShape 116"/>
            <p:cNvCxnSpPr>
              <a:cxnSpLocks noChangeShapeType="1"/>
              <a:stCxn id="19556" idx="0"/>
              <a:endCxn id="19554" idx="4"/>
            </p:cNvCxnSpPr>
            <p:nvPr/>
          </p:nvCxnSpPr>
          <p:spPr bwMode="auto">
            <a:xfrm flipV="1">
              <a:off x="4662" y="1453"/>
              <a:ext cx="124" cy="658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2" name="Group 117"/>
          <p:cNvGrpSpPr>
            <a:grpSpLocks/>
          </p:cNvGrpSpPr>
          <p:nvPr/>
        </p:nvGrpSpPr>
        <p:grpSpPr bwMode="auto">
          <a:xfrm>
            <a:off x="5440978" y="2418089"/>
            <a:ext cx="1052214" cy="361260"/>
            <a:chOff x="1219" y="2049"/>
            <a:chExt cx="1210" cy="416"/>
          </a:xfrm>
        </p:grpSpPr>
        <p:sp>
          <p:nvSpPr>
            <p:cNvPr id="19552" name="AutoShape 118"/>
            <p:cNvSpPr>
              <a:spLocks noChangeArrowheads="1"/>
            </p:cNvSpPr>
            <p:nvPr/>
          </p:nvSpPr>
          <p:spPr bwMode="auto">
            <a:xfrm>
              <a:off x="2015" y="2049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700" i="1" dirty="0"/>
                <a:t>d</a:t>
              </a:r>
            </a:p>
          </p:txBody>
        </p:sp>
        <p:cxnSp>
          <p:nvCxnSpPr>
            <p:cNvPr id="19553" name="AutoShape 119"/>
            <p:cNvCxnSpPr>
              <a:cxnSpLocks noChangeShapeType="1"/>
            </p:cNvCxnSpPr>
            <p:nvPr/>
          </p:nvCxnSpPr>
          <p:spPr bwMode="auto">
            <a:xfrm flipV="1">
              <a:off x="1219" y="2248"/>
              <a:ext cx="846" cy="217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3" name="Group 120"/>
          <p:cNvGrpSpPr>
            <a:grpSpLocks/>
          </p:cNvGrpSpPr>
          <p:nvPr/>
        </p:nvGrpSpPr>
        <p:grpSpPr bwMode="auto">
          <a:xfrm>
            <a:off x="5377712" y="1899922"/>
            <a:ext cx="807828" cy="569036"/>
            <a:chOff x="1147" y="1453"/>
            <a:chExt cx="929" cy="655"/>
          </a:xfrm>
        </p:grpSpPr>
        <p:sp>
          <p:nvSpPr>
            <p:cNvPr id="19550" name="AutoShape 121"/>
            <p:cNvSpPr>
              <a:spLocks noChangeArrowheads="1"/>
            </p:cNvSpPr>
            <p:nvPr/>
          </p:nvSpPr>
          <p:spPr bwMode="auto">
            <a:xfrm>
              <a:off x="1147" y="1453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700" i="1" dirty="0"/>
                <a:t>b</a:t>
              </a:r>
            </a:p>
          </p:txBody>
        </p:sp>
        <p:cxnSp>
          <p:nvCxnSpPr>
            <p:cNvPr id="19551" name="AutoShape 122"/>
            <p:cNvCxnSpPr>
              <a:cxnSpLocks noChangeShapeType="1"/>
              <a:stCxn id="19568" idx="1"/>
              <a:endCxn id="19550" idx="5"/>
            </p:cNvCxnSpPr>
            <p:nvPr/>
          </p:nvCxnSpPr>
          <p:spPr bwMode="auto">
            <a:xfrm flipH="1" flipV="1">
              <a:off x="1500" y="1792"/>
              <a:ext cx="576" cy="316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4" name="Group 123"/>
          <p:cNvGrpSpPr>
            <a:grpSpLocks/>
          </p:cNvGrpSpPr>
          <p:nvPr/>
        </p:nvGrpSpPr>
        <p:grpSpPr bwMode="auto">
          <a:xfrm>
            <a:off x="5690765" y="1588665"/>
            <a:ext cx="692680" cy="361633"/>
            <a:chOff x="1507" y="1096"/>
            <a:chExt cx="797" cy="416"/>
          </a:xfrm>
        </p:grpSpPr>
        <p:sp>
          <p:nvSpPr>
            <p:cNvPr id="19548" name="AutoShape 124"/>
            <p:cNvSpPr>
              <a:spLocks noChangeArrowheads="1"/>
            </p:cNvSpPr>
            <p:nvPr/>
          </p:nvSpPr>
          <p:spPr bwMode="auto">
            <a:xfrm>
              <a:off x="1891" y="1096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700" i="1" dirty="0"/>
                <a:t>a</a:t>
              </a:r>
            </a:p>
          </p:txBody>
        </p:sp>
        <p:cxnSp>
          <p:nvCxnSpPr>
            <p:cNvPr id="19549" name="AutoShape 125"/>
            <p:cNvCxnSpPr>
              <a:cxnSpLocks noChangeShapeType="1"/>
              <a:endCxn id="19548" idx="2"/>
            </p:cNvCxnSpPr>
            <p:nvPr/>
          </p:nvCxnSpPr>
          <p:spPr bwMode="auto">
            <a:xfrm flipV="1">
              <a:off x="1507" y="1295"/>
              <a:ext cx="372" cy="217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5" name="Group 126"/>
          <p:cNvGrpSpPr>
            <a:grpSpLocks/>
          </p:cNvGrpSpPr>
          <p:nvPr/>
        </p:nvGrpSpPr>
        <p:grpSpPr bwMode="auto">
          <a:xfrm>
            <a:off x="6440086" y="1865736"/>
            <a:ext cx="914908" cy="603227"/>
            <a:chOff x="2369" y="1414"/>
            <a:chExt cx="1052" cy="694"/>
          </a:xfrm>
        </p:grpSpPr>
        <p:sp>
          <p:nvSpPr>
            <p:cNvPr id="19546" name="AutoShape 127"/>
            <p:cNvSpPr>
              <a:spLocks noChangeArrowheads="1"/>
            </p:cNvSpPr>
            <p:nvPr/>
          </p:nvSpPr>
          <p:spPr bwMode="auto">
            <a:xfrm>
              <a:off x="3007" y="1414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700" i="1" dirty="0"/>
                <a:t>c</a:t>
              </a:r>
            </a:p>
          </p:txBody>
        </p:sp>
        <p:cxnSp>
          <p:nvCxnSpPr>
            <p:cNvPr id="19547" name="AutoShape 128"/>
            <p:cNvCxnSpPr>
              <a:cxnSpLocks noChangeShapeType="1"/>
              <a:stCxn id="19552" idx="7"/>
              <a:endCxn id="19546" idx="3"/>
            </p:cNvCxnSpPr>
            <p:nvPr/>
          </p:nvCxnSpPr>
          <p:spPr bwMode="auto">
            <a:xfrm flipV="1">
              <a:off x="2369" y="1753"/>
              <a:ext cx="698" cy="355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grpSp>
        <p:nvGrpSpPr>
          <p:cNvPr id="16" name="Group 129"/>
          <p:cNvGrpSpPr>
            <a:grpSpLocks/>
          </p:cNvGrpSpPr>
          <p:nvPr/>
        </p:nvGrpSpPr>
        <p:grpSpPr bwMode="auto">
          <a:xfrm>
            <a:off x="6493564" y="2279545"/>
            <a:ext cx="1365203" cy="345440"/>
            <a:chOff x="2429" y="1890"/>
            <a:chExt cx="1571" cy="397"/>
          </a:xfrm>
        </p:grpSpPr>
        <p:sp>
          <p:nvSpPr>
            <p:cNvPr id="19544" name="AutoShape 130"/>
            <p:cNvSpPr>
              <a:spLocks noChangeArrowheads="1"/>
            </p:cNvSpPr>
            <p:nvPr/>
          </p:nvSpPr>
          <p:spPr bwMode="auto">
            <a:xfrm>
              <a:off x="3586" y="1890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700" i="1" dirty="0"/>
                <a:t>e</a:t>
              </a:r>
            </a:p>
          </p:txBody>
        </p:sp>
        <p:cxnSp>
          <p:nvCxnSpPr>
            <p:cNvPr id="19545" name="AutoShape 131"/>
            <p:cNvCxnSpPr>
              <a:cxnSpLocks noChangeShapeType="1"/>
              <a:stCxn id="19552" idx="6"/>
              <a:endCxn id="19544" idx="2"/>
            </p:cNvCxnSpPr>
            <p:nvPr/>
          </p:nvCxnSpPr>
          <p:spPr bwMode="auto">
            <a:xfrm flipV="1">
              <a:off x="2429" y="2089"/>
              <a:ext cx="1157" cy="159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</p:grpSp>
      <p:sp>
        <p:nvSpPr>
          <p:cNvPr id="797828" name="AutoShape 132"/>
          <p:cNvSpPr>
            <a:spLocks noChangeArrowheads="1"/>
          </p:cNvSpPr>
          <p:nvPr/>
        </p:nvSpPr>
        <p:spPr bwMode="auto">
          <a:xfrm>
            <a:off x="8110645" y="3110765"/>
            <a:ext cx="359833" cy="343641"/>
          </a:xfrm>
          <a:prstGeom prst="flowChartConnector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pPr algn="ctr"/>
            <a:r>
              <a:rPr lang="en-US" sz="1700" i="1" dirty="0"/>
              <a:t>r</a:t>
            </a:r>
          </a:p>
        </p:txBody>
      </p:sp>
      <p:cxnSp>
        <p:nvCxnSpPr>
          <p:cNvPr id="797829" name="AutoShape 133"/>
          <p:cNvCxnSpPr>
            <a:cxnSpLocks noChangeShapeType="1"/>
            <a:stCxn id="19544" idx="5"/>
            <a:endCxn id="797828" idx="1"/>
          </p:cNvCxnSpPr>
          <p:nvPr/>
        </p:nvCxnSpPr>
        <p:spPr bwMode="auto">
          <a:xfrm>
            <a:off x="7806583" y="2596209"/>
            <a:ext cx="356235" cy="543348"/>
          </a:xfrm>
          <a:prstGeom prst="straightConnector1">
            <a:avLst/>
          </a:prstGeom>
          <a:noFill/>
          <a:ln w="38100">
            <a:solidFill>
              <a:srgbClr val="CC0000"/>
            </a:solidFill>
            <a:round/>
            <a:headEnd/>
            <a:tailEnd type="triangle" w="med" len="med"/>
          </a:ln>
        </p:spPr>
      </p:cxnSp>
      <p:grpSp>
        <p:nvGrpSpPr>
          <p:cNvPr id="17" name="Group 134"/>
          <p:cNvGrpSpPr>
            <a:grpSpLocks/>
          </p:cNvGrpSpPr>
          <p:nvPr/>
        </p:nvGrpSpPr>
        <p:grpSpPr bwMode="auto">
          <a:xfrm>
            <a:off x="6025417" y="1595872"/>
            <a:ext cx="969382" cy="441727"/>
            <a:chOff x="1891" y="1104"/>
            <a:chExt cx="1116" cy="508"/>
          </a:xfrm>
        </p:grpSpPr>
        <p:cxnSp>
          <p:nvCxnSpPr>
            <p:cNvPr id="19542" name="AutoShape 135"/>
            <p:cNvCxnSpPr>
              <a:cxnSpLocks noChangeShapeType="1"/>
              <a:stCxn id="19546" idx="2"/>
              <a:endCxn id="19543" idx="6"/>
            </p:cNvCxnSpPr>
            <p:nvPr/>
          </p:nvCxnSpPr>
          <p:spPr bwMode="auto">
            <a:xfrm flipH="1" flipV="1">
              <a:off x="2304" y="1302"/>
              <a:ext cx="703" cy="310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sp>
          <p:nvSpPr>
            <p:cNvPr id="19543" name="AutoShape 136"/>
            <p:cNvSpPr>
              <a:spLocks noChangeArrowheads="1"/>
            </p:cNvSpPr>
            <p:nvPr/>
          </p:nvSpPr>
          <p:spPr bwMode="auto">
            <a:xfrm>
              <a:off x="1891" y="1104"/>
              <a:ext cx="413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700" i="1" dirty="0"/>
            </a:p>
          </p:txBody>
        </p:sp>
      </p:grpSp>
      <p:grpSp>
        <p:nvGrpSpPr>
          <p:cNvPr id="18" name="Group 137"/>
          <p:cNvGrpSpPr>
            <a:grpSpLocks/>
          </p:cNvGrpSpPr>
          <p:nvPr/>
        </p:nvGrpSpPr>
        <p:grpSpPr bwMode="auto">
          <a:xfrm>
            <a:off x="7011361" y="1876543"/>
            <a:ext cx="1296269" cy="661748"/>
            <a:chOff x="3024" y="1427"/>
            <a:chExt cx="1492" cy="760"/>
          </a:xfrm>
        </p:grpSpPr>
        <p:cxnSp>
          <p:nvCxnSpPr>
            <p:cNvPr id="19540" name="AutoShape 138"/>
            <p:cNvCxnSpPr>
              <a:cxnSpLocks noChangeShapeType="1"/>
              <a:stCxn id="19556" idx="1"/>
              <a:endCxn id="19546" idx="6"/>
            </p:cNvCxnSpPr>
            <p:nvPr/>
          </p:nvCxnSpPr>
          <p:spPr bwMode="auto">
            <a:xfrm rot="16200000" flipV="1">
              <a:off x="3680" y="1352"/>
              <a:ext cx="575" cy="1096"/>
            </a:xfrm>
            <a:prstGeom prst="curvedConnector2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sp>
          <p:nvSpPr>
            <p:cNvPr id="19541" name="AutoShape 139"/>
            <p:cNvSpPr>
              <a:spLocks noChangeArrowheads="1"/>
            </p:cNvSpPr>
            <p:nvPr/>
          </p:nvSpPr>
          <p:spPr bwMode="auto">
            <a:xfrm>
              <a:off x="3024" y="1427"/>
              <a:ext cx="414" cy="397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700" i="1" dirty="0"/>
            </a:p>
          </p:txBody>
        </p:sp>
      </p:grpSp>
      <p:sp>
        <p:nvSpPr>
          <p:cNvPr id="19485" name="Line 140"/>
          <p:cNvSpPr>
            <a:spLocks noChangeShapeType="1"/>
          </p:cNvSpPr>
          <p:nvPr/>
        </p:nvSpPr>
        <p:spPr bwMode="auto">
          <a:xfrm>
            <a:off x="10" y="3821431"/>
            <a:ext cx="138175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837" name="Oval 141"/>
          <p:cNvSpPr>
            <a:spLocks noChangeArrowheads="1"/>
          </p:cNvSpPr>
          <p:nvPr/>
        </p:nvSpPr>
        <p:spPr bwMode="auto">
          <a:xfrm>
            <a:off x="6959190" y="3941975"/>
            <a:ext cx="329248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38" name="Oval 142"/>
          <p:cNvSpPr>
            <a:spLocks noChangeArrowheads="1"/>
          </p:cNvSpPr>
          <p:nvPr/>
        </p:nvSpPr>
        <p:spPr bwMode="auto">
          <a:xfrm>
            <a:off x="4226244" y="4501528"/>
            <a:ext cx="329247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39" name="Oval 143"/>
          <p:cNvSpPr>
            <a:spLocks noChangeArrowheads="1"/>
          </p:cNvSpPr>
          <p:nvPr/>
        </p:nvSpPr>
        <p:spPr bwMode="auto">
          <a:xfrm>
            <a:off x="3587551" y="5044877"/>
            <a:ext cx="329248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40" name="Oval 144"/>
          <p:cNvSpPr>
            <a:spLocks noChangeArrowheads="1"/>
          </p:cNvSpPr>
          <p:nvPr/>
        </p:nvSpPr>
        <p:spPr bwMode="auto">
          <a:xfrm>
            <a:off x="4380971" y="5044877"/>
            <a:ext cx="329247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41" name="Oval 145"/>
          <p:cNvSpPr>
            <a:spLocks noChangeArrowheads="1"/>
          </p:cNvSpPr>
          <p:nvPr/>
        </p:nvSpPr>
        <p:spPr bwMode="auto">
          <a:xfrm>
            <a:off x="5311152" y="5025073"/>
            <a:ext cx="329248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42" name="Oval 146"/>
          <p:cNvSpPr>
            <a:spLocks noChangeArrowheads="1"/>
          </p:cNvSpPr>
          <p:nvPr/>
        </p:nvSpPr>
        <p:spPr bwMode="auto">
          <a:xfrm>
            <a:off x="3585740" y="5674585"/>
            <a:ext cx="329247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43" name="Oval 147"/>
          <p:cNvSpPr>
            <a:spLocks noChangeArrowheads="1"/>
          </p:cNvSpPr>
          <p:nvPr/>
        </p:nvSpPr>
        <p:spPr bwMode="auto">
          <a:xfrm>
            <a:off x="4370178" y="5665578"/>
            <a:ext cx="329247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44" name="Oval 148"/>
          <p:cNvSpPr>
            <a:spLocks noChangeArrowheads="1"/>
          </p:cNvSpPr>
          <p:nvPr/>
        </p:nvSpPr>
        <p:spPr bwMode="auto">
          <a:xfrm>
            <a:off x="4902731" y="5645798"/>
            <a:ext cx="329247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45" name="Oval 149"/>
          <p:cNvSpPr>
            <a:spLocks noChangeArrowheads="1"/>
          </p:cNvSpPr>
          <p:nvPr/>
        </p:nvSpPr>
        <p:spPr bwMode="auto">
          <a:xfrm>
            <a:off x="5669175" y="5635003"/>
            <a:ext cx="329247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46" name="Oval 150"/>
          <p:cNvSpPr>
            <a:spLocks noChangeArrowheads="1"/>
          </p:cNvSpPr>
          <p:nvPr/>
        </p:nvSpPr>
        <p:spPr bwMode="auto">
          <a:xfrm>
            <a:off x="4632855" y="6244908"/>
            <a:ext cx="329247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47" name="Oval 151"/>
          <p:cNvSpPr>
            <a:spLocks noChangeArrowheads="1"/>
          </p:cNvSpPr>
          <p:nvPr/>
        </p:nvSpPr>
        <p:spPr bwMode="auto">
          <a:xfrm>
            <a:off x="5136621" y="6253917"/>
            <a:ext cx="329247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48" name="Oval 152"/>
          <p:cNvSpPr>
            <a:spLocks noChangeArrowheads="1"/>
          </p:cNvSpPr>
          <p:nvPr/>
        </p:nvSpPr>
        <p:spPr bwMode="auto">
          <a:xfrm>
            <a:off x="4652658" y="6817044"/>
            <a:ext cx="329248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49" name="Oval 153"/>
          <p:cNvSpPr>
            <a:spLocks noChangeArrowheads="1"/>
          </p:cNvSpPr>
          <p:nvPr/>
        </p:nvSpPr>
        <p:spPr bwMode="auto">
          <a:xfrm>
            <a:off x="5658380" y="6255704"/>
            <a:ext cx="329247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50" name="Oval 154"/>
          <p:cNvSpPr>
            <a:spLocks noChangeArrowheads="1"/>
          </p:cNvSpPr>
          <p:nvPr/>
        </p:nvSpPr>
        <p:spPr bwMode="auto">
          <a:xfrm>
            <a:off x="5408308" y="6808059"/>
            <a:ext cx="329248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51" name="Oval 155"/>
          <p:cNvSpPr>
            <a:spLocks noChangeArrowheads="1"/>
          </p:cNvSpPr>
          <p:nvPr/>
        </p:nvSpPr>
        <p:spPr bwMode="auto">
          <a:xfrm>
            <a:off x="5955255" y="6838633"/>
            <a:ext cx="329248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52" name="Oval 156"/>
          <p:cNvSpPr>
            <a:spLocks noChangeArrowheads="1"/>
          </p:cNvSpPr>
          <p:nvPr/>
        </p:nvSpPr>
        <p:spPr bwMode="auto">
          <a:xfrm>
            <a:off x="5426299" y="7340612"/>
            <a:ext cx="329248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53" name="Line 157"/>
          <p:cNvSpPr>
            <a:spLocks noChangeShapeType="1"/>
          </p:cNvSpPr>
          <p:nvPr/>
        </p:nvSpPr>
        <p:spPr bwMode="auto">
          <a:xfrm flipH="1" flipV="1">
            <a:off x="5467669" y="5365127"/>
            <a:ext cx="350838" cy="20510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854" name="Line 158"/>
          <p:cNvSpPr>
            <a:spLocks noChangeShapeType="1"/>
          </p:cNvSpPr>
          <p:nvPr/>
        </p:nvSpPr>
        <p:spPr bwMode="auto">
          <a:xfrm flipH="1" flipV="1">
            <a:off x="5030474" y="5955255"/>
            <a:ext cx="293265" cy="24288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855" name="Line 159"/>
          <p:cNvSpPr>
            <a:spLocks noChangeShapeType="1"/>
          </p:cNvSpPr>
          <p:nvPr/>
        </p:nvSpPr>
        <p:spPr bwMode="auto">
          <a:xfrm flipH="1" flipV="1">
            <a:off x="5823916" y="5953446"/>
            <a:ext cx="3598" cy="253682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856" name="Line 160"/>
          <p:cNvSpPr>
            <a:spLocks noChangeShapeType="1"/>
          </p:cNvSpPr>
          <p:nvPr/>
        </p:nvSpPr>
        <p:spPr bwMode="auto">
          <a:xfrm flipH="1" flipV="1">
            <a:off x="5813109" y="6563362"/>
            <a:ext cx="293265" cy="223098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857" name="Line 161"/>
          <p:cNvSpPr>
            <a:spLocks noChangeShapeType="1"/>
          </p:cNvSpPr>
          <p:nvPr/>
        </p:nvSpPr>
        <p:spPr bwMode="auto">
          <a:xfrm flipV="1">
            <a:off x="5573820" y="6565160"/>
            <a:ext cx="241088" cy="185314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797858" name="Line 162"/>
          <p:cNvSpPr>
            <a:spLocks noChangeShapeType="1"/>
          </p:cNvSpPr>
          <p:nvPr/>
        </p:nvSpPr>
        <p:spPr bwMode="auto">
          <a:xfrm flipV="1">
            <a:off x="5554041" y="7117514"/>
            <a:ext cx="8995" cy="196111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19508" name="Oval 163"/>
          <p:cNvSpPr>
            <a:spLocks noChangeArrowheads="1"/>
          </p:cNvSpPr>
          <p:nvPr/>
        </p:nvSpPr>
        <p:spPr bwMode="auto">
          <a:xfrm>
            <a:off x="6960975" y="3943785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60" name="Oval 164"/>
          <p:cNvSpPr>
            <a:spLocks noChangeArrowheads="1"/>
          </p:cNvSpPr>
          <p:nvPr/>
        </p:nvSpPr>
        <p:spPr bwMode="auto">
          <a:xfrm>
            <a:off x="4228055" y="4503315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61" name="Oval 165"/>
          <p:cNvSpPr>
            <a:spLocks noChangeArrowheads="1"/>
          </p:cNvSpPr>
          <p:nvPr/>
        </p:nvSpPr>
        <p:spPr bwMode="auto">
          <a:xfrm>
            <a:off x="7394588" y="4427751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62" name="Oval 166"/>
          <p:cNvSpPr>
            <a:spLocks noChangeArrowheads="1"/>
          </p:cNvSpPr>
          <p:nvPr/>
        </p:nvSpPr>
        <p:spPr bwMode="auto">
          <a:xfrm>
            <a:off x="9371860" y="4445742"/>
            <a:ext cx="329247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63" name="Oval 167"/>
          <p:cNvSpPr>
            <a:spLocks noChangeArrowheads="1"/>
          </p:cNvSpPr>
          <p:nvPr/>
        </p:nvSpPr>
        <p:spPr bwMode="auto">
          <a:xfrm>
            <a:off x="3589338" y="5046664"/>
            <a:ext cx="329247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64" name="Oval 168"/>
          <p:cNvSpPr>
            <a:spLocks noChangeArrowheads="1"/>
          </p:cNvSpPr>
          <p:nvPr/>
        </p:nvSpPr>
        <p:spPr bwMode="auto">
          <a:xfrm>
            <a:off x="4382783" y="5046664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65" name="Oval 169"/>
          <p:cNvSpPr>
            <a:spLocks noChangeArrowheads="1"/>
          </p:cNvSpPr>
          <p:nvPr/>
        </p:nvSpPr>
        <p:spPr bwMode="auto">
          <a:xfrm>
            <a:off x="5312940" y="5026885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66" name="Oval 170"/>
          <p:cNvSpPr>
            <a:spLocks noChangeArrowheads="1"/>
          </p:cNvSpPr>
          <p:nvPr/>
        </p:nvSpPr>
        <p:spPr bwMode="auto">
          <a:xfrm>
            <a:off x="3587551" y="5676372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67" name="Oval 171"/>
          <p:cNvSpPr>
            <a:spLocks noChangeArrowheads="1"/>
          </p:cNvSpPr>
          <p:nvPr/>
        </p:nvSpPr>
        <p:spPr bwMode="auto">
          <a:xfrm>
            <a:off x="4371987" y="5658380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68" name="Oval 172"/>
          <p:cNvSpPr>
            <a:spLocks noChangeArrowheads="1"/>
          </p:cNvSpPr>
          <p:nvPr/>
        </p:nvSpPr>
        <p:spPr bwMode="auto">
          <a:xfrm>
            <a:off x="4904541" y="5647585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69" name="Oval 173"/>
          <p:cNvSpPr>
            <a:spLocks noChangeArrowheads="1"/>
          </p:cNvSpPr>
          <p:nvPr/>
        </p:nvSpPr>
        <p:spPr bwMode="auto">
          <a:xfrm>
            <a:off x="5670985" y="5636791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70" name="Oval 174"/>
          <p:cNvSpPr>
            <a:spLocks noChangeArrowheads="1"/>
          </p:cNvSpPr>
          <p:nvPr/>
        </p:nvSpPr>
        <p:spPr bwMode="auto">
          <a:xfrm>
            <a:off x="4634665" y="6246719"/>
            <a:ext cx="329248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71" name="Oval 175"/>
          <p:cNvSpPr>
            <a:spLocks noChangeArrowheads="1"/>
          </p:cNvSpPr>
          <p:nvPr/>
        </p:nvSpPr>
        <p:spPr bwMode="auto">
          <a:xfrm>
            <a:off x="5138432" y="6255704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72" name="Oval 176"/>
          <p:cNvSpPr>
            <a:spLocks noChangeArrowheads="1"/>
          </p:cNvSpPr>
          <p:nvPr/>
        </p:nvSpPr>
        <p:spPr bwMode="auto">
          <a:xfrm>
            <a:off x="4663452" y="6818855"/>
            <a:ext cx="329248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73" name="Oval 177"/>
          <p:cNvSpPr>
            <a:spLocks noChangeArrowheads="1"/>
          </p:cNvSpPr>
          <p:nvPr/>
        </p:nvSpPr>
        <p:spPr bwMode="auto">
          <a:xfrm>
            <a:off x="5660191" y="6257515"/>
            <a:ext cx="329248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74" name="Oval 178"/>
          <p:cNvSpPr>
            <a:spLocks noChangeArrowheads="1"/>
          </p:cNvSpPr>
          <p:nvPr/>
        </p:nvSpPr>
        <p:spPr bwMode="auto">
          <a:xfrm>
            <a:off x="5410095" y="6809847"/>
            <a:ext cx="329247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75" name="Oval 179"/>
          <p:cNvSpPr>
            <a:spLocks noChangeArrowheads="1"/>
          </p:cNvSpPr>
          <p:nvPr/>
        </p:nvSpPr>
        <p:spPr bwMode="auto">
          <a:xfrm>
            <a:off x="5957041" y="6840445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76" name="Oval 180"/>
          <p:cNvSpPr>
            <a:spLocks noChangeArrowheads="1"/>
          </p:cNvSpPr>
          <p:nvPr/>
        </p:nvSpPr>
        <p:spPr bwMode="auto">
          <a:xfrm>
            <a:off x="5428086" y="7342400"/>
            <a:ext cx="329247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77" name="Oval 181"/>
          <p:cNvSpPr>
            <a:spLocks noChangeArrowheads="1"/>
          </p:cNvSpPr>
          <p:nvPr/>
        </p:nvSpPr>
        <p:spPr bwMode="auto">
          <a:xfrm>
            <a:off x="3587551" y="5667388"/>
            <a:ext cx="329248" cy="300461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78" name="Oval 182"/>
          <p:cNvSpPr>
            <a:spLocks noChangeArrowheads="1"/>
          </p:cNvSpPr>
          <p:nvPr/>
        </p:nvSpPr>
        <p:spPr bwMode="auto">
          <a:xfrm>
            <a:off x="3589338" y="5037679"/>
            <a:ext cx="329247" cy="300461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79" name="Oval 183"/>
          <p:cNvSpPr>
            <a:spLocks noChangeArrowheads="1"/>
          </p:cNvSpPr>
          <p:nvPr/>
        </p:nvSpPr>
        <p:spPr bwMode="auto">
          <a:xfrm>
            <a:off x="4371987" y="5658380"/>
            <a:ext cx="329248" cy="300460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80" name="Oval 184"/>
          <p:cNvSpPr>
            <a:spLocks noChangeArrowheads="1"/>
          </p:cNvSpPr>
          <p:nvPr/>
        </p:nvSpPr>
        <p:spPr bwMode="auto">
          <a:xfrm>
            <a:off x="4382783" y="5037679"/>
            <a:ext cx="329248" cy="300461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81" name="Oval 185"/>
          <p:cNvSpPr>
            <a:spLocks noChangeArrowheads="1"/>
          </p:cNvSpPr>
          <p:nvPr/>
        </p:nvSpPr>
        <p:spPr bwMode="auto">
          <a:xfrm>
            <a:off x="4634665" y="6237712"/>
            <a:ext cx="329248" cy="300460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82" name="Oval 186"/>
          <p:cNvSpPr>
            <a:spLocks noChangeArrowheads="1"/>
          </p:cNvSpPr>
          <p:nvPr/>
        </p:nvSpPr>
        <p:spPr bwMode="auto">
          <a:xfrm>
            <a:off x="4654445" y="6809847"/>
            <a:ext cx="329247" cy="300460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grpSp>
        <p:nvGrpSpPr>
          <p:cNvPr id="19" name="Group 187"/>
          <p:cNvGrpSpPr>
            <a:grpSpLocks/>
          </p:cNvGrpSpPr>
          <p:nvPr/>
        </p:nvGrpSpPr>
        <p:grpSpPr bwMode="auto">
          <a:xfrm>
            <a:off x="6597548" y="3058585"/>
            <a:ext cx="667491" cy="489373"/>
            <a:chOff x="2762" y="1745"/>
            <a:chExt cx="371" cy="272"/>
          </a:xfrm>
        </p:grpSpPr>
        <p:cxnSp>
          <p:nvCxnSpPr>
            <p:cNvPr id="19538" name="AutoShape 188"/>
            <p:cNvCxnSpPr>
              <a:cxnSpLocks noChangeShapeType="1"/>
            </p:cNvCxnSpPr>
            <p:nvPr/>
          </p:nvCxnSpPr>
          <p:spPr bwMode="auto">
            <a:xfrm flipH="1">
              <a:off x="2934" y="1745"/>
              <a:ext cx="199" cy="114"/>
            </a:xfrm>
            <a:prstGeom prst="straightConnector1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 type="triangle" w="med" len="med"/>
            </a:ln>
          </p:spPr>
        </p:cxnSp>
        <p:sp>
          <p:nvSpPr>
            <p:cNvPr id="19539" name="AutoShape 189"/>
            <p:cNvSpPr>
              <a:spLocks noChangeArrowheads="1"/>
            </p:cNvSpPr>
            <p:nvPr/>
          </p:nvSpPr>
          <p:spPr bwMode="auto">
            <a:xfrm>
              <a:off x="2762" y="1825"/>
              <a:ext cx="200" cy="192"/>
            </a:xfrm>
            <a:prstGeom prst="flowChartConnector">
              <a:avLst/>
            </a:prstGeom>
            <a:noFill/>
            <a:ln w="38100">
              <a:solidFill>
                <a:srgbClr val="CC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1700" i="1" dirty="0"/>
            </a:p>
          </p:txBody>
        </p:sp>
      </p:grpSp>
      <p:sp>
        <p:nvSpPr>
          <p:cNvPr id="797886" name="Oval 190"/>
          <p:cNvSpPr>
            <a:spLocks noChangeArrowheads="1"/>
          </p:cNvSpPr>
          <p:nvPr/>
        </p:nvSpPr>
        <p:spPr bwMode="auto">
          <a:xfrm>
            <a:off x="4904541" y="5647585"/>
            <a:ext cx="329248" cy="300460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87" name="Oval 191"/>
          <p:cNvSpPr>
            <a:spLocks noChangeArrowheads="1"/>
          </p:cNvSpPr>
          <p:nvPr/>
        </p:nvSpPr>
        <p:spPr bwMode="auto">
          <a:xfrm>
            <a:off x="5138432" y="6255704"/>
            <a:ext cx="329248" cy="300460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88" name="Oval 192"/>
          <p:cNvSpPr>
            <a:spLocks noChangeArrowheads="1"/>
          </p:cNvSpPr>
          <p:nvPr/>
        </p:nvSpPr>
        <p:spPr bwMode="auto">
          <a:xfrm>
            <a:off x="5410095" y="6809847"/>
            <a:ext cx="329247" cy="300460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797889" name="Oval 193"/>
          <p:cNvSpPr>
            <a:spLocks noChangeArrowheads="1"/>
          </p:cNvSpPr>
          <p:nvPr/>
        </p:nvSpPr>
        <p:spPr bwMode="auto">
          <a:xfrm>
            <a:off x="5428086" y="7342400"/>
            <a:ext cx="329247" cy="300460"/>
          </a:xfrm>
          <a:prstGeom prst="ellipse">
            <a:avLst/>
          </a:pr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19537" name="Text Box 194"/>
          <p:cNvSpPr txBox="1">
            <a:spLocks noChangeArrowheads="1"/>
          </p:cNvSpPr>
          <p:nvPr/>
        </p:nvSpPr>
        <p:spPr bwMode="auto">
          <a:xfrm>
            <a:off x="431799" y="1554484"/>
            <a:ext cx="3483187" cy="1766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i="1" dirty="0" err="1">
                <a:latin typeface="Calibri" pitchFamily="34" charset="0"/>
              </a:rPr>
              <a:t>ImplemeStrategy</a:t>
            </a:r>
            <a:r>
              <a:rPr lang="en-US" sz="2400" i="1" dirty="0">
                <a:latin typeface="Calibri" pitchFamily="34" charset="0"/>
              </a:rPr>
              <a:t>: </a:t>
            </a:r>
            <a:r>
              <a:rPr lang="en-US" sz="2400" i="1" dirty="0">
                <a:solidFill>
                  <a:srgbClr val="FF0000"/>
                </a:solidFill>
                <a:latin typeface="Calibri" pitchFamily="34" charset="0"/>
              </a:rPr>
              <a:t>expand a deepest node first</a:t>
            </a:r>
          </a:p>
          <a:p>
            <a:pPr>
              <a:spcBef>
                <a:spcPct val="50000"/>
              </a:spcBef>
            </a:pPr>
            <a:r>
              <a:rPr lang="en-US" sz="2400" i="1" dirty="0" err="1">
                <a:latin typeface="Calibri" pitchFamily="34" charset="0"/>
              </a:rPr>
              <a:t>ntation</a:t>
            </a:r>
            <a:r>
              <a:rPr lang="en-US" sz="2400" i="1" dirty="0">
                <a:latin typeface="Calibri" pitchFamily="34" charset="0"/>
              </a:rPr>
              <a:t>: </a:t>
            </a:r>
            <a:r>
              <a:rPr lang="en-US" sz="2400" b="1" i="1" dirty="0">
                <a:solidFill>
                  <a:srgbClr val="CC0000"/>
                </a:solidFill>
                <a:latin typeface="Calibri" pitchFamily="34" charset="0"/>
              </a:rPr>
              <a:t>Frontier is a LIFO stack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7757" grpId="0" animBg="1"/>
      <p:bldP spid="797758" grpId="0" animBg="1"/>
      <p:bldP spid="797758" grpId="1" animBg="1"/>
      <p:bldP spid="797759" grpId="0" animBg="1"/>
      <p:bldP spid="797759" grpId="1" animBg="1"/>
      <p:bldP spid="797760" grpId="0" animBg="1"/>
      <p:bldP spid="797760" grpId="1" animBg="1"/>
      <p:bldP spid="797761" grpId="0" animBg="1"/>
      <p:bldP spid="797761" grpId="1" animBg="1"/>
      <p:bldP spid="797762" grpId="0" animBg="1"/>
      <p:bldP spid="797763" grpId="0" animBg="1"/>
      <p:bldP spid="797763" grpId="1" animBg="1"/>
      <p:bldP spid="797764" grpId="0" animBg="1"/>
      <p:bldP spid="797764" grpId="1" animBg="1"/>
      <p:bldP spid="797765" grpId="0" animBg="1"/>
      <p:bldP spid="797765" grpId="1" animBg="1"/>
      <p:bldP spid="797765" grpId="2" animBg="1"/>
      <p:bldP spid="797828" grpId="0" animBg="1"/>
      <p:bldP spid="797837" grpId="0" animBg="1"/>
      <p:bldP spid="797838" grpId="0" animBg="1"/>
      <p:bldP spid="797839" grpId="0" animBg="1"/>
      <p:bldP spid="797839" grpId="1" animBg="1"/>
      <p:bldP spid="797840" grpId="0" animBg="1"/>
      <p:bldP spid="797840" grpId="1" animBg="1"/>
      <p:bldP spid="797841" grpId="0" animBg="1"/>
      <p:bldP spid="797842" grpId="0" animBg="1"/>
      <p:bldP spid="797842" grpId="1" animBg="1"/>
      <p:bldP spid="797843" grpId="0" animBg="1"/>
      <p:bldP spid="797843" grpId="1" animBg="1"/>
      <p:bldP spid="797844" grpId="0" animBg="1"/>
      <p:bldP spid="797844" grpId="1" animBg="1"/>
      <p:bldP spid="797845" grpId="0" animBg="1"/>
      <p:bldP spid="797846" grpId="0" animBg="1"/>
      <p:bldP spid="797846" grpId="1" animBg="1"/>
      <p:bldP spid="797847" grpId="0" animBg="1"/>
      <p:bldP spid="797847" grpId="1" animBg="1"/>
      <p:bldP spid="797848" grpId="0" animBg="1"/>
      <p:bldP spid="797848" grpId="1" animBg="1"/>
      <p:bldP spid="797849" grpId="0" animBg="1"/>
      <p:bldP spid="797850" grpId="0" animBg="1"/>
      <p:bldP spid="797850" grpId="1" animBg="1"/>
      <p:bldP spid="797851" grpId="0" animBg="1"/>
      <p:bldP spid="797852" grpId="0" animBg="1"/>
      <p:bldP spid="797852" grpId="1" animBg="1"/>
      <p:bldP spid="797853" grpId="0" animBg="1"/>
      <p:bldP spid="797854" grpId="0" animBg="1"/>
      <p:bldP spid="797854" grpId="1" animBg="1"/>
      <p:bldP spid="797855" grpId="0" animBg="1"/>
      <p:bldP spid="797856" grpId="0" animBg="1"/>
      <p:bldP spid="797857" grpId="0" animBg="1"/>
      <p:bldP spid="797857" grpId="1" animBg="1"/>
      <p:bldP spid="797858" grpId="0" animBg="1"/>
      <p:bldP spid="797858" grpId="1" animBg="1"/>
      <p:bldP spid="797860" grpId="0" animBg="1"/>
      <p:bldP spid="797861" grpId="0" animBg="1"/>
      <p:bldP spid="797862" grpId="0" animBg="1"/>
      <p:bldP spid="797863" grpId="0" animBg="1"/>
      <p:bldP spid="797864" grpId="0" animBg="1"/>
      <p:bldP spid="797865" grpId="0" animBg="1"/>
      <p:bldP spid="797866" grpId="0" animBg="1"/>
      <p:bldP spid="797867" grpId="0" animBg="1"/>
      <p:bldP spid="797868" grpId="0" animBg="1"/>
      <p:bldP spid="797869" grpId="0" animBg="1"/>
      <p:bldP spid="797870" grpId="0" animBg="1"/>
      <p:bldP spid="797871" grpId="0" animBg="1"/>
      <p:bldP spid="797872" grpId="0" animBg="1"/>
      <p:bldP spid="797873" grpId="0" animBg="1"/>
      <p:bldP spid="797874" grpId="0" animBg="1"/>
      <p:bldP spid="797875" grpId="0" animBg="1"/>
      <p:bldP spid="797876" grpId="0" animBg="1"/>
      <p:bldP spid="797877" grpId="0" animBg="1"/>
      <p:bldP spid="797878" grpId="0" animBg="1"/>
      <p:bldP spid="797879" grpId="0" animBg="1"/>
      <p:bldP spid="797880" grpId="0" animBg="1"/>
      <p:bldP spid="797881" grpId="0" animBg="1"/>
      <p:bldP spid="797882" grpId="0" animBg="1"/>
      <p:bldP spid="797886" grpId="0" animBg="1"/>
      <p:bldP spid="797887" grpId="0" animBg="1"/>
      <p:bldP spid="797888" grpId="0" animBg="1"/>
      <p:bldP spid="79788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8940" y="880872"/>
            <a:ext cx="283400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DFS Search</a:t>
            </a:r>
            <a:r>
              <a:rPr sz="2400" b="1" spc="-7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57367" y="2054352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2"/>
                </a:lnTo>
                <a:lnTo>
                  <a:pt x="76200" y="36575"/>
                </a:lnTo>
                <a:lnTo>
                  <a:pt x="60960" y="48768"/>
                </a:lnTo>
                <a:lnTo>
                  <a:pt x="45720" y="57912"/>
                </a:lnTo>
                <a:lnTo>
                  <a:pt x="15240" y="100584"/>
                </a:lnTo>
                <a:lnTo>
                  <a:pt x="0" y="146303"/>
                </a:lnTo>
                <a:lnTo>
                  <a:pt x="0" y="182880"/>
                </a:lnTo>
                <a:lnTo>
                  <a:pt x="3048" y="198120"/>
                </a:lnTo>
                <a:lnTo>
                  <a:pt x="15240" y="228600"/>
                </a:lnTo>
                <a:lnTo>
                  <a:pt x="24384" y="243839"/>
                </a:lnTo>
                <a:lnTo>
                  <a:pt x="36576" y="256032"/>
                </a:lnTo>
                <a:lnTo>
                  <a:pt x="45720" y="268224"/>
                </a:lnTo>
                <a:lnTo>
                  <a:pt x="76200" y="292608"/>
                </a:lnTo>
                <a:lnTo>
                  <a:pt x="91440" y="301751"/>
                </a:lnTo>
                <a:lnTo>
                  <a:pt x="109728" y="307848"/>
                </a:lnTo>
                <a:lnTo>
                  <a:pt x="128016" y="316992"/>
                </a:lnTo>
                <a:lnTo>
                  <a:pt x="146304" y="320039"/>
                </a:lnTo>
                <a:lnTo>
                  <a:pt x="164592" y="326136"/>
                </a:lnTo>
                <a:lnTo>
                  <a:pt x="185928" y="329184"/>
                </a:lnTo>
                <a:lnTo>
                  <a:pt x="207264" y="329184"/>
                </a:lnTo>
                <a:lnTo>
                  <a:pt x="228600" y="326136"/>
                </a:lnTo>
                <a:lnTo>
                  <a:pt x="249936" y="326136"/>
                </a:lnTo>
                <a:lnTo>
                  <a:pt x="268224" y="320039"/>
                </a:lnTo>
                <a:lnTo>
                  <a:pt x="289560" y="316992"/>
                </a:lnTo>
                <a:lnTo>
                  <a:pt x="207264" y="316992"/>
                </a:lnTo>
                <a:lnTo>
                  <a:pt x="185928" y="313944"/>
                </a:lnTo>
                <a:lnTo>
                  <a:pt x="167640" y="313944"/>
                </a:lnTo>
                <a:lnTo>
                  <a:pt x="149352" y="307848"/>
                </a:lnTo>
                <a:lnTo>
                  <a:pt x="131064" y="304800"/>
                </a:lnTo>
                <a:lnTo>
                  <a:pt x="112776" y="295656"/>
                </a:lnTo>
                <a:lnTo>
                  <a:pt x="97536" y="289560"/>
                </a:lnTo>
                <a:lnTo>
                  <a:pt x="67056" y="271272"/>
                </a:lnTo>
                <a:lnTo>
                  <a:pt x="54864" y="259080"/>
                </a:lnTo>
                <a:lnTo>
                  <a:pt x="45720" y="246887"/>
                </a:lnTo>
                <a:lnTo>
                  <a:pt x="33528" y="234696"/>
                </a:lnTo>
                <a:lnTo>
                  <a:pt x="27432" y="222503"/>
                </a:lnTo>
                <a:lnTo>
                  <a:pt x="21336" y="207263"/>
                </a:lnTo>
                <a:lnTo>
                  <a:pt x="15240" y="195072"/>
                </a:lnTo>
                <a:lnTo>
                  <a:pt x="12192" y="179832"/>
                </a:lnTo>
                <a:lnTo>
                  <a:pt x="12192" y="149351"/>
                </a:lnTo>
                <a:lnTo>
                  <a:pt x="15240" y="134112"/>
                </a:lnTo>
                <a:lnTo>
                  <a:pt x="21336" y="118872"/>
                </a:lnTo>
                <a:lnTo>
                  <a:pt x="27432" y="106680"/>
                </a:lnTo>
                <a:lnTo>
                  <a:pt x="33528" y="91439"/>
                </a:lnTo>
                <a:lnTo>
                  <a:pt x="45720" y="79248"/>
                </a:lnTo>
                <a:lnTo>
                  <a:pt x="54864" y="67056"/>
                </a:lnTo>
                <a:lnTo>
                  <a:pt x="67056" y="57912"/>
                </a:lnTo>
                <a:lnTo>
                  <a:pt x="112776" y="30480"/>
                </a:lnTo>
                <a:lnTo>
                  <a:pt x="149352" y="18287"/>
                </a:lnTo>
                <a:lnTo>
                  <a:pt x="167640" y="15239"/>
                </a:lnTo>
                <a:lnTo>
                  <a:pt x="188976" y="12192"/>
                </a:lnTo>
                <a:lnTo>
                  <a:pt x="289560" y="12192"/>
                </a:lnTo>
                <a:lnTo>
                  <a:pt x="268224" y="6096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29" h="329564">
                <a:moveTo>
                  <a:pt x="289560" y="12192"/>
                </a:moveTo>
                <a:lnTo>
                  <a:pt x="228600" y="12192"/>
                </a:lnTo>
                <a:lnTo>
                  <a:pt x="265176" y="18287"/>
                </a:lnTo>
                <a:lnTo>
                  <a:pt x="301752" y="30480"/>
                </a:lnTo>
                <a:lnTo>
                  <a:pt x="347472" y="57912"/>
                </a:lnTo>
                <a:lnTo>
                  <a:pt x="381000" y="91439"/>
                </a:lnTo>
                <a:lnTo>
                  <a:pt x="402336" y="149351"/>
                </a:lnTo>
                <a:lnTo>
                  <a:pt x="402336" y="179832"/>
                </a:lnTo>
                <a:lnTo>
                  <a:pt x="381000" y="234696"/>
                </a:lnTo>
                <a:lnTo>
                  <a:pt x="359664" y="259080"/>
                </a:lnTo>
                <a:lnTo>
                  <a:pt x="347472" y="271272"/>
                </a:lnTo>
                <a:lnTo>
                  <a:pt x="301752" y="298703"/>
                </a:lnTo>
                <a:lnTo>
                  <a:pt x="283464" y="304800"/>
                </a:lnTo>
                <a:lnTo>
                  <a:pt x="265176" y="307848"/>
                </a:lnTo>
                <a:lnTo>
                  <a:pt x="246887" y="313944"/>
                </a:lnTo>
                <a:lnTo>
                  <a:pt x="228600" y="313944"/>
                </a:lnTo>
                <a:lnTo>
                  <a:pt x="207264" y="316992"/>
                </a:lnTo>
                <a:lnTo>
                  <a:pt x="289560" y="316992"/>
                </a:lnTo>
                <a:lnTo>
                  <a:pt x="307848" y="307848"/>
                </a:lnTo>
                <a:lnTo>
                  <a:pt x="323088" y="301751"/>
                </a:lnTo>
                <a:lnTo>
                  <a:pt x="341376" y="292608"/>
                </a:lnTo>
                <a:lnTo>
                  <a:pt x="353568" y="280415"/>
                </a:lnTo>
                <a:lnTo>
                  <a:pt x="368808" y="268224"/>
                </a:lnTo>
                <a:lnTo>
                  <a:pt x="399288" y="228600"/>
                </a:lnTo>
                <a:lnTo>
                  <a:pt x="414528" y="182880"/>
                </a:lnTo>
                <a:lnTo>
                  <a:pt x="414528" y="179832"/>
                </a:lnTo>
                <a:lnTo>
                  <a:pt x="417576" y="164592"/>
                </a:lnTo>
                <a:lnTo>
                  <a:pt x="399288" y="100584"/>
                </a:lnTo>
                <a:lnTo>
                  <a:pt x="368808" y="57912"/>
                </a:lnTo>
                <a:lnTo>
                  <a:pt x="323088" y="27432"/>
                </a:lnTo>
                <a:lnTo>
                  <a:pt x="304800" y="18287"/>
                </a:lnTo>
                <a:lnTo>
                  <a:pt x="289560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B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42019" y="2538985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D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90531" y="2548129"/>
            <a:ext cx="1651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E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C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91444" y="2538985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F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93744" y="2749295"/>
            <a:ext cx="417830" cy="326390"/>
          </a:xfrm>
          <a:custGeom>
            <a:avLst/>
            <a:gdLst/>
            <a:ahLst/>
            <a:cxnLst/>
            <a:rect l="l" t="t" r="r" b="b"/>
            <a:pathLst>
              <a:path w="417830" h="326389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1"/>
                </a:lnTo>
                <a:lnTo>
                  <a:pt x="60960" y="45719"/>
                </a:lnTo>
                <a:lnTo>
                  <a:pt x="24383" y="85343"/>
                </a:lnTo>
                <a:lnTo>
                  <a:pt x="15239" y="97536"/>
                </a:lnTo>
                <a:lnTo>
                  <a:pt x="9143" y="112775"/>
                </a:lnTo>
                <a:lnTo>
                  <a:pt x="3048" y="131063"/>
                </a:lnTo>
                <a:lnTo>
                  <a:pt x="0" y="146303"/>
                </a:lnTo>
                <a:lnTo>
                  <a:pt x="0" y="179831"/>
                </a:lnTo>
                <a:lnTo>
                  <a:pt x="3048" y="198119"/>
                </a:lnTo>
                <a:lnTo>
                  <a:pt x="15239" y="228600"/>
                </a:lnTo>
                <a:lnTo>
                  <a:pt x="24383" y="240791"/>
                </a:lnTo>
                <a:lnTo>
                  <a:pt x="36575" y="256031"/>
                </a:lnTo>
                <a:lnTo>
                  <a:pt x="45719" y="268224"/>
                </a:lnTo>
                <a:lnTo>
                  <a:pt x="91439" y="298703"/>
                </a:lnTo>
                <a:lnTo>
                  <a:pt x="146304" y="320039"/>
                </a:lnTo>
                <a:lnTo>
                  <a:pt x="185928" y="326136"/>
                </a:lnTo>
                <a:lnTo>
                  <a:pt x="228600" y="326136"/>
                </a:lnTo>
                <a:lnTo>
                  <a:pt x="249936" y="323088"/>
                </a:lnTo>
                <a:lnTo>
                  <a:pt x="268224" y="320039"/>
                </a:lnTo>
                <a:lnTo>
                  <a:pt x="289560" y="313943"/>
                </a:lnTo>
                <a:lnTo>
                  <a:pt x="185928" y="313943"/>
                </a:lnTo>
                <a:lnTo>
                  <a:pt x="149351" y="307848"/>
                </a:lnTo>
                <a:lnTo>
                  <a:pt x="112775" y="295655"/>
                </a:lnTo>
                <a:lnTo>
                  <a:pt x="97536" y="289559"/>
                </a:lnTo>
                <a:lnTo>
                  <a:pt x="82295" y="280415"/>
                </a:lnTo>
                <a:lnTo>
                  <a:pt x="67056" y="268224"/>
                </a:lnTo>
                <a:lnTo>
                  <a:pt x="54863" y="259079"/>
                </a:lnTo>
                <a:lnTo>
                  <a:pt x="45719" y="246887"/>
                </a:lnTo>
                <a:lnTo>
                  <a:pt x="33528" y="234695"/>
                </a:lnTo>
                <a:lnTo>
                  <a:pt x="27431" y="222503"/>
                </a:lnTo>
                <a:lnTo>
                  <a:pt x="15239" y="192024"/>
                </a:lnTo>
                <a:lnTo>
                  <a:pt x="12801" y="179831"/>
                </a:lnTo>
                <a:lnTo>
                  <a:pt x="12192" y="179831"/>
                </a:lnTo>
                <a:lnTo>
                  <a:pt x="12192" y="146303"/>
                </a:lnTo>
                <a:lnTo>
                  <a:pt x="12700" y="146303"/>
                </a:lnTo>
                <a:lnTo>
                  <a:pt x="15239" y="131063"/>
                </a:lnTo>
                <a:lnTo>
                  <a:pt x="21336" y="118871"/>
                </a:lnTo>
                <a:lnTo>
                  <a:pt x="27431" y="103631"/>
                </a:lnTo>
                <a:lnTo>
                  <a:pt x="33528" y="91439"/>
                </a:lnTo>
                <a:lnTo>
                  <a:pt x="45719" y="79248"/>
                </a:lnTo>
                <a:lnTo>
                  <a:pt x="54863" y="67055"/>
                </a:lnTo>
                <a:lnTo>
                  <a:pt x="67056" y="54863"/>
                </a:lnTo>
                <a:lnTo>
                  <a:pt x="112775" y="30479"/>
                </a:lnTo>
                <a:lnTo>
                  <a:pt x="149351" y="18287"/>
                </a:lnTo>
                <a:lnTo>
                  <a:pt x="188975" y="12191"/>
                </a:lnTo>
                <a:lnTo>
                  <a:pt x="289560" y="12191"/>
                </a:lnTo>
                <a:lnTo>
                  <a:pt x="268224" y="6095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30" h="326389">
                <a:moveTo>
                  <a:pt x="402336" y="176783"/>
                </a:moveTo>
                <a:lnTo>
                  <a:pt x="399288" y="192024"/>
                </a:lnTo>
                <a:lnTo>
                  <a:pt x="387095" y="222503"/>
                </a:lnTo>
                <a:lnTo>
                  <a:pt x="381000" y="234695"/>
                </a:lnTo>
                <a:lnTo>
                  <a:pt x="368807" y="246887"/>
                </a:lnTo>
                <a:lnTo>
                  <a:pt x="359663" y="259079"/>
                </a:lnTo>
                <a:lnTo>
                  <a:pt x="316992" y="289559"/>
                </a:lnTo>
                <a:lnTo>
                  <a:pt x="265175" y="307848"/>
                </a:lnTo>
                <a:lnTo>
                  <a:pt x="228600" y="313943"/>
                </a:lnTo>
                <a:lnTo>
                  <a:pt x="289560" y="313943"/>
                </a:lnTo>
                <a:lnTo>
                  <a:pt x="307848" y="307848"/>
                </a:lnTo>
                <a:lnTo>
                  <a:pt x="323088" y="298703"/>
                </a:lnTo>
                <a:lnTo>
                  <a:pt x="341375" y="289559"/>
                </a:lnTo>
                <a:lnTo>
                  <a:pt x="353568" y="280415"/>
                </a:lnTo>
                <a:lnTo>
                  <a:pt x="368807" y="268224"/>
                </a:lnTo>
                <a:lnTo>
                  <a:pt x="381000" y="256031"/>
                </a:lnTo>
                <a:lnTo>
                  <a:pt x="390144" y="240791"/>
                </a:lnTo>
                <a:lnTo>
                  <a:pt x="399288" y="228600"/>
                </a:lnTo>
                <a:lnTo>
                  <a:pt x="405383" y="213359"/>
                </a:lnTo>
                <a:lnTo>
                  <a:pt x="411480" y="195071"/>
                </a:lnTo>
                <a:lnTo>
                  <a:pt x="414528" y="179831"/>
                </a:lnTo>
                <a:lnTo>
                  <a:pt x="402336" y="179831"/>
                </a:lnTo>
                <a:lnTo>
                  <a:pt x="402336" y="176783"/>
                </a:lnTo>
                <a:close/>
              </a:path>
              <a:path w="417830" h="326389">
                <a:moveTo>
                  <a:pt x="12192" y="176783"/>
                </a:moveTo>
                <a:lnTo>
                  <a:pt x="12192" y="179831"/>
                </a:lnTo>
                <a:lnTo>
                  <a:pt x="12801" y="179831"/>
                </a:lnTo>
                <a:lnTo>
                  <a:pt x="12192" y="176783"/>
                </a:lnTo>
                <a:close/>
              </a:path>
              <a:path w="417830" h="326389">
                <a:moveTo>
                  <a:pt x="414528" y="146303"/>
                </a:moveTo>
                <a:lnTo>
                  <a:pt x="402336" y="146303"/>
                </a:lnTo>
                <a:lnTo>
                  <a:pt x="402336" y="179831"/>
                </a:lnTo>
                <a:lnTo>
                  <a:pt x="414528" y="179831"/>
                </a:lnTo>
                <a:lnTo>
                  <a:pt x="417575" y="161543"/>
                </a:lnTo>
                <a:lnTo>
                  <a:pt x="414528" y="146303"/>
                </a:lnTo>
                <a:close/>
              </a:path>
              <a:path w="417830" h="326389">
                <a:moveTo>
                  <a:pt x="12700" y="146303"/>
                </a:moveTo>
                <a:lnTo>
                  <a:pt x="12192" y="146303"/>
                </a:lnTo>
                <a:lnTo>
                  <a:pt x="12192" y="149351"/>
                </a:lnTo>
                <a:lnTo>
                  <a:pt x="12700" y="146303"/>
                </a:lnTo>
                <a:close/>
              </a:path>
              <a:path w="417830" h="326389">
                <a:moveTo>
                  <a:pt x="289560" y="12191"/>
                </a:moveTo>
                <a:lnTo>
                  <a:pt x="228600" y="12191"/>
                </a:lnTo>
                <a:lnTo>
                  <a:pt x="265175" y="18287"/>
                </a:lnTo>
                <a:lnTo>
                  <a:pt x="301751" y="30479"/>
                </a:lnTo>
                <a:lnTo>
                  <a:pt x="347472" y="54863"/>
                </a:lnTo>
                <a:lnTo>
                  <a:pt x="381000" y="91439"/>
                </a:lnTo>
                <a:lnTo>
                  <a:pt x="387095" y="103631"/>
                </a:lnTo>
                <a:lnTo>
                  <a:pt x="396239" y="118871"/>
                </a:lnTo>
                <a:lnTo>
                  <a:pt x="402336" y="149351"/>
                </a:lnTo>
                <a:lnTo>
                  <a:pt x="402336" y="146303"/>
                </a:lnTo>
                <a:lnTo>
                  <a:pt x="414528" y="146303"/>
                </a:lnTo>
                <a:lnTo>
                  <a:pt x="411480" y="128015"/>
                </a:lnTo>
                <a:lnTo>
                  <a:pt x="399288" y="97536"/>
                </a:lnTo>
                <a:lnTo>
                  <a:pt x="390144" y="85343"/>
                </a:lnTo>
                <a:lnTo>
                  <a:pt x="381000" y="70103"/>
                </a:lnTo>
                <a:lnTo>
                  <a:pt x="368807" y="57912"/>
                </a:lnTo>
                <a:lnTo>
                  <a:pt x="353568" y="45719"/>
                </a:lnTo>
                <a:lnTo>
                  <a:pt x="323088" y="27431"/>
                </a:lnTo>
                <a:lnTo>
                  <a:pt x="304800" y="18287"/>
                </a:lnTo>
                <a:lnTo>
                  <a:pt x="289560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75533" y="27299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942328" y="2734056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52984" y="3048"/>
                </a:moveTo>
                <a:lnTo>
                  <a:pt x="167639" y="3048"/>
                </a:lnTo>
                <a:lnTo>
                  <a:pt x="149351" y="9144"/>
                </a:lnTo>
                <a:lnTo>
                  <a:pt x="128016" y="15240"/>
                </a:lnTo>
                <a:lnTo>
                  <a:pt x="109727" y="21336"/>
                </a:lnTo>
                <a:lnTo>
                  <a:pt x="94487" y="30480"/>
                </a:lnTo>
                <a:lnTo>
                  <a:pt x="76200" y="39624"/>
                </a:lnTo>
                <a:lnTo>
                  <a:pt x="64008" y="48768"/>
                </a:lnTo>
                <a:lnTo>
                  <a:pt x="48768" y="60960"/>
                </a:lnTo>
                <a:lnTo>
                  <a:pt x="36575" y="73152"/>
                </a:lnTo>
                <a:lnTo>
                  <a:pt x="27432" y="88392"/>
                </a:lnTo>
                <a:lnTo>
                  <a:pt x="18287" y="100584"/>
                </a:lnTo>
                <a:lnTo>
                  <a:pt x="6096" y="131064"/>
                </a:lnTo>
                <a:lnTo>
                  <a:pt x="3048" y="149352"/>
                </a:lnTo>
                <a:lnTo>
                  <a:pt x="0" y="164592"/>
                </a:lnTo>
                <a:lnTo>
                  <a:pt x="12192" y="216408"/>
                </a:lnTo>
                <a:lnTo>
                  <a:pt x="27432" y="243840"/>
                </a:lnTo>
                <a:lnTo>
                  <a:pt x="36575" y="259080"/>
                </a:lnTo>
                <a:lnTo>
                  <a:pt x="94487" y="301752"/>
                </a:lnTo>
                <a:lnTo>
                  <a:pt x="149351" y="323088"/>
                </a:lnTo>
                <a:lnTo>
                  <a:pt x="188975" y="329184"/>
                </a:lnTo>
                <a:lnTo>
                  <a:pt x="231648" y="329184"/>
                </a:lnTo>
                <a:lnTo>
                  <a:pt x="252984" y="326136"/>
                </a:lnTo>
                <a:lnTo>
                  <a:pt x="271272" y="323088"/>
                </a:lnTo>
                <a:lnTo>
                  <a:pt x="292608" y="316992"/>
                </a:lnTo>
                <a:lnTo>
                  <a:pt x="188975" y="316992"/>
                </a:lnTo>
                <a:lnTo>
                  <a:pt x="152400" y="310896"/>
                </a:lnTo>
                <a:lnTo>
                  <a:pt x="115824" y="298704"/>
                </a:lnTo>
                <a:lnTo>
                  <a:pt x="70104" y="271272"/>
                </a:lnTo>
                <a:lnTo>
                  <a:pt x="36575" y="237744"/>
                </a:lnTo>
                <a:lnTo>
                  <a:pt x="30480" y="222504"/>
                </a:lnTo>
                <a:lnTo>
                  <a:pt x="21336" y="210312"/>
                </a:lnTo>
                <a:lnTo>
                  <a:pt x="15239" y="179832"/>
                </a:lnTo>
                <a:lnTo>
                  <a:pt x="15239" y="149352"/>
                </a:lnTo>
                <a:lnTo>
                  <a:pt x="18287" y="134112"/>
                </a:lnTo>
                <a:lnTo>
                  <a:pt x="21336" y="121920"/>
                </a:lnTo>
                <a:lnTo>
                  <a:pt x="30480" y="106680"/>
                </a:lnTo>
                <a:lnTo>
                  <a:pt x="36575" y="94488"/>
                </a:lnTo>
                <a:lnTo>
                  <a:pt x="48768" y="82296"/>
                </a:lnTo>
                <a:lnTo>
                  <a:pt x="57912" y="70104"/>
                </a:lnTo>
                <a:lnTo>
                  <a:pt x="70104" y="57912"/>
                </a:lnTo>
                <a:lnTo>
                  <a:pt x="100584" y="39624"/>
                </a:lnTo>
                <a:lnTo>
                  <a:pt x="115824" y="33528"/>
                </a:lnTo>
                <a:lnTo>
                  <a:pt x="134112" y="24384"/>
                </a:lnTo>
                <a:lnTo>
                  <a:pt x="188975" y="15240"/>
                </a:lnTo>
                <a:lnTo>
                  <a:pt x="295656" y="15240"/>
                </a:lnTo>
                <a:lnTo>
                  <a:pt x="289560" y="12192"/>
                </a:lnTo>
                <a:lnTo>
                  <a:pt x="271272" y="9144"/>
                </a:lnTo>
                <a:lnTo>
                  <a:pt x="252984" y="3048"/>
                </a:lnTo>
                <a:close/>
              </a:path>
              <a:path w="417829" h="329564">
                <a:moveTo>
                  <a:pt x="295656" y="15240"/>
                </a:moveTo>
                <a:lnTo>
                  <a:pt x="231648" y="15240"/>
                </a:lnTo>
                <a:lnTo>
                  <a:pt x="286512" y="24384"/>
                </a:lnTo>
                <a:lnTo>
                  <a:pt x="304800" y="33528"/>
                </a:lnTo>
                <a:lnTo>
                  <a:pt x="320039" y="39624"/>
                </a:lnTo>
                <a:lnTo>
                  <a:pt x="350520" y="57912"/>
                </a:lnTo>
                <a:lnTo>
                  <a:pt x="362712" y="70104"/>
                </a:lnTo>
                <a:lnTo>
                  <a:pt x="371856" y="82296"/>
                </a:lnTo>
                <a:lnTo>
                  <a:pt x="384048" y="94488"/>
                </a:lnTo>
                <a:lnTo>
                  <a:pt x="390144" y="106680"/>
                </a:lnTo>
                <a:lnTo>
                  <a:pt x="402336" y="137160"/>
                </a:lnTo>
                <a:lnTo>
                  <a:pt x="405384" y="149352"/>
                </a:lnTo>
                <a:lnTo>
                  <a:pt x="405384" y="179832"/>
                </a:lnTo>
                <a:lnTo>
                  <a:pt x="402336" y="195072"/>
                </a:lnTo>
                <a:lnTo>
                  <a:pt x="390144" y="225552"/>
                </a:lnTo>
                <a:lnTo>
                  <a:pt x="384048" y="237744"/>
                </a:lnTo>
                <a:lnTo>
                  <a:pt x="371856" y="249936"/>
                </a:lnTo>
                <a:lnTo>
                  <a:pt x="362712" y="262128"/>
                </a:lnTo>
                <a:lnTo>
                  <a:pt x="350520" y="271272"/>
                </a:lnTo>
                <a:lnTo>
                  <a:pt x="335280" y="283464"/>
                </a:lnTo>
                <a:lnTo>
                  <a:pt x="320039" y="289560"/>
                </a:lnTo>
                <a:lnTo>
                  <a:pt x="304800" y="298704"/>
                </a:lnTo>
                <a:lnTo>
                  <a:pt x="268224" y="310896"/>
                </a:lnTo>
                <a:lnTo>
                  <a:pt x="249936" y="313944"/>
                </a:lnTo>
                <a:lnTo>
                  <a:pt x="228600" y="316992"/>
                </a:lnTo>
                <a:lnTo>
                  <a:pt x="292608" y="316992"/>
                </a:lnTo>
                <a:lnTo>
                  <a:pt x="356616" y="283464"/>
                </a:lnTo>
                <a:lnTo>
                  <a:pt x="402336" y="228600"/>
                </a:lnTo>
                <a:lnTo>
                  <a:pt x="417575" y="182880"/>
                </a:lnTo>
                <a:lnTo>
                  <a:pt x="417575" y="149352"/>
                </a:lnTo>
                <a:lnTo>
                  <a:pt x="414527" y="131064"/>
                </a:lnTo>
                <a:lnTo>
                  <a:pt x="402336" y="100584"/>
                </a:lnTo>
                <a:lnTo>
                  <a:pt x="393192" y="85344"/>
                </a:lnTo>
                <a:lnTo>
                  <a:pt x="381000" y="73152"/>
                </a:lnTo>
                <a:lnTo>
                  <a:pt x="371856" y="60960"/>
                </a:lnTo>
                <a:lnTo>
                  <a:pt x="356616" y="48768"/>
                </a:lnTo>
                <a:lnTo>
                  <a:pt x="341375" y="39624"/>
                </a:lnTo>
                <a:lnTo>
                  <a:pt x="326136" y="27432"/>
                </a:lnTo>
                <a:lnTo>
                  <a:pt x="307848" y="21336"/>
                </a:lnTo>
                <a:lnTo>
                  <a:pt x="295656" y="15240"/>
                </a:lnTo>
                <a:close/>
              </a:path>
              <a:path w="417829" h="329564">
                <a:moveTo>
                  <a:pt x="210312" y="0"/>
                </a:moveTo>
                <a:lnTo>
                  <a:pt x="188975" y="3048"/>
                </a:lnTo>
                <a:lnTo>
                  <a:pt x="231648" y="3048"/>
                </a:lnTo>
                <a:lnTo>
                  <a:pt x="21031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063741" y="2720848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79673" y="2270761"/>
            <a:ext cx="1405255" cy="497205"/>
          </a:xfrm>
          <a:custGeom>
            <a:avLst/>
            <a:gdLst/>
            <a:ahLst/>
            <a:cxnLst/>
            <a:rect l="l" t="t" r="r" b="b"/>
            <a:pathLst>
              <a:path w="1405254" h="497205">
                <a:moveTo>
                  <a:pt x="1395983" y="0"/>
                </a:moveTo>
                <a:lnTo>
                  <a:pt x="0" y="469391"/>
                </a:lnTo>
                <a:lnTo>
                  <a:pt x="9143" y="496824"/>
                </a:lnTo>
                <a:lnTo>
                  <a:pt x="1405127" y="27431"/>
                </a:lnTo>
                <a:lnTo>
                  <a:pt x="139598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38368" y="2276856"/>
            <a:ext cx="1381125" cy="481965"/>
          </a:xfrm>
          <a:custGeom>
            <a:avLst/>
            <a:gdLst/>
            <a:ahLst/>
            <a:cxnLst/>
            <a:rect l="l" t="t" r="r" b="b"/>
            <a:pathLst>
              <a:path w="1381125" h="481964">
                <a:moveTo>
                  <a:pt x="9144" y="0"/>
                </a:moveTo>
                <a:lnTo>
                  <a:pt x="0" y="24384"/>
                </a:lnTo>
                <a:lnTo>
                  <a:pt x="1371600" y="481584"/>
                </a:lnTo>
                <a:lnTo>
                  <a:pt x="1380744" y="457200"/>
                </a:lnTo>
                <a:lnTo>
                  <a:pt x="914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8338311" y="3593592"/>
            <a:ext cx="1978660" cy="316753"/>
          </a:xfrm>
          <a:prstGeom prst="rect">
            <a:avLst/>
          </a:prstGeom>
          <a:solidFill>
            <a:srgbClr val="CDCDCD"/>
          </a:solidFill>
        </p:spPr>
        <p:txBody>
          <a:bodyPr vert="horz" wrap="square" lIns="0" tIns="39370" rIns="0" bIns="0" rtlCol="0">
            <a:spAutoFit/>
          </a:bodyPr>
          <a:lstStyle/>
          <a:p>
            <a:pPr marL="90805">
              <a:spcBef>
                <a:spcPts val="310"/>
              </a:spcBef>
            </a:pPr>
            <a:r>
              <a:rPr spc="-5" dirty="0">
                <a:latin typeface="Verdana"/>
                <a:cs typeface="Verdana"/>
              </a:rPr>
              <a:t>Queue =</a:t>
            </a:r>
            <a:r>
              <a:rPr spc="-55" dirty="0">
                <a:latin typeface="Verdana"/>
                <a:cs typeface="Verdana"/>
              </a:rPr>
              <a:t> </a:t>
            </a:r>
            <a:r>
              <a:rPr spc="-5" dirty="0">
                <a:latin typeface="Verdana"/>
                <a:cs typeface="Verdana"/>
              </a:rPr>
              <a:t>{A,D}</a:t>
            </a:r>
            <a:endParaRPr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8940" y="880872"/>
            <a:ext cx="283400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DFS Search</a:t>
            </a:r>
            <a:r>
              <a:rPr sz="2400" b="1" spc="-7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57367" y="2054352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2"/>
                </a:lnTo>
                <a:lnTo>
                  <a:pt x="76200" y="36575"/>
                </a:lnTo>
                <a:lnTo>
                  <a:pt x="60960" y="48768"/>
                </a:lnTo>
                <a:lnTo>
                  <a:pt x="45720" y="57912"/>
                </a:lnTo>
                <a:lnTo>
                  <a:pt x="15240" y="100584"/>
                </a:lnTo>
                <a:lnTo>
                  <a:pt x="0" y="146303"/>
                </a:lnTo>
                <a:lnTo>
                  <a:pt x="0" y="182880"/>
                </a:lnTo>
                <a:lnTo>
                  <a:pt x="3048" y="198120"/>
                </a:lnTo>
                <a:lnTo>
                  <a:pt x="15240" y="228600"/>
                </a:lnTo>
                <a:lnTo>
                  <a:pt x="24384" y="243839"/>
                </a:lnTo>
                <a:lnTo>
                  <a:pt x="36576" y="256032"/>
                </a:lnTo>
                <a:lnTo>
                  <a:pt x="45720" y="268224"/>
                </a:lnTo>
                <a:lnTo>
                  <a:pt x="76200" y="292608"/>
                </a:lnTo>
                <a:lnTo>
                  <a:pt x="91440" y="301751"/>
                </a:lnTo>
                <a:lnTo>
                  <a:pt x="109728" y="307848"/>
                </a:lnTo>
                <a:lnTo>
                  <a:pt x="128016" y="316992"/>
                </a:lnTo>
                <a:lnTo>
                  <a:pt x="146304" y="320039"/>
                </a:lnTo>
                <a:lnTo>
                  <a:pt x="164592" y="326136"/>
                </a:lnTo>
                <a:lnTo>
                  <a:pt x="185928" y="329184"/>
                </a:lnTo>
                <a:lnTo>
                  <a:pt x="207264" y="329184"/>
                </a:lnTo>
                <a:lnTo>
                  <a:pt x="228600" y="326136"/>
                </a:lnTo>
                <a:lnTo>
                  <a:pt x="249936" y="326136"/>
                </a:lnTo>
                <a:lnTo>
                  <a:pt x="268224" y="320039"/>
                </a:lnTo>
                <a:lnTo>
                  <a:pt x="289560" y="316992"/>
                </a:lnTo>
                <a:lnTo>
                  <a:pt x="207264" y="316992"/>
                </a:lnTo>
                <a:lnTo>
                  <a:pt x="185928" y="313944"/>
                </a:lnTo>
                <a:lnTo>
                  <a:pt x="167640" y="313944"/>
                </a:lnTo>
                <a:lnTo>
                  <a:pt x="149352" y="307848"/>
                </a:lnTo>
                <a:lnTo>
                  <a:pt x="131064" y="304800"/>
                </a:lnTo>
                <a:lnTo>
                  <a:pt x="112776" y="295656"/>
                </a:lnTo>
                <a:lnTo>
                  <a:pt x="97536" y="289560"/>
                </a:lnTo>
                <a:lnTo>
                  <a:pt x="67056" y="271272"/>
                </a:lnTo>
                <a:lnTo>
                  <a:pt x="54864" y="259080"/>
                </a:lnTo>
                <a:lnTo>
                  <a:pt x="45720" y="246887"/>
                </a:lnTo>
                <a:lnTo>
                  <a:pt x="33528" y="234696"/>
                </a:lnTo>
                <a:lnTo>
                  <a:pt x="27432" y="222503"/>
                </a:lnTo>
                <a:lnTo>
                  <a:pt x="21336" y="207263"/>
                </a:lnTo>
                <a:lnTo>
                  <a:pt x="15240" y="195072"/>
                </a:lnTo>
                <a:lnTo>
                  <a:pt x="12192" y="179832"/>
                </a:lnTo>
                <a:lnTo>
                  <a:pt x="12192" y="149351"/>
                </a:lnTo>
                <a:lnTo>
                  <a:pt x="15240" y="134112"/>
                </a:lnTo>
                <a:lnTo>
                  <a:pt x="21336" y="118872"/>
                </a:lnTo>
                <a:lnTo>
                  <a:pt x="27432" y="106680"/>
                </a:lnTo>
                <a:lnTo>
                  <a:pt x="33528" y="91439"/>
                </a:lnTo>
                <a:lnTo>
                  <a:pt x="45720" y="79248"/>
                </a:lnTo>
                <a:lnTo>
                  <a:pt x="54864" y="67056"/>
                </a:lnTo>
                <a:lnTo>
                  <a:pt x="67056" y="57912"/>
                </a:lnTo>
                <a:lnTo>
                  <a:pt x="112776" y="30480"/>
                </a:lnTo>
                <a:lnTo>
                  <a:pt x="149352" y="18287"/>
                </a:lnTo>
                <a:lnTo>
                  <a:pt x="167640" y="15239"/>
                </a:lnTo>
                <a:lnTo>
                  <a:pt x="188976" y="12192"/>
                </a:lnTo>
                <a:lnTo>
                  <a:pt x="289560" y="12192"/>
                </a:lnTo>
                <a:lnTo>
                  <a:pt x="268224" y="6096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29" h="329564">
                <a:moveTo>
                  <a:pt x="289560" y="12192"/>
                </a:moveTo>
                <a:lnTo>
                  <a:pt x="228600" y="12192"/>
                </a:lnTo>
                <a:lnTo>
                  <a:pt x="265176" y="18287"/>
                </a:lnTo>
                <a:lnTo>
                  <a:pt x="301752" y="30480"/>
                </a:lnTo>
                <a:lnTo>
                  <a:pt x="347472" y="57912"/>
                </a:lnTo>
                <a:lnTo>
                  <a:pt x="381000" y="91439"/>
                </a:lnTo>
                <a:lnTo>
                  <a:pt x="402336" y="149351"/>
                </a:lnTo>
                <a:lnTo>
                  <a:pt x="402336" y="179832"/>
                </a:lnTo>
                <a:lnTo>
                  <a:pt x="381000" y="234696"/>
                </a:lnTo>
                <a:lnTo>
                  <a:pt x="359664" y="259080"/>
                </a:lnTo>
                <a:lnTo>
                  <a:pt x="347472" y="271272"/>
                </a:lnTo>
                <a:lnTo>
                  <a:pt x="301752" y="298703"/>
                </a:lnTo>
                <a:lnTo>
                  <a:pt x="283464" y="304800"/>
                </a:lnTo>
                <a:lnTo>
                  <a:pt x="265176" y="307848"/>
                </a:lnTo>
                <a:lnTo>
                  <a:pt x="246887" y="313944"/>
                </a:lnTo>
                <a:lnTo>
                  <a:pt x="228600" y="313944"/>
                </a:lnTo>
                <a:lnTo>
                  <a:pt x="207264" y="316992"/>
                </a:lnTo>
                <a:lnTo>
                  <a:pt x="289560" y="316992"/>
                </a:lnTo>
                <a:lnTo>
                  <a:pt x="307848" y="307848"/>
                </a:lnTo>
                <a:lnTo>
                  <a:pt x="323088" y="301751"/>
                </a:lnTo>
                <a:lnTo>
                  <a:pt x="341376" y="292608"/>
                </a:lnTo>
                <a:lnTo>
                  <a:pt x="353568" y="280415"/>
                </a:lnTo>
                <a:lnTo>
                  <a:pt x="368808" y="268224"/>
                </a:lnTo>
                <a:lnTo>
                  <a:pt x="399288" y="228600"/>
                </a:lnTo>
                <a:lnTo>
                  <a:pt x="414528" y="182880"/>
                </a:lnTo>
                <a:lnTo>
                  <a:pt x="414528" y="179832"/>
                </a:lnTo>
                <a:lnTo>
                  <a:pt x="417576" y="164592"/>
                </a:lnTo>
                <a:lnTo>
                  <a:pt x="399288" y="100584"/>
                </a:lnTo>
                <a:lnTo>
                  <a:pt x="368808" y="57912"/>
                </a:lnTo>
                <a:lnTo>
                  <a:pt x="323088" y="27432"/>
                </a:lnTo>
                <a:lnTo>
                  <a:pt x="304800" y="18287"/>
                </a:lnTo>
                <a:lnTo>
                  <a:pt x="289560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B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42019" y="2538985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D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90531" y="2548129"/>
            <a:ext cx="1651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E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C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91444" y="2538985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F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93744" y="2749295"/>
            <a:ext cx="417830" cy="326390"/>
          </a:xfrm>
          <a:custGeom>
            <a:avLst/>
            <a:gdLst/>
            <a:ahLst/>
            <a:cxnLst/>
            <a:rect l="l" t="t" r="r" b="b"/>
            <a:pathLst>
              <a:path w="417830" h="326389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1"/>
                </a:lnTo>
                <a:lnTo>
                  <a:pt x="60960" y="45719"/>
                </a:lnTo>
                <a:lnTo>
                  <a:pt x="24383" y="85343"/>
                </a:lnTo>
                <a:lnTo>
                  <a:pt x="15239" y="97536"/>
                </a:lnTo>
                <a:lnTo>
                  <a:pt x="9143" y="112775"/>
                </a:lnTo>
                <a:lnTo>
                  <a:pt x="3048" y="131063"/>
                </a:lnTo>
                <a:lnTo>
                  <a:pt x="0" y="146303"/>
                </a:lnTo>
                <a:lnTo>
                  <a:pt x="0" y="179831"/>
                </a:lnTo>
                <a:lnTo>
                  <a:pt x="3048" y="198119"/>
                </a:lnTo>
                <a:lnTo>
                  <a:pt x="15239" y="228600"/>
                </a:lnTo>
                <a:lnTo>
                  <a:pt x="24383" y="240791"/>
                </a:lnTo>
                <a:lnTo>
                  <a:pt x="36575" y="256031"/>
                </a:lnTo>
                <a:lnTo>
                  <a:pt x="45719" y="268224"/>
                </a:lnTo>
                <a:lnTo>
                  <a:pt x="91439" y="298703"/>
                </a:lnTo>
                <a:lnTo>
                  <a:pt x="146304" y="320039"/>
                </a:lnTo>
                <a:lnTo>
                  <a:pt x="185928" y="326136"/>
                </a:lnTo>
                <a:lnTo>
                  <a:pt x="228600" y="326136"/>
                </a:lnTo>
                <a:lnTo>
                  <a:pt x="249936" y="323088"/>
                </a:lnTo>
                <a:lnTo>
                  <a:pt x="268224" y="320039"/>
                </a:lnTo>
                <a:lnTo>
                  <a:pt x="289560" y="313943"/>
                </a:lnTo>
                <a:lnTo>
                  <a:pt x="185928" y="313943"/>
                </a:lnTo>
                <a:lnTo>
                  <a:pt x="149351" y="307848"/>
                </a:lnTo>
                <a:lnTo>
                  <a:pt x="112775" y="295655"/>
                </a:lnTo>
                <a:lnTo>
                  <a:pt x="97536" y="289559"/>
                </a:lnTo>
                <a:lnTo>
                  <a:pt x="82295" y="280415"/>
                </a:lnTo>
                <a:lnTo>
                  <a:pt x="67056" y="268224"/>
                </a:lnTo>
                <a:lnTo>
                  <a:pt x="54863" y="259079"/>
                </a:lnTo>
                <a:lnTo>
                  <a:pt x="45719" y="246887"/>
                </a:lnTo>
                <a:lnTo>
                  <a:pt x="33528" y="234695"/>
                </a:lnTo>
                <a:lnTo>
                  <a:pt x="27431" y="222503"/>
                </a:lnTo>
                <a:lnTo>
                  <a:pt x="15239" y="192024"/>
                </a:lnTo>
                <a:lnTo>
                  <a:pt x="12801" y="179831"/>
                </a:lnTo>
                <a:lnTo>
                  <a:pt x="12192" y="179831"/>
                </a:lnTo>
                <a:lnTo>
                  <a:pt x="12192" y="146303"/>
                </a:lnTo>
                <a:lnTo>
                  <a:pt x="12700" y="146303"/>
                </a:lnTo>
                <a:lnTo>
                  <a:pt x="15239" y="131063"/>
                </a:lnTo>
                <a:lnTo>
                  <a:pt x="21336" y="118871"/>
                </a:lnTo>
                <a:lnTo>
                  <a:pt x="27431" y="103631"/>
                </a:lnTo>
                <a:lnTo>
                  <a:pt x="33528" y="91439"/>
                </a:lnTo>
                <a:lnTo>
                  <a:pt x="45719" y="79248"/>
                </a:lnTo>
                <a:lnTo>
                  <a:pt x="54863" y="67055"/>
                </a:lnTo>
                <a:lnTo>
                  <a:pt x="67056" y="54863"/>
                </a:lnTo>
                <a:lnTo>
                  <a:pt x="112775" y="30479"/>
                </a:lnTo>
                <a:lnTo>
                  <a:pt x="149351" y="18287"/>
                </a:lnTo>
                <a:lnTo>
                  <a:pt x="188975" y="12191"/>
                </a:lnTo>
                <a:lnTo>
                  <a:pt x="289560" y="12191"/>
                </a:lnTo>
                <a:lnTo>
                  <a:pt x="268224" y="6095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30" h="326389">
                <a:moveTo>
                  <a:pt x="402336" y="176783"/>
                </a:moveTo>
                <a:lnTo>
                  <a:pt x="399288" y="192024"/>
                </a:lnTo>
                <a:lnTo>
                  <a:pt x="387095" y="222503"/>
                </a:lnTo>
                <a:lnTo>
                  <a:pt x="381000" y="234695"/>
                </a:lnTo>
                <a:lnTo>
                  <a:pt x="368807" y="246887"/>
                </a:lnTo>
                <a:lnTo>
                  <a:pt x="359663" y="259079"/>
                </a:lnTo>
                <a:lnTo>
                  <a:pt x="316992" y="289559"/>
                </a:lnTo>
                <a:lnTo>
                  <a:pt x="265175" y="307848"/>
                </a:lnTo>
                <a:lnTo>
                  <a:pt x="228600" y="313943"/>
                </a:lnTo>
                <a:lnTo>
                  <a:pt x="289560" y="313943"/>
                </a:lnTo>
                <a:lnTo>
                  <a:pt x="307848" y="307848"/>
                </a:lnTo>
                <a:lnTo>
                  <a:pt x="323088" y="298703"/>
                </a:lnTo>
                <a:lnTo>
                  <a:pt x="341375" y="289559"/>
                </a:lnTo>
                <a:lnTo>
                  <a:pt x="353568" y="280415"/>
                </a:lnTo>
                <a:lnTo>
                  <a:pt x="368807" y="268224"/>
                </a:lnTo>
                <a:lnTo>
                  <a:pt x="381000" y="256031"/>
                </a:lnTo>
                <a:lnTo>
                  <a:pt x="390144" y="240791"/>
                </a:lnTo>
                <a:lnTo>
                  <a:pt x="399288" y="228600"/>
                </a:lnTo>
                <a:lnTo>
                  <a:pt x="405383" y="213359"/>
                </a:lnTo>
                <a:lnTo>
                  <a:pt x="411480" y="195071"/>
                </a:lnTo>
                <a:lnTo>
                  <a:pt x="414528" y="179831"/>
                </a:lnTo>
                <a:lnTo>
                  <a:pt x="402336" y="179831"/>
                </a:lnTo>
                <a:lnTo>
                  <a:pt x="402336" y="176783"/>
                </a:lnTo>
                <a:close/>
              </a:path>
              <a:path w="417830" h="326389">
                <a:moveTo>
                  <a:pt x="12192" y="176783"/>
                </a:moveTo>
                <a:lnTo>
                  <a:pt x="12192" y="179831"/>
                </a:lnTo>
                <a:lnTo>
                  <a:pt x="12801" y="179831"/>
                </a:lnTo>
                <a:lnTo>
                  <a:pt x="12192" y="176783"/>
                </a:lnTo>
                <a:close/>
              </a:path>
              <a:path w="417830" h="326389">
                <a:moveTo>
                  <a:pt x="414528" y="146303"/>
                </a:moveTo>
                <a:lnTo>
                  <a:pt x="402336" y="146303"/>
                </a:lnTo>
                <a:lnTo>
                  <a:pt x="402336" y="179831"/>
                </a:lnTo>
                <a:lnTo>
                  <a:pt x="414528" y="179831"/>
                </a:lnTo>
                <a:lnTo>
                  <a:pt x="417575" y="161543"/>
                </a:lnTo>
                <a:lnTo>
                  <a:pt x="414528" y="146303"/>
                </a:lnTo>
                <a:close/>
              </a:path>
              <a:path w="417830" h="326389">
                <a:moveTo>
                  <a:pt x="12700" y="146303"/>
                </a:moveTo>
                <a:lnTo>
                  <a:pt x="12192" y="146303"/>
                </a:lnTo>
                <a:lnTo>
                  <a:pt x="12192" y="149351"/>
                </a:lnTo>
                <a:lnTo>
                  <a:pt x="12700" y="146303"/>
                </a:lnTo>
                <a:close/>
              </a:path>
              <a:path w="417830" h="326389">
                <a:moveTo>
                  <a:pt x="289560" y="12191"/>
                </a:moveTo>
                <a:lnTo>
                  <a:pt x="228600" y="12191"/>
                </a:lnTo>
                <a:lnTo>
                  <a:pt x="265175" y="18287"/>
                </a:lnTo>
                <a:lnTo>
                  <a:pt x="301751" y="30479"/>
                </a:lnTo>
                <a:lnTo>
                  <a:pt x="347472" y="54863"/>
                </a:lnTo>
                <a:lnTo>
                  <a:pt x="381000" y="91439"/>
                </a:lnTo>
                <a:lnTo>
                  <a:pt x="387095" y="103631"/>
                </a:lnTo>
                <a:lnTo>
                  <a:pt x="396239" y="118871"/>
                </a:lnTo>
                <a:lnTo>
                  <a:pt x="402336" y="149351"/>
                </a:lnTo>
                <a:lnTo>
                  <a:pt x="402336" y="146303"/>
                </a:lnTo>
                <a:lnTo>
                  <a:pt x="414528" y="146303"/>
                </a:lnTo>
                <a:lnTo>
                  <a:pt x="411480" y="128015"/>
                </a:lnTo>
                <a:lnTo>
                  <a:pt x="399288" y="97536"/>
                </a:lnTo>
                <a:lnTo>
                  <a:pt x="390144" y="85343"/>
                </a:lnTo>
                <a:lnTo>
                  <a:pt x="381000" y="70103"/>
                </a:lnTo>
                <a:lnTo>
                  <a:pt x="368807" y="57912"/>
                </a:lnTo>
                <a:lnTo>
                  <a:pt x="353568" y="45719"/>
                </a:lnTo>
                <a:lnTo>
                  <a:pt x="323088" y="27431"/>
                </a:lnTo>
                <a:lnTo>
                  <a:pt x="304800" y="18287"/>
                </a:lnTo>
                <a:lnTo>
                  <a:pt x="289560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75533" y="27299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942328" y="2734056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52984" y="3048"/>
                </a:moveTo>
                <a:lnTo>
                  <a:pt x="167639" y="3048"/>
                </a:lnTo>
                <a:lnTo>
                  <a:pt x="149351" y="9144"/>
                </a:lnTo>
                <a:lnTo>
                  <a:pt x="128016" y="15240"/>
                </a:lnTo>
                <a:lnTo>
                  <a:pt x="109727" y="21336"/>
                </a:lnTo>
                <a:lnTo>
                  <a:pt x="94487" y="30480"/>
                </a:lnTo>
                <a:lnTo>
                  <a:pt x="76200" y="39624"/>
                </a:lnTo>
                <a:lnTo>
                  <a:pt x="64008" y="48768"/>
                </a:lnTo>
                <a:lnTo>
                  <a:pt x="48768" y="60960"/>
                </a:lnTo>
                <a:lnTo>
                  <a:pt x="36575" y="73152"/>
                </a:lnTo>
                <a:lnTo>
                  <a:pt x="27432" y="88392"/>
                </a:lnTo>
                <a:lnTo>
                  <a:pt x="18287" y="100584"/>
                </a:lnTo>
                <a:lnTo>
                  <a:pt x="6096" y="131064"/>
                </a:lnTo>
                <a:lnTo>
                  <a:pt x="3048" y="149352"/>
                </a:lnTo>
                <a:lnTo>
                  <a:pt x="0" y="164592"/>
                </a:lnTo>
                <a:lnTo>
                  <a:pt x="12192" y="216408"/>
                </a:lnTo>
                <a:lnTo>
                  <a:pt x="27432" y="243840"/>
                </a:lnTo>
                <a:lnTo>
                  <a:pt x="36575" y="259080"/>
                </a:lnTo>
                <a:lnTo>
                  <a:pt x="94487" y="301752"/>
                </a:lnTo>
                <a:lnTo>
                  <a:pt x="149351" y="323088"/>
                </a:lnTo>
                <a:lnTo>
                  <a:pt x="188975" y="329184"/>
                </a:lnTo>
                <a:lnTo>
                  <a:pt x="231648" y="329184"/>
                </a:lnTo>
                <a:lnTo>
                  <a:pt x="252984" y="326136"/>
                </a:lnTo>
                <a:lnTo>
                  <a:pt x="271272" y="323088"/>
                </a:lnTo>
                <a:lnTo>
                  <a:pt x="292608" y="316992"/>
                </a:lnTo>
                <a:lnTo>
                  <a:pt x="188975" y="316992"/>
                </a:lnTo>
                <a:lnTo>
                  <a:pt x="152400" y="310896"/>
                </a:lnTo>
                <a:lnTo>
                  <a:pt x="115824" y="298704"/>
                </a:lnTo>
                <a:lnTo>
                  <a:pt x="70104" y="271272"/>
                </a:lnTo>
                <a:lnTo>
                  <a:pt x="36575" y="237744"/>
                </a:lnTo>
                <a:lnTo>
                  <a:pt x="30480" y="222504"/>
                </a:lnTo>
                <a:lnTo>
                  <a:pt x="21336" y="210312"/>
                </a:lnTo>
                <a:lnTo>
                  <a:pt x="15239" y="179832"/>
                </a:lnTo>
                <a:lnTo>
                  <a:pt x="15239" y="149352"/>
                </a:lnTo>
                <a:lnTo>
                  <a:pt x="18287" y="134112"/>
                </a:lnTo>
                <a:lnTo>
                  <a:pt x="21336" y="121920"/>
                </a:lnTo>
                <a:lnTo>
                  <a:pt x="30480" y="106680"/>
                </a:lnTo>
                <a:lnTo>
                  <a:pt x="36575" y="94488"/>
                </a:lnTo>
                <a:lnTo>
                  <a:pt x="48768" y="82296"/>
                </a:lnTo>
                <a:lnTo>
                  <a:pt x="57912" y="70104"/>
                </a:lnTo>
                <a:lnTo>
                  <a:pt x="70104" y="57912"/>
                </a:lnTo>
                <a:lnTo>
                  <a:pt x="100584" y="39624"/>
                </a:lnTo>
                <a:lnTo>
                  <a:pt x="115824" y="33528"/>
                </a:lnTo>
                <a:lnTo>
                  <a:pt x="134112" y="24384"/>
                </a:lnTo>
                <a:lnTo>
                  <a:pt x="188975" y="15240"/>
                </a:lnTo>
                <a:lnTo>
                  <a:pt x="295656" y="15240"/>
                </a:lnTo>
                <a:lnTo>
                  <a:pt x="289560" y="12192"/>
                </a:lnTo>
                <a:lnTo>
                  <a:pt x="271272" y="9144"/>
                </a:lnTo>
                <a:lnTo>
                  <a:pt x="252984" y="3048"/>
                </a:lnTo>
                <a:close/>
              </a:path>
              <a:path w="417829" h="329564">
                <a:moveTo>
                  <a:pt x="295656" y="15240"/>
                </a:moveTo>
                <a:lnTo>
                  <a:pt x="231648" y="15240"/>
                </a:lnTo>
                <a:lnTo>
                  <a:pt x="286512" y="24384"/>
                </a:lnTo>
                <a:lnTo>
                  <a:pt x="304800" y="33528"/>
                </a:lnTo>
                <a:lnTo>
                  <a:pt x="320039" y="39624"/>
                </a:lnTo>
                <a:lnTo>
                  <a:pt x="350520" y="57912"/>
                </a:lnTo>
                <a:lnTo>
                  <a:pt x="362712" y="70104"/>
                </a:lnTo>
                <a:lnTo>
                  <a:pt x="371856" y="82296"/>
                </a:lnTo>
                <a:lnTo>
                  <a:pt x="384048" y="94488"/>
                </a:lnTo>
                <a:lnTo>
                  <a:pt x="390144" y="106680"/>
                </a:lnTo>
                <a:lnTo>
                  <a:pt x="402336" y="137160"/>
                </a:lnTo>
                <a:lnTo>
                  <a:pt x="405384" y="149352"/>
                </a:lnTo>
                <a:lnTo>
                  <a:pt x="405384" y="179832"/>
                </a:lnTo>
                <a:lnTo>
                  <a:pt x="402336" y="195072"/>
                </a:lnTo>
                <a:lnTo>
                  <a:pt x="390144" y="225552"/>
                </a:lnTo>
                <a:lnTo>
                  <a:pt x="384048" y="237744"/>
                </a:lnTo>
                <a:lnTo>
                  <a:pt x="371856" y="249936"/>
                </a:lnTo>
                <a:lnTo>
                  <a:pt x="362712" y="262128"/>
                </a:lnTo>
                <a:lnTo>
                  <a:pt x="350520" y="271272"/>
                </a:lnTo>
                <a:lnTo>
                  <a:pt x="335280" y="283464"/>
                </a:lnTo>
                <a:lnTo>
                  <a:pt x="320039" y="289560"/>
                </a:lnTo>
                <a:lnTo>
                  <a:pt x="304800" y="298704"/>
                </a:lnTo>
                <a:lnTo>
                  <a:pt x="268224" y="310896"/>
                </a:lnTo>
                <a:lnTo>
                  <a:pt x="249936" y="313944"/>
                </a:lnTo>
                <a:lnTo>
                  <a:pt x="228600" y="316992"/>
                </a:lnTo>
                <a:lnTo>
                  <a:pt x="292608" y="316992"/>
                </a:lnTo>
                <a:lnTo>
                  <a:pt x="356616" y="283464"/>
                </a:lnTo>
                <a:lnTo>
                  <a:pt x="402336" y="228600"/>
                </a:lnTo>
                <a:lnTo>
                  <a:pt x="417575" y="182880"/>
                </a:lnTo>
                <a:lnTo>
                  <a:pt x="417575" y="149352"/>
                </a:lnTo>
                <a:lnTo>
                  <a:pt x="414527" y="131064"/>
                </a:lnTo>
                <a:lnTo>
                  <a:pt x="402336" y="100584"/>
                </a:lnTo>
                <a:lnTo>
                  <a:pt x="393192" y="85344"/>
                </a:lnTo>
                <a:lnTo>
                  <a:pt x="381000" y="73152"/>
                </a:lnTo>
                <a:lnTo>
                  <a:pt x="371856" y="60960"/>
                </a:lnTo>
                <a:lnTo>
                  <a:pt x="356616" y="48768"/>
                </a:lnTo>
                <a:lnTo>
                  <a:pt x="341375" y="39624"/>
                </a:lnTo>
                <a:lnTo>
                  <a:pt x="326136" y="27432"/>
                </a:lnTo>
                <a:lnTo>
                  <a:pt x="307848" y="21336"/>
                </a:lnTo>
                <a:lnTo>
                  <a:pt x="295656" y="15240"/>
                </a:lnTo>
                <a:close/>
              </a:path>
              <a:path w="417829" h="329564">
                <a:moveTo>
                  <a:pt x="210312" y="0"/>
                </a:moveTo>
                <a:lnTo>
                  <a:pt x="188975" y="3048"/>
                </a:lnTo>
                <a:lnTo>
                  <a:pt x="231648" y="3048"/>
                </a:lnTo>
                <a:lnTo>
                  <a:pt x="21031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063741" y="2720848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79673" y="2270761"/>
            <a:ext cx="1405255" cy="497205"/>
          </a:xfrm>
          <a:custGeom>
            <a:avLst/>
            <a:gdLst/>
            <a:ahLst/>
            <a:cxnLst/>
            <a:rect l="l" t="t" r="r" b="b"/>
            <a:pathLst>
              <a:path w="1405254" h="497205">
                <a:moveTo>
                  <a:pt x="1395983" y="0"/>
                </a:moveTo>
                <a:lnTo>
                  <a:pt x="0" y="469391"/>
                </a:lnTo>
                <a:lnTo>
                  <a:pt x="9143" y="496824"/>
                </a:lnTo>
                <a:lnTo>
                  <a:pt x="1405127" y="27431"/>
                </a:lnTo>
                <a:lnTo>
                  <a:pt x="139598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38368" y="2276856"/>
            <a:ext cx="1381125" cy="481965"/>
          </a:xfrm>
          <a:custGeom>
            <a:avLst/>
            <a:gdLst/>
            <a:ahLst/>
            <a:cxnLst/>
            <a:rect l="l" t="t" r="r" b="b"/>
            <a:pathLst>
              <a:path w="1381125" h="481964">
                <a:moveTo>
                  <a:pt x="9144" y="0"/>
                </a:moveTo>
                <a:lnTo>
                  <a:pt x="0" y="24384"/>
                </a:lnTo>
                <a:lnTo>
                  <a:pt x="1371600" y="481584"/>
                </a:lnTo>
                <a:lnTo>
                  <a:pt x="1380744" y="457200"/>
                </a:lnTo>
                <a:lnTo>
                  <a:pt x="914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59760" y="3441192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30" h="329564">
                <a:moveTo>
                  <a:pt x="231648" y="0"/>
                </a:moveTo>
                <a:lnTo>
                  <a:pt x="188976" y="0"/>
                </a:lnTo>
                <a:lnTo>
                  <a:pt x="167640" y="3048"/>
                </a:lnTo>
                <a:lnTo>
                  <a:pt x="146303" y="9144"/>
                </a:lnTo>
                <a:lnTo>
                  <a:pt x="128015" y="12192"/>
                </a:lnTo>
                <a:lnTo>
                  <a:pt x="109728" y="21336"/>
                </a:lnTo>
                <a:lnTo>
                  <a:pt x="94487" y="27432"/>
                </a:lnTo>
                <a:lnTo>
                  <a:pt x="76200" y="36575"/>
                </a:lnTo>
                <a:lnTo>
                  <a:pt x="36576" y="73152"/>
                </a:lnTo>
                <a:lnTo>
                  <a:pt x="9143" y="115824"/>
                </a:lnTo>
                <a:lnTo>
                  <a:pt x="3048" y="146304"/>
                </a:lnTo>
                <a:lnTo>
                  <a:pt x="3048" y="149352"/>
                </a:lnTo>
                <a:lnTo>
                  <a:pt x="0" y="164592"/>
                </a:lnTo>
                <a:lnTo>
                  <a:pt x="9143" y="213360"/>
                </a:lnTo>
                <a:lnTo>
                  <a:pt x="36576" y="259080"/>
                </a:lnTo>
                <a:lnTo>
                  <a:pt x="64008" y="280416"/>
                </a:lnTo>
                <a:lnTo>
                  <a:pt x="76200" y="292608"/>
                </a:lnTo>
                <a:lnTo>
                  <a:pt x="94487" y="301752"/>
                </a:lnTo>
                <a:lnTo>
                  <a:pt x="109728" y="310896"/>
                </a:lnTo>
                <a:lnTo>
                  <a:pt x="128015" y="316992"/>
                </a:lnTo>
                <a:lnTo>
                  <a:pt x="149352" y="323088"/>
                </a:lnTo>
                <a:lnTo>
                  <a:pt x="167640" y="326136"/>
                </a:lnTo>
                <a:lnTo>
                  <a:pt x="188976" y="329184"/>
                </a:lnTo>
                <a:lnTo>
                  <a:pt x="231648" y="329184"/>
                </a:lnTo>
                <a:lnTo>
                  <a:pt x="252984" y="326136"/>
                </a:lnTo>
                <a:lnTo>
                  <a:pt x="271272" y="323088"/>
                </a:lnTo>
                <a:lnTo>
                  <a:pt x="289559" y="316992"/>
                </a:lnTo>
                <a:lnTo>
                  <a:pt x="188976" y="316992"/>
                </a:lnTo>
                <a:lnTo>
                  <a:pt x="170687" y="313944"/>
                </a:lnTo>
                <a:lnTo>
                  <a:pt x="131064" y="304800"/>
                </a:lnTo>
                <a:lnTo>
                  <a:pt x="70103" y="271272"/>
                </a:lnTo>
                <a:lnTo>
                  <a:pt x="57912" y="259080"/>
                </a:lnTo>
                <a:lnTo>
                  <a:pt x="45720" y="249936"/>
                </a:lnTo>
                <a:lnTo>
                  <a:pt x="36576" y="234696"/>
                </a:lnTo>
                <a:lnTo>
                  <a:pt x="27431" y="222504"/>
                </a:lnTo>
                <a:lnTo>
                  <a:pt x="21336" y="210312"/>
                </a:lnTo>
                <a:lnTo>
                  <a:pt x="12192" y="164592"/>
                </a:lnTo>
                <a:lnTo>
                  <a:pt x="21336" y="118872"/>
                </a:lnTo>
                <a:lnTo>
                  <a:pt x="27431" y="106680"/>
                </a:lnTo>
                <a:lnTo>
                  <a:pt x="36576" y="91440"/>
                </a:lnTo>
                <a:lnTo>
                  <a:pt x="45720" y="79248"/>
                </a:lnTo>
                <a:lnTo>
                  <a:pt x="57912" y="70104"/>
                </a:lnTo>
                <a:lnTo>
                  <a:pt x="70103" y="57912"/>
                </a:lnTo>
                <a:lnTo>
                  <a:pt x="115824" y="30480"/>
                </a:lnTo>
                <a:lnTo>
                  <a:pt x="134112" y="24384"/>
                </a:lnTo>
                <a:lnTo>
                  <a:pt x="152400" y="21336"/>
                </a:lnTo>
                <a:lnTo>
                  <a:pt x="170687" y="15240"/>
                </a:lnTo>
                <a:lnTo>
                  <a:pt x="188976" y="15240"/>
                </a:lnTo>
                <a:lnTo>
                  <a:pt x="210312" y="12192"/>
                </a:lnTo>
                <a:lnTo>
                  <a:pt x="289559" y="12192"/>
                </a:lnTo>
                <a:lnTo>
                  <a:pt x="271272" y="6096"/>
                </a:lnTo>
                <a:lnTo>
                  <a:pt x="249936" y="3048"/>
                </a:lnTo>
                <a:lnTo>
                  <a:pt x="231648" y="0"/>
                </a:lnTo>
                <a:close/>
              </a:path>
              <a:path w="417830" h="329564">
                <a:moveTo>
                  <a:pt x="289559" y="12192"/>
                </a:moveTo>
                <a:lnTo>
                  <a:pt x="210312" y="12192"/>
                </a:lnTo>
                <a:lnTo>
                  <a:pt x="231648" y="15240"/>
                </a:lnTo>
                <a:lnTo>
                  <a:pt x="249936" y="15240"/>
                </a:lnTo>
                <a:lnTo>
                  <a:pt x="268224" y="21336"/>
                </a:lnTo>
                <a:lnTo>
                  <a:pt x="350520" y="57912"/>
                </a:lnTo>
                <a:lnTo>
                  <a:pt x="371856" y="82296"/>
                </a:lnTo>
                <a:lnTo>
                  <a:pt x="384047" y="94487"/>
                </a:lnTo>
                <a:lnTo>
                  <a:pt x="390144" y="106680"/>
                </a:lnTo>
                <a:lnTo>
                  <a:pt x="396240" y="121920"/>
                </a:lnTo>
                <a:lnTo>
                  <a:pt x="402335" y="134112"/>
                </a:lnTo>
                <a:lnTo>
                  <a:pt x="405384" y="149352"/>
                </a:lnTo>
                <a:lnTo>
                  <a:pt x="405384" y="179832"/>
                </a:lnTo>
                <a:lnTo>
                  <a:pt x="390144" y="222504"/>
                </a:lnTo>
                <a:lnTo>
                  <a:pt x="362712" y="262128"/>
                </a:lnTo>
                <a:lnTo>
                  <a:pt x="347472" y="271272"/>
                </a:lnTo>
                <a:lnTo>
                  <a:pt x="335280" y="280416"/>
                </a:lnTo>
                <a:lnTo>
                  <a:pt x="304800" y="298704"/>
                </a:lnTo>
                <a:lnTo>
                  <a:pt x="268224" y="310896"/>
                </a:lnTo>
                <a:lnTo>
                  <a:pt x="249936" y="313944"/>
                </a:lnTo>
                <a:lnTo>
                  <a:pt x="228600" y="316992"/>
                </a:lnTo>
                <a:lnTo>
                  <a:pt x="289559" y="316992"/>
                </a:lnTo>
                <a:lnTo>
                  <a:pt x="326136" y="301752"/>
                </a:lnTo>
                <a:lnTo>
                  <a:pt x="371856" y="268224"/>
                </a:lnTo>
                <a:lnTo>
                  <a:pt x="381000" y="256032"/>
                </a:lnTo>
                <a:lnTo>
                  <a:pt x="393191" y="243840"/>
                </a:lnTo>
                <a:lnTo>
                  <a:pt x="402335" y="228600"/>
                </a:lnTo>
                <a:lnTo>
                  <a:pt x="414528" y="198120"/>
                </a:lnTo>
                <a:lnTo>
                  <a:pt x="417576" y="182880"/>
                </a:lnTo>
                <a:lnTo>
                  <a:pt x="417576" y="146304"/>
                </a:lnTo>
                <a:lnTo>
                  <a:pt x="414528" y="131063"/>
                </a:lnTo>
                <a:lnTo>
                  <a:pt x="402335" y="100584"/>
                </a:lnTo>
                <a:lnTo>
                  <a:pt x="393191" y="85344"/>
                </a:lnTo>
                <a:lnTo>
                  <a:pt x="381000" y="73152"/>
                </a:lnTo>
                <a:lnTo>
                  <a:pt x="368808" y="57912"/>
                </a:lnTo>
                <a:lnTo>
                  <a:pt x="356616" y="48768"/>
                </a:lnTo>
                <a:lnTo>
                  <a:pt x="341376" y="36575"/>
                </a:lnTo>
                <a:lnTo>
                  <a:pt x="326136" y="27432"/>
                </a:lnTo>
                <a:lnTo>
                  <a:pt x="307848" y="21336"/>
                </a:lnTo>
                <a:lnTo>
                  <a:pt x="289559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265932" y="3415792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58792" y="3429001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30" h="329564">
                <a:moveTo>
                  <a:pt x="231647" y="0"/>
                </a:moveTo>
                <a:lnTo>
                  <a:pt x="188975" y="0"/>
                </a:lnTo>
                <a:lnTo>
                  <a:pt x="146303" y="6096"/>
                </a:lnTo>
                <a:lnTo>
                  <a:pt x="109727" y="18287"/>
                </a:lnTo>
                <a:lnTo>
                  <a:pt x="91439" y="27432"/>
                </a:lnTo>
                <a:lnTo>
                  <a:pt x="76200" y="36575"/>
                </a:lnTo>
                <a:lnTo>
                  <a:pt x="60959" y="48767"/>
                </a:lnTo>
                <a:lnTo>
                  <a:pt x="48768" y="57912"/>
                </a:lnTo>
                <a:lnTo>
                  <a:pt x="36575" y="73151"/>
                </a:lnTo>
                <a:lnTo>
                  <a:pt x="24383" y="85344"/>
                </a:lnTo>
                <a:lnTo>
                  <a:pt x="18287" y="100584"/>
                </a:lnTo>
                <a:lnTo>
                  <a:pt x="9143" y="115824"/>
                </a:lnTo>
                <a:lnTo>
                  <a:pt x="6095" y="131063"/>
                </a:lnTo>
                <a:lnTo>
                  <a:pt x="0" y="146303"/>
                </a:lnTo>
                <a:lnTo>
                  <a:pt x="0" y="182879"/>
                </a:lnTo>
                <a:lnTo>
                  <a:pt x="6095" y="198120"/>
                </a:lnTo>
                <a:lnTo>
                  <a:pt x="9143" y="213360"/>
                </a:lnTo>
                <a:lnTo>
                  <a:pt x="36575" y="256032"/>
                </a:lnTo>
                <a:lnTo>
                  <a:pt x="76200" y="292608"/>
                </a:lnTo>
                <a:lnTo>
                  <a:pt x="109727" y="307848"/>
                </a:lnTo>
                <a:lnTo>
                  <a:pt x="128015" y="316991"/>
                </a:lnTo>
                <a:lnTo>
                  <a:pt x="146303" y="320039"/>
                </a:lnTo>
                <a:lnTo>
                  <a:pt x="167639" y="326136"/>
                </a:lnTo>
                <a:lnTo>
                  <a:pt x="188975" y="329184"/>
                </a:lnTo>
                <a:lnTo>
                  <a:pt x="231647" y="329184"/>
                </a:lnTo>
                <a:lnTo>
                  <a:pt x="249935" y="326136"/>
                </a:lnTo>
                <a:lnTo>
                  <a:pt x="271271" y="320039"/>
                </a:lnTo>
                <a:lnTo>
                  <a:pt x="289559" y="316991"/>
                </a:lnTo>
                <a:lnTo>
                  <a:pt x="210312" y="316991"/>
                </a:lnTo>
                <a:lnTo>
                  <a:pt x="188975" y="313944"/>
                </a:lnTo>
                <a:lnTo>
                  <a:pt x="170687" y="313944"/>
                </a:lnTo>
                <a:lnTo>
                  <a:pt x="149351" y="307848"/>
                </a:lnTo>
                <a:lnTo>
                  <a:pt x="131063" y="304800"/>
                </a:lnTo>
                <a:lnTo>
                  <a:pt x="115824" y="298703"/>
                </a:lnTo>
                <a:lnTo>
                  <a:pt x="82295" y="280415"/>
                </a:lnTo>
                <a:lnTo>
                  <a:pt x="45719" y="246887"/>
                </a:lnTo>
                <a:lnTo>
                  <a:pt x="21335" y="207263"/>
                </a:lnTo>
                <a:lnTo>
                  <a:pt x="12191" y="164591"/>
                </a:lnTo>
                <a:lnTo>
                  <a:pt x="21335" y="118872"/>
                </a:lnTo>
                <a:lnTo>
                  <a:pt x="45719" y="79248"/>
                </a:lnTo>
                <a:lnTo>
                  <a:pt x="115824" y="30479"/>
                </a:lnTo>
                <a:lnTo>
                  <a:pt x="170687" y="15239"/>
                </a:lnTo>
                <a:lnTo>
                  <a:pt x="188975" y="12191"/>
                </a:lnTo>
                <a:lnTo>
                  <a:pt x="289559" y="12191"/>
                </a:lnTo>
                <a:lnTo>
                  <a:pt x="271271" y="6096"/>
                </a:lnTo>
                <a:lnTo>
                  <a:pt x="249935" y="3048"/>
                </a:lnTo>
                <a:lnTo>
                  <a:pt x="231647" y="0"/>
                </a:lnTo>
                <a:close/>
              </a:path>
              <a:path w="417830" h="329564">
                <a:moveTo>
                  <a:pt x="289559" y="12191"/>
                </a:moveTo>
                <a:lnTo>
                  <a:pt x="228600" y="12191"/>
                </a:lnTo>
                <a:lnTo>
                  <a:pt x="249935" y="15239"/>
                </a:lnTo>
                <a:lnTo>
                  <a:pt x="268224" y="18287"/>
                </a:lnTo>
                <a:lnTo>
                  <a:pt x="304800" y="30479"/>
                </a:lnTo>
                <a:lnTo>
                  <a:pt x="335280" y="48767"/>
                </a:lnTo>
                <a:lnTo>
                  <a:pt x="347471" y="57912"/>
                </a:lnTo>
                <a:lnTo>
                  <a:pt x="362712" y="67055"/>
                </a:lnTo>
                <a:lnTo>
                  <a:pt x="390144" y="106679"/>
                </a:lnTo>
                <a:lnTo>
                  <a:pt x="405383" y="149351"/>
                </a:lnTo>
                <a:lnTo>
                  <a:pt x="405383" y="179832"/>
                </a:lnTo>
                <a:lnTo>
                  <a:pt x="402335" y="195072"/>
                </a:lnTo>
                <a:lnTo>
                  <a:pt x="396239" y="210312"/>
                </a:lnTo>
                <a:lnTo>
                  <a:pt x="390144" y="222503"/>
                </a:lnTo>
                <a:lnTo>
                  <a:pt x="381000" y="234696"/>
                </a:lnTo>
                <a:lnTo>
                  <a:pt x="371856" y="249936"/>
                </a:lnTo>
                <a:lnTo>
                  <a:pt x="359663" y="259079"/>
                </a:lnTo>
                <a:lnTo>
                  <a:pt x="347471" y="271272"/>
                </a:lnTo>
                <a:lnTo>
                  <a:pt x="335280" y="280415"/>
                </a:lnTo>
                <a:lnTo>
                  <a:pt x="320039" y="289560"/>
                </a:lnTo>
                <a:lnTo>
                  <a:pt x="301751" y="298703"/>
                </a:lnTo>
                <a:lnTo>
                  <a:pt x="286512" y="304800"/>
                </a:lnTo>
                <a:lnTo>
                  <a:pt x="268224" y="307848"/>
                </a:lnTo>
                <a:lnTo>
                  <a:pt x="249935" y="313944"/>
                </a:lnTo>
                <a:lnTo>
                  <a:pt x="228600" y="313944"/>
                </a:lnTo>
                <a:lnTo>
                  <a:pt x="210312" y="316991"/>
                </a:lnTo>
                <a:lnTo>
                  <a:pt x="289559" y="316991"/>
                </a:lnTo>
                <a:lnTo>
                  <a:pt x="307847" y="307848"/>
                </a:lnTo>
                <a:lnTo>
                  <a:pt x="326135" y="301751"/>
                </a:lnTo>
                <a:lnTo>
                  <a:pt x="393191" y="243839"/>
                </a:lnTo>
                <a:lnTo>
                  <a:pt x="414527" y="198120"/>
                </a:lnTo>
                <a:lnTo>
                  <a:pt x="417575" y="182879"/>
                </a:lnTo>
                <a:lnTo>
                  <a:pt x="417575" y="146303"/>
                </a:lnTo>
                <a:lnTo>
                  <a:pt x="402335" y="100584"/>
                </a:lnTo>
                <a:lnTo>
                  <a:pt x="368807" y="57912"/>
                </a:lnTo>
                <a:lnTo>
                  <a:pt x="356615" y="48767"/>
                </a:lnTo>
                <a:lnTo>
                  <a:pt x="341375" y="36575"/>
                </a:lnTo>
                <a:lnTo>
                  <a:pt x="326135" y="27432"/>
                </a:lnTo>
                <a:lnTo>
                  <a:pt x="307847" y="18287"/>
                </a:lnTo>
                <a:lnTo>
                  <a:pt x="289559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677156" y="34157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09697" y="2987040"/>
            <a:ext cx="421005" cy="481965"/>
          </a:xfrm>
          <a:custGeom>
            <a:avLst/>
            <a:gdLst/>
            <a:ahLst/>
            <a:cxnLst/>
            <a:rect l="l" t="t" r="r" b="b"/>
            <a:pathLst>
              <a:path w="421005" h="481964">
                <a:moveTo>
                  <a:pt x="399287" y="0"/>
                </a:moveTo>
                <a:lnTo>
                  <a:pt x="0" y="463296"/>
                </a:lnTo>
                <a:lnTo>
                  <a:pt x="21335" y="481584"/>
                </a:lnTo>
                <a:lnTo>
                  <a:pt x="420623" y="18287"/>
                </a:lnTo>
                <a:lnTo>
                  <a:pt x="39928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171696" y="2990089"/>
            <a:ext cx="597535" cy="454659"/>
          </a:xfrm>
          <a:custGeom>
            <a:avLst/>
            <a:gdLst/>
            <a:ahLst/>
            <a:cxnLst/>
            <a:rect l="l" t="t" r="r" b="b"/>
            <a:pathLst>
              <a:path w="597535" h="454660">
                <a:moveTo>
                  <a:pt x="18287" y="0"/>
                </a:moveTo>
                <a:lnTo>
                  <a:pt x="0" y="24384"/>
                </a:lnTo>
                <a:lnTo>
                  <a:pt x="579120" y="454151"/>
                </a:lnTo>
                <a:lnTo>
                  <a:pt x="597408" y="429767"/>
                </a:lnTo>
                <a:lnTo>
                  <a:pt x="1828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8338311" y="3593592"/>
            <a:ext cx="2240280" cy="316753"/>
          </a:xfrm>
          <a:prstGeom prst="rect">
            <a:avLst/>
          </a:prstGeom>
          <a:solidFill>
            <a:srgbClr val="CDCDCD"/>
          </a:solidFill>
        </p:spPr>
        <p:txBody>
          <a:bodyPr vert="horz" wrap="square" lIns="0" tIns="39370" rIns="0" bIns="0" rtlCol="0">
            <a:spAutoFit/>
          </a:bodyPr>
          <a:lstStyle/>
          <a:p>
            <a:pPr marL="90805">
              <a:spcBef>
                <a:spcPts val="310"/>
              </a:spcBef>
            </a:pPr>
            <a:r>
              <a:rPr spc="-5" dirty="0">
                <a:latin typeface="Verdana"/>
                <a:cs typeface="Verdana"/>
              </a:rPr>
              <a:t>Queue =</a:t>
            </a:r>
            <a:r>
              <a:rPr spc="-55" dirty="0">
                <a:latin typeface="Verdana"/>
                <a:cs typeface="Verdana"/>
              </a:rPr>
              <a:t> </a:t>
            </a:r>
            <a:r>
              <a:rPr spc="-15" dirty="0">
                <a:latin typeface="Verdana"/>
                <a:cs typeface="Verdana"/>
              </a:rPr>
              <a:t>{B,D,D}</a:t>
            </a:r>
            <a:endParaRPr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8940" y="880872"/>
            <a:ext cx="283400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DFS Search</a:t>
            </a:r>
            <a:r>
              <a:rPr sz="2400" b="1" spc="-7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57367" y="2054352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2"/>
                </a:lnTo>
                <a:lnTo>
                  <a:pt x="76200" y="36575"/>
                </a:lnTo>
                <a:lnTo>
                  <a:pt x="60960" y="48768"/>
                </a:lnTo>
                <a:lnTo>
                  <a:pt x="45720" y="57912"/>
                </a:lnTo>
                <a:lnTo>
                  <a:pt x="15240" y="100584"/>
                </a:lnTo>
                <a:lnTo>
                  <a:pt x="0" y="146303"/>
                </a:lnTo>
                <a:lnTo>
                  <a:pt x="0" y="182880"/>
                </a:lnTo>
                <a:lnTo>
                  <a:pt x="3048" y="198120"/>
                </a:lnTo>
                <a:lnTo>
                  <a:pt x="15240" y="228600"/>
                </a:lnTo>
                <a:lnTo>
                  <a:pt x="24384" y="243839"/>
                </a:lnTo>
                <a:lnTo>
                  <a:pt x="36576" y="256032"/>
                </a:lnTo>
                <a:lnTo>
                  <a:pt x="45720" y="268224"/>
                </a:lnTo>
                <a:lnTo>
                  <a:pt x="76200" y="292608"/>
                </a:lnTo>
                <a:lnTo>
                  <a:pt x="91440" y="301751"/>
                </a:lnTo>
                <a:lnTo>
                  <a:pt x="109728" y="307848"/>
                </a:lnTo>
                <a:lnTo>
                  <a:pt x="128016" y="316992"/>
                </a:lnTo>
                <a:lnTo>
                  <a:pt x="146304" y="320039"/>
                </a:lnTo>
                <a:lnTo>
                  <a:pt x="164592" y="326136"/>
                </a:lnTo>
                <a:lnTo>
                  <a:pt x="185928" y="329184"/>
                </a:lnTo>
                <a:lnTo>
                  <a:pt x="207264" y="329184"/>
                </a:lnTo>
                <a:lnTo>
                  <a:pt x="228600" y="326136"/>
                </a:lnTo>
                <a:lnTo>
                  <a:pt x="249936" y="326136"/>
                </a:lnTo>
                <a:lnTo>
                  <a:pt x="268224" y="320039"/>
                </a:lnTo>
                <a:lnTo>
                  <a:pt x="289560" y="316992"/>
                </a:lnTo>
                <a:lnTo>
                  <a:pt x="207264" y="316992"/>
                </a:lnTo>
                <a:lnTo>
                  <a:pt x="185928" y="313944"/>
                </a:lnTo>
                <a:lnTo>
                  <a:pt x="167640" y="313944"/>
                </a:lnTo>
                <a:lnTo>
                  <a:pt x="149352" y="307848"/>
                </a:lnTo>
                <a:lnTo>
                  <a:pt x="131064" y="304800"/>
                </a:lnTo>
                <a:lnTo>
                  <a:pt x="112776" y="295656"/>
                </a:lnTo>
                <a:lnTo>
                  <a:pt x="97536" y="289560"/>
                </a:lnTo>
                <a:lnTo>
                  <a:pt x="67056" y="271272"/>
                </a:lnTo>
                <a:lnTo>
                  <a:pt x="54864" y="259080"/>
                </a:lnTo>
                <a:lnTo>
                  <a:pt x="45720" y="246887"/>
                </a:lnTo>
                <a:lnTo>
                  <a:pt x="33528" y="234696"/>
                </a:lnTo>
                <a:lnTo>
                  <a:pt x="27432" y="222503"/>
                </a:lnTo>
                <a:lnTo>
                  <a:pt x="21336" y="207263"/>
                </a:lnTo>
                <a:lnTo>
                  <a:pt x="15240" y="195072"/>
                </a:lnTo>
                <a:lnTo>
                  <a:pt x="12192" y="179832"/>
                </a:lnTo>
                <a:lnTo>
                  <a:pt x="12192" y="149351"/>
                </a:lnTo>
                <a:lnTo>
                  <a:pt x="15240" y="134112"/>
                </a:lnTo>
                <a:lnTo>
                  <a:pt x="21336" y="118872"/>
                </a:lnTo>
                <a:lnTo>
                  <a:pt x="27432" y="106680"/>
                </a:lnTo>
                <a:lnTo>
                  <a:pt x="33528" y="91439"/>
                </a:lnTo>
                <a:lnTo>
                  <a:pt x="45720" y="79248"/>
                </a:lnTo>
                <a:lnTo>
                  <a:pt x="54864" y="67056"/>
                </a:lnTo>
                <a:lnTo>
                  <a:pt x="67056" y="57912"/>
                </a:lnTo>
                <a:lnTo>
                  <a:pt x="112776" y="30480"/>
                </a:lnTo>
                <a:lnTo>
                  <a:pt x="149352" y="18287"/>
                </a:lnTo>
                <a:lnTo>
                  <a:pt x="167640" y="15239"/>
                </a:lnTo>
                <a:lnTo>
                  <a:pt x="188976" y="12192"/>
                </a:lnTo>
                <a:lnTo>
                  <a:pt x="289560" y="12192"/>
                </a:lnTo>
                <a:lnTo>
                  <a:pt x="268224" y="6096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29" h="329564">
                <a:moveTo>
                  <a:pt x="289560" y="12192"/>
                </a:moveTo>
                <a:lnTo>
                  <a:pt x="228600" y="12192"/>
                </a:lnTo>
                <a:lnTo>
                  <a:pt x="265176" y="18287"/>
                </a:lnTo>
                <a:lnTo>
                  <a:pt x="301752" y="30480"/>
                </a:lnTo>
                <a:lnTo>
                  <a:pt x="347472" y="57912"/>
                </a:lnTo>
                <a:lnTo>
                  <a:pt x="381000" y="91439"/>
                </a:lnTo>
                <a:lnTo>
                  <a:pt x="402336" y="149351"/>
                </a:lnTo>
                <a:lnTo>
                  <a:pt x="402336" y="179832"/>
                </a:lnTo>
                <a:lnTo>
                  <a:pt x="381000" y="234696"/>
                </a:lnTo>
                <a:lnTo>
                  <a:pt x="359664" y="259080"/>
                </a:lnTo>
                <a:lnTo>
                  <a:pt x="347472" y="271272"/>
                </a:lnTo>
                <a:lnTo>
                  <a:pt x="301752" y="298703"/>
                </a:lnTo>
                <a:lnTo>
                  <a:pt x="283464" y="304800"/>
                </a:lnTo>
                <a:lnTo>
                  <a:pt x="265176" y="307848"/>
                </a:lnTo>
                <a:lnTo>
                  <a:pt x="246887" y="313944"/>
                </a:lnTo>
                <a:lnTo>
                  <a:pt x="228600" y="313944"/>
                </a:lnTo>
                <a:lnTo>
                  <a:pt x="207264" y="316992"/>
                </a:lnTo>
                <a:lnTo>
                  <a:pt x="289560" y="316992"/>
                </a:lnTo>
                <a:lnTo>
                  <a:pt x="307848" y="307848"/>
                </a:lnTo>
                <a:lnTo>
                  <a:pt x="323088" y="301751"/>
                </a:lnTo>
                <a:lnTo>
                  <a:pt x="341376" y="292608"/>
                </a:lnTo>
                <a:lnTo>
                  <a:pt x="353568" y="280415"/>
                </a:lnTo>
                <a:lnTo>
                  <a:pt x="368808" y="268224"/>
                </a:lnTo>
                <a:lnTo>
                  <a:pt x="399288" y="228600"/>
                </a:lnTo>
                <a:lnTo>
                  <a:pt x="414528" y="182880"/>
                </a:lnTo>
                <a:lnTo>
                  <a:pt x="414528" y="179832"/>
                </a:lnTo>
                <a:lnTo>
                  <a:pt x="417576" y="164592"/>
                </a:lnTo>
                <a:lnTo>
                  <a:pt x="399288" y="100584"/>
                </a:lnTo>
                <a:lnTo>
                  <a:pt x="368808" y="57912"/>
                </a:lnTo>
                <a:lnTo>
                  <a:pt x="323088" y="27432"/>
                </a:lnTo>
                <a:lnTo>
                  <a:pt x="304800" y="18287"/>
                </a:lnTo>
                <a:lnTo>
                  <a:pt x="289560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B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42019" y="2538985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D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90531" y="2548129"/>
            <a:ext cx="1651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E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C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91444" y="2538985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F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793744" y="2749295"/>
            <a:ext cx="417830" cy="326390"/>
          </a:xfrm>
          <a:custGeom>
            <a:avLst/>
            <a:gdLst/>
            <a:ahLst/>
            <a:cxnLst/>
            <a:rect l="l" t="t" r="r" b="b"/>
            <a:pathLst>
              <a:path w="417830" h="326389">
                <a:moveTo>
                  <a:pt x="228600" y="0"/>
                </a:moveTo>
                <a:lnTo>
                  <a:pt x="185928" y="0"/>
                </a:lnTo>
                <a:lnTo>
                  <a:pt x="164592" y="3048"/>
                </a:lnTo>
                <a:lnTo>
                  <a:pt x="124968" y="12191"/>
                </a:lnTo>
                <a:lnTo>
                  <a:pt x="60960" y="45719"/>
                </a:lnTo>
                <a:lnTo>
                  <a:pt x="24383" y="85343"/>
                </a:lnTo>
                <a:lnTo>
                  <a:pt x="15239" y="97536"/>
                </a:lnTo>
                <a:lnTo>
                  <a:pt x="9143" y="112775"/>
                </a:lnTo>
                <a:lnTo>
                  <a:pt x="3048" y="131063"/>
                </a:lnTo>
                <a:lnTo>
                  <a:pt x="0" y="146303"/>
                </a:lnTo>
                <a:lnTo>
                  <a:pt x="0" y="179831"/>
                </a:lnTo>
                <a:lnTo>
                  <a:pt x="3048" y="198119"/>
                </a:lnTo>
                <a:lnTo>
                  <a:pt x="15239" y="228600"/>
                </a:lnTo>
                <a:lnTo>
                  <a:pt x="24383" y="240791"/>
                </a:lnTo>
                <a:lnTo>
                  <a:pt x="36575" y="256031"/>
                </a:lnTo>
                <a:lnTo>
                  <a:pt x="45719" y="268224"/>
                </a:lnTo>
                <a:lnTo>
                  <a:pt x="91439" y="298703"/>
                </a:lnTo>
                <a:lnTo>
                  <a:pt x="146304" y="320039"/>
                </a:lnTo>
                <a:lnTo>
                  <a:pt x="185928" y="326136"/>
                </a:lnTo>
                <a:lnTo>
                  <a:pt x="228600" y="326136"/>
                </a:lnTo>
                <a:lnTo>
                  <a:pt x="249936" y="323088"/>
                </a:lnTo>
                <a:lnTo>
                  <a:pt x="268224" y="320039"/>
                </a:lnTo>
                <a:lnTo>
                  <a:pt x="289560" y="313943"/>
                </a:lnTo>
                <a:lnTo>
                  <a:pt x="185928" y="313943"/>
                </a:lnTo>
                <a:lnTo>
                  <a:pt x="149351" y="307848"/>
                </a:lnTo>
                <a:lnTo>
                  <a:pt x="112775" y="295655"/>
                </a:lnTo>
                <a:lnTo>
                  <a:pt x="97536" y="289559"/>
                </a:lnTo>
                <a:lnTo>
                  <a:pt x="82295" y="280415"/>
                </a:lnTo>
                <a:lnTo>
                  <a:pt x="67056" y="268224"/>
                </a:lnTo>
                <a:lnTo>
                  <a:pt x="54863" y="259079"/>
                </a:lnTo>
                <a:lnTo>
                  <a:pt x="45719" y="246887"/>
                </a:lnTo>
                <a:lnTo>
                  <a:pt x="33528" y="234695"/>
                </a:lnTo>
                <a:lnTo>
                  <a:pt x="27431" y="222503"/>
                </a:lnTo>
                <a:lnTo>
                  <a:pt x="15239" y="192024"/>
                </a:lnTo>
                <a:lnTo>
                  <a:pt x="12801" y="179831"/>
                </a:lnTo>
                <a:lnTo>
                  <a:pt x="12192" y="179831"/>
                </a:lnTo>
                <a:lnTo>
                  <a:pt x="12192" y="146303"/>
                </a:lnTo>
                <a:lnTo>
                  <a:pt x="12700" y="146303"/>
                </a:lnTo>
                <a:lnTo>
                  <a:pt x="15239" y="131063"/>
                </a:lnTo>
                <a:lnTo>
                  <a:pt x="21336" y="118871"/>
                </a:lnTo>
                <a:lnTo>
                  <a:pt x="27431" y="103631"/>
                </a:lnTo>
                <a:lnTo>
                  <a:pt x="33528" y="91439"/>
                </a:lnTo>
                <a:lnTo>
                  <a:pt x="45719" y="79248"/>
                </a:lnTo>
                <a:lnTo>
                  <a:pt x="54863" y="67055"/>
                </a:lnTo>
                <a:lnTo>
                  <a:pt x="67056" y="54863"/>
                </a:lnTo>
                <a:lnTo>
                  <a:pt x="112775" y="30479"/>
                </a:lnTo>
                <a:lnTo>
                  <a:pt x="149351" y="18287"/>
                </a:lnTo>
                <a:lnTo>
                  <a:pt x="188975" y="12191"/>
                </a:lnTo>
                <a:lnTo>
                  <a:pt x="289560" y="12191"/>
                </a:lnTo>
                <a:lnTo>
                  <a:pt x="268224" y="6095"/>
                </a:lnTo>
                <a:lnTo>
                  <a:pt x="249936" y="3048"/>
                </a:lnTo>
                <a:lnTo>
                  <a:pt x="228600" y="0"/>
                </a:lnTo>
                <a:close/>
              </a:path>
              <a:path w="417830" h="326389">
                <a:moveTo>
                  <a:pt x="402336" y="176783"/>
                </a:moveTo>
                <a:lnTo>
                  <a:pt x="399288" y="192024"/>
                </a:lnTo>
                <a:lnTo>
                  <a:pt x="387095" y="222503"/>
                </a:lnTo>
                <a:lnTo>
                  <a:pt x="381000" y="234695"/>
                </a:lnTo>
                <a:lnTo>
                  <a:pt x="368807" y="246887"/>
                </a:lnTo>
                <a:lnTo>
                  <a:pt x="359663" y="259079"/>
                </a:lnTo>
                <a:lnTo>
                  <a:pt x="316992" y="289559"/>
                </a:lnTo>
                <a:lnTo>
                  <a:pt x="265175" y="307848"/>
                </a:lnTo>
                <a:lnTo>
                  <a:pt x="228600" y="313943"/>
                </a:lnTo>
                <a:lnTo>
                  <a:pt x="289560" y="313943"/>
                </a:lnTo>
                <a:lnTo>
                  <a:pt x="307848" y="307848"/>
                </a:lnTo>
                <a:lnTo>
                  <a:pt x="323088" y="298703"/>
                </a:lnTo>
                <a:lnTo>
                  <a:pt x="341375" y="289559"/>
                </a:lnTo>
                <a:lnTo>
                  <a:pt x="353568" y="280415"/>
                </a:lnTo>
                <a:lnTo>
                  <a:pt x="368807" y="268224"/>
                </a:lnTo>
                <a:lnTo>
                  <a:pt x="381000" y="256031"/>
                </a:lnTo>
                <a:lnTo>
                  <a:pt x="390144" y="240791"/>
                </a:lnTo>
                <a:lnTo>
                  <a:pt x="399288" y="228600"/>
                </a:lnTo>
                <a:lnTo>
                  <a:pt x="405383" y="213359"/>
                </a:lnTo>
                <a:lnTo>
                  <a:pt x="411480" y="195071"/>
                </a:lnTo>
                <a:lnTo>
                  <a:pt x="414528" y="179831"/>
                </a:lnTo>
                <a:lnTo>
                  <a:pt x="402336" y="179831"/>
                </a:lnTo>
                <a:lnTo>
                  <a:pt x="402336" y="176783"/>
                </a:lnTo>
                <a:close/>
              </a:path>
              <a:path w="417830" h="326389">
                <a:moveTo>
                  <a:pt x="12192" y="176783"/>
                </a:moveTo>
                <a:lnTo>
                  <a:pt x="12192" y="179831"/>
                </a:lnTo>
                <a:lnTo>
                  <a:pt x="12801" y="179831"/>
                </a:lnTo>
                <a:lnTo>
                  <a:pt x="12192" y="176783"/>
                </a:lnTo>
                <a:close/>
              </a:path>
              <a:path w="417830" h="326389">
                <a:moveTo>
                  <a:pt x="414528" y="146303"/>
                </a:moveTo>
                <a:lnTo>
                  <a:pt x="402336" y="146303"/>
                </a:lnTo>
                <a:lnTo>
                  <a:pt x="402336" y="179831"/>
                </a:lnTo>
                <a:lnTo>
                  <a:pt x="414528" y="179831"/>
                </a:lnTo>
                <a:lnTo>
                  <a:pt x="417575" y="161543"/>
                </a:lnTo>
                <a:lnTo>
                  <a:pt x="414528" y="146303"/>
                </a:lnTo>
                <a:close/>
              </a:path>
              <a:path w="417830" h="326389">
                <a:moveTo>
                  <a:pt x="12700" y="146303"/>
                </a:moveTo>
                <a:lnTo>
                  <a:pt x="12192" y="146303"/>
                </a:lnTo>
                <a:lnTo>
                  <a:pt x="12192" y="149351"/>
                </a:lnTo>
                <a:lnTo>
                  <a:pt x="12700" y="146303"/>
                </a:lnTo>
                <a:close/>
              </a:path>
              <a:path w="417830" h="326389">
                <a:moveTo>
                  <a:pt x="289560" y="12191"/>
                </a:moveTo>
                <a:lnTo>
                  <a:pt x="228600" y="12191"/>
                </a:lnTo>
                <a:lnTo>
                  <a:pt x="265175" y="18287"/>
                </a:lnTo>
                <a:lnTo>
                  <a:pt x="301751" y="30479"/>
                </a:lnTo>
                <a:lnTo>
                  <a:pt x="347472" y="54863"/>
                </a:lnTo>
                <a:lnTo>
                  <a:pt x="381000" y="91439"/>
                </a:lnTo>
                <a:lnTo>
                  <a:pt x="387095" y="103631"/>
                </a:lnTo>
                <a:lnTo>
                  <a:pt x="396239" y="118871"/>
                </a:lnTo>
                <a:lnTo>
                  <a:pt x="402336" y="149351"/>
                </a:lnTo>
                <a:lnTo>
                  <a:pt x="402336" y="146303"/>
                </a:lnTo>
                <a:lnTo>
                  <a:pt x="414528" y="146303"/>
                </a:lnTo>
                <a:lnTo>
                  <a:pt x="411480" y="128015"/>
                </a:lnTo>
                <a:lnTo>
                  <a:pt x="399288" y="97536"/>
                </a:lnTo>
                <a:lnTo>
                  <a:pt x="390144" y="85343"/>
                </a:lnTo>
                <a:lnTo>
                  <a:pt x="381000" y="70103"/>
                </a:lnTo>
                <a:lnTo>
                  <a:pt x="368807" y="57912"/>
                </a:lnTo>
                <a:lnTo>
                  <a:pt x="353568" y="45719"/>
                </a:lnTo>
                <a:lnTo>
                  <a:pt x="323088" y="27431"/>
                </a:lnTo>
                <a:lnTo>
                  <a:pt x="304800" y="18287"/>
                </a:lnTo>
                <a:lnTo>
                  <a:pt x="289560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875533" y="27299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942328" y="2734056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29" h="329564">
                <a:moveTo>
                  <a:pt x="252984" y="3048"/>
                </a:moveTo>
                <a:lnTo>
                  <a:pt x="167639" y="3048"/>
                </a:lnTo>
                <a:lnTo>
                  <a:pt x="149351" y="9144"/>
                </a:lnTo>
                <a:lnTo>
                  <a:pt x="128016" y="15240"/>
                </a:lnTo>
                <a:lnTo>
                  <a:pt x="109727" y="21336"/>
                </a:lnTo>
                <a:lnTo>
                  <a:pt x="94487" y="30480"/>
                </a:lnTo>
                <a:lnTo>
                  <a:pt x="76200" y="39624"/>
                </a:lnTo>
                <a:lnTo>
                  <a:pt x="64008" y="48768"/>
                </a:lnTo>
                <a:lnTo>
                  <a:pt x="48768" y="60960"/>
                </a:lnTo>
                <a:lnTo>
                  <a:pt x="36575" y="73152"/>
                </a:lnTo>
                <a:lnTo>
                  <a:pt x="27432" y="88392"/>
                </a:lnTo>
                <a:lnTo>
                  <a:pt x="18287" y="100584"/>
                </a:lnTo>
                <a:lnTo>
                  <a:pt x="6096" y="131064"/>
                </a:lnTo>
                <a:lnTo>
                  <a:pt x="3048" y="149352"/>
                </a:lnTo>
                <a:lnTo>
                  <a:pt x="0" y="164592"/>
                </a:lnTo>
                <a:lnTo>
                  <a:pt x="12192" y="216408"/>
                </a:lnTo>
                <a:lnTo>
                  <a:pt x="27432" y="243840"/>
                </a:lnTo>
                <a:lnTo>
                  <a:pt x="36575" y="259080"/>
                </a:lnTo>
                <a:lnTo>
                  <a:pt x="94487" y="301752"/>
                </a:lnTo>
                <a:lnTo>
                  <a:pt x="149351" y="323088"/>
                </a:lnTo>
                <a:lnTo>
                  <a:pt x="188975" y="329184"/>
                </a:lnTo>
                <a:lnTo>
                  <a:pt x="231648" y="329184"/>
                </a:lnTo>
                <a:lnTo>
                  <a:pt x="252984" y="326136"/>
                </a:lnTo>
                <a:lnTo>
                  <a:pt x="271272" y="323088"/>
                </a:lnTo>
                <a:lnTo>
                  <a:pt x="292608" y="316992"/>
                </a:lnTo>
                <a:lnTo>
                  <a:pt x="188975" y="316992"/>
                </a:lnTo>
                <a:lnTo>
                  <a:pt x="152400" y="310896"/>
                </a:lnTo>
                <a:lnTo>
                  <a:pt x="115824" y="298704"/>
                </a:lnTo>
                <a:lnTo>
                  <a:pt x="70104" y="271272"/>
                </a:lnTo>
                <a:lnTo>
                  <a:pt x="36575" y="237744"/>
                </a:lnTo>
                <a:lnTo>
                  <a:pt x="30480" y="222504"/>
                </a:lnTo>
                <a:lnTo>
                  <a:pt x="21336" y="210312"/>
                </a:lnTo>
                <a:lnTo>
                  <a:pt x="15239" y="179832"/>
                </a:lnTo>
                <a:lnTo>
                  <a:pt x="15239" y="149352"/>
                </a:lnTo>
                <a:lnTo>
                  <a:pt x="18287" y="134112"/>
                </a:lnTo>
                <a:lnTo>
                  <a:pt x="21336" y="121920"/>
                </a:lnTo>
                <a:lnTo>
                  <a:pt x="30480" y="106680"/>
                </a:lnTo>
                <a:lnTo>
                  <a:pt x="36575" y="94488"/>
                </a:lnTo>
                <a:lnTo>
                  <a:pt x="48768" y="82296"/>
                </a:lnTo>
                <a:lnTo>
                  <a:pt x="57912" y="70104"/>
                </a:lnTo>
                <a:lnTo>
                  <a:pt x="70104" y="57912"/>
                </a:lnTo>
                <a:lnTo>
                  <a:pt x="100584" y="39624"/>
                </a:lnTo>
                <a:lnTo>
                  <a:pt x="115824" y="33528"/>
                </a:lnTo>
                <a:lnTo>
                  <a:pt x="134112" y="24384"/>
                </a:lnTo>
                <a:lnTo>
                  <a:pt x="188975" y="15240"/>
                </a:lnTo>
                <a:lnTo>
                  <a:pt x="295656" y="15240"/>
                </a:lnTo>
                <a:lnTo>
                  <a:pt x="289560" y="12192"/>
                </a:lnTo>
                <a:lnTo>
                  <a:pt x="271272" y="9144"/>
                </a:lnTo>
                <a:lnTo>
                  <a:pt x="252984" y="3048"/>
                </a:lnTo>
                <a:close/>
              </a:path>
              <a:path w="417829" h="329564">
                <a:moveTo>
                  <a:pt x="295656" y="15240"/>
                </a:moveTo>
                <a:lnTo>
                  <a:pt x="231648" y="15240"/>
                </a:lnTo>
                <a:lnTo>
                  <a:pt x="286512" y="24384"/>
                </a:lnTo>
                <a:lnTo>
                  <a:pt x="304800" y="33528"/>
                </a:lnTo>
                <a:lnTo>
                  <a:pt x="320039" y="39624"/>
                </a:lnTo>
                <a:lnTo>
                  <a:pt x="350520" y="57912"/>
                </a:lnTo>
                <a:lnTo>
                  <a:pt x="362712" y="70104"/>
                </a:lnTo>
                <a:lnTo>
                  <a:pt x="371856" y="82296"/>
                </a:lnTo>
                <a:lnTo>
                  <a:pt x="384048" y="94488"/>
                </a:lnTo>
                <a:lnTo>
                  <a:pt x="390144" y="106680"/>
                </a:lnTo>
                <a:lnTo>
                  <a:pt x="402336" y="137160"/>
                </a:lnTo>
                <a:lnTo>
                  <a:pt x="405384" y="149352"/>
                </a:lnTo>
                <a:lnTo>
                  <a:pt x="405384" y="179832"/>
                </a:lnTo>
                <a:lnTo>
                  <a:pt x="402336" y="195072"/>
                </a:lnTo>
                <a:lnTo>
                  <a:pt x="390144" y="225552"/>
                </a:lnTo>
                <a:lnTo>
                  <a:pt x="384048" y="237744"/>
                </a:lnTo>
                <a:lnTo>
                  <a:pt x="371856" y="249936"/>
                </a:lnTo>
                <a:lnTo>
                  <a:pt x="362712" y="262128"/>
                </a:lnTo>
                <a:lnTo>
                  <a:pt x="350520" y="271272"/>
                </a:lnTo>
                <a:lnTo>
                  <a:pt x="335280" y="283464"/>
                </a:lnTo>
                <a:lnTo>
                  <a:pt x="320039" y="289560"/>
                </a:lnTo>
                <a:lnTo>
                  <a:pt x="304800" y="298704"/>
                </a:lnTo>
                <a:lnTo>
                  <a:pt x="268224" y="310896"/>
                </a:lnTo>
                <a:lnTo>
                  <a:pt x="249936" y="313944"/>
                </a:lnTo>
                <a:lnTo>
                  <a:pt x="228600" y="316992"/>
                </a:lnTo>
                <a:lnTo>
                  <a:pt x="292608" y="316992"/>
                </a:lnTo>
                <a:lnTo>
                  <a:pt x="356616" y="283464"/>
                </a:lnTo>
                <a:lnTo>
                  <a:pt x="402336" y="228600"/>
                </a:lnTo>
                <a:lnTo>
                  <a:pt x="417575" y="182880"/>
                </a:lnTo>
                <a:lnTo>
                  <a:pt x="417575" y="149352"/>
                </a:lnTo>
                <a:lnTo>
                  <a:pt x="414527" y="131064"/>
                </a:lnTo>
                <a:lnTo>
                  <a:pt x="402336" y="100584"/>
                </a:lnTo>
                <a:lnTo>
                  <a:pt x="393192" y="85344"/>
                </a:lnTo>
                <a:lnTo>
                  <a:pt x="381000" y="73152"/>
                </a:lnTo>
                <a:lnTo>
                  <a:pt x="371856" y="60960"/>
                </a:lnTo>
                <a:lnTo>
                  <a:pt x="356616" y="48768"/>
                </a:lnTo>
                <a:lnTo>
                  <a:pt x="341375" y="39624"/>
                </a:lnTo>
                <a:lnTo>
                  <a:pt x="326136" y="27432"/>
                </a:lnTo>
                <a:lnTo>
                  <a:pt x="307848" y="21336"/>
                </a:lnTo>
                <a:lnTo>
                  <a:pt x="295656" y="15240"/>
                </a:lnTo>
                <a:close/>
              </a:path>
              <a:path w="417829" h="329564">
                <a:moveTo>
                  <a:pt x="210312" y="0"/>
                </a:moveTo>
                <a:lnTo>
                  <a:pt x="188975" y="3048"/>
                </a:lnTo>
                <a:lnTo>
                  <a:pt x="231648" y="3048"/>
                </a:lnTo>
                <a:lnTo>
                  <a:pt x="21031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7063741" y="2720848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979673" y="2270761"/>
            <a:ext cx="1405255" cy="497205"/>
          </a:xfrm>
          <a:custGeom>
            <a:avLst/>
            <a:gdLst/>
            <a:ahLst/>
            <a:cxnLst/>
            <a:rect l="l" t="t" r="r" b="b"/>
            <a:pathLst>
              <a:path w="1405254" h="497205">
                <a:moveTo>
                  <a:pt x="1395983" y="0"/>
                </a:moveTo>
                <a:lnTo>
                  <a:pt x="0" y="469391"/>
                </a:lnTo>
                <a:lnTo>
                  <a:pt x="9143" y="496824"/>
                </a:lnTo>
                <a:lnTo>
                  <a:pt x="1405127" y="27431"/>
                </a:lnTo>
                <a:lnTo>
                  <a:pt x="1395983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738368" y="2276856"/>
            <a:ext cx="1381125" cy="481965"/>
          </a:xfrm>
          <a:custGeom>
            <a:avLst/>
            <a:gdLst/>
            <a:ahLst/>
            <a:cxnLst/>
            <a:rect l="l" t="t" r="r" b="b"/>
            <a:pathLst>
              <a:path w="1381125" h="481964">
                <a:moveTo>
                  <a:pt x="9144" y="0"/>
                </a:moveTo>
                <a:lnTo>
                  <a:pt x="0" y="24384"/>
                </a:lnTo>
                <a:lnTo>
                  <a:pt x="1371600" y="481584"/>
                </a:lnTo>
                <a:lnTo>
                  <a:pt x="1380744" y="457200"/>
                </a:lnTo>
                <a:lnTo>
                  <a:pt x="914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159760" y="3441192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30" h="329564">
                <a:moveTo>
                  <a:pt x="231648" y="0"/>
                </a:moveTo>
                <a:lnTo>
                  <a:pt x="188976" y="0"/>
                </a:lnTo>
                <a:lnTo>
                  <a:pt x="167640" y="3048"/>
                </a:lnTo>
                <a:lnTo>
                  <a:pt x="146303" y="9144"/>
                </a:lnTo>
                <a:lnTo>
                  <a:pt x="128015" y="12192"/>
                </a:lnTo>
                <a:lnTo>
                  <a:pt x="109728" y="21336"/>
                </a:lnTo>
                <a:lnTo>
                  <a:pt x="94487" y="27432"/>
                </a:lnTo>
                <a:lnTo>
                  <a:pt x="76200" y="36575"/>
                </a:lnTo>
                <a:lnTo>
                  <a:pt x="36576" y="73152"/>
                </a:lnTo>
                <a:lnTo>
                  <a:pt x="9143" y="115824"/>
                </a:lnTo>
                <a:lnTo>
                  <a:pt x="3048" y="146304"/>
                </a:lnTo>
                <a:lnTo>
                  <a:pt x="3048" y="149352"/>
                </a:lnTo>
                <a:lnTo>
                  <a:pt x="0" y="164592"/>
                </a:lnTo>
                <a:lnTo>
                  <a:pt x="9143" y="213360"/>
                </a:lnTo>
                <a:lnTo>
                  <a:pt x="36576" y="259080"/>
                </a:lnTo>
                <a:lnTo>
                  <a:pt x="64008" y="280416"/>
                </a:lnTo>
                <a:lnTo>
                  <a:pt x="76200" y="292608"/>
                </a:lnTo>
                <a:lnTo>
                  <a:pt x="94487" y="301752"/>
                </a:lnTo>
                <a:lnTo>
                  <a:pt x="109728" y="310896"/>
                </a:lnTo>
                <a:lnTo>
                  <a:pt x="128015" y="316992"/>
                </a:lnTo>
                <a:lnTo>
                  <a:pt x="149352" y="323088"/>
                </a:lnTo>
                <a:lnTo>
                  <a:pt x="167640" y="326136"/>
                </a:lnTo>
                <a:lnTo>
                  <a:pt x="188976" y="329184"/>
                </a:lnTo>
                <a:lnTo>
                  <a:pt x="231648" y="329184"/>
                </a:lnTo>
                <a:lnTo>
                  <a:pt x="252984" y="326136"/>
                </a:lnTo>
                <a:lnTo>
                  <a:pt x="271272" y="323088"/>
                </a:lnTo>
                <a:lnTo>
                  <a:pt x="289559" y="316992"/>
                </a:lnTo>
                <a:lnTo>
                  <a:pt x="188976" y="316992"/>
                </a:lnTo>
                <a:lnTo>
                  <a:pt x="170687" y="313944"/>
                </a:lnTo>
                <a:lnTo>
                  <a:pt x="131064" y="304800"/>
                </a:lnTo>
                <a:lnTo>
                  <a:pt x="70103" y="271272"/>
                </a:lnTo>
                <a:lnTo>
                  <a:pt x="57912" y="259080"/>
                </a:lnTo>
                <a:lnTo>
                  <a:pt x="45720" y="249936"/>
                </a:lnTo>
                <a:lnTo>
                  <a:pt x="36576" y="234696"/>
                </a:lnTo>
                <a:lnTo>
                  <a:pt x="27431" y="222504"/>
                </a:lnTo>
                <a:lnTo>
                  <a:pt x="21336" y="210312"/>
                </a:lnTo>
                <a:lnTo>
                  <a:pt x="12192" y="164592"/>
                </a:lnTo>
                <a:lnTo>
                  <a:pt x="21336" y="118872"/>
                </a:lnTo>
                <a:lnTo>
                  <a:pt x="27431" y="106680"/>
                </a:lnTo>
                <a:lnTo>
                  <a:pt x="36576" y="91440"/>
                </a:lnTo>
                <a:lnTo>
                  <a:pt x="45720" y="79248"/>
                </a:lnTo>
                <a:lnTo>
                  <a:pt x="57912" y="70104"/>
                </a:lnTo>
                <a:lnTo>
                  <a:pt x="70103" y="57912"/>
                </a:lnTo>
                <a:lnTo>
                  <a:pt x="115824" y="30480"/>
                </a:lnTo>
                <a:lnTo>
                  <a:pt x="134112" y="24384"/>
                </a:lnTo>
                <a:lnTo>
                  <a:pt x="152400" y="21336"/>
                </a:lnTo>
                <a:lnTo>
                  <a:pt x="170687" y="15240"/>
                </a:lnTo>
                <a:lnTo>
                  <a:pt x="188976" y="15240"/>
                </a:lnTo>
                <a:lnTo>
                  <a:pt x="210312" y="12192"/>
                </a:lnTo>
                <a:lnTo>
                  <a:pt x="289559" y="12192"/>
                </a:lnTo>
                <a:lnTo>
                  <a:pt x="271272" y="6096"/>
                </a:lnTo>
                <a:lnTo>
                  <a:pt x="249936" y="3048"/>
                </a:lnTo>
                <a:lnTo>
                  <a:pt x="231648" y="0"/>
                </a:lnTo>
                <a:close/>
              </a:path>
              <a:path w="417830" h="329564">
                <a:moveTo>
                  <a:pt x="289559" y="12192"/>
                </a:moveTo>
                <a:lnTo>
                  <a:pt x="210312" y="12192"/>
                </a:lnTo>
                <a:lnTo>
                  <a:pt x="231648" y="15240"/>
                </a:lnTo>
                <a:lnTo>
                  <a:pt x="249936" y="15240"/>
                </a:lnTo>
                <a:lnTo>
                  <a:pt x="268224" y="21336"/>
                </a:lnTo>
                <a:lnTo>
                  <a:pt x="350520" y="57912"/>
                </a:lnTo>
                <a:lnTo>
                  <a:pt x="371856" y="82296"/>
                </a:lnTo>
                <a:lnTo>
                  <a:pt x="384047" y="94487"/>
                </a:lnTo>
                <a:lnTo>
                  <a:pt x="390144" y="106680"/>
                </a:lnTo>
                <a:lnTo>
                  <a:pt x="396240" y="121920"/>
                </a:lnTo>
                <a:lnTo>
                  <a:pt x="402335" y="134112"/>
                </a:lnTo>
                <a:lnTo>
                  <a:pt x="405384" y="149352"/>
                </a:lnTo>
                <a:lnTo>
                  <a:pt x="405384" y="179832"/>
                </a:lnTo>
                <a:lnTo>
                  <a:pt x="390144" y="222504"/>
                </a:lnTo>
                <a:lnTo>
                  <a:pt x="362712" y="262128"/>
                </a:lnTo>
                <a:lnTo>
                  <a:pt x="347472" y="271272"/>
                </a:lnTo>
                <a:lnTo>
                  <a:pt x="335280" y="280416"/>
                </a:lnTo>
                <a:lnTo>
                  <a:pt x="304800" y="298704"/>
                </a:lnTo>
                <a:lnTo>
                  <a:pt x="268224" y="310896"/>
                </a:lnTo>
                <a:lnTo>
                  <a:pt x="249936" y="313944"/>
                </a:lnTo>
                <a:lnTo>
                  <a:pt x="228600" y="316992"/>
                </a:lnTo>
                <a:lnTo>
                  <a:pt x="289559" y="316992"/>
                </a:lnTo>
                <a:lnTo>
                  <a:pt x="326136" y="301752"/>
                </a:lnTo>
                <a:lnTo>
                  <a:pt x="371856" y="268224"/>
                </a:lnTo>
                <a:lnTo>
                  <a:pt x="381000" y="256032"/>
                </a:lnTo>
                <a:lnTo>
                  <a:pt x="393191" y="243840"/>
                </a:lnTo>
                <a:lnTo>
                  <a:pt x="402335" y="228600"/>
                </a:lnTo>
                <a:lnTo>
                  <a:pt x="414528" y="198120"/>
                </a:lnTo>
                <a:lnTo>
                  <a:pt x="417576" y="182880"/>
                </a:lnTo>
                <a:lnTo>
                  <a:pt x="417576" y="146304"/>
                </a:lnTo>
                <a:lnTo>
                  <a:pt x="414528" y="131063"/>
                </a:lnTo>
                <a:lnTo>
                  <a:pt x="402335" y="100584"/>
                </a:lnTo>
                <a:lnTo>
                  <a:pt x="393191" y="85344"/>
                </a:lnTo>
                <a:lnTo>
                  <a:pt x="381000" y="73152"/>
                </a:lnTo>
                <a:lnTo>
                  <a:pt x="368808" y="57912"/>
                </a:lnTo>
                <a:lnTo>
                  <a:pt x="356616" y="48768"/>
                </a:lnTo>
                <a:lnTo>
                  <a:pt x="341376" y="36575"/>
                </a:lnTo>
                <a:lnTo>
                  <a:pt x="326136" y="27432"/>
                </a:lnTo>
                <a:lnTo>
                  <a:pt x="307848" y="21336"/>
                </a:lnTo>
                <a:lnTo>
                  <a:pt x="289559" y="12192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265932" y="3415792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58792" y="3429001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30" h="329564">
                <a:moveTo>
                  <a:pt x="231647" y="0"/>
                </a:moveTo>
                <a:lnTo>
                  <a:pt x="188975" y="0"/>
                </a:lnTo>
                <a:lnTo>
                  <a:pt x="146303" y="6096"/>
                </a:lnTo>
                <a:lnTo>
                  <a:pt x="109727" y="18287"/>
                </a:lnTo>
                <a:lnTo>
                  <a:pt x="91439" y="27432"/>
                </a:lnTo>
                <a:lnTo>
                  <a:pt x="76200" y="36575"/>
                </a:lnTo>
                <a:lnTo>
                  <a:pt x="60959" y="48767"/>
                </a:lnTo>
                <a:lnTo>
                  <a:pt x="48768" y="57912"/>
                </a:lnTo>
                <a:lnTo>
                  <a:pt x="36575" y="73151"/>
                </a:lnTo>
                <a:lnTo>
                  <a:pt x="24383" y="85344"/>
                </a:lnTo>
                <a:lnTo>
                  <a:pt x="18287" y="100584"/>
                </a:lnTo>
                <a:lnTo>
                  <a:pt x="9143" y="115824"/>
                </a:lnTo>
                <a:lnTo>
                  <a:pt x="6095" y="131063"/>
                </a:lnTo>
                <a:lnTo>
                  <a:pt x="0" y="146303"/>
                </a:lnTo>
                <a:lnTo>
                  <a:pt x="0" y="182879"/>
                </a:lnTo>
                <a:lnTo>
                  <a:pt x="6095" y="198120"/>
                </a:lnTo>
                <a:lnTo>
                  <a:pt x="9143" y="213360"/>
                </a:lnTo>
                <a:lnTo>
                  <a:pt x="36575" y="256032"/>
                </a:lnTo>
                <a:lnTo>
                  <a:pt x="76200" y="292608"/>
                </a:lnTo>
                <a:lnTo>
                  <a:pt x="109727" y="307848"/>
                </a:lnTo>
                <a:lnTo>
                  <a:pt x="128015" y="316991"/>
                </a:lnTo>
                <a:lnTo>
                  <a:pt x="146303" y="320039"/>
                </a:lnTo>
                <a:lnTo>
                  <a:pt x="167639" y="326136"/>
                </a:lnTo>
                <a:lnTo>
                  <a:pt x="188975" y="329184"/>
                </a:lnTo>
                <a:lnTo>
                  <a:pt x="231647" y="329184"/>
                </a:lnTo>
                <a:lnTo>
                  <a:pt x="249935" y="326136"/>
                </a:lnTo>
                <a:lnTo>
                  <a:pt x="271271" y="320039"/>
                </a:lnTo>
                <a:lnTo>
                  <a:pt x="289559" y="316991"/>
                </a:lnTo>
                <a:lnTo>
                  <a:pt x="210312" y="316991"/>
                </a:lnTo>
                <a:lnTo>
                  <a:pt x="188975" y="313944"/>
                </a:lnTo>
                <a:lnTo>
                  <a:pt x="170687" y="313944"/>
                </a:lnTo>
                <a:lnTo>
                  <a:pt x="149351" y="307848"/>
                </a:lnTo>
                <a:lnTo>
                  <a:pt x="131063" y="304800"/>
                </a:lnTo>
                <a:lnTo>
                  <a:pt x="115824" y="298703"/>
                </a:lnTo>
                <a:lnTo>
                  <a:pt x="82295" y="280415"/>
                </a:lnTo>
                <a:lnTo>
                  <a:pt x="45719" y="246887"/>
                </a:lnTo>
                <a:lnTo>
                  <a:pt x="21335" y="207263"/>
                </a:lnTo>
                <a:lnTo>
                  <a:pt x="12191" y="164591"/>
                </a:lnTo>
                <a:lnTo>
                  <a:pt x="21335" y="118872"/>
                </a:lnTo>
                <a:lnTo>
                  <a:pt x="45719" y="79248"/>
                </a:lnTo>
                <a:lnTo>
                  <a:pt x="115824" y="30479"/>
                </a:lnTo>
                <a:lnTo>
                  <a:pt x="170687" y="15239"/>
                </a:lnTo>
                <a:lnTo>
                  <a:pt x="188975" y="12191"/>
                </a:lnTo>
                <a:lnTo>
                  <a:pt x="289559" y="12191"/>
                </a:lnTo>
                <a:lnTo>
                  <a:pt x="271271" y="6096"/>
                </a:lnTo>
                <a:lnTo>
                  <a:pt x="249935" y="3048"/>
                </a:lnTo>
                <a:lnTo>
                  <a:pt x="231647" y="0"/>
                </a:lnTo>
                <a:close/>
              </a:path>
              <a:path w="417830" h="329564">
                <a:moveTo>
                  <a:pt x="289559" y="12191"/>
                </a:moveTo>
                <a:lnTo>
                  <a:pt x="228600" y="12191"/>
                </a:lnTo>
                <a:lnTo>
                  <a:pt x="249935" y="15239"/>
                </a:lnTo>
                <a:lnTo>
                  <a:pt x="268224" y="18287"/>
                </a:lnTo>
                <a:lnTo>
                  <a:pt x="304800" y="30479"/>
                </a:lnTo>
                <a:lnTo>
                  <a:pt x="335280" y="48767"/>
                </a:lnTo>
                <a:lnTo>
                  <a:pt x="347471" y="57912"/>
                </a:lnTo>
                <a:lnTo>
                  <a:pt x="362712" y="67055"/>
                </a:lnTo>
                <a:lnTo>
                  <a:pt x="390144" y="106679"/>
                </a:lnTo>
                <a:lnTo>
                  <a:pt x="405383" y="149351"/>
                </a:lnTo>
                <a:lnTo>
                  <a:pt x="405383" y="179832"/>
                </a:lnTo>
                <a:lnTo>
                  <a:pt x="402335" y="195072"/>
                </a:lnTo>
                <a:lnTo>
                  <a:pt x="396239" y="210312"/>
                </a:lnTo>
                <a:lnTo>
                  <a:pt x="390144" y="222503"/>
                </a:lnTo>
                <a:lnTo>
                  <a:pt x="381000" y="234696"/>
                </a:lnTo>
                <a:lnTo>
                  <a:pt x="371856" y="249936"/>
                </a:lnTo>
                <a:lnTo>
                  <a:pt x="359663" y="259079"/>
                </a:lnTo>
                <a:lnTo>
                  <a:pt x="347471" y="271272"/>
                </a:lnTo>
                <a:lnTo>
                  <a:pt x="335280" y="280415"/>
                </a:lnTo>
                <a:lnTo>
                  <a:pt x="320039" y="289560"/>
                </a:lnTo>
                <a:lnTo>
                  <a:pt x="301751" y="298703"/>
                </a:lnTo>
                <a:lnTo>
                  <a:pt x="286512" y="304800"/>
                </a:lnTo>
                <a:lnTo>
                  <a:pt x="268224" y="307848"/>
                </a:lnTo>
                <a:lnTo>
                  <a:pt x="249935" y="313944"/>
                </a:lnTo>
                <a:lnTo>
                  <a:pt x="228600" y="313944"/>
                </a:lnTo>
                <a:lnTo>
                  <a:pt x="210312" y="316991"/>
                </a:lnTo>
                <a:lnTo>
                  <a:pt x="289559" y="316991"/>
                </a:lnTo>
                <a:lnTo>
                  <a:pt x="307847" y="307848"/>
                </a:lnTo>
                <a:lnTo>
                  <a:pt x="326135" y="301751"/>
                </a:lnTo>
                <a:lnTo>
                  <a:pt x="393191" y="243839"/>
                </a:lnTo>
                <a:lnTo>
                  <a:pt x="414527" y="198120"/>
                </a:lnTo>
                <a:lnTo>
                  <a:pt x="417575" y="182879"/>
                </a:lnTo>
                <a:lnTo>
                  <a:pt x="417575" y="146303"/>
                </a:lnTo>
                <a:lnTo>
                  <a:pt x="402335" y="100584"/>
                </a:lnTo>
                <a:lnTo>
                  <a:pt x="368807" y="57912"/>
                </a:lnTo>
                <a:lnTo>
                  <a:pt x="356615" y="48767"/>
                </a:lnTo>
                <a:lnTo>
                  <a:pt x="341375" y="36575"/>
                </a:lnTo>
                <a:lnTo>
                  <a:pt x="326135" y="27432"/>
                </a:lnTo>
                <a:lnTo>
                  <a:pt x="307847" y="18287"/>
                </a:lnTo>
                <a:lnTo>
                  <a:pt x="289559" y="12191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677156" y="34157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409697" y="2987040"/>
            <a:ext cx="421005" cy="481965"/>
          </a:xfrm>
          <a:custGeom>
            <a:avLst/>
            <a:gdLst/>
            <a:ahLst/>
            <a:cxnLst/>
            <a:rect l="l" t="t" r="r" b="b"/>
            <a:pathLst>
              <a:path w="421005" h="481964">
                <a:moveTo>
                  <a:pt x="399287" y="0"/>
                </a:moveTo>
                <a:lnTo>
                  <a:pt x="0" y="463296"/>
                </a:lnTo>
                <a:lnTo>
                  <a:pt x="21335" y="481584"/>
                </a:lnTo>
                <a:lnTo>
                  <a:pt x="420623" y="18287"/>
                </a:lnTo>
                <a:lnTo>
                  <a:pt x="39928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171696" y="2990089"/>
            <a:ext cx="597535" cy="454659"/>
          </a:xfrm>
          <a:custGeom>
            <a:avLst/>
            <a:gdLst/>
            <a:ahLst/>
            <a:cxnLst/>
            <a:rect l="l" t="t" r="r" b="b"/>
            <a:pathLst>
              <a:path w="597535" h="454660">
                <a:moveTo>
                  <a:pt x="18287" y="0"/>
                </a:moveTo>
                <a:lnTo>
                  <a:pt x="0" y="24384"/>
                </a:lnTo>
                <a:lnTo>
                  <a:pt x="579120" y="454151"/>
                </a:lnTo>
                <a:lnTo>
                  <a:pt x="597408" y="429767"/>
                </a:lnTo>
                <a:lnTo>
                  <a:pt x="1828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997960" y="4218433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30" h="329564">
                <a:moveTo>
                  <a:pt x="249935" y="3047"/>
                </a:moveTo>
                <a:lnTo>
                  <a:pt x="167639" y="3047"/>
                </a:lnTo>
                <a:lnTo>
                  <a:pt x="146303" y="9143"/>
                </a:lnTo>
                <a:lnTo>
                  <a:pt x="109727" y="21335"/>
                </a:lnTo>
                <a:lnTo>
                  <a:pt x="94487" y="27431"/>
                </a:lnTo>
                <a:lnTo>
                  <a:pt x="76200" y="39623"/>
                </a:lnTo>
                <a:lnTo>
                  <a:pt x="60959" y="48767"/>
                </a:lnTo>
                <a:lnTo>
                  <a:pt x="36575" y="73151"/>
                </a:lnTo>
                <a:lnTo>
                  <a:pt x="27431" y="88391"/>
                </a:lnTo>
                <a:lnTo>
                  <a:pt x="18287" y="100583"/>
                </a:lnTo>
                <a:lnTo>
                  <a:pt x="9143" y="115823"/>
                </a:lnTo>
                <a:lnTo>
                  <a:pt x="6095" y="131063"/>
                </a:lnTo>
                <a:lnTo>
                  <a:pt x="3047" y="149351"/>
                </a:lnTo>
                <a:lnTo>
                  <a:pt x="0" y="164591"/>
                </a:lnTo>
                <a:lnTo>
                  <a:pt x="3047" y="182879"/>
                </a:lnTo>
                <a:lnTo>
                  <a:pt x="6095" y="198119"/>
                </a:lnTo>
                <a:lnTo>
                  <a:pt x="9143" y="216407"/>
                </a:lnTo>
                <a:lnTo>
                  <a:pt x="18287" y="231647"/>
                </a:lnTo>
                <a:lnTo>
                  <a:pt x="27431" y="243839"/>
                </a:lnTo>
                <a:lnTo>
                  <a:pt x="36575" y="259079"/>
                </a:lnTo>
                <a:lnTo>
                  <a:pt x="48767" y="271271"/>
                </a:lnTo>
                <a:lnTo>
                  <a:pt x="64007" y="283463"/>
                </a:lnTo>
                <a:lnTo>
                  <a:pt x="76200" y="292607"/>
                </a:lnTo>
                <a:lnTo>
                  <a:pt x="94487" y="301751"/>
                </a:lnTo>
                <a:lnTo>
                  <a:pt x="109727" y="310895"/>
                </a:lnTo>
                <a:lnTo>
                  <a:pt x="128015" y="316991"/>
                </a:lnTo>
                <a:lnTo>
                  <a:pt x="149351" y="323087"/>
                </a:lnTo>
                <a:lnTo>
                  <a:pt x="167639" y="326135"/>
                </a:lnTo>
                <a:lnTo>
                  <a:pt x="188975" y="329183"/>
                </a:lnTo>
                <a:lnTo>
                  <a:pt x="231647" y="329183"/>
                </a:lnTo>
                <a:lnTo>
                  <a:pt x="252983" y="326135"/>
                </a:lnTo>
                <a:lnTo>
                  <a:pt x="271271" y="323087"/>
                </a:lnTo>
                <a:lnTo>
                  <a:pt x="289559" y="316991"/>
                </a:lnTo>
                <a:lnTo>
                  <a:pt x="188975" y="316991"/>
                </a:lnTo>
                <a:lnTo>
                  <a:pt x="170687" y="313943"/>
                </a:lnTo>
                <a:lnTo>
                  <a:pt x="131063" y="304799"/>
                </a:lnTo>
                <a:lnTo>
                  <a:pt x="70103" y="271271"/>
                </a:lnTo>
                <a:lnTo>
                  <a:pt x="36575" y="237743"/>
                </a:lnTo>
                <a:lnTo>
                  <a:pt x="12191" y="164591"/>
                </a:lnTo>
                <a:lnTo>
                  <a:pt x="21335" y="118871"/>
                </a:lnTo>
                <a:lnTo>
                  <a:pt x="45719" y="82295"/>
                </a:lnTo>
                <a:lnTo>
                  <a:pt x="100583" y="39623"/>
                </a:lnTo>
                <a:lnTo>
                  <a:pt x="115823" y="33527"/>
                </a:lnTo>
                <a:lnTo>
                  <a:pt x="134112" y="24383"/>
                </a:lnTo>
                <a:lnTo>
                  <a:pt x="188975" y="15239"/>
                </a:lnTo>
                <a:lnTo>
                  <a:pt x="210312" y="12191"/>
                </a:lnTo>
                <a:lnTo>
                  <a:pt x="289559" y="12191"/>
                </a:lnTo>
                <a:lnTo>
                  <a:pt x="271271" y="9143"/>
                </a:lnTo>
                <a:lnTo>
                  <a:pt x="249935" y="3047"/>
                </a:lnTo>
                <a:close/>
              </a:path>
              <a:path w="417830" h="329564">
                <a:moveTo>
                  <a:pt x="289559" y="12191"/>
                </a:moveTo>
                <a:lnTo>
                  <a:pt x="210312" y="12191"/>
                </a:lnTo>
                <a:lnTo>
                  <a:pt x="231647" y="15239"/>
                </a:lnTo>
                <a:lnTo>
                  <a:pt x="286512" y="24383"/>
                </a:lnTo>
                <a:lnTo>
                  <a:pt x="304800" y="33527"/>
                </a:lnTo>
                <a:lnTo>
                  <a:pt x="320039" y="39623"/>
                </a:lnTo>
                <a:lnTo>
                  <a:pt x="350519" y="57912"/>
                </a:lnTo>
                <a:lnTo>
                  <a:pt x="362712" y="70103"/>
                </a:lnTo>
                <a:lnTo>
                  <a:pt x="371856" y="82295"/>
                </a:lnTo>
                <a:lnTo>
                  <a:pt x="384047" y="94487"/>
                </a:lnTo>
                <a:lnTo>
                  <a:pt x="390144" y="106679"/>
                </a:lnTo>
                <a:lnTo>
                  <a:pt x="396239" y="121919"/>
                </a:lnTo>
                <a:lnTo>
                  <a:pt x="402335" y="134112"/>
                </a:lnTo>
                <a:lnTo>
                  <a:pt x="405383" y="149351"/>
                </a:lnTo>
                <a:lnTo>
                  <a:pt x="405383" y="179831"/>
                </a:lnTo>
                <a:lnTo>
                  <a:pt x="402335" y="195071"/>
                </a:lnTo>
                <a:lnTo>
                  <a:pt x="390144" y="225551"/>
                </a:lnTo>
                <a:lnTo>
                  <a:pt x="362712" y="262127"/>
                </a:lnTo>
                <a:lnTo>
                  <a:pt x="347471" y="271271"/>
                </a:lnTo>
                <a:lnTo>
                  <a:pt x="335279" y="283463"/>
                </a:lnTo>
                <a:lnTo>
                  <a:pt x="320039" y="289559"/>
                </a:lnTo>
                <a:lnTo>
                  <a:pt x="304800" y="298703"/>
                </a:lnTo>
                <a:lnTo>
                  <a:pt x="268223" y="310895"/>
                </a:lnTo>
                <a:lnTo>
                  <a:pt x="249935" y="313943"/>
                </a:lnTo>
                <a:lnTo>
                  <a:pt x="228600" y="316991"/>
                </a:lnTo>
                <a:lnTo>
                  <a:pt x="289559" y="316991"/>
                </a:lnTo>
                <a:lnTo>
                  <a:pt x="307847" y="310895"/>
                </a:lnTo>
                <a:lnTo>
                  <a:pt x="326135" y="301751"/>
                </a:lnTo>
                <a:lnTo>
                  <a:pt x="341375" y="292607"/>
                </a:lnTo>
                <a:lnTo>
                  <a:pt x="356615" y="280415"/>
                </a:lnTo>
                <a:lnTo>
                  <a:pt x="371856" y="271271"/>
                </a:lnTo>
                <a:lnTo>
                  <a:pt x="381000" y="259079"/>
                </a:lnTo>
                <a:lnTo>
                  <a:pt x="393191" y="243839"/>
                </a:lnTo>
                <a:lnTo>
                  <a:pt x="402335" y="228600"/>
                </a:lnTo>
                <a:lnTo>
                  <a:pt x="414527" y="198119"/>
                </a:lnTo>
                <a:lnTo>
                  <a:pt x="417575" y="182879"/>
                </a:lnTo>
                <a:lnTo>
                  <a:pt x="417575" y="149351"/>
                </a:lnTo>
                <a:lnTo>
                  <a:pt x="402335" y="100583"/>
                </a:lnTo>
                <a:lnTo>
                  <a:pt x="356615" y="48767"/>
                </a:lnTo>
                <a:lnTo>
                  <a:pt x="307847" y="21335"/>
                </a:lnTo>
                <a:lnTo>
                  <a:pt x="289559" y="12191"/>
                </a:lnTo>
                <a:close/>
              </a:path>
              <a:path w="417830" h="329564">
                <a:moveTo>
                  <a:pt x="210312" y="0"/>
                </a:moveTo>
                <a:lnTo>
                  <a:pt x="188975" y="3047"/>
                </a:lnTo>
                <a:lnTo>
                  <a:pt x="231647" y="3047"/>
                </a:lnTo>
                <a:lnTo>
                  <a:pt x="210312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119372" y="4205224"/>
            <a:ext cx="1803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525520" y="3694176"/>
            <a:ext cx="615950" cy="554990"/>
          </a:xfrm>
          <a:custGeom>
            <a:avLst/>
            <a:gdLst/>
            <a:ahLst/>
            <a:cxnLst/>
            <a:rect l="l" t="t" r="r" b="b"/>
            <a:pathLst>
              <a:path w="615950" h="554989">
                <a:moveTo>
                  <a:pt x="18287" y="0"/>
                </a:moveTo>
                <a:lnTo>
                  <a:pt x="0" y="21336"/>
                </a:lnTo>
                <a:lnTo>
                  <a:pt x="594360" y="554736"/>
                </a:lnTo>
                <a:lnTo>
                  <a:pt x="615696" y="533400"/>
                </a:lnTo>
                <a:lnTo>
                  <a:pt x="18287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2769616" y="4218433"/>
            <a:ext cx="417830" cy="329565"/>
          </a:xfrm>
          <a:custGeom>
            <a:avLst/>
            <a:gdLst/>
            <a:ahLst/>
            <a:cxnLst/>
            <a:rect l="l" t="t" r="r" b="b"/>
            <a:pathLst>
              <a:path w="417830" h="329564">
                <a:moveTo>
                  <a:pt x="249936" y="3047"/>
                </a:moveTo>
                <a:lnTo>
                  <a:pt x="164592" y="3047"/>
                </a:lnTo>
                <a:lnTo>
                  <a:pt x="91440" y="27431"/>
                </a:lnTo>
                <a:lnTo>
                  <a:pt x="76200" y="39623"/>
                </a:lnTo>
                <a:lnTo>
                  <a:pt x="60959" y="48767"/>
                </a:lnTo>
                <a:lnTo>
                  <a:pt x="45720" y="60959"/>
                </a:lnTo>
                <a:lnTo>
                  <a:pt x="33528" y="73151"/>
                </a:lnTo>
                <a:lnTo>
                  <a:pt x="24384" y="88391"/>
                </a:lnTo>
                <a:lnTo>
                  <a:pt x="15240" y="100583"/>
                </a:lnTo>
                <a:lnTo>
                  <a:pt x="3046" y="131063"/>
                </a:lnTo>
                <a:lnTo>
                  <a:pt x="0" y="149351"/>
                </a:lnTo>
                <a:lnTo>
                  <a:pt x="0" y="182879"/>
                </a:lnTo>
                <a:lnTo>
                  <a:pt x="15240" y="231647"/>
                </a:lnTo>
                <a:lnTo>
                  <a:pt x="60959" y="283463"/>
                </a:lnTo>
                <a:lnTo>
                  <a:pt x="109728" y="310895"/>
                </a:lnTo>
                <a:lnTo>
                  <a:pt x="146303" y="323087"/>
                </a:lnTo>
                <a:lnTo>
                  <a:pt x="167640" y="326135"/>
                </a:lnTo>
                <a:lnTo>
                  <a:pt x="185928" y="329183"/>
                </a:lnTo>
                <a:lnTo>
                  <a:pt x="228600" y="329183"/>
                </a:lnTo>
                <a:lnTo>
                  <a:pt x="249936" y="326135"/>
                </a:lnTo>
                <a:lnTo>
                  <a:pt x="268224" y="323087"/>
                </a:lnTo>
                <a:lnTo>
                  <a:pt x="289559" y="316991"/>
                </a:lnTo>
                <a:lnTo>
                  <a:pt x="185928" y="316991"/>
                </a:lnTo>
                <a:lnTo>
                  <a:pt x="149352" y="310895"/>
                </a:lnTo>
                <a:lnTo>
                  <a:pt x="112774" y="298703"/>
                </a:lnTo>
                <a:lnTo>
                  <a:pt x="67056" y="271271"/>
                </a:lnTo>
                <a:lnTo>
                  <a:pt x="54864" y="262127"/>
                </a:lnTo>
                <a:lnTo>
                  <a:pt x="45720" y="249935"/>
                </a:lnTo>
                <a:lnTo>
                  <a:pt x="33528" y="237743"/>
                </a:lnTo>
                <a:lnTo>
                  <a:pt x="27431" y="222503"/>
                </a:lnTo>
                <a:lnTo>
                  <a:pt x="21336" y="210312"/>
                </a:lnTo>
                <a:lnTo>
                  <a:pt x="15240" y="195071"/>
                </a:lnTo>
                <a:lnTo>
                  <a:pt x="12192" y="179831"/>
                </a:lnTo>
                <a:lnTo>
                  <a:pt x="12192" y="149351"/>
                </a:lnTo>
                <a:lnTo>
                  <a:pt x="15240" y="134112"/>
                </a:lnTo>
                <a:lnTo>
                  <a:pt x="21336" y="118871"/>
                </a:lnTo>
                <a:lnTo>
                  <a:pt x="33528" y="94487"/>
                </a:lnTo>
                <a:lnTo>
                  <a:pt x="45720" y="82295"/>
                </a:lnTo>
                <a:lnTo>
                  <a:pt x="54864" y="70103"/>
                </a:lnTo>
                <a:lnTo>
                  <a:pt x="70103" y="57912"/>
                </a:lnTo>
                <a:lnTo>
                  <a:pt x="82296" y="48767"/>
                </a:lnTo>
                <a:lnTo>
                  <a:pt x="97536" y="39623"/>
                </a:lnTo>
                <a:lnTo>
                  <a:pt x="112774" y="33527"/>
                </a:lnTo>
                <a:lnTo>
                  <a:pt x="131064" y="24383"/>
                </a:lnTo>
                <a:lnTo>
                  <a:pt x="167640" y="18287"/>
                </a:lnTo>
                <a:lnTo>
                  <a:pt x="188974" y="15239"/>
                </a:lnTo>
                <a:lnTo>
                  <a:pt x="207264" y="12191"/>
                </a:lnTo>
                <a:lnTo>
                  <a:pt x="289559" y="12191"/>
                </a:lnTo>
                <a:lnTo>
                  <a:pt x="268224" y="9143"/>
                </a:lnTo>
                <a:lnTo>
                  <a:pt x="249936" y="3047"/>
                </a:lnTo>
                <a:close/>
              </a:path>
              <a:path w="417830" h="329564">
                <a:moveTo>
                  <a:pt x="289559" y="12191"/>
                </a:moveTo>
                <a:lnTo>
                  <a:pt x="207264" y="12191"/>
                </a:lnTo>
                <a:lnTo>
                  <a:pt x="228600" y="15239"/>
                </a:lnTo>
                <a:lnTo>
                  <a:pt x="283464" y="24383"/>
                </a:lnTo>
                <a:lnTo>
                  <a:pt x="301752" y="33527"/>
                </a:lnTo>
                <a:lnTo>
                  <a:pt x="316992" y="39623"/>
                </a:lnTo>
                <a:lnTo>
                  <a:pt x="347472" y="57912"/>
                </a:lnTo>
                <a:lnTo>
                  <a:pt x="390144" y="106679"/>
                </a:lnTo>
                <a:lnTo>
                  <a:pt x="402336" y="149351"/>
                </a:lnTo>
                <a:lnTo>
                  <a:pt x="402336" y="179831"/>
                </a:lnTo>
                <a:lnTo>
                  <a:pt x="396240" y="210312"/>
                </a:lnTo>
                <a:lnTo>
                  <a:pt x="387096" y="225551"/>
                </a:lnTo>
                <a:lnTo>
                  <a:pt x="381000" y="237743"/>
                </a:lnTo>
                <a:lnTo>
                  <a:pt x="371856" y="249935"/>
                </a:lnTo>
                <a:lnTo>
                  <a:pt x="359664" y="262127"/>
                </a:lnTo>
                <a:lnTo>
                  <a:pt x="347472" y="271271"/>
                </a:lnTo>
                <a:lnTo>
                  <a:pt x="332231" y="283463"/>
                </a:lnTo>
                <a:lnTo>
                  <a:pt x="316992" y="289559"/>
                </a:lnTo>
                <a:lnTo>
                  <a:pt x="301752" y="298703"/>
                </a:lnTo>
                <a:lnTo>
                  <a:pt x="265174" y="310895"/>
                </a:lnTo>
                <a:lnTo>
                  <a:pt x="228600" y="316991"/>
                </a:lnTo>
                <a:lnTo>
                  <a:pt x="289559" y="316991"/>
                </a:lnTo>
                <a:lnTo>
                  <a:pt x="307846" y="310895"/>
                </a:lnTo>
                <a:lnTo>
                  <a:pt x="323088" y="301751"/>
                </a:lnTo>
                <a:lnTo>
                  <a:pt x="341374" y="292607"/>
                </a:lnTo>
                <a:lnTo>
                  <a:pt x="353568" y="280415"/>
                </a:lnTo>
                <a:lnTo>
                  <a:pt x="368808" y="271271"/>
                </a:lnTo>
                <a:lnTo>
                  <a:pt x="381000" y="259079"/>
                </a:lnTo>
                <a:lnTo>
                  <a:pt x="399288" y="228600"/>
                </a:lnTo>
                <a:lnTo>
                  <a:pt x="411480" y="198119"/>
                </a:lnTo>
                <a:lnTo>
                  <a:pt x="414528" y="182879"/>
                </a:lnTo>
                <a:lnTo>
                  <a:pt x="417575" y="164591"/>
                </a:lnTo>
                <a:lnTo>
                  <a:pt x="414528" y="149351"/>
                </a:lnTo>
                <a:lnTo>
                  <a:pt x="411480" y="131063"/>
                </a:lnTo>
                <a:lnTo>
                  <a:pt x="390144" y="85343"/>
                </a:lnTo>
                <a:lnTo>
                  <a:pt x="338328" y="36575"/>
                </a:lnTo>
                <a:lnTo>
                  <a:pt x="307846" y="21335"/>
                </a:lnTo>
                <a:lnTo>
                  <a:pt x="289559" y="12191"/>
                </a:lnTo>
                <a:close/>
              </a:path>
              <a:path w="417830" h="329564">
                <a:moveTo>
                  <a:pt x="207264" y="0"/>
                </a:moveTo>
                <a:lnTo>
                  <a:pt x="185928" y="3047"/>
                </a:lnTo>
                <a:lnTo>
                  <a:pt x="228600" y="3047"/>
                </a:lnTo>
                <a:lnTo>
                  <a:pt x="207264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875788" y="4193033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967736" y="3739896"/>
            <a:ext cx="387350" cy="494030"/>
          </a:xfrm>
          <a:custGeom>
            <a:avLst/>
            <a:gdLst/>
            <a:ahLst/>
            <a:cxnLst/>
            <a:rect l="l" t="t" r="r" b="b"/>
            <a:pathLst>
              <a:path w="387350" h="494029">
                <a:moveTo>
                  <a:pt x="365759" y="0"/>
                </a:moveTo>
                <a:lnTo>
                  <a:pt x="0" y="478536"/>
                </a:lnTo>
                <a:lnTo>
                  <a:pt x="21335" y="493775"/>
                </a:lnTo>
                <a:lnTo>
                  <a:pt x="387095" y="18287"/>
                </a:lnTo>
                <a:lnTo>
                  <a:pt x="365759" y="0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8338311" y="3593592"/>
            <a:ext cx="2468880" cy="316753"/>
          </a:xfrm>
          <a:prstGeom prst="rect">
            <a:avLst/>
          </a:prstGeom>
          <a:solidFill>
            <a:srgbClr val="CDCDCD"/>
          </a:solidFill>
        </p:spPr>
        <p:txBody>
          <a:bodyPr vert="horz" wrap="square" lIns="0" tIns="39370" rIns="0" bIns="0" rtlCol="0">
            <a:spAutoFit/>
          </a:bodyPr>
          <a:lstStyle/>
          <a:p>
            <a:pPr marL="90805">
              <a:spcBef>
                <a:spcPts val="310"/>
              </a:spcBef>
            </a:pPr>
            <a:r>
              <a:rPr spc="-5" dirty="0">
                <a:latin typeface="Verdana"/>
                <a:cs typeface="Verdana"/>
              </a:rPr>
              <a:t>Queue =</a:t>
            </a:r>
            <a:r>
              <a:rPr spc="-60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{C,E,D,D}</a:t>
            </a:r>
            <a:endParaRPr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8940" y="880872"/>
            <a:ext cx="283400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DFS Search</a:t>
            </a:r>
            <a:r>
              <a:rPr sz="2400" b="1" spc="-7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69616" y="2054351"/>
            <a:ext cx="4590288" cy="32735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B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42019" y="2538985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D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90531" y="2548129"/>
            <a:ext cx="1651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E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C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91444" y="2538985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F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75533" y="27299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63741" y="2720848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5932" y="3415792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77156" y="34157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19372" y="4205224"/>
            <a:ext cx="1803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68852" y="498551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94860" y="4985512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75788" y="4193033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338312" y="3593592"/>
            <a:ext cx="2472055" cy="316753"/>
          </a:xfrm>
          <a:prstGeom prst="rect">
            <a:avLst/>
          </a:prstGeom>
          <a:solidFill>
            <a:srgbClr val="CDCDCD"/>
          </a:solidFill>
        </p:spPr>
        <p:txBody>
          <a:bodyPr vert="horz" wrap="square" lIns="0" tIns="39370" rIns="0" bIns="0" rtlCol="0">
            <a:spAutoFit/>
          </a:bodyPr>
          <a:lstStyle/>
          <a:p>
            <a:pPr marL="90805">
              <a:spcBef>
                <a:spcPts val="310"/>
              </a:spcBef>
            </a:pPr>
            <a:r>
              <a:rPr spc="-5" dirty="0">
                <a:latin typeface="Verdana"/>
                <a:cs typeface="Verdana"/>
              </a:rPr>
              <a:t>Queue =</a:t>
            </a:r>
            <a:r>
              <a:rPr spc="-35" dirty="0">
                <a:latin typeface="Verdana"/>
                <a:cs typeface="Verdana"/>
              </a:rPr>
              <a:t> </a:t>
            </a:r>
            <a:r>
              <a:rPr spc="-45" dirty="0">
                <a:latin typeface="Verdana"/>
                <a:cs typeface="Verdana"/>
              </a:rPr>
              <a:t>{D,F,D,D}</a:t>
            </a:r>
            <a:endParaRPr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8940" y="880872"/>
            <a:ext cx="283400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DFS Search</a:t>
            </a:r>
            <a:r>
              <a:rPr sz="2400" b="1" spc="-7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Tree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769616" y="2054351"/>
            <a:ext cx="4590288" cy="40264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475732" y="2041145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20152" y="1469136"/>
            <a:ext cx="3584448" cy="1356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04989" y="1911097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S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132819" y="1862329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G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72500" y="1432560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A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572244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B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542019" y="2538985"/>
            <a:ext cx="1905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D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90531" y="2548129"/>
            <a:ext cx="165100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E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23220" y="1432560"/>
            <a:ext cx="1784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dirty="0">
                <a:latin typeface="Times New Roman"/>
                <a:cs typeface="Times New Roman"/>
              </a:rPr>
              <a:t>C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91444" y="2538985"/>
            <a:ext cx="153035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pc="-5" dirty="0">
                <a:latin typeface="Times New Roman"/>
                <a:cs typeface="Times New Roman"/>
              </a:rPr>
              <a:t>F</a:t>
            </a:r>
            <a:endParaRPr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75533" y="27299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63741" y="2720848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5932" y="3415792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77156" y="341579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19372" y="4205224"/>
            <a:ext cx="18034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68852" y="4985512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594860" y="4985512"/>
            <a:ext cx="16637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5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875788" y="4193033"/>
            <a:ext cx="194310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113021" y="5726177"/>
            <a:ext cx="208279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000" spc="-10" dirty="0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338312" y="3593592"/>
            <a:ext cx="2258695" cy="316753"/>
          </a:xfrm>
          <a:prstGeom prst="rect">
            <a:avLst/>
          </a:prstGeom>
          <a:solidFill>
            <a:srgbClr val="CDCDCD"/>
          </a:solidFill>
        </p:spPr>
        <p:txBody>
          <a:bodyPr vert="horz" wrap="square" lIns="0" tIns="39370" rIns="0" bIns="0" rtlCol="0">
            <a:spAutoFit/>
          </a:bodyPr>
          <a:lstStyle/>
          <a:p>
            <a:pPr marL="90805">
              <a:spcBef>
                <a:spcPts val="310"/>
              </a:spcBef>
            </a:pPr>
            <a:r>
              <a:rPr spc="-5" dirty="0">
                <a:latin typeface="Verdana"/>
                <a:cs typeface="Verdana"/>
              </a:rPr>
              <a:t>Queue =</a:t>
            </a:r>
            <a:r>
              <a:rPr spc="-55" dirty="0">
                <a:latin typeface="Verdana"/>
                <a:cs typeface="Verdana"/>
              </a:rPr>
              <a:t> </a:t>
            </a:r>
            <a:r>
              <a:rPr spc="-10" dirty="0">
                <a:latin typeface="Verdana"/>
                <a:cs typeface="Verdana"/>
              </a:rPr>
              <a:t>{G,D,D}</a:t>
            </a:r>
            <a:endParaRPr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240" y="416402"/>
            <a:ext cx="9768523" cy="787558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Depth First Search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298700" y="1790700"/>
            <a:ext cx="9052560" cy="53644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01752" indent="-301752" defTabSz="1005840">
              <a:lnSpc>
                <a:spcPct val="80000"/>
              </a:lnSpc>
              <a:spcBef>
                <a:spcPts val="638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3080" dirty="0"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047241" y="1623062"/>
            <a:ext cx="9768523" cy="5230019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01752" indent="-301752" defTabSz="1005840">
              <a:spcBef>
                <a:spcPts val="638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60" dirty="0">
              <a:ea typeface="ＭＳ Ｐゴシック" pitchFamily="31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65200" y="1320963"/>
            <a:ext cx="12224010" cy="553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404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7240" y="131761"/>
            <a:ext cx="9768523" cy="787558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Depth First Search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2298700" y="1790700"/>
            <a:ext cx="9052560" cy="53644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01752" indent="-301752" defTabSz="1005840">
              <a:lnSpc>
                <a:spcPct val="80000"/>
              </a:lnSpc>
              <a:spcBef>
                <a:spcPts val="638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3080" dirty="0">
              <a:latin typeface="Times New Roman" pitchFamily="18" charset="0"/>
              <a:ea typeface="ＭＳ Ｐゴシック" pitchFamily="34" charset="-128"/>
              <a:cs typeface="Times New Roman" pitchFamily="18" charset="0"/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>
          <a:xfrm>
            <a:off x="2047241" y="1623062"/>
            <a:ext cx="9768523" cy="5230019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301752" indent="-301752" defTabSz="1005840">
              <a:spcBef>
                <a:spcPts val="638"/>
              </a:spcBef>
              <a:buClr>
                <a:schemeClr val="accent1"/>
              </a:buClr>
              <a:buSzPct val="85000"/>
              <a:buFont typeface="Wingdings" pitchFamily="2" charset="2"/>
              <a:buChar char="§"/>
              <a:defRPr/>
            </a:pPr>
            <a:endParaRPr lang="en-US" sz="2860" dirty="0">
              <a:ea typeface="ＭＳ Ｐゴシック" pitchFamily="31" charset="-12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04381" y="1086957"/>
            <a:ext cx="10733742" cy="60682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3B1856-B057-105C-5FED-22D6959A6249}"/>
              </a:ext>
            </a:extLst>
          </p:cNvPr>
          <p:cNvSpPr txBox="1"/>
          <p:nvPr/>
        </p:nvSpPr>
        <p:spPr>
          <a:xfrm>
            <a:off x="2176341" y="3797902"/>
            <a:ext cx="69057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In the worst case, DFS maintains </a:t>
            </a:r>
            <a:r>
              <a:rPr lang="en-US" sz="2800" i="1" dirty="0">
                <a:solidFill>
                  <a:srgbClr val="FF0000"/>
                </a:solidFill>
              </a:rPr>
              <a:t>b</a:t>
            </a:r>
            <a:r>
              <a:rPr lang="en-US" sz="2800" dirty="0"/>
              <a:t> nodes at each of </a:t>
            </a:r>
            <a:r>
              <a:rPr lang="en-US" sz="2800" i="1" dirty="0">
                <a:solidFill>
                  <a:srgbClr val="FF0000"/>
                </a:solidFill>
              </a:rPr>
              <a:t>m</a:t>
            </a:r>
            <a:r>
              <a:rPr lang="en-US" sz="2800" dirty="0"/>
              <a:t> depth levels on the frontier.</a:t>
            </a:r>
          </a:p>
        </p:txBody>
      </p:sp>
    </p:spTree>
    <p:extLst>
      <p:ext uri="{BB962C8B-B14F-4D97-AF65-F5344CB8AC3E}">
        <p14:creationId xmlns:p14="http://schemas.microsoft.com/office/powerpoint/2010/main" val="34756404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591868-FE30-7C98-954B-4681EECFA9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28600"/>
            <a:ext cx="10491638" cy="66499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F55325-EDC9-10C6-545F-0EB720E3809A}"/>
              </a:ext>
            </a:extLst>
          </p:cNvPr>
          <p:cNvSpPr txBox="1"/>
          <p:nvPr/>
        </p:nvSpPr>
        <p:spPr>
          <a:xfrm>
            <a:off x="2403550" y="6705600"/>
            <a:ext cx="66052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Execution time is  bigger problem than the Memory</a:t>
            </a:r>
          </a:p>
        </p:txBody>
      </p:sp>
    </p:spTree>
    <p:extLst>
      <p:ext uri="{BB962C8B-B14F-4D97-AF65-F5344CB8AC3E}">
        <p14:creationId xmlns:p14="http://schemas.microsoft.com/office/powerpoint/2010/main" val="2079537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84601" y="178782"/>
            <a:ext cx="5410199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b="1" spc="-5" dirty="0">
                <a:solidFill>
                  <a:srgbClr val="0000FF"/>
                </a:solidFill>
                <a:latin typeface="Verdana"/>
                <a:cs typeface="Verdana"/>
              </a:rPr>
              <a:t>Comparing DFS and</a:t>
            </a:r>
            <a:r>
              <a:rPr sz="2800" b="1" spc="-4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00FF"/>
                </a:solidFill>
                <a:latin typeface="Verdana"/>
                <a:cs typeface="Verdana"/>
              </a:rPr>
              <a:t>BFS</a:t>
            </a:r>
            <a:endParaRPr sz="2800" dirty="0">
              <a:latin typeface="Verdana"/>
              <a:cs typeface="Verdana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2DD57C3-950E-4E60-3C9E-2F2327EF1B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064526"/>
              </p:ext>
            </p:extLst>
          </p:nvPr>
        </p:nvGraphicFramePr>
        <p:xfrm>
          <a:off x="203200" y="762000"/>
          <a:ext cx="13335000" cy="5997357"/>
        </p:xfrm>
        <a:graphic>
          <a:graphicData uri="http://schemas.openxmlformats.org/drawingml/2006/table">
            <a:tbl>
              <a:tblPr/>
              <a:tblGrid>
                <a:gridCol w="2578100">
                  <a:extLst>
                    <a:ext uri="{9D8B030D-6E8A-4147-A177-3AD203B41FA5}">
                      <a16:colId xmlns:a16="http://schemas.microsoft.com/office/drawing/2014/main" val="4217788064"/>
                    </a:ext>
                  </a:extLst>
                </a:gridCol>
                <a:gridCol w="6100280">
                  <a:extLst>
                    <a:ext uri="{9D8B030D-6E8A-4147-A177-3AD203B41FA5}">
                      <a16:colId xmlns:a16="http://schemas.microsoft.com/office/drawing/2014/main" val="1397704074"/>
                    </a:ext>
                  </a:extLst>
                </a:gridCol>
                <a:gridCol w="4656620">
                  <a:extLst>
                    <a:ext uri="{9D8B030D-6E8A-4147-A177-3AD203B41FA5}">
                      <a16:colId xmlns:a16="http://schemas.microsoft.com/office/drawing/2014/main" val="3208415265"/>
                    </a:ext>
                  </a:extLst>
                </a:gridCol>
              </a:tblGrid>
              <a:tr h="511375">
                <a:tc>
                  <a:txBody>
                    <a:bodyPr/>
                    <a:lstStyle/>
                    <a:p>
                      <a:pPr fontAlgn="b"/>
                      <a:r>
                        <a:rPr lang="en-US" sz="2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Aspect</a:t>
                      </a:r>
                    </a:p>
                  </a:txBody>
                  <a:tcPr marL="58557" marR="58557" marT="29278" marB="29278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4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Depth-First Search (DFS)</a:t>
                      </a:r>
                    </a:p>
                  </a:txBody>
                  <a:tcPr marL="58557" marR="58557" marT="29278" marB="29278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US" sz="2400" b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Breadth-First Search (BFS)</a:t>
                      </a:r>
                    </a:p>
                  </a:txBody>
                  <a:tcPr marL="58557" marR="58557" marT="29278" marB="29278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27753"/>
                  </a:ext>
                </a:extLst>
              </a:tr>
              <a:tr h="1099756">
                <a:tc>
                  <a:txBody>
                    <a:bodyPr/>
                    <a:lstStyle/>
                    <a:p>
                      <a:pPr fontAlgn="base"/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Strategy</a:t>
                      </a:r>
                    </a:p>
                  </a:txBody>
                  <a:tcPr marL="58557" marR="58557" marT="29278" marB="29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Explores as far as possible along each branch before backtracking</a:t>
                      </a:r>
                    </a:p>
                  </a:txBody>
                  <a:tcPr marL="58557" marR="58557" marT="29278" marB="29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Explores all nodes at current depth before moving to the next level</a:t>
                      </a:r>
                    </a:p>
                  </a:txBody>
                  <a:tcPr marL="58557" marR="58557" marT="29278" marB="29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882774"/>
                  </a:ext>
                </a:extLst>
              </a:tr>
              <a:tr h="757522">
                <a:tc>
                  <a:txBody>
                    <a:bodyPr/>
                    <a:lstStyle/>
                    <a:p>
                      <a:pPr fontAlgn="base"/>
                      <a:r>
                        <a:rPr lang="en-US" sz="2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Completeness</a:t>
                      </a:r>
                    </a:p>
                  </a:txBody>
                  <a:tcPr marL="58557" marR="58557" marT="29278" marB="29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Incomplete if cycles exist; may get stuck in infinite loops</a:t>
                      </a:r>
                    </a:p>
                  </a:txBody>
                  <a:tcPr marL="58557" marR="58557" marT="29278" marB="29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Complete, always finds the shortest path if one exists</a:t>
                      </a:r>
                    </a:p>
                  </a:txBody>
                  <a:tcPr marL="58557" marR="58557" marT="29278" marB="29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208587"/>
                  </a:ext>
                </a:extLst>
              </a:tr>
              <a:tr h="949697">
                <a:tc>
                  <a:txBody>
                    <a:bodyPr/>
                    <a:lstStyle/>
                    <a:p>
                      <a:pPr fontAlgn="base"/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Optimality</a:t>
                      </a:r>
                    </a:p>
                  </a:txBody>
                  <a:tcPr marL="58557" marR="58557" marT="29278" marB="29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Non-optimal; finds the "leftmost" solution without considering costs</a:t>
                      </a:r>
                    </a:p>
                  </a:txBody>
                  <a:tcPr marL="58557" marR="58557" marT="29278" marB="29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Optimal; guarantees the shortest path</a:t>
                      </a:r>
                    </a:p>
                  </a:txBody>
                  <a:tcPr marL="58557" marR="58557" marT="29278" marB="29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549922"/>
                  </a:ext>
                </a:extLst>
              </a:tr>
              <a:tr h="1099756">
                <a:tc>
                  <a:txBody>
                    <a:bodyPr/>
                    <a:lstStyle/>
                    <a:p>
                      <a:pPr fontAlgn="base"/>
                      <a:r>
                        <a:rPr lang="en-US" sz="2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Time Complexity</a:t>
                      </a:r>
                    </a:p>
                  </a:txBody>
                  <a:tcPr marL="58557" marR="58557" marT="29278" marB="29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O(b</a:t>
                      </a:r>
                      <a:r>
                        <a:rPr lang="en-US" sz="2400" baseline="30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m</a:t>
                      </a: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), where 'b' is the branching factor and 'm' is the maximum depth</a:t>
                      </a:r>
                    </a:p>
                  </a:txBody>
                  <a:tcPr marL="58557" marR="58557" marT="29278" marB="29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O(b</a:t>
                      </a:r>
                      <a:r>
                        <a:rPr lang="en-US" sz="2400" baseline="30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</a:t>
                      </a: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), where 'b' is the branching factor and 'd' is the depth</a:t>
                      </a:r>
                    </a:p>
                  </a:txBody>
                  <a:tcPr marL="58557" marR="58557" marT="29278" marB="29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130422"/>
                  </a:ext>
                </a:extLst>
              </a:tr>
              <a:tr h="1099756">
                <a:tc>
                  <a:txBody>
                    <a:bodyPr/>
                    <a:lstStyle/>
                    <a:p>
                      <a:pPr fontAlgn="base"/>
                      <a:r>
                        <a:rPr lang="en-US" sz="2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Space Complexity</a:t>
                      </a:r>
                    </a:p>
                  </a:txBody>
                  <a:tcPr marL="58557" marR="58557" marT="29278" marB="29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O(bm), where 'b' is the branching factor and 'm' is the maximum depth</a:t>
                      </a:r>
                    </a:p>
                  </a:txBody>
                  <a:tcPr marL="58557" marR="58557" marT="29278" marB="29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O(b</a:t>
                      </a:r>
                      <a:r>
                        <a:rPr lang="en-US" sz="2400" baseline="30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d</a:t>
                      </a:r>
                      <a:r>
                        <a:rPr lang="en-US" sz="24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</a:rPr>
                        <a:t>), where 'b' is the branching factor and 'd' is the depth</a:t>
                      </a:r>
                    </a:p>
                  </a:txBody>
                  <a:tcPr marL="58557" marR="58557" marT="29278" marB="2927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13756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A8454-2673-2589-75C5-63DF4EC91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000" y="1085433"/>
            <a:ext cx="12953999" cy="603242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The  failure of depth-first search in infinite state spaces can be alleviated by supplying depth-first search with a predetermined depth limit</a:t>
            </a:r>
            <a:r>
              <a:rPr lang="en-US" sz="2800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</a:t>
            </a:r>
            <a:r>
              <a:rPr lang="en-US" sz="28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l</a:t>
            </a:r>
            <a:r>
              <a:rPr lang="en-US" sz="2800" i="1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i="1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That is, nodes at depth </a:t>
            </a:r>
            <a:r>
              <a:rPr lang="en-US" sz="2800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l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are treated as if they have no successors. This approach is called depth-limited 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i="1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i="1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Sometimes, depth limits can be based on knowledge of the problem. </a:t>
            </a:r>
          </a:p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   </a:t>
            </a:r>
          </a:p>
          <a:p>
            <a:pPr algn="l"/>
            <a:endParaRPr lang="en-US" sz="2800" dirty="0"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2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For example, on the map of Romania there are 20 cities. Therefore, we know that if there is a solution, it must be of length </a:t>
            </a:r>
            <a:r>
              <a:rPr lang="en-US" sz="2800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l = </a:t>
            </a:r>
            <a:r>
              <a:rPr lang="en-US" sz="28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19 at the longest, so = 19 is a possible choice.</a:t>
            </a:r>
            <a:endParaRPr lang="en-US" sz="2800" i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FE9EAA0-23C6-BE58-58D0-E89021B5DC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70201" y="228600"/>
            <a:ext cx="8931275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l" rtl="0"/>
            <a:r>
              <a:rPr lang="en-US" sz="3600" b="1" kern="1200" spc="-5" dirty="0">
                <a:solidFill>
                  <a:srgbClr val="0000FF"/>
                </a:solidFill>
                <a:latin typeface="Verdana"/>
                <a:ea typeface="+mn-ea"/>
              </a:rPr>
              <a:t>Depth-limited search</a:t>
            </a:r>
            <a:endParaRPr sz="3600" b="1" kern="1200" spc="-5" dirty="0">
              <a:solidFill>
                <a:srgbClr val="0000FF"/>
              </a:solidFill>
              <a:latin typeface="Verdan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839373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96C10-1AEA-C482-2A6A-DED1BAC8F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426E6C5-E326-0800-1B18-C23CB77AFB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94000" y="152400"/>
            <a:ext cx="807720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/>
            <a:r>
              <a:rPr sz="3200" b="1" dirty="0">
                <a:solidFill>
                  <a:srgbClr val="0000FF"/>
                </a:solidFill>
                <a:latin typeface="Verdana"/>
                <a:cs typeface="Verdana"/>
              </a:rPr>
              <a:t>Iterative </a:t>
            </a:r>
            <a:r>
              <a:rPr sz="3200" b="1" spc="-10" dirty="0">
                <a:solidFill>
                  <a:srgbClr val="0000FF"/>
                </a:solidFill>
                <a:latin typeface="Verdana"/>
                <a:cs typeface="Verdana"/>
              </a:rPr>
              <a:t>Deepening </a:t>
            </a:r>
            <a:r>
              <a:rPr sz="3200" b="1" spc="-5" dirty="0">
                <a:solidFill>
                  <a:srgbClr val="0000FF"/>
                </a:solidFill>
                <a:latin typeface="Verdana"/>
                <a:cs typeface="Verdana"/>
              </a:rPr>
              <a:t>Search</a:t>
            </a:r>
            <a:r>
              <a:rPr sz="3200" b="1" spc="4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00FF"/>
                </a:solidFill>
                <a:latin typeface="Verdana"/>
                <a:cs typeface="Verdana"/>
              </a:rPr>
              <a:t>(IDS)</a:t>
            </a:r>
            <a:endParaRPr sz="3200" dirty="0">
              <a:latin typeface="Verdana"/>
              <a:cs typeface="Verdan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8878029-918B-E5CE-2ADD-B7EA738C5434}"/>
              </a:ext>
            </a:extLst>
          </p:cNvPr>
          <p:cNvSpPr txBox="1"/>
          <p:nvPr/>
        </p:nvSpPr>
        <p:spPr>
          <a:xfrm>
            <a:off x="279400" y="963605"/>
            <a:ext cx="13030200" cy="63991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marR="5080" indent="-344170">
              <a:buChar char="•"/>
              <a:tabLst>
                <a:tab pos="357505" algn="l"/>
              </a:tabLst>
            </a:pPr>
            <a:r>
              <a:rPr sz="3600" dirty="0">
                <a:latin typeface="Verdana"/>
                <a:cs typeface="Verdana"/>
              </a:rPr>
              <a:t>Run </a:t>
            </a:r>
            <a:r>
              <a:rPr sz="3600" spc="5" dirty="0">
                <a:latin typeface="Verdana"/>
                <a:cs typeface="Verdana"/>
              </a:rPr>
              <a:t>multiple </a:t>
            </a:r>
            <a:r>
              <a:rPr sz="3600" dirty="0">
                <a:solidFill>
                  <a:srgbClr val="FF0000"/>
                </a:solidFill>
                <a:latin typeface="Verdana"/>
                <a:cs typeface="Verdana"/>
              </a:rPr>
              <a:t>DFS </a:t>
            </a:r>
            <a:r>
              <a:rPr sz="3600" spc="5" dirty="0">
                <a:solidFill>
                  <a:srgbClr val="FF0000"/>
                </a:solidFill>
                <a:latin typeface="Verdana"/>
                <a:cs typeface="Verdana"/>
              </a:rPr>
              <a:t>searches</a:t>
            </a:r>
            <a:r>
              <a:rPr sz="3600" spc="-1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600" spc="10" dirty="0">
                <a:latin typeface="Verdana"/>
                <a:cs typeface="Verdana"/>
              </a:rPr>
              <a:t>with  </a:t>
            </a:r>
            <a:r>
              <a:rPr sz="3600" spc="5" dirty="0">
                <a:solidFill>
                  <a:srgbClr val="FF0000"/>
                </a:solidFill>
                <a:latin typeface="Verdana"/>
                <a:cs typeface="Verdana"/>
              </a:rPr>
              <a:t>increasing</a:t>
            </a:r>
            <a:r>
              <a:rPr sz="3600" spc="-1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600" spc="5" dirty="0">
                <a:solidFill>
                  <a:srgbClr val="FF0000"/>
                </a:solidFill>
                <a:latin typeface="Verdana"/>
                <a:cs typeface="Verdana"/>
              </a:rPr>
              <a:t>depth-limits</a:t>
            </a:r>
            <a:r>
              <a:rPr lang="en-US" sz="3600" spc="5" dirty="0">
                <a:solidFill>
                  <a:srgbClr val="FF0000"/>
                </a:solidFill>
                <a:latin typeface="Verdana"/>
                <a:cs typeface="Verdana"/>
              </a:rPr>
              <a:t>.</a:t>
            </a:r>
          </a:p>
          <a:p>
            <a:pPr marL="356870" marR="5080" indent="-344170">
              <a:buChar char="•"/>
              <a:tabLst>
                <a:tab pos="357505" algn="l"/>
              </a:tabLst>
            </a:pPr>
            <a:endParaRPr lang="en-US" sz="3600" spc="5" dirty="0">
              <a:solidFill>
                <a:srgbClr val="FF0000"/>
              </a:solidFill>
              <a:latin typeface="Verdana"/>
              <a:cs typeface="Verdana"/>
            </a:endParaRPr>
          </a:p>
          <a:p>
            <a:pPr marL="356870" marR="5080" indent="-344170">
              <a:buChar char="•"/>
              <a:tabLst>
                <a:tab pos="357505" algn="l"/>
              </a:tabLst>
            </a:pPr>
            <a:r>
              <a:rPr lang="en-US" sz="3600" dirty="0"/>
              <a:t>It does this by gradually increasing the limit—first 0, then 1, then 2, and so on—until a goal is found.</a:t>
            </a:r>
            <a:endParaRPr sz="3600" dirty="0">
              <a:latin typeface="Verdana"/>
              <a:cs typeface="Verdana"/>
            </a:endParaRPr>
          </a:p>
          <a:p>
            <a:pPr>
              <a:spcBef>
                <a:spcPts val="45"/>
              </a:spcBef>
              <a:buFont typeface="Verdana"/>
              <a:buChar char="•"/>
            </a:pPr>
            <a:endParaRPr sz="4800" dirty="0">
              <a:latin typeface="Times New Roman"/>
              <a:cs typeface="Times New Roman"/>
            </a:endParaRPr>
          </a:p>
          <a:p>
            <a:pPr marL="356870" indent="-344170">
              <a:buChar char="•"/>
              <a:tabLst>
                <a:tab pos="357505" algn="l"/>
              </a:tabLst>
            </a:pPr>
            <a:r>
              <a:rPr sz="3600" dirty="0">
                <a:latin typeface="Verdana"/>
                <a:cs typeface="Verdana"/>
              </a:rPr>
              <a:t>Iterative </a:t>
            </a:r>
            <a:r>
              <a:rPr sz="3600" spc="5" dirty="0">
                <a:latin typeface="Verdana"/>
                <a:cs typeface="Verdana"/>
              </a:rPr>
              <a:t>deepening</a:t>
            </a:r>
            <a:r>
              <a:rPr sz="3600" spc="-155" dirty="0">
                <a:latin typeface="Verdana"/>
                <a:cs typeface="Verdana"/>
              </a:rPr>
              <a:t> </a:t>
            </a:r>
            <a:r>
              <a:rPr sz="3600" dirty="0">
                <a:latin typeface="Verdana"/>
                <a:cs typeface="Verdana"/>
              </a:rPr>
              <a:t>search</a:t>
            </a:r>
          </a:p>
          <a:p>
            <a:pPr marL="469900">
              <a:spcBef>
                <a:spcPts val="660"/>
              </a:spcBef>
              <a:tabLst>
                <a:tab pos="817244" algn="l"/>
              </a:tabLst>
            </a:pPr>
            <a:r>
              <a:rPr sz="2400" spc="-5" dirty="0">
                <a:latin typeface="Wingdings"/>
                <a:cs typeface="Wingdings"/>
              </a:rPr>
              <a:t></a:t>
            </a:r>
            <a:r>
              <a:rPr sz="2400" spc="-5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Verdana"/>
                <a:cs typeface="Verdana"/>
              </a:rPr>
              <a:t>L </a:t>
            </a:r>
            <a:r>
              <a:rPr sz="2400" spc="-5" dirty="0">
                <a:latin typeface="Verdana"/>
                <a:cs typeface="Verdana"/>
              </a:rPr>
              <a:t>=</a:t>
            </a:r>
            <a:r>
              <a:rPr sz="2400" spc="-10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1</a:t>
            </a:r>
          </a:p>
          <a:p>
            <a:pPr marL="817244" lvl="1" indent="-347345">
              <a:spcBef>
                <a:spcPts val="980"/>
              </a:spcBef>
              <a:buFont typeface="Wingdings"/>
              <a:buChar char=""/>
              <a:tabLst>
                <a:tab pos="817244" algn="l"/>
                <a:tab pos="817880" algn="l"/>
              </a:tabLst>
            </a:pPr>
            <a:r>
              <a:rPr sz="2400" spc="-5" dirty="0">
                <a:latin typeface="Verdana"/>
                <a:cs typeface="Verdana"/>
              </a:rPr>
              <a:t>While </a:t>
            </a:r>
            <a:r>
              <a:rPr sz="2400" spc="-10" dirty="0">
                <a:latin typeface="Verdana"/>
                <a:cs typeface="Verdana"/>
              </a:rPr>
              <a:t>no </a:t>
            </a:r>
            <a:r>
              <a:rPr sz="2400" dirty="0">
                <a:latin typeface="Verdana"/>
                <a:cs typeface="Verdana"/>
              </a:rPr>
              <a:t>solution,</a:t>
            </a:r>
            <a:r>
              <a:rPr sz="2400" spc="-7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do</a:t>
            </a:r>
          </a:p>
          <a:p>
            <a:pPr marL="926465" marR="861060">
              <a:lnSpc>
                <a:spcPts val="3140"/>
              </a:lnSpc>
              <a:spcBef>
                <a:spcPts val="245"/>
              </a:spcBef>
            </a:pPr>
            <a:r>
              <a:rPr sz="2400" b="1" spc="-5" dirty="0">
                <a:latin typeface="Verdana"/>
                <a:cs typeface="Verdana"/>
              </a:rPr>
              <a:t>DFS </a:t>
            </a:r>
            <a:r>
              <a:rPr sz="2400" dirty="0">
                <a:latin typeface="Verdana"/>
                <a:cs typeface="Verdana"/>
              </a:rPr>
              <a:t>from initial state </a:t>
            </a:r>
            <a:r>
              <a:rPr sz="2400" i="1" spc="5" dirty="0">
                <a:latin typeface="Times New Roman"/>
                <a:cs typeface="Times New Roman"/>
              </a:rPr>
              <a:t>S</a:t>
            </a:r>
            <a:r>
              <a:rPr sz="2400" spc="7" baseline="-20833" dirty="0">
                <a:latin typeface="Times New Roman"/>
                <a:cs typeface="Times New Roman"/>
              </a:rPr>
              <a:t>0 </a:t>
            </a:r>
            <a:r>
              <a:rPr sz="2400" spc="-5" dirty="0">
                <a:latin typeface="Verdana"/>
                <a:cs typeface="Verdana"/>
              </a:rPr>
              <a:t>with cutoff </a:t>
            </a:r>
            <a:r>
              <a:rPr sz="2400" dirty="0">
                <a:latin typeface="Verdana"/>
                <a:cs typeface="Verdana"/>
              </a:rPr>
              <a:t>L  </a:t>
            </a:r>
            <a:r>
              <a:rPr sz="2400" spc="-10" dirty="0">
                <a:latin typeface="Verdana"/>
                <a:cs typeface="Verdana"/>
              </a:rPr>
              <a:t>If found</a:t>
            </a:r>
            <a:r>
              <a:rPr sz="2400" dirty="0">
                <a:latin typeface="Verdana"/>
                <a:cs typeface="Verdana"/>
              </a:rPr>
              <a:t> goal,</a:t>
            </a:r>
          </a:p>
          <a:p>
            <a:pPr marL="926465">
              <a:spcBef>
                <a:spcPts val="690"/>
              </a:spcBef>
            </a:pPr>
            <a:r>
              <a:rPr sz="2400" dirty="0">
                <a:latin typeface="Verdana"/>
                <a:cs typeface="Verdana"/>
              </a:rPr>
              <a:t>stop </a:t>
            </a:r>
            <a:r>
              <a:rPr sz="2400" spc="-5" dirty="0">
                <a:latin typeface="Verdana"/>
                <a:cs typeface="Verdana"/>
              </a:rPr>
              <a:t>and </a:t>
            </a:r>
            <a:r>
              <a:rPr sz="2400" dirty="0">
                <a:latin typeface="Verdana"/>
                <a:cs typeface="Verdana"/>
              </a:rPr>
              <a:t>return</a:t>
            </a:r>
            <a:r>
              <a:rPr sz="2400" spc="-8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solution,</a:t>
            </a:r>
          </a:p>
          <a:p>
            <a:pPr marL="926465">
              <a:spcBef>
                <a:spcPts val="980"/>
              </a:spcBef>
            </a:pPr>
            <a:r>
              <a:rPr sz="2400" dirty="0">
                <a:latin typeface="Verdana"/>
                <a:cs typeface="Verdana"/>
              </a:rPr>
              <a:t>else, </a:t>
            </a:r>
            <a:r>
              <a:rPr sz="2400" spc="-5" dirty="0">
                <a:latin typeface="Verdana"/>
                <a:cs typeface="Verdana"/>
              </a:rPr>
              <a:t>increment </a:t>
            </a:r>
            <a:r>
              <a:rPr sz="2400" dirty="0">
                <a:latin typeface="Verdana"/>
                <a:cs typeface="Verdana"/>
              </a:rPr>
              <a:t>depth limit</a:t>
            </a:r>
            <a:r>
              <a:rPr sz="2400" spc="-5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L</a:t>
            </a:r>
          </a:p>
        </p:txBody>
      </p:sp>
    </p:spTree>
    <p:extLst>
      <p:ext uri="{BB962C8B-B14F-4D97-AF65-F5344CB8AC3E}">
        <p14:creationId xmlns:p14="http://schemas.microsoft.com/office/powerpoint/2010/main" val="2585847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FDE59-924E-CA15-A3CB-9F00E33BB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CE8EBD9-C092-85F3-EEE0-A63D598FAE0F}"/>
              </a:ext>
            </a:extLst>
          </p:cNvPr>
          <p:cNvSpPr txBox="1"/>
          <p:nvPr/>
        </p:nvSpPr>
        <p:spPr>
          <a:xfrm>
            <a:off x="2946400" y="228600"/>
            <a:ext cx="7007861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b="1" spc="-10" dirty="0">
                <a:solidFill>
                  <a:srgbClr val="0000FF"/>
                </a:solidFill>
                <a:latin typeface="Verdana"/>
                <a:cs typeface="Verdana"/>
              </a:rPr>
              <a:t>Iterative deepening </a:t>
            </a:r>
            <a:r>
              <a:rPr sz="2800" b="1" spc="-15" dirty="0">
                <a:solidFill>
                  <a:srgbClr val="0000FF"/>
                </a:solidFill>
                <a:latin typeface="Verdana"/>
                <a:cs typeface="Verdana"/>
              </a:rPr>
              <a:t>search</a:t>
            </a:r>
            <a:r>
              <a:rPr sz="2800" b="1" spc="15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800" b="1" i="1" spc="-10" dirty="0">
                <a:solidFill>
                  <a:srgbClr val="0000FF"/>
                </a:solidFill>
                <a:latin typeface="Verdana"/>
                <a:cs typeface="Verdana"/>
              </a:rPr>
              <a:t>L</a:t>
            </a:r>
            <a:r>
              <a:rPr sz="2800" b="1" spc="-10" dirty="0">
                <a:solidFill>
                  <a:srgbClr val="0000FF"/>
                </a:solidFill>
                <a:latin typeface="Verdana"/>
                <a:cs typeface="Verdana"/>
              </a:rPr>
              <a:t>=0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7B8735F-AEF0-4058-8221-493EFA486157}"/>
              </a:ext>
            </a:extLst>
          </p:cNvPr>
          <p:cNvSpPr/>
          <p:nvPr/>
        </p:nvSpPr>
        <p:spPr>
          <a:xfrm>
            <a:off x="3098800" y="2115310"/>
            <a:ext cx="9144000" cy="48950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441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87286-F381-4DB5-29D1-7B6A5864A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5CDBD80-E1FA-A920-889F-3ABE61D03658}"/>
              </a:ext>
            </a:extLst>
          </p:cNvPr>
          <p:cNvSpPr txBox="1"/>
          <p:nvPr/>
        </p:nvSpPr>
        <p:spPr>
          <a:xfrm>
            <a:off x="2870200" y="304800"/>
            <a:ext cx="7465062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b="1" spc="-10" dirty="0">
                <a:solidFill>
                  <a:srgbClr val="0000FF"/>
                </a:solidFill>
                <a:latin typeface="Verdana"/>
                <a:cs typeface="Verdana"/>
              </a:rPr>
              <a:t>Iterative deepening </a:t>
            </a:r>
            <a:r>
              <a:rPr sz="2800" b="1" spc="-15" dirty="0">
                <a:solidFill>
                  <a:srgbClr val="0000FF"/>
                </a:solidFill>
                <a:latin typeface="Verdana"/>
                <a:cs typeface="Verdana"/>
              </a:rPr>
              <a:t>search</a:t>
            </a:r>
            <a:r>
              <a:rPr sz="2800" b="1" spc="15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800" b="1" i="1" spc="-10" dirty="0">
                <a:solidFill>
                  <a:srgbClr val="0000FF"/>
                </a:solidFill>
                <a:latin typeface="Verdana"/>
                <a:cs typeface="Verdana"/>
              </a:rPr>
              <a:t>L</a:t>
            </a:r>
            <a:r>
              <a:rPr sz="2800" b="1" spc="-10" dirty="0">
                <a:solidFill>
                  <a:srgbClr val="0000FF"/>
                </a:solidFill>
                <a:latin typeface="Verdana"/>
                <a:cs typeface="Verdana"/>
              </a:rPr>
              <a:t>=1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0D21120-2F08-4140-1AC7-0D2E67860C5F}"/>
              </a:ext>
            </a:extLst>
          </p:cNvPr>
          <p:cNvSpPr/>
          <p:nvPr/>
        </p:nvSpPr>
        <p:spPr>
          <a:xfrm>
            <a:off x="3098800" y="2115310"/>
            <a:ext cx="8839200" cy="48188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27379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D0D50-019F-F3CE-3C7A-72F6D7361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E0FF4AF-840B-50A2-FB53-B9C931B84855}"/>
              </a:ext>
            </a:extLst>
          </p:cNvPr>
          <p:cNvSpPr txBox="1"/>
          <p:nvPr/>
        </p:nvSpPr>
        <p:spPr>
          <a:xfrm>
            <a:off x="2870200" y="381000"/>
            <a:ext cx="8760461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b="1" spc="-10" dirty="0">
                <a:solidFill>
                  <a:srgbClr val="0000FF"/>
                </a:solidFill>
                <a:latin typeface="Verdana"/>
                <a:cs typeface="Verdana"/>
              </a:rPr>
              <a:t>Iterative deepening </a:t>
            </a:r>
            <a:r>
              <a:rPr sz="2800" b="1" spc="-15" dirty="0">
                <a:solidFill>
                  <a:srgbClr val="0000FF"/>
                </a:solidFill>
                <a:latin typeface="Verdana"/>
                <a:cs typeface="Verdana"/>
              </a:rPr>
              <a:t>search</a:t>
            </a:r>
            <a:r>
              <a:rPr sz="2800" b="1" spc="15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800" b="1" i="1" spc="-10" dirty="0">
                <a:solidFill>
                  <a:srgbClr val="0000FF"/>
                </a:solidFill>
                <a:latin typeface="Verdana"/>
                <a:cs typeface="Verdana"/>
              </a:rPr>
              <a:t>L</a:t>
            </a:r>
            <a:r>
              <a:rPr sz="2800" b="1" spc="-10" dirty="0">
                <a:solidFill>
                  <a:srgbClr val="0000FF"/>
                </a:solidFill>
                <a:latin typeface="Verdana"/>
                <a:cs typeface="Verdana"/>
              </a:rPr>
              <a:t>=2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F5CF1511-85E8-275C-6E3E-9928853A21F3}"/>
              </a:ext>
            </a:extLst>
          </p:cNvPr>
          <p:cNvSpPr/>
          <p:nvPr/>
        </p:nvSpPr>
        <p:spPr>
          <a:xfrm>
            <a:off x="3098800" y="2112264"/>
            <a:ext cx="8915400" cy="47457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65805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B63F1-2913-70C1-E601-692F5C9A1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12F1E50-F6E8-D0DC-6382-FEAB18D0006C}"/>
              </a:ext>
            </a:extLst>
          </p:cNvPr>
          <p:cNvSpPr txBox="1"/>
          <p:nvPr/>
        </p:nvSpPr>
        <p:spPr>
          <a:xfrm>
            <a:off x="2870200" y="228600"/>
            <a:ext cx="7465060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800" b="1" spc="-10" dirty="0">
                <a:solidFill>
                  <a:srgbClr val="0000FF"/>
                </a:solidFill>
                <a:latin typeface="Verdana"/>
                <a:cs typeface="Verdana"/>
              </a:rPr>
              <a:t>Iterative Deepening Search</a:t>
            </a:r>
            <a:r>
              <a:rPr sz="2800" b="1" spc="13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800" b="1" i="1" spc="-10" dirty="0">
                <a:solidFill>
                  <a:srgbClr val="0000FF"/>
                </a:solidFill>
                <a:latin typeface="Verdana"/>
                <a:cs typeface="Verdana"/>
              </a:rPr>
              <a:t>L</a:t>
            </a:r>
            <a:r>
              <a:rPr sz="2800" b="1" spc="-10" dirty="0">
                <a:solidFill>
                  <a:srgbClr val="0000FF"/>
                </a:solidFill>
                <a:latin typeface="Verdana"/>
                <a:cs typeface="Verdana"/>
              </a:rPr>
              <a:t>=3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7FCA684-A614-60B6-EB44-9B269CFCF373}"/>
              </a:ext>
            </a:extLst>
          </p:cNvPr>
          <p:cNvSpPr/>
          <p:nvPr/>
        </p:nvSpPr>
        <p:spPr>
          <a:xfrm>
            <a:off x="3098800" y="2115310"/>
            <a:ext cx="8915400" cy="4590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481261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E8BE4-C7F7-046F-B8A7-471E1A2B4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506FBD3-9592-D63C-3720-8394C9AD1DF0}"/>
              </a:ext>
            </a:extLst>
          </p:cNvPr>
          <p:cNvSpPr/>
          <p:nvPr/>
        </p:nvSpPr>
        <p:spPr>
          <a:xfrm>
            <a:off x="2565400" y="1667255"/>
            <a:ext cx="8604504" cy="39715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9B67F0E-481C-6EBF-DBFD-4982C0F89C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2600" y="304800"/>
            <a:ext cx="6245860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200" b="1" dirty="0">
                <a:solidFill>
                  <a:srgbClr val="0000FF"/>
                </a:solidFill>
                <a:latin typeface="Verdana"/>
                <a:cs typeface="Verdana"/>
              </a:rPr>
              <a:t>Iterative </a:t>
            </a:r>
            <a:r>
              <a:rPr sz="3200" b="1" spc="-10" dirty="0">
                <a:solidFill>
                  <a:srgbClr val="0000FF"/>
                </a:solidFill>
                <a:latin typeface="Verdana"/>
                <a:cs typeface="Verdana"/>
              </a:rPr>
              <a:t>deepening</a:t>
            </a:r>
            <a:r>
              <a:rPr sz="3200" b="1" spc="-1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3200" b="1" spc="-5" dirty="0">
                <a:solidFill>
                  <a:srgbClr val="0000FF"/>
                </a:solidFill>
                <a:latin typeface="Verdana"/>
                <a:cs typeface="Verdana"/>
              </a:rPr>
              <a:t>search</a:t>
            </a:r>
            <a:endParaRPr sz="32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5565159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26AA4-7FFE-8277-11EE-3E4E1DD7A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84EB285-3F55-8F84-30B2-2878EAD407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5138" y="333680"/>
            <a:ext cx="8760462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b="1" spc="-5" dirty="0">
                <a:solidFill>
                  <a:srgbClr val="0000FF"/>
                </a:solidFill>
                <a:latin typeface="Verdana"/>
                <a:cs typeface="Verdana"/>
              </a:rPr>
              <a:t>Properties </a:t>
            </a:r>
            <a:r>
              <a:rPr b="1" dirty="0">
                <a:solidFill>
                  <a:srgbClr val="0000FF"/>
                </a:solidFill>
                <a:latin typeface="Verdana"/>
                <a:cs typeface="Verdana"/>
              </a:rPr>
              <a:t>of Iterative </a:t>
            </a:r>
            <a:r>
              <a:rPr b="1" spc="-10" dirty="0">
                <a:solidFill>
                  <a:srgbClr val="0000FF"/>
                </a:solidFill>
                <a:latin typeface="Verdana"/>
                <a:cs typeface="Verdana"/>
              </a:rPr>
              <a:t>Deepening</a:t>
            </a:r>
            <a:r>
              <a:rPr b="1" spc="70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b="1" spc="-5" dirty="0">
                <a:solidFill>
                  <a:srgbClr val="0000FF"/>
                </a:solidFill>
                <a:latin typeface="Verdana"/>
                <a:cs typeface="Verdana"/>
              </a:rPr>
              <a:t>Search</a:t>
            </a:r>
            <a:endParaRPr dirty="0">
              <a:latin typeface="Verdana"/>
              <a:cs typeface="Verdan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51DB1AA-51D2-1EE9-E097-97457768B30F}"/>
              </a:ext>
            </a:extLst>
          </p:cNvPr>
          <p:cNvSpPr txBox="1"/>
          <p:nvPr/>
        </p:nvSpPr>
        <p:spPr>
          <a:xfrm>
            <a:off x="660400" y="1295400"/>
            <a:ext cx="12801600" cy="51282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indent="-344170">
              <a:buChar char="•"/>
              <a:tabLst>
                <a:tab pos="356870" algn="l"/>
                <a:tab pos="357505" algn="l"/>
              </a:tabLst>
            </a:pPr>
            <a:r>
              <a:rPr sz="2800" spc="-5" dirty="0">
                <a:latin typeface="Verdana"/>
                <a:cs typeface="Verdana"/>
              </a:rPr>
              <a:t>Space complexity </a:t>
            </a:r>
            <a:r>
              <a:rPr sz="2800" spc="-10" dirty="0">
                <a:latin typeface="Verdana"/>
                <a:cs typeface="Verdana"/>
              </a:rPr>
              <a:t>=</a:t>
            </a:r>
            <a:r>
              <a:rPr sz="2800" spc="-50" dirty="0">
                <a:latin typeface="Verdana"/>
                <a:cs typeface="Verdana"/>
              </a:rPr>
              <a:t> </a:t>
            </a:r>
            <a:r>
              <a:rPr sz="2800" b="1" spc="-10" dirty="0">
                <a:latin typeface="Verdana"/>
                <a:cs typeface="Verdana"/>
              </a:rPr>
              <a:t>O(</a:t>
            </a:r>
            <a:r>
              <a:rPr lang="en-US" sz="2800" b="1" i="1" spc="-10" dirty="0">
                <a:latin typeface="Verdana"/>
                <a:cs typeface="Verdana"/>
              </a:rPr>
              <a:t>bd</a:t>
            </a:r>
            <a:r>
              <a:rPr sz="2800" b="1" spc="-10" dirty="0">
                <a:latin typeface="Verdana"/>
                <a:cs typeface="Verdana"/>
              </a:rPr>
              <a:t>)</a:t>
            </a:r>
            <a:endParaRPr sz="2800" dirty="0">
              <a:latin typeface="Verdana"/>
              <a:cs typeface="Verdana"/>
            </a:endParaRPr>
          </a:p>
          <a:p>
            <a:pPr marL="927100" marR="5080" lvl="1" indent="-347980">
              <a:lnSpc>
                <a:spcPct val="120000"/>
              </a:lnSpc>
              <a:spcBef>
                <a:spcPts val="480"/>
              </a:spcBef>
              <a:buFont typeface="Wingdings"/>
              <a:buChar char=""/>
              <a:tabLst>
                <a:tab pos="926465" algn="l"/>
                <a:tab pos="927100" algn="l"/>
              </a:tabLst>
            </a:pPr>
            <a:r>
              <a:rPr sz="2800" dirty="0">
                <a:latin typeface="Verdana"/>
                <a:cs typeface="Verdana"/>
              </a:rPr>
              <a:t>(since </a:t>
            </a:r>
            <a:r>
              <a:rPr sz="2800" spc="5" dirty="0">
                <a:latin typeface="Verdana"/>
                <a:cs typeface="Verdana"/>
              </a:rPr>
              <a:t>its like </a:t>
            </a:r>
            <a:r>
              <a:rPr sz="2800" spc="-5" dirty="0">
                <a:latin typeface="Verdana"/>
                <a:cs typeface="Verdana"/>
              </a:rPr>
              <a:t>depth first </a:t>
            </a:r>
            <a:r>
              <a:rPr sz="2800" spc="-10" dirty="0">
                <a:latin typeface="Verdana"/>
                <a:cs typeface="Verdana"/>
              </a:rPr>
              <a:t>search </a:t>
            </a:r>
            <a:r>
              <a:rPr sz="2800" spc="-5" dirty="0">
                <a:latin typeface="Verdana"/>
                <a:cs typeface="Verdana"/>
              </a:rPr>
              <a:t>run different times,  </a:t>
            </a:r>
            <a:r>
              <a:rPr sz="2800" dirty="0">
                <a:latin typeface="Verdana"/>
                <a:cs typeface="Verdana"/>
              </a:rPr>
              <a:t>with </a:t>
            </a:r>
            <a:r>
              <a:rPr sz="2800" spc="-5" dirty="0">
                <a:latin typeface="Verdana"/>
                <a:cs typeface="Verdana"/>
              </a:rPr>
              <a:t>maximum depth </a:t>
            </a:r>
            <a:r>
              <a:rPr sz="2800" spc="10" dirty="0">
                <a:latin typeface="Verdana"/>
                <a:cs typeface="Verdana"/>
              </a:rPr>
              <a:t>limit</a:t>
            </a:r>
            <a:r>
              <a:rPr sz="2800" spc="-14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d)</a:t>
            </a:r>
          </a:p>
          <a:p>
            <a:pPr marL="356870" indent="-344170">
              <a:spcBef>
                <a:spcPts val="960"/>
              </a:spcBef>
              <a:buChar char="•"/>
              <a:tabLst>
                <a:tab pos="356870" algn="l"/>
                <a:tab pos="357505" algn="l"/>
              </a:tabLst>
            </a:pPr>
            <a:r>
              <a:rPr sz="2800" spc="-5" dirty="0">
                <a:latin typeface="Verdana"/>
                <a:cs typeface="Verdana"/>
              </a:rPr>
              <a:t>Time</a:t>
            </a:r>
            <a:r>
              <a:rPr sz="2800" spc="-6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Complexity</a:t>
            </a:r>
            <a:endParaRPr sz="2800" dirty="0">
              <a:latin typeface="Verdana"/>
              <a:cs typeface="Verdana"/>
            </a:endParaRPr>
          </a:p>
          <a:p>
            <a:pPr marL="579120">
              <a:spcBef>
                <a:spcPts val="960"/>
              </a:spcBef>
              <a:tabLst>
                <a:tab pos="926465" algn="l"/>
                <a:tab pos="5318760" algn="l"/>
              </a:tabLst>
            </a:pPr>
            <a:r>
              <a:rPr sz="2800" spc="-10" dirty="0">
                <a:latin typeface="Wingdings"/>
                <a:cs typeface="Wingdings"/>
              </a:rPr>
              <a:t></a:t>
            </a:r>
            <a:r>
              <a:rPr sz="2800" spc="-10" dirty="0">
                <a:latin typeface="Times New Roman"/>
                <a:cs typeface="Times New Roman"/>
              </a:rPr>
              <a:t>	</a:t>
            </a:r>
            <a:r>
              <a:rPr sz="2800" b="1" spc="-10" dirty="0">
                <a:latin typeface="Verdana"/>
                <a:cs typeface="Verdana"/>
              </a:rPr>
              <a:t>O(b</a:t>
            </a:r>
            <a:r>
              <a:rPr sz="2800" b="1" spc="-15" baseline="24691" dirty="0">
                <a:latin typeface="Verdana"/>
                <a:cs typeface="Verdana"/>
              </a:rPr>
              <a:t>d</a:t>
            </a:r>
            <a:r>
              <a:rPr sz="2800" b="1" spc="-10" dirty="0">
                <a:latin typeface="Verdana"/>
                <a:cs typeface="Verdana"/>
              </a:rPr>
              <a:t>)</a:t>
            </a:r>
            <a:endParaRPr sz="2800" dirty="0">
              <a:latin typeface="Verdana"/>
              <a:cs typeface="Verdana"/>
            </a:endParaRPr>
          </a:p>
          <a:p>
            <a:pPr marL="926465" marR="248285">
              <a:lnSpc>
                <a:spcPct val="120000"/>
              </a:lnSpc>
              <a:spcBef>
                <a:spcPts val="30"/>
              </a:spcBef>
              <a:tabLst>
                <a:tab pos="2258060" algn="l"/>
              </a:tabLst>
            </a:pPr>
            <a:r>
              <a:rPr sz="2400" spc="-5" dirty="0">
                <a:latin typeface="Verdana"/>
                <a:cs typeface="Verdana"/>
              </a:rPr>
              <a:t>(DFS </a:t>
            </a:r>
            <a:r>
              <a:rPr sz="2400" spc="5" dirty="0">
                <a:latin typeface="Verdana"/>
                <a:cs typeface="Verdana"/>
              </a:rPr>
              <a:t>to </a:t>
            </a:r>
            <a:r>
              <a:rPr sz="2400" dirty="0">
                <a:latin typeface="Verdana"/>
                <a:cs typeface="Verdana"/>
              </a:rPr>
              <a:t>limited  depth</a:t>
            </a:r>
            <a:r>
              <a:rPr sz="2400" spc="-15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d</a:t>
            </a:r>
            <a:r>
              <a:rPr sz="2400" spc="20" dirty="0">
                <a:latin typeface="Verdana"/>
                <a:cs typeface="Verdana"/>
              </a:rPr>
              <a:t> </a:t>
            </a:r>
            <a:r>
              <a:rPr sz="2400" dirty="0">
                <a:latin typeface="Verdana"/>
                <a:cs typeface="Verdana"/>
              </a:rPr>
              <a:t>in</a:t>
            </a:r>
            <a:r>
              <a:rPr lang="en-US" sz="24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the worst</a:t>
            </a:r>
            <a:r>
              <a:rPr sz="2400" spc="-5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case)</a:t>
            </a:r>
            <a:endParaRPr sz="2400" dirty="0">
              <a:latin typeface="Verdana"/>
              <a:cs typeface="Verdana"/>
            </a:endParaRPr>
          </a:p>
          <a:p>
            <a:pPr marL="356870" indent="-344170">
              <a:spcBef>
                <a:spcPts val="925"/>
              </a:spcBef>
              <a:buFont typeface="Verdana"/>
              <a:buChar char="•"/>
              <a:tabLst>
                <a:tab pos="356870" algn="l"/>
                <a:tab pos="357505" algn="l"/>
              </a:tabLst>
            </a:pPr>
            <a:r>
              <a:rPr sz="2800" b="1" spc="-10" dirty="0">
                <a:latin typeface="Verdana"/>
                <a:cs typeface="Verdana"/>
              </a:rPr>
              <a:t>Complete</a:t>
            </a:r>
            <a:r>
              <a:rPr sz="2800" spc="-10" dirty="0">
                <a:latin typeface="Verdana"/>
                <a:cs typeface="Verdana"/>
              </a:rPr>
              <a:t>?</a:t>
            </a:r>
            <a:endParaRPr sz="2800" dirty="0">
              <a:latin typeface="Verdana"/>
              <a:cs typeface="Verdana"/>
            </a:endParaRPr>
          </a:p>
          <a:p>
            <a:pPr marL="469900">
              <a:spcBef>
                <a:spcPts val="894"/>
              </a:spcBef>
              <a:tabLst>
                <a:tab pos="756285" algn="l"/>
              </a:tabLst>
            </a:pPr>
            <a:r>
              <a:rPr sz="2400" dirty="0">
                <a:latin typeface="Verdana"/>
                <a:cs typeface="Verdana"/>
              </a:rPr>
              <a:t>–	</a:t>
            </a:r>
            <a:r>
              <a:rPr sz="2400" b="1" spc="-5" dirty="0">
                <a:latin typeface="Verdana"/>
                <a:cs typeface="Verdana"/>
              </a:rPr>
              <a:t>Yes</a:t>
            </a:r>
            <a:endParaRPr sz="2400" dirty="0">
              <a:latin typeface="Verdana"/>
              <a:cs typeface="Verdana"/>
            </a:endParaRPr>
          </a:p>
          <a:p>
            <a:pPr marL="356870" indent="-344170">
              <a:spcBef>
                <a:spcPts val="925"/>
              </a:spcBef>
              <a:buFont typeface="Verdana"/>
              <a:buChar char="•"/>
              <a:tabLst>
                <a:tab pos="356870" algn="l"/>
                <a:tab pos="357505" algn="l"/>
              </a:tabLst>
            </a:pPr>
            <a:r>
              <a:rPr sz="2800" b="1" spc="-10" dirty="0">
                <a:latin typeface="Verdana"/>
                <a:cs typeface="Verdana"/>
              </a:rPr>
              <a:t>Optimal</a:t>
            </a:r>
            <a:endParaRPr sz="2800" dirty="0">
              <a:latin typeface="Verdana"/>
              <a:cs typeface="Verdana"/>
            </a:endParaRPr>
          </a:p>
          <a:p>
            <a:pPr marL="756285" marR="580390" indent="-287020">
              <a:lnSpc>
                <a:spcPct val="120000"/>
              </a:lnSpc>
              <a:spcBef>
                <a:spcPts val="459"/>
              </a:spcBef>
              <a:tabLst>
                <a:tab pos="756285" algn="l"/>
              </a:tabLst>
            </a:pPr>
            <a:r>
              <a:rPr sz="2400" dirty="0">
                <a:latin typeface="Verdana"/>
                <a:cs typeface="Verdana"/>
              </a:rPr>
              <a:t>–	</a:t>
            </a:r>
            <a:r>
              <a:rPr sz="2400" b="1" spc="-5" dirty="0">
                <a:latin typeface="Verdana"/>
                <a:cs typeface="Verdana"/>
              </a:rPr>
              <a:t>Only </a:t>
            </a:r>
            <a:r>
              <a:rPr sz="2400" b="1" dirty="0">
                <a:latin typeface="Verdana"/>
                <a:cs typeface="Verdana"/>
              </a:rPr>
              <a:t>if </a:t>
            </a:r>
            <a:r>
              <a:rPr sz="2400" b="1" spc="-10" dirty="0">
                <a:latin typeface="Verdana"/>
                <a:cs typeface="Verdana"/>
              </a:rPr>
              <a:t>path cost </a:t>
            </a:r>
            <a:r>
              <a:rPr sz="2400" b="1" dirty="0">
                <a:latin typeface="Verdana"/>
                <a:cs typeface="Verdana"/>
              </a:rPr>
              <a:t>is a </a:t>
            </a:r>
            <a:r>
              <a:rPr sz="2400" b="1" spc="-10" dirty="0">
                <a:latin typeface="Verdana"/>
                <a:cs typeface="Verdana"/>
              </a:rPr>
              <a:t>non-decreasing</a:t>
            </a:r>
            <a:r>
              <a:rPr sz="2400" b="1" spc="135" dirty="0">
                <a:latin typeface="Verdana"/>
                <a:cs typeface="Verdana"/>
              </a:rPr>
              <a:t> </a:t>
            </a:r>
            <a:r>
              <a:rPr sz="2400" b="1" spc="-5" dirty="0">
                <a:latin typeface="Verdana"/>
                <a:cs typeface="Verdana"/>
              </a:rPr>
              <a:t>function</a:t>
            </a:r>
            <a:r>
              <a:rPr sz="2400" b="1" spc="45" dirty="0">
                <a:latin typeface="Verdana"/>
                <a:cs typeface="Verdana"/>
              </a:rPr>
              <a:t> </a:t>
            </a:r>
            <a:r>
              <a:rPr sz="2400" b="1" spc="-10" dirty="0">
                <a:latin typeface="Verdana"/>
                <a:cs typeface="Verdana"/>
              </a:rPr>
              <a:t>of </a:t>
            </a:r>
            <a:r>
              <a:rPr lang="en-US" sz="2400" b="1" spc="-5" dirty="0">
                <a:latin typeface="Verdana"/>
                <a:cs typeface="Verdana"/>
              </a:rPr>
              <a:t> </a:t>
            </a:r>
            <a:r>
              <a:rPr sz="2400" b="1" spc="-10" dirty="0">
                <a:latin typeface="Verdana"/>
                <a:cs typeface="Verdana"/>
              </a:rPr>
              <a:t>depth</a:t>
            </a:r>
            <a:endParaRPr sz="24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9848913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2DE0-055C-9226-4174-5CFD6BE9F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DF076FD-590A-5F08-8760-5A6FFE75AA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18200" y="228600"/>
            <a:ext cx="54864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600" b="1" dirty="0">
                <a:solidFill>
                  <a:srgbClr val="0000FF"/>
                </a:solidFill>
                <a:latin typeface="Verdana"/>
                <a:cs typeface="Verdana"/>
              </a:rPr>
              <a:t>IDS </a:t>
            </a:r>
            <a:r>
              <a:rPr sz="3600" b="1" spc="-5" dirty="0">
                <a:solidFill>
                  <a:srgbClr val="0000FF"/>
                </a:solidFill>
                <a:latin typeface="Verdana"/>
                <a:cs typeface="Verdana"/>
              </a:rPr>
              <a:t>in</a:t>
            </a:r>
            <a:r>
              <a:rPr sz="3600" b="1" spc="-5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3600" b="1" spc="-5" dirty="0">
                <a:solidFill>
                  <a:srgbClr val="0000FF"/>
                </a:solidFill>
                <a:latin typeface="Verdana"/>
                <a:cs typeface="Verdana"/>
              </a:rPr>
              <a:t>Practice</a:t>
            </a:r>
            <a:endParaRPr sz="3600" dirty="0">
              <a:latin typeface="Verdana"/>
              <a:cs typeface="Verdana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635CE72-4AC0-8A70-390F-22362B1C68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50900" y="849118"/>
            <a:ext cx="12115800" cy="607416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40690" indent="-344170">
              <a:buChar char="•"/>
              <a:tabLst>
                <a:tab pos="440690" algn="l"/>
                <a:tab pos="441325" algn="l"/>
              </a:tabLst>
            </a:pPr>
            <a:r>
              <a:rPr sz="2400" spc="-10" dirty="0"/>
              <a:t>Isn’t </a:t>
            </a:r>
            <a:r>
              <a:rPr sz="2400" spc="-5" dirty="0"/>
              <a:t>IDS</a:t>
            </a:r>
            <a:r>
              <a:rPr sz="2400" spc="-10" dirty="0"/>
              <a:t> </a:t>
            </a:r>
            <a:r>
              <a:rPr sz="2400" spc="-5" dirty="0"/>
              <a:t>wasteful?</a:t>
            </a:r>
          </a:p>
          <a:p>
            <a:pPr marL="840105" lvl="1" indent="-286385">
              <a:spcBef>
                <a:spcPts val="200"/>
              </a:spcBef>
              <a:buChar char="–"/>
              <a:tabLst>
                <a:tab pos="840105" algn="l"/>
                <a:tab pos="840740" algn="l"/>
              </a:tabLst>
            </a:pPr>
            <a:r>
              <a:rPr sz="2000" dirty="0">
                <a:latin typeface="Verdana"/>
                <a:cs typeface="Verdana"/>
              </a:rPr>
              <a:t>Repeated searches </a:t>
            </a:r>
            <a:r>
              <a:rPr sz="2000" spc="5" dirty="0">
                <a:latin typeface="Verdana"/>
                <a:cs typeface="Verdana"/>
              </a:rPr>
              <a:t>on </a:t>
            </a:r>
            <a:r>
              <a:rPr sz="2000" dirty="0">
                <a:latin typeface="Verdana"/>
                <a:cs typeface="Verdana"/>
              </a:rPr>
              <a:t>different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iterations</a:t>
            </a:r>
            <a:endParaRPr sz="2000" dirty="0">
              <a:latin typeface="Verdana"/>
              <a:cs typeface="Verdana"/>
            </a:endParaRPr>
          </a:p>
          <a:p>
            <a:pPr marL="83820" lvl="1">
              <a:buFont typeface="Verdana"/>
              <a:buChar char="–"/>
            </a:pPr>
            <a:endParaRPr sz="2800" dirty="0">
              <a:latin typeface="Times New Roman"/>
              <a:cs typeface="Times New Roman"/>
            </a:endParaRPr>
          </a:p>
          <a:p>
            <a:pPr marL="840105" lvl="1" indent="-286385">
              <a:spcBef>
                <a:spcPts val="5"/>
              </a:spcBef>
              <a:buFont typeface="Verdana"/>
              <a:buChar char="–"/>
              <a:tabLst>
                <a:tab pos="840105" algn="l"/>
                <a:tab pos="840740" algn="l"/>
              </a:tabLst>
            </a:pPr>
            <a:r>
              <a:rPr sz="2000" b="1" dirty="0">
                <a:latin typeface="Verdana"/>
                <a:cs typeface="Verdana"/>
              </a:rPr>
              <a:t>Compare </a:t>
            </a:r>
            <a:r>
              <a:rPr sz="2000" b="1" spc="5" dirty="0">
                <a:latin typeface="Verdana"/>
                <a:cs typeface="Verdana"/>
              </a:rPr>
              <a:t>IDS and</a:t>
            </a:r>
            <a:r>
              <a:rPr sz="2000" b="1" spc="-130" dirty="0">
                <a:latin typeface="Verdana"/>
                <a:cs typeface="Verdana"/>
              </a:rPr>
              <a:t> </a:t>
            </a:r>
            <a:r>
              <a:rPr sz="2000" b="1" spc="5" dirty="0">
                <a:latin typeface="Verdana"/>
                <a:cs typeface="Verdana"/>
              </a:rPr>
              <a:t>BFS:</a:t>
            </a:r>
            <a:endParaRPr sz="2000" dirty="0">
              <a:latin typeface="Verdana"/>
              <a:cs typeface="Verdana"/>
            </a:endParaRPr>
          </a:p>
          <a:p>
            <a:pPr marL="1010285">
              <a:spcBef>
                <a:spcPts val="190"/>
              </a:spcBef>
            </a:pPr>
            <a:r>
              <a:rPr sz="2000" dirty="0"/>
              <a:t>• </a:t>
            </a:r>
            <a:r>
              <a:rPr sz="2000" b="1" dirty="0"/>
              <a:t>E.g., </a:t>
            </a:r>
            <a:r>
              <a:rPr sz="2000" b="1" spc="5" dirty="0"/>
              <a:t>b = 10 and d =</a:t>
            </a:r>
            <a:r>
              <a:rPr sz="2000" b="1" spc="195" dirty="0"/>
              <a:t> </a:t>
            </a:r>
            <a:r>
              <a:rPr sz="2000" b="1" spc="5" dirty="0"/>
              <a:t>5</a:t>
            </a:r>
            <a:endParaRPr sz="2000" dirty="0"/>
          </a:p>
          <a:p>
            <a:pPr marL="83820"/>
            <a:endParaRPr sz="2800" dirty="0">
              <a:latin typeface="Times New Roman"/>
              <a:cs typeface="Times New Roman"/>
            </a:endParaRPr>
          </a:p>
          <a:p>
            <a:pPr marL="1010285">
              <a:tabLst>
                <a:tab pos="2442845" algn="l"/>
                <a:tab pos="5009515" algn="l"/>
              </a:tabLst>
            </a:pPr>
            <a:r>
              <a:rPr sz="2000" dirty="0"/>
              <a:t>•</a:t>
            </a:r>
            <a:r>
              <a:rPr sz="2000" spc="360" dirty="0"/>
              <a:t> </a:t>
            </a:r>
            <a:r>
              <a:rPr sz="2000" b="1" spc="5" dirty="0"/>
              <a:t>N(IDS)</a:t>
            </a:r>
            <a:r>
              <a:rPr sz="2000" b="1" spc="-50" dirty="0"/>
              <a:t> </a:t>
            </a:r>
            <a:r>
              <a:rPr sz="2000" b="1" spc="5" dirty="0"/>
              <a:t>~	db + </a:t>
            </a:r>
            <a:r>
              <a:rPr sz="2000" b="1" dirty="0"/>
              <a:t>(d-1)b</a:t>
            </a:r>
            <a:r>
              <a:rPr b="1" baseline="26455" dirty="0"/>
              <a:t>2</a:t>
            </a:r>
            <a:r>
              <a:rPr b="1" spc="300" baseline="26455" dirty="0"/>
              <a:t> </a:t>
            </a:r>
            <a:r>
              <a:rPr sz="2000" b="1" dirty="0"/>
              <a:t>+……</a:t>
            </a:r>
            <a:r>
              <a:rPr sz="2000" b="1" spc="-25" dirty="0"/>
              <a:t> </a:t>
            </a:r>
            <a:r>
              <a:rPr sz="2000" b="1" dirty="0"/>
              <a:t>b</a:t>
            </a:r>
            <a:r>
              <a:rPr b="1" baseline="26455" dirty="0"/>
              <a:t>d	</a:t>
            </a:r>
            <a:r>
              <a:rPr sz="2000" b="1" spc="5" dirty="0"/>
              <a:t>=</a:t>
            </a:r>
            <a:r>
              <a:rPr sz="2000" b="1" spc="-80" dirty="0"/>
              <a:t> </a:t>
            </a:r>
            <a:r>
              <a:rPr sz="2000" b="1" spc="5" dirty="0"/>
              <a:t>123,450</a:t>
            </a:r>
            <a:endParaRPr sz="2000" dirty="0"/>
          </a:p>
          <a:p>
            <a:pPr marL="83820"/>
            <a:endParaRPr sz="2800" dirty="0">
              <a:latin typeface="Times New Roman"/>
              <a:cs typeface="Times New Roman"/>
            </a:endParaRPr>
          </a:p>
          <a:p>
            <a:pPr marL="1010285">
              <a:tabLst>
                <a:tab pos="2449830" algn="l"/>
                <a:tab pos="4338955" algn="l"/>
                <a:tab pos="4653280" algn="l"/>
              </a:tabLst>
            </a:pPr>
            <a:r>
              <a:rPr sz="2000" dirty="0"/>
              <a:t>•</a:t>
            </a:r>
            <a:r>
              <a:rPr sz="2000" spc="360" dirty="0"/>
              <a:t> </a:t>
            </a:r>
            <a:r>
              <a:rPr sz="2000" b="1" spc="5" dirty="0"/>
              <a:t>N(BFS)</a:t>
            </a:r>
            <a:r>
              <a:rPr sz="2000" b="1" spc="-30" dirty="0"/>
              <a:t> </a:t>
            </a:r>
            <a:r>
              <a:rPr sz="2000" b="1" spc="5" dirty="0"/>
              <a:t>~	b + </a:t>
            </a:r>
            <a:r>
              <a:rPr sz="2000" b="1" dirty="0"/>
              <a:t>b</a:t>
            </a:r>
            <a:r>
              <a:rPr b="1" baseline="26455" dirty="0"/>
              <a:t>2</a:t>
            </a:r>
            <a:r>
              <a:rPr b="1" spc="284" baseline="26455" dirty="0"/>
              <a:t> </a:t>
            </a:r>
            <a:r>
              <a:rPr sz="2000" b="1" dirty="0"/>
              <a:t>+…… b</a:t>
            </a:r>
            <a:r>
              <a:rPr b="1" baseline="26455" dirty="0"/>
              <a:t>d	</a:t>
            </a:r>
            <a:r>
              <a:rPr sz="2000" b="1" spc="5" dirty="0"/>
              <a:t>=	111,110</a:t>
            </a:r>
            <a:endParaRPr sz="2000" dirty="0"/>
          </a:p>
          <a:p>
            <a:pPr marL="83820"/>
            <a:endParaRPr sz="2800" dirty="0">
              <a:latin typeface="Times New Roman"/>
              <a:cs typeface="Times New Roman"/>
            </a:endParaRPr>
          </a:p>
          <a:p>
            <a:pPr marL="1239520" lvl="2" indent="-228600">
              <a:buFont typeface="Verdana"/>
              <a:buChar char="•"/>
              <a:tabLst>
                <a:tab pos="1239520" algn="l"/>
              </a:tabLst>
            </a:pPr>
            <a:r>
              <a:rPr sz="2000" b="1" spc="-5" dirty="0">
                <a:latin typeface="Verdana"/>
                <a:cs typeface="Verdana"/>
              </a:rPr>
              <a:t>Difference </a:t>
            </a:r>
            <a:r>
              <a:rPr sz="2000" b="1" dirty="0">
                <a:latin typeface="Verdana"/>
                <a:cs typeface="Verdana"/>
              </a:rPr>
              <a:t>is </a:t>
            </a:r>
            <a:r>
              <a:rPr sz="2000" b="1" spc="5" dirty="0">
                <a:latin typeface="Verdana"/>
                <a:cs typeface="Verdana"/>
              </a:rPr>
              <a:t>only about</a:t>
            </a:r>
            <a:r>
              <a:rPr sz="2000" b="1" spc="-120" dirty="0">
                <a:latin typeface="Verdana"/>
                <a:cs typeface="Verdana"/>
              </a:rPr>
              <a:t> </a:t>
            </a:r>
            <a:r>
              <a:rPr sz="2000" b="1" spc="10" dirty="0">
                <a:latin typeface="Verdana"/>
                <a:cs typeface="Verdana"/>
              </a:rPr>
              <a:t>10%</a:t>
            </a:r>
            <a:endParaRPr sz="2000" dirty="0">
              <a:latin typeface="Verdana"/>
              <a:cs typeface="Verdana"/>
            </a:endParaRPr>
          </a:p>
          <a:p>
            <a:pPr marL="1696085" marR="577215" indent="-228600">
              <a:lnSpc>
                <a:spcPct val="120000"/>
              </a:lnSpc>
              <a:spcBef>
                <a:spcPts val="140"/>
              </a:spcBef>
            </a:pPr>
            <a:r>
              <a:rPr sz="2000" spc="5" dirty="0"/>
              <a:t>– </a:t>
            </a:r>
            <a:r>
              <a:rPr sz="2000" dirty="0"/>
              <a:t>Most </a:t>
            </a:r>
            <a:r>
              <a:rPr sz="2000" spc="5" dirty="0"/>
              <a:t>of </a:t>
            </a:r>
            <a:r>
              <a:rPr sz="2000" spc="-5" dirty="0"/>
              <a:t>the time is </a:t>
            </a:r>
            <a:r>
              <a:rPr sz="2000" dirty="0"/>
              <a:t>spent at depth d, which </a:t>
            </a:r>
            <a:r>
              <a:rPr sz="2000" spc="-5" dirty="0"/>
              <a:t>is the </a:t>
            </a:r>
            <a:r>
              <a:rPr sz="2000" dirty="0"/>
              <a:t>same  amount </a:t>
            </a:r>
            <a:r>
              <a:rPr sz="2000" spc="5" dirty="0"/>
              <a:t>of </a:t>
            </a:r>
            <a:r>
              <a:rPr sz="2000" spc="-5" dirty="0"/>
              <a:t>time in </a:t>
            </a:r>
            <a:r>
              <a:rPr sz="2000" dirty="0"/>
              <a:t>both</a:t>
            </a:r>
            <a:r>
              <a:rPr sz="2000" spc="-110" dirty="0"/>
              <a:t> </a:t>
            </a:r>
            <a:r>
              <a:rPr sz="2000" dirty="0"/>
              <a:t>algorithms</a:t>
            </a:r>
          </a:p>
          <a:p>
            <a:pPr marL="83820">
              <a:spcBef>
                <a:spcPts val="35"/>
              </a:spcBef>
            </a:pPr>
            <a:endParaRPr sz="3200" dirty="0">
              <a:latin typeface="Times New Roman"/>
              <a:cs typeface="Times New Roman"/>
            </a:endParaRPr>
          </a:p>
          <a:p>
            <a:pPr marL="440690" marR="5080" indent="-344170">
              <a:lnSpc>
                <a:spcPct val="120000"/>
              </a:lnSpc>
              <a:buChar char="•"/>
              <a:tabLst>
                <a:tab pos="440690" algn="l"/>
                <a:tab pos="441325" algn="l"/>
              </a:tabLst>
            </a:pPr>
            <a:r>
              <a:rPr sz="2400" spc="-10" dirty="0"/>
              <a:t>In </a:t>
            </a:r>
            <a:r>
              <a:rPr sz="2400" dirty="0"/>
              <a:t>practice, </a:t>
            </a:r>
            <a:r>
              <a:rPr sz="2400" spc="-5" dirty="0"/>
              <a:t>IDS </a:t>
            </a:r>
            <a:r>
              <a:rPr sz="2400" dirty="0"/>
              <a:t>is </a:t>
            </a:r>
            <a:r>
              <a:rPr sz="2400" spc="-5" dirty="0"/>
              <a:t>the </a:t>
            </a:r>
            <a:r>
              <a:rPr sz="2400" b="1" spc="-5" dirty="0"/>
              <a:t>preferred </a:t>
            </a:r>
            <a:r>
              <a:rPr sz="2400" b="1" spc="-10" dirty="0"/>
              <a:t>uniform search method </a:t>
            </a:r>
            <a:r>
              <a:rPr sz="2400" dirty="0"/>
              <a:t>with a </a:t>
            </a:r>
            <a:r>
              <a:rPr sz="2400" b="1" spc="-5" dirty="0"/>
              <a:t>large </a:t>
            </a:r>
            <a:r>
              <a:rPr sz="2400" b="1" spc="-10" dirty="0"/>
              <a:t>search space </a:t>
            </a:r>
            <a:r>
              <a:rPr sz="2400" spc="-10" dirty="0"/>
              <a:t>and </a:t>
            </a:r>
            <a:r>
              <a:rPr sz="2400" b="1" spc="-10" dirty="0"/>
              <a:t>unknown solution</a:t>
            </a:r>
            <a:r>
              <a:rPr sz="2400" b="1" spc="215" dirty="0"/>
              <a:t> </a:t>
            </a:r>
            <a:r>
              <a:rPr sz="2400" b="1" spc="-10" dirty="0"/>
              <a:t>depth</a:t>
            </a:r>
          </a:p>
        </p:txBody>
      </p:sp>
    </p:spTree>
    <p:extLst>
      <p:ext uri="{BB962C8B-B14F-4D97-AF65-F5344CB8AC3E}">
        <p14:creationId xmlns:p14="http://schemas.microsoft.com/office/powerpoint/2010/main" val="35695394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0D66C7-2426-858A-CFB5-1A463F1E9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400" y="104825"/>
            <a:ext cx="9567863" cy="708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01791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8400" y="283506"/>
            <a:ext cx="6096000" cy="5539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3600" b="1" spc="-5" dirty="0">
                <a:solidFill>
                  <a:srgbClr val="0000FF"/>
                </a:solidFill>
                <a:latin typeface="Verdana"/>
                <a:cs typeface="Verdana"/>
              </a:rPr>
              <a:t>Uniform Cost</a:t>
            </a:r>
            <a:r>
              <a:rPr sz="3600" b="1" spc="-2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3600" b="1" spc="-5" dirty="0">
                <a:solidFill>
                  <a:srgbClr val="0000FF"/>
                </a:solidFill>
                <a:latin typeface="Verdana"/>
                <a:cs typeface="Verdana"/>
              </a:rPr>
              <a:t>Search</a:t>
            </a:r>
            <a:endParaRPr sz="3600" dirty="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5601" y="1143000"/>
            <a:ext cx="12573000" cy="2451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indent="-344170">
              <a:buChar char="•"/>
              <a:tabLst>
                <a:tab pos="356870" algn="l"/>
                <a:tab pos="357505" algn="l"/>
              </a:tabLst>
            </a:pPr>
            <a:r>
              <a:rPr sz="3200" dirty="0">
                <a:latin typeface="Verdana"/>
                <a:cs typeface="Verdana"/>
              </a:rPr>
              <a:t>Optimality: </a:t>
            </a:r>
            <a:r>
              <a:rPr sz="3200" spc="-5" dirty="0">
                <a:latin typeface="Verdana"/>
                <a:cs typeface="Verdana"/>
              </a:rPr>
              <a:t>path found </a:t>
            </a:r>
            <a:r>
              <a:rPr sz="3200" spc="-10" dirty="0">
                <a:latin typeface="Verdana"/>
                <a:cs typeface="Verdana"/>
              </a:rPr>
              <a:t>= </a:t>
            </a:r>
            <a:r>
              <a:rPr sz="3200" spc="-5" dirty="0">
                <a:latin typeface="Verdana"/>
                <a:cs typeface="Verdana"/>
              </a:rPr>
              <a:t>lowest</a:t>
            </a:r>
            <a:r>
              <a:rPr sz="3200" spc="-65" dirty="0">
                <a:latin typeface="Verdana"/>
                <a:cs typeface="Verdana"/>
              </a:rPr>
              <a:t> </a:t>
            </a:r>
            <a:r>
              <a:rPr sz="3200" spc="-10" dirty="0">
                <a:latin typeface="Verdana"/>
                <a:cs typeface="Verdana"/>
              </a:rPr>
              <a:t>cost</a:t>
            </a:r>
            <a:endParaRPr sz="3200" dirty="0">
              <a:latin typeface="Verdana"/>
              <a:cs typeface="Verdana"/>
            </a:endParaRPr>
          </a:p>
          <a:p>
            <a:pPr marL="756285" marR="5080" indent="-287020">
              <a:spcBef>
                <a:spcPts val="415"/>
              </a:spcBef>
              <a:tabLst>
                <a:tab pos="756285" algn="l"/>
              </a:tabLst>
            </a:pPr>
            <a:r>
              <a:rPr sz="2800" dirty="0">
                <a:latin typeface="Verdana"/>
                <a:cs typeface="Verdana"/>
              </a:rPr>
              <a:t>–	Algorithms so </a:t>
            </a:r>
            <a:r>
              <a:rPr sz="2800" spc="-5" dirty="0">
                <a:latin typeface="Verdana"/>
                <a:cs typeface="Verdana"/>
              </a:rPr>
              <a:t>far </a:t>
            </a:r>
            <a:r>
              <a:rPr sz="2800" dirty="0">
                <a:latin typeface="Verdana"/>
                <a:cs typeface="Verdana"/>
              </a:rPr>
              <a:t>are only optimal</a:t>
            </a:r>
            <a:r>
              <a:rPr sz="2800" spc="-8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under</a:t>
            </a:r>
            <a:r>
              <a:rPr sz="2800" spc="5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restricted  </a:t>
            </a:r>
            <a:r>
              <a:rPr sz="2800" spc="-5" dirty="0">
                <a:latin typeface="Verdana"/>
                <a:cs typeface="Verdana"/>
              </a:rPr>
              <a:t>circumstances</a:t>
            </a:r>
            <a:endParaRPr sz="2800" dirty="0">
              <a:latin typeface="Verdana"/>
              <a:cs typeface="Verdana"/>
            </a:endParaRPr>
          </a:p>
          <a:p>
            <a:pPr>
              <a:spcBef>
                <a:spcPts val="35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356870" indent="-344170">
              <a:spcBef>
                <a:spcPts val="5"/>
              </a:spcBef>
              <a:buChar char="•"/>
              <a:tabLst>
                <a:tab pos="356870" algn="l"/>
                <a:tab pos="357505" algn="l"/>
              </a:tabLst>
            </a:pPr>
            <a:r>
              <a:rPr sz="3200" spc="-10" dirty="0">
                <a:latin typeface="Verdana"/>
                <a:cs typeface="Verdana"/>
              </a:rPr>
              <a:t>Let </a:t>
            </a:r>
            <a:r>
              <a:rPr sz="3200" b="1" spc="-10" dirty="0">
                <a:latin typeface="Verdana"/>
                <a:cs typeface="Verdana"/>
              </a:rPr>
              <a:t>g(n) </a:t>
            </a:r>
            <a:r>
              <a:rPr sz="3200" spc="-10" dirty="0">
                <a:latin typeface="Verdana"/>
                <a:cs typeface="Verdana"/>
              </a:rPr>
              <a:t>= cost </a:t>
            </a:r>
            <a:r>
              <a:rPr sz="3200" spc="-15" dirty="0">
                <a:latin typeface="Verdana"/>
                <a:cs typeface="Verdana"/>
              </a:rPr>
              <a:t>from </a:t>
            </a:r>
            <a:r>
              <a:rPr sz="3200" spc="-10" dirty="0">
                <a:latin typeface="Verdana"/>
                <a:cs typeface="Verdana"/>
              </a:rPr>
              <a:t>start </a:t>
            </a:r>
            <a:r>
              <a:rPr sz="3200" spc="-5" dirty="0">
                <a:latin typeface="Verdana"/>
                <a:cs typeface="Verdana"/>
              </a:rPr>
              <a:t>state </a:t>
            </a:r>
            <a:r>
              <a:rPr sz="3200" spc="-10" dirty="0">
                <a:latin typeface="Verdana"/>
                <a:cs typeface="Verdana"/>
              </a:rPr>
              <a:t>S </a:t>
            </a:r>
            <a:r>
              <a:rPr sz="3200" spc="-5" dirty="0">
                <a:latin typeface="Verdana"/>
                <a:cs typeface="Verdana"/>
              </a:rPr>
              <a:t>to node</a:t>
            </a:r>
            <a:r>
              <a:rPr sz="3200" spc="150" dirty="0">
                <a:latin typeface="Verdana"/>
                <a:cs typeface="Verdana"/>
              </a:rPr>
              <a:t> </a:t>
            </a:r>
            <a:r>
              <a:rPr sz="3200" spc="-5" dirty="0">
                <a:latin typeface="Verdana"/>
                <a:cs typeface="Verdana"/>
              </a:rPr>
              <a:t>n</a:t>
            </a:r>
            <a:endParaRPr sz="32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5601" y="4177448"/>
            <a:ext cx="12572999" cy="20826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6870" indent="-344170">
              <a:buChar char="•"/>
              <a:tabLst>
                <a:tab pos="356870" algn="l"/>
                <a:tab pos="357505" algn="l"/>
              </a:tabLst>
            </a:pPr>
            <a:r>
              <a:rPr sz="2800" spc="-5" dirty="0">
                <a:latin typeface="Verdana"/>
                <a:cs typeface="Verdana"/>
              </a:rPr>
              <a:t>Uniform </a:t>
            </a:r>
            <a:r>
              <a:rPr sz="2800" spc="-10" dirty="0">
                <a:latin typeface="Verdana"/>
                <a:cs typeface="Verdana"/>
              </a:rPr>
              <a:t>Cost</a:t>
            </a:r>
            <a:r>
              <a:rPr sz="2800" spc="-4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Search:</a:t>
            </a:r>
            <a:endParaRPr sz="2800" dirty="0">
              <a:latin typeface="Verdana"/>
              <a:cs typeface="Verdana"/>
            </a:endParaRPr>
          </a:p>
          <a:p>
            <a:pPr marL="756285" marR="5080" lvl="1" indent="-286385">
              <a:spcBef>
                <a:spcPts val="415"/>
              </a:spcBef>
              <a:buFont typeface="Verdana"/>
              <a:buChar char="–"/>
              <a:tabLst>
                <a:tab pos="756285" algn="l"/>
                <a:tab pos="756920" algn="l"/>
              </a:tabLst>
            </a:pPr>
            <a:r>
              <a:rPr sz="2400" b="1" spc="-5" dirty="0">
                <a:latin typeface="Verdana"/>
                <a:cs typeface="Verdana"/>
              </a:rPr>
              <a:t>Always </a:t>
            </a:r>
            <a:r>
              <a:rPr sz="2400" b="1" spc="-10" dirty="0">
                <a:latin typeface="Verdana"/>
                <a:cs typeface="Verdana"/>
              </a:rPr>
              <a:t>expand the node on the </a:t>
            </a:r>
            <a:r>
              <a:rPr sz="2400" b="1" spc="-5" dirty="0">
                <a:latin typeface="Verdana"/>
                <a:cs typeface="Verdana"/>
              </a:rPr>
              <a:t>fringe with minimum  </a:t>
            </a:r>
            <a:r>
              <a:rPr sz="2400" b="1" spc="-10" dirty="0">
                <a:latin typeface="Verdana"/>
                <a:cs typeface="Verdana"/>
              </a:rPr>
              <a:t>cost</a:t>
            </a:r>
            <a:r>
              <a:rPr sz="2400" b="1" spc="-65" dirty="0">
                <a:latin typeface="Verdana"/>
                <a:cs typeface="Verdana"/>
              </a:rPr>
              <a:t> </a:t>
            </a:r>
            <a:r>
              <a:rPr sz="2400" b="1" spc="-5" dirty="0">
                <a:latin typeface="Verdana"/>
                <a:cs typeface="Verdana"/>
              </a:rPr>
              <a:t>g(n)</a:t>
            </a:r>
            <a:endParaRPr sz="2400" dirty="0">
              <a:latin typeface="Verdana"/>
              <a:cs typeface="Verdana"/>
            </a:endParaRPr>
          </a:p>
          <a:p>
            <a:pPr lvl="1">
              <a:spcBef>
                <a:spcPts val="30"/>
              </a:spcBef>
              <a:buFont typeface="Verdana"/>
              <a:buChar char="–"/>
            </a:pPr>
            <a:endParaRPr sz="3200" dirty="0">
              <a:latin typeface="Times New Roman"/>
              <a:cs typeface="Times New Roman"/>
            </a:endParaRPr>
          </a:p>
          <a:p>
            <a:pPr marL="756285" marR="467995" lvl="1" indent="-286385">
              <a:buFont typeface="Verdana"/>
              <a:buChar char="–"/>
              <a:tabLst>
                <a:tab pos="756285" algn="l"/>
                <a:tab pos="756920" algn="l"/>
              </a:tabLst>
            </a:pPr>
            <a:r>
              <a:rPr sz="2400" b="1" spc="-5" dirty="0">
                <a:latin typeface="Verdana"/>
                <a:cs typeface="Verdana"/>
              </a:rPr>
              <a:t>Note </a:t>
            </a:r>
            <a:r>
              <a:rPr sz="2400" b="1" spc="-10" dirty="0">
                <a:latin typeface="Verdana"/>
                <a:cs typeface="Verdana"/>
              </a:rPr>
              <a:t>that </a:t>
            </a:r>
            <a:r>
              <a:rPr sz="2400" b="1" dirty="0">
                <a:latin typeface="Verdana"/>
                <a:cs typeface="Verdana"/>
              </a:rPr>
              <a:t>if </a:t>
            </a:r>
            <a:r>
              <a:rPr sz="2400" b="1" spc="-10" dirty="0">
                <a:latin typeface="Verdana"/>
                <a:cs typeface="Verdana"/>
              </a:rPr>
              <a:t>costs are equal </a:t>
            </a:r>
            <a:r>
              <a:rPr sz="2400" b="1" spc="-5" dirty="0">
                <a:latin typeface="Verdana"/>
                <a:cs typeface="Verdana"/>
              </a:rPr>
              <a:t>(or </a:t>
            </a:r>
            <a:r>
              <a:rPr sz="2400" b="1" spc="-10" dirty="0">
                <a:latin typeface="Verdana"/>
                <a:cs typeface="Verdana"/>
              </a:rPr>
              <a:t>almost </a:t>
            </a:r>
            <a:r>
              <a:rPr sz="2400" b="1" spc="-5" dirty="0">
                <a:latin typeface="Verdana"/>
                <a:cs typeface="Verdana"/>
              </a:rPr>
              <a:t>equal) will  behave similarly to</a:t>
            </a:r>
            <a:r>
              <a:rPr sz="2400" b="1" spc="-30" dirty="0">
                <a:latin typeface="Verdana"/>
                <a:cs typeface="Verdana"/>
              </a:rPr>
              <a:t> </a:t>
            </a:r>
            <a:r>
              <a:rPr sz="2400" b="1" spc="-5" dirty="0">
                <a:latin typeface="Verdana"/>
                <a:cs typeface="Verdana"/>
              </a:rPr>
              <a:t>BFS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99000" y="228600"/>
            <a:ext cx="3537585" cy="381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/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Uniform Cost</a:t>
            </a:r>
            <a:r>
              <a:rPr sz="2400" b="1" spc="-25" dirty="0">
                <a:solidFill>
                  <a:srgbClr val="0000FF"/>
                </a:solidFill>
                <a:latin typeface="Verdana"/>
                <a:cs typeface="Verdana"/>
              </a:rPr>
              <a:t> </a:t>
            </a:r>
            <a:r>
              <a:rPr sz="2400" b="1" spc="-5" dirty="0">
                <a:solidFill>
                  <a:srgbClr val="0000FF"/>
                </a:solidFill>
                <a:latin typeface="Verdana"/>
                <a:cs typeface="Verdana"/>
              </a:rPr>
              <a:t>Search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93800" y="838200"/>
            <a:ext cx="10363199" cy="6324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767130" y="3862822"/>
            <a:ext cx="7612275" cy="3796242"/>
            <a:chOff x="657" y="2180"/>
            <a:chExt cx="4231" cy="2110"/>
          </a:xfrm>
        </p:grpSpPr>
        <p:sp>
          <p:nvSpPr>
            <p:cNvPr id="28823" name="Freeform 3"/>
            <p:cNvSpPr>
              <a:spLocks/>
            </p:cNvSpPr>
            <p:nvPr/>
          </p:nvSpPr>
          <p:spPr bwMode="auto">
            <a:xfrm>
              <a:off x="2261" y="2180"/>
              <a:ext cx="1938" cy="221"/>
            </a:xfrm>
            <a:custGeom>
              <a:avLst/>
              <a:gdLst>
                <a:gd name="T0" fmla="*/ 1938 w 1938"/>
                <a:gd name="T1" fmla="*/ 0 h 221"/>
                <a:gd name="T2" fmla="*/ 1066 w 1938"/>
                <a:gd name="T3" fmla="*/ 210 h 221"/>
                <a:gd name="T4" fmla="*/ 662 w 1938"/>
                <a:gd name="T5" fmla="*/ 221 h 221"/>
                <a:gd name="T6" fmla="*/ 0 w 1938"/>
                <a:gd name="T7" fmla="*/ 32 h 22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38"/>
                <a:gd name="T13" fmla="*/ 0 h 221"/>
                <a:gd name="T14" fmla="*/ 1938 w 1938"/>
                <a:gd name="T15" fmla="*/ 221 h 22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38" h="221">
                  <a:moveTo>
                    <a:pt x="1938" y="0"/>
                  </a:moveTo>
                  <a:lnTo>
                    <a:pt x="1066" y="210"/>
                  </a:lnTo>
                  <a:lnTo>
                    <a:pt x="662" y="221"/>
                  </a:lnTo>
                  <a:lnTo>
                    <a:pt x="0" y="32"/>
                  </a:lnTo>
                </a:path>
              </a:pathLst>
            </a:custGeom>
            <a:solidFill>
              <a:srgbClr val="FF33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040"/>
            </a:p>
          </p:txBody>
        </p:sp>
        <p:sp>
          <p:nvSpPr>
            <p:cNvPr id="28824" name="Freeform 4"/>
            <p:cNvSpPr>
              <a:spLocks/>
            </p:cNvSpPr>
            <p:nvPr/>
          </p:nvSpPr>
          <p:spPr bwMode="auto">
            <a:xfrm>
              <a:off x="657" y="2180"/>
              <a:ext cx="4231" cy="1271"/>
            </a:xfrm>
            <a:custGeom>
              <a:avLst/>
              <a:gdLst>
                <a:gd name="T0" fmla="*/ 4231 w 4231"/>
                <a:gd name="T1" fmla="*/ 32 h 1271"/>
                <a:gd name="T2" fmla="*/ 4150 w 4231"/>
                <a:gd name="T3" fmla="*/ 479 h 1271"/>
                <a:gd name="T4" fmla="*/ 3510 w 4231"/>
                <a:gd name="T5" fmla="*/ 544 h 1271"/>
                <a:gd name="T6" fmla="*/ 2853 w 4231"/>
                <a:gd name="T7" fmla="*/ 232 h 1271"/>
                <a:gd name="T8" fmla="*/ 2212 w 4231"/>
                <a:gd name="T9" fmla="*/ 285 h 1271"/>
                <a:gd name="T10" fmla="*/ 1846 w 4231"/>
                <a:gd name="T11" fmla="*/ 818 h 1271"/>
                <a:gd name="T12" fmla="*/ 1405 w 4231"/>
                <a:gd name="T13" fmla="*/ 824 h 1271"/>
                <a:gd name="T14" fmla="*/ 1259 w 4231"/>
                <a:gd name="T15" fmla="*/ 608 h 1271"/>
                <a:gd name="T16" fmla="*/ 942 w 4231"/>
                <a:gd name="T17" fmla="*/ 598 h 1271"/>
                <a:gd name="T18" fmla="*/ 845 w 4231"/>
                <a:gd name="T19" fmla="*/ 1179 h 1271"/>
                <a:gd name="T20" fmla="*/ 350 w 4231"/>
                <a:gd name="T21" fmla="*/ 1271 h 1271"/>
                <a:gd name="T22" fmla="*/ 0 w 4231"/>
                <a:gd name="T23" fmla="*/ 189 h 1271"/>
                <a:gd name="T24" fmla="*/ 1604 w 4231"/>
                <a:gd name="T25" fmla="*/ 27 h 1271"/>
                <a:gd name="T26" fmla="*/ 2234 w 4231"/>
                <a:gd name="T27" fmla="*/ 210 h 1271"/>
                <a:gd name="T28" fmla="*/ 2654 w 4231"/>
                <a:gd name="T29" fmla="*/ 216 h 1271"/>
                <a:gd name="T30" fmla="*/ 3526 w 4231"/>
                <a:gd name="T31" fmla="*/ 0 h 1271"/>
                <a:gd name="T32" fmla="*/ 4226 w 4231"/>
                <a:gd name="T33" fmla="*/ 27 h 127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231"/>
                <a:gd name="T52" fmla="*/ 0 h 1271"/>
                <a:gd name="T53" fmla="*/ 4231 w 4231"/>
                <a:gd name="T54" fmla="*/ 1271 h 127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231" h="1271">
                  <a:moveTo>
                    <a:pt x="4231" y="32"/>
                  </a:moveTo>
                  <a:lnTo>
                    <a:pt x="4150" y="479"/>
                  </a:lnTo>
                  <a:lnTo>
                    <a:pt x="3510" y="544"/>
                  </a:lnTo>
                  <a:lnTo>
                    <a:pt x="2853" y="232"/>
                  </a:lnTo>
                  <a:lnTo>
                    <a:pt x="2212" y="285"/>
                  </a:lnTo>
                  <a:lnTo>
                    <a:pt x="1846" y="818"/>
                  </a:lnTo>
                  <a:lnTo>
                    <a:pt x="1405" y="824"/>
                  </a:lnTo>
                  <a:lnTo>
                    <a:pt x="1259" y="608"/>
                  </a:lnTo>
                  <a:lnTo>
                    <a:pt x="942" y="598"/>
                  </a:lnTo>
                  <a:lnTo>
                    <a:pt x="845" y="1179"/>
                  </a:lnTo>
                  <a:lnTo>
                    <a:pt x="350" y="1271"/>
                  </a:lnTo>
                  <a:lnTo>
                    <a:pt x="0" y="189"/>
                  </a:lnTo>
                  <a:lnTo>
                    <a:pt x="1604" y="27"/>
                  </a:lnTo>
                  <a:lnTo>
                    <a:pt x="2234" y="210"/>
                  </a:lnTo>
                  <a:lnTo>
                    <a:pt x="2654" y="216"/>
                  </a:lnTo>
                  <a:lnTo>
                    <a:pt x="3526" y="0"/>
                  </a:lnTo>
                  <a:lnTo>
                    <a:pt x="4226" y="27"/>
                  </a:lnTo>
                </a:path>
              </a:pathLst>
            </a:custGeom>
            <a:solidFill>
              <a:srgbClr val="FF99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040"/>
            </a:p>
          </p:txBody>
        </p:sp>
        <p:sp>
          <p:nvSpPr>
            <p:cNvPr id="28825" name="Freeform 5"/>
            <p:cNvSpPr>
              <a:spLocks/>
            </p:cNvSpPr>
            <p:nvPr/>
          </p:nvSpPr>
          <p:spPr bwMode="auto">
            <a:xfrm>
              <a:off x="1007" y="2396"/>
              <a:ext cx="3789" cy="1313"/>
            </a:xfrm>
            <a:custGeom>
              <a:avLst/>
              <a:gdLst>
                <a:gd name="T0" fmla="*/ 3789 w 3789"/>
                <a:gd name="T1" fmla="*/ 269 h 1313"/>
                <a:gd name="T2" fmla="*/ 3784 w 3789"/>
                <a:gd name="T3" fmla="*/ 323 h 1313"/>
                <a:gd name="T4" fmla="*/ 3160 w 3789"/>
                <a:gd name="T5" fmla="*/ 387 h 1313"/>
                <a:gd name="T6" fmla="*/ 2072 w 3789"/>
                <a:gd name="T7" fmla="*/ 312 h 1313"/>
                <a:gd name="T8" fmla="*/ 1733 w 3789"/>
                <a:gd name="T9" fmla="*/ 635 h 1313"/>
                <a:gd name="T10" fmla="*/ 1668 w 3789"/>
                <a:gd name="T11" fmla="*/ 1302 h 1313"/>
                <a:gd name="T12" fmla="*/ 1270 w 3789"/>
                <a:gd name="T13" fmla="*/ 1313 h 1313"/>
                <a:gd name="T14" fmla="*/ 1152 w 3789"/>
                <a:gd name="T15" fmla="*/ 683 h 1313"/>
                <a:gd name="T16" fmla="*/ 920 w 3789"/>
                <a:gd name="T17" fmla="*/ 602 h 1313"/>
                <a:gd name="T18" fmla="*/ 818 w 3789"/>
                <a:gd name="T19" fmla="*/ 403 h 1313"/>
                <a:gd name="T20" fmla="*/ 608 w 3789"/>
                <a:gd name="T21" fmla="*/ 398 h 1313"/>
                <a:gd name="T22" fmla="*/ 516 w 3789"/>
                <a:gd name="T23" fmla="*/ 1012 h 1313"/>
                <a:gd name="T24" fmla="*/ 0 w 3789"/>
                <a:gd name="T25" fmla="*/ 1125 h 1313"/>
                <a:gd name="T26" fmla="*/ 0 w 3789"/>
                <a:gd name="T27" fmla="*/ 1049 h 1313"/>
                <a:gd name="T28" fmla="*/ 490 w 3789"/>
                <a:gd name="T29" fmla="*/ 958 h 1313"/>
                <a:gd name="T30" fmla="*/ 592 w 3789"/>
                <a:gd name="T31" fmla="*/ 376 h 1313"/>
                <a:gd name="T32" fmla="*/ 920 w 3789"/>
                <a:gd name="T33" fmla="*/ 387 h 1313"/>
                <a:gd name="T34" fmla="*/ 1049 w 3789"/>
                <a:gd name="T35" fmla="*/ 608 h 1313"/>
                <a:gd name="T36" fmla="*/ 1496 w 3789"/>
                <a:gd name="T37" fmla="*/ 597 h 1313"/>
                <a:gd name="T38" fmla="*/ 1857 w 3789"/>
                <a:gd name="T39" fmla="*/ 69 h 1313"/>
                <a:gd name="T40" fmla="*/ 2497 w 3789"/>
                <a:gd name="T41" fmla="*/ 0 h 1313"/>
                <a:gd name="T42" fmla="*/ 3170 w 3789"/>
                <a:gd name="T43" fmla="*/ 328 h 1313"/>
                <a:gd name="T44" fmla="*/ 3789 w 3789"/>
                <a:gd name="T45" fmla="*/ 269 h 131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789"/>
                <a:gd name="T70" fmla="*/ 0 h 1313"/>
                <a:gd name="T71" fmla="*/ 3789 w 3789"/>
                <a:gd name="T72" fmla="*/ 1313 h 1313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789" h="1313">
                  <a:moveTo>
                    <a:pt x="3789" y="269"/>
                  </a:moveTo>
                  <a:lnTo>
                    <a:pt x="3784" y="323"/>
                  </a:lnTo>
                  <a:lnTo>
                    <a:pt x="3160" y="387"/>
                  </a:lnTo>
                  <a:lnTo>
                    <a:pt x="2072" y="312"/>
                  </a:lnTo>
                  <a:lnTo>
                    <a:pt x="1733" y="635"/>
                  </a:lnTo>
                  <a:lnTo>
                    <a:pt x="1668" y="1302"/>
                  </a:lnTo>
                  <a:lnTo>
                    <a:pt x="1270" y="1313"/>
                  </a:lnTo>
                  <a:lnTo>
                    <a:pt x="1152" y="683"/>
                  </a:lnTo>
                  <a:lnTo>
                    <a:pt x="920" y="602"/>
                  </a:lnTo>
                  <a:lnTo>
                    <a:pt x="818" y="403"/>
                  </a:lnTo>
                  <a:lnTo>
                    <a:pt x="608" y="398"/>
                  </a:lnTo>
                  <a:lnTo>
                    <a:pt x="516" y="1012"/>
                  </a:lnTo>
                  <a:lnTo>
                    <a:pt x="0" y="1125"/>
                  </a:lnTo>
                  <a:lnTo>
                    <a:pt x="0" y="1049"/>
                  </a:lnTo>
                  <a:lnTo>
                    <a:pt x="490" y="958"/>
                  </a:lnTo>
                  <a:lnTo>
                    <a:pt x="592" y="376"/>
                  </a:lnTo>
                  <a:lnTo>
                    <a:pt x="920" y="387"/>
                  </a:lnTo>
                  <a:lnTo>
                    <a:pt x="1049" y="608"/>
                  </a:lnTo>
                  <a:lnTo>
                    <a:pt x="1496" y="597"/>
                  </a:lnTo>
                  <a:lnTo>
                    <a:pt x="1857" y="69"/>
                  </a:lnTo>
                  <a:lnTo>
                    <a:pt x="2497" y="0"/>
                  </a:lnTo>
                  <a:lnTo>
                    <a:pt x="3170" y="328"/>
                  </a:lnTo>
                  <a:lnTo>
                    <a:pt x="3789" y="269"/>
                  </a:lnTo>
                  <a:close/>
                </a:path>
              </a:pathLst>
            </a:custGeom>
            <a:solidFill>
              <a:srgbClr val="008000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040"/>
            </a:p>
          </p:txBody>
        </p:sp>
        <p:sp>
          <p:nvSpPr>
            <p:cNvPr id="28826" name="Freeform 6"/>
            <p:cNvSpPr>
              <a:spLocks/>
            </p:cNvSpPr>
            <p:nvPr/>
          </p:nvSpPr>
          <p:spPr bwMode="auto">
            <a:xfrm>
              <a:off x="996" y="2697"/>
              <a:ext cx="3784" cy="1330"/>
            </a:xfrm>
            <a:custGeom>
              <a:avLst/>
              <a:gdLst>
                <a:gd name="T0" fmla="*/ 3784 w 3784"/>
                <a:gd name="T1" fmla="*/ 27 h 1330"/>
                <a:gd name="T2" fmla="*/ 3768 w 3784"/>
                <a:gd name="T3" fmla="*/ 75 h 1330"/>
                <a:gd name="T4" fmla="*/ 3208 w 3784"/>
                <a:gd name="T5" fmla="*/ 113 h 1330"/>
                <a:gd name="T6" fmla="*/ 2094 w 3784"/>
                <a:gd name="T7" fmla="*/ 43 h 1330"/>
                <a:gd name="T8" fmla="*/ 1787 w 3784"/>
                <a:gd name="T9" fmla="*/ 350 h 1330"/>
                <a:gd name="T10" fmla="*/ 1723 w 3784"/>
                <a:gd name="T11" fmla="*/ 1287 h 1330"/>
                <a:gd name="T12" fmla="*/ 1400 w 3784"/>
                <a:gd name="T13" fmla="*/ 1330 h 1330"/>
                <a:gd name="T14" fmla="*/ 1378 w 3784"/>
                <a:gd name="T15" fmla="*/ 1055 h 1330"/>
                <a:gd name="T16" fmla="*/ 1216 w 3784"/>
                <a:gd name="T17" fmla="*/ 1039 h 1330"/>
                <a:gd name="T18" fmla="*/ 1120 w 3784"/>
                <a:gd name="T19" fmla="*/ 393 h 1330"/>
                <a:gd name="T20" fmla="*/ 899 w 3784"/>
                <a:gd name="T21" fmla="*/ 323 h 1330"/>
                <a:gd name="T22" fmla="*/ 791 w 3784"/>
                <a:gd name="T23" fmla="*/ 102 h 1330"/>
                <a:gd name="T24" fmla="*/ 630 w 3784"/>
                <a:gd name="T25" fmla="*/ 118 h 1330"/>
                <a:gd name="T26" fmla="*/ 549 w 3784"/>
                <a:gd name="T27" fmla="*/ 770 h 1330"/>
                <a:gd name="T28" fmla="*/ 21 w 3784"/>
                <a:gd name="T29" fmla="*/ 883 h 1330"/>
                <a:gd name="T30" fmla="*/ 0 w 3784"/>
                <a:gd name="T31" fmla="*/ 813 h 1330"/>
                <a:gd name="T32" fmla="*/ 517 w 3784"/>
                <a:gd name="T33" fmla="*/ 711 h 1330"/>
                <a:gd name="T34" fmla="*/ 619 w 3784"/>
                <a:gd name="T35" fmla="*/ 75 h 1330"/>
                <a:gd name="T36" fmla="*/ 840 w 3784"/>
                <a:gd name="T37" fmla="*/ 102 h 1330"/>
                <a:gd name="T38" fmla="*/ 931 w 3784"/>
                <a:gd name="T39" fmla="*/ 307 h 1330"/>
                <a:gd name="T40" fmla="*/ 1157 w 3784"/>
                <a:gd name="T41" fmla="*/ 377 h 1330"/>
                <a:gd name="T42" fmla="*/ 1276 w 3784"/>
                <a:gd name="T43" fmla="*/ 1001 h 1330"/>
                <a:gd name="T44" fmla="*/ 1674 w 3784"/>
                <a:gd name="T45" fmla="*/ 996 h 1330"/>
                <a:gd name="T46" fmla="*/ 1749 w 3784"/>
                <a:gd name="T47" fmla="*/ 328 h 1330"/>
                <a:gd name="T48" fmla="*/ 2089 w 3784"/>
                <a:gd name="T49" fmla="*/ 0 h 1330"/>
                <a:gd name="T50" fmla="*/ 3181 w 3784"/>
                <a:gd name="T51" fmla="*/ 81 h 1330"/>
                <a:gd name="T52" fmla="*/ 3784 w 3784"/>
                <a:gd name="T53" fmla="*/ 27 h 1330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3784"/>
                <a:gd name="T82" fmla="*/ 0 h 1330"/>
                <a:gd name="T83" fmla="*/ 3784 w 3784"/>
                <a:gd name="T84" fmla="*/ 1330 h 1330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3784" h="1330">
                  <a:moveTo>
                    <a:pt x="3784" y="27"/>
                  </a:moveTo>
                  <a:lnTo>
                    <a:pt x="3768" y="75"/>
                  </a:lnTo>
                  <a:lnTo>
                    <a:pt x="3208" y="113"/>
                  </a:lnTo>
                  <a:lnTo>
                    <a:pt x="2094" y="43"/>
                  </a:lnTo>
                  <a:lnTo>
                    <a:pt x="1787" y="350"/>
                  </a:lnTo>
                  <a:lnTo>
                    <a:pt x="1723" y="1287"/>
                  </a:lnTo>
                  <a:lnTo>
                    <a:pt x="1400" y="1330"/>
                  </a:lnTo>
                  <a:lnTo>
                    <a:pt x="1378" y="1055"/>
                  </a:lnTo>
                  <a:lnTo>
                    <a:pt x="1216" y="1039"/>
                  </a:lnTo>
                  <a:lnTo>
                    <a:pt x="1120" y="393"/>
                  </a:lnTo>
                  <a:lnTo>
                    <a:pt x="899" y="323"/>
                  </a:lnTo>
                  <a:lnTo>
                    <a:pt x="791" y="102"/>
                  </a:lnTo>
                  <a:lnTo>
                    <a:pt x="630" y="118"/>
                  </a:lnTo>
                  <a:lnTo>
                    <a:pt x="549" y="770"/>
                  </a:lnTo>
                  <a:lnTo>
                    <a:pt x="21" y="883"/>
                  </a:lnTo>
                  <a:lnTo>
                    <a:pt x="0" y="813"/>
                  </a:lnTo>
                  <a:lnTo>
                    <a:pt x="517" y="711"/>
                  </a:lnTo>
                  <a:lnTo>
                    <a:pt x="619" y="75"/>
                  </a:lnTo>
                  <a:lnTo>
                    <a:pt x="840" y="102"/>
                  </a:lnTo>
                  <a:lnTo>
                    <a:pt x="931" y="307"/>
                  </a:lnTo>
                  <a:lnTo>
                    <a:pt x="1157" y="377"/>
                  </a:lnTo>
                  <a:lnTo>
                    <a:pt x="1276" y="1001"/>
                  </a:lnTo>
                  <a:lnTo>
                    <a:pt x="1674" y="996"/>
                  </a:lnTo>
                  <a:lnTo>
                    <a:pt x="1749" y="328"/>
                  </a:lnTo>
                  <a:lnTo>
                    <a:pt x="2089" y="0"/>
                  </a:lnTo>
                  <a:lnTo>
                    <a:pt x="3181" y="81"/>
                  </a:lnTo>
                  <a:lnTo>
                    <a:pt x="3784" y="27"/>
                  </a:lnTo>
                  <a:close/>
                </a:path>
              </a:pathLst>
            </a:custGeom>
            <a:solidFill>
              <a:srgbClr val="0000FF">
                <a:alpha val="20000"/>
              </a:srgb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040"/>
            </a:p>
          </p:txBody>
        </p:sp>
        <p:sp>
          <p:nvSpPr>
            <p:cNvPr id="28827" name="Freeform 7"/>
            <p:cNvSpPr>
              <a:spLocks/>
            </p:cNvSpPr>
            <p:nvPr/>
          </p:nvSpPr>
          <p:spPr bwMode="auto">
            <a:xfrm>
              <a:off x="1012" y="2735"/>
              <a:ext cx="3736" cy="1555"/>
            </a:xfrm>
            <a:custGeom>
              <a:avLst/>
              <a:gdLst>
                <a:gd name="T0" fmla="*/ 3736 w 3736"/>
                <a:gd name="T1" fmla="*/ 43 h 1555"/>
                <a:gd name="T2" fmla="*/ 3709 w 3736"/>
                <a:gd name="T3" fmla="*/ 350 h 1555"/>
                <a:gd name="T4" fmla="*/ 2460 w 3736"/>
                <a:gd name="T5" fmla="*/ 1410 h 1555"/>
                <a:gd name="T6" fmla="*/ 942 w 3736"/>
                <a:gd name="T7" fmla="*/ 1555 h 1555"/>
                <a:gd name="T8" fmla="*/ 70 w 3736"/>
                <a:gd name="T9" fmla="*/ 1405 h 1555"/>
                <a:gd name="T10" fmla="*/ 0 w 3736"/>
                <a:gd name="T11" fmla="*/ 845 h 1555"/>
                <a:gd name="T12" fmla="*/ 538 w 3736"/>
                <a:gd name="T13" fmla="*/ 732 h 1555"/>
                <a:gd name="T14" fmla="*/ 619 w 3736"/>
                <a:gd name="T15" fmla="*/ 59 h 1555"/>
                <a:gd name="T16" fmla="*/ 791 w 3736"/>
                <a:gd name="T17" fmla="*/ 70 h 1555"/>
                <a:gd name="T18" fmla="*/ 872 w 3736"/>
                <a:gd name="T19" fmla="*/ 290 h 1555"/>
                <a:gd name="T20" fmla="*/ 1109 w 3736"/>
                <a:gd name="T21" fmla="*/ 360 h 1555"/>
                <a:gd name="T22" fmla="*/ 1195 w 3736"/>
                <a:gd name="T23" fmla="*/ 990 h 1555"/>
                <a:gd name="T24" fmla="*/ 1362 w 3736"/>
                <a:gd name="T25" fmla="*/ 1017 h 1555"/>
                <a:gd name="T26" fmla="*/ 1389 w 3736"/>
                <a:gd name="T27" fmla="*/ 1275 h 1555"/>
                <a:gd name="T28" fmla="*/ 1696 w 3736"/>
                <a:gd name="T29" fmla="*/ 1259 h 1555"/>
                <a:gd name="T30" fmla="*/ 1776 w 3736"/>
                <a:gd name="T31" fmla="*/ 306 h 1555"/>
                <a:gd name="T32" fmla="*/ 2089 w 3736"/>
                <a:gd name="T33" fmla="*/ 0 h 1555"/>
                <a:gd name="T34" fmla="*/ 3208 w 3736"/>
                <a:gd name="T35" fmla="*/ 75 h 1555"/>
                <a:gd name="T36" fmla="*/ 3736 w 3736"/>
                <a:gd name="T37" fmla="*/ 43 h 155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3736"/>
                <a:gd name="T58" fmla="*/ 0 h 1555"/>
                <a:gd name="T59" fmla="*/ 3736 w 3736"/>
                <a:gd name="T60" fmla="*/ 1555 h 1555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3736" h="1555">
                  <a:moveTo>
                    <a:pt x="3736" y="43"/>
                  </a:moveTo>
                  <a:lnTo>
                    <a:pt x="3709" y="350"/>
                  </a:lnTo>
                  <a:lnTo>
                    <a:pt x="2460" y="1410"/>
                  </a:lnTo>
                  <a:lnTo>
                    <a:pt x="942" y="1555"/>
                  </a:lnTo>
                  <a:lnTo>
                    <a:pt x="70" y="1405"/>
                  </a:lnTo>
                  <a:lnTo>
                    <a:pt x="0" y="845"/>
                  </a:lnTo>
                  <a:lnTo>
                    <a:pt x="538" y="732"/>
                  </a:lnTo>
                  <a:lnTo>
                    <a:pt x="619" y="59"/>
                  </a:lnTo>
                  <a:lnTo>
                    <a:pt x="791" y="70"/>
                  </a:lnTo>
                  <a:lnTo>
                    <a:pt x="872" y="290"/>
                  </a:lnTo>
                  <a:lnTo>
                    <a:pt x="1109" y="360"/>
                  </a:lnTo>
                  <a:lnTo>
                    <a:pt x="1195" y="990"/>
                  </a:lnTo>
                  <a:lnTo>
                    <a:pt x="1362" y="1017"/>
                  </a:lnTo>
                  <a:lnTo>
                    <a:pt x="1389" y="1275"/>
                  </a:lnTo>
                  <a:lnTo>
                    <a:pt x="1696" y="1259"/>
                  </a:lnTo>
                  <a:lnTo>
                    <a:pt x="1776" y="306"/>
                  </a:lnTo>
                  <a:lnTo>
                    <a:pt x="2089" y="0"/>
                  </a:lnTo>
                  <a:lnTo>
                    <a:pt x="3208" y="75"/>
                  </a:lnTo>
                  <a:lnTo>
                    <a:pt x="3736" y="43"/>
                  </a:lnTo>
                  <a:close/>
                </a:path>
              </a:pathLst>
            </a:custGeom>
            <a:solidFill>
              <a:schemeClr val="bg2">
                <a:alpha val="20000"/>
              </a:schemeClr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 sz="2040"/>
            </a:p>
          </p:txBody>
        </p:sp>
      </p:grpSp>
      <p:sp>
        <p:nvSpPr>
          <p:cNvPr id="28675" name="Rectangle 8"/>
          <p:cNvSpPr>
            <a:spLocks noGrp="1" noChangeArrowheads="1"/>
          </p:cNvSpPr>
          <p:nvPr>
            <p:ph type="title"/>
          </p:nvPr>
        </p:nvSpPr>
        <p:spPr>
          <a:xfrm>
            <a:off x="1376998" y="256838"/>
            <a:ext cx="12269052" cy="553998"/>
          </a:xfrm>
        </p:spPr>
        <p:txBody>
          <a:bodyPr/>
          <a:lstStyle/>
          <a:p>
            <a:pPr eaLnBrk="1" hangingPunct="1"/>
            <a:r>
              <a:rPr lang="en-US" sz="3600" dirty="0"/>
              <a:t>Uniform Cost (Tree) Search</a:t>
            </a:r>
          </a:p>
        </p:txBody>
      </p:sp>
      <p:grpSp>
        <p:nvGrpSpPr>
          <p:cNvPr id="28676" name="Group 9"/>
          <p:cNvGrpSpPr>
            <a:grpSpLocks/>
          </p:cNvGrpSpPr>
          <p:nvPr/>
        </p:nvGrpSpPr>
        <p:grpSpPr bwMode="auto">
          <a:xfrm>
            <a:off x="3657706" y="3832223"/>
            <a:ext cx="6217920" cy="3790358"/>
            <a:chOff x="48" y="2332"/>
            <a:chExt cx="3456" cy="2398"/>
          </a:xfrm>
        </p:grpSpPr>
        <p:sp>
          <p:nvSpPr>
            <p:cNvPr id="28766" name="Text Box 10"/>
            <p:cNvSpPr txBox="1">
              <a:spLocks noChangeArrowheads="1"/>
            </p:cNvSpPr>
            <p:nvPr/>
          </p:nvSpPr>
          <p:spPr bwMode="auto">
            <a:xfrm>
              <a:off x="1728" y="2332"/>
              <a:ext cx="624" cy="2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1813" dirty="0"/>
                <a:t>S</a:t>
              </a:r>
            </a:p>
          </p:txBody>
        </p:sp>
        <p:sp>
          <p:nvSpPr>
            <p:cNvPr id="28767" name="Text Box 11"/>
            <p:cNvSpPr txBox="1">
              <a:spLocks noChangeArrowheads="1"/>
            </p:cNvSpPr>
            <p:nvPr/>
          </p:nvSpPr>
          <p:spPr bwMode="auto">
            <a:xfrm>
              <a:off x="48" y="3417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a</a:t>
              </a:r>
            </a:p>
          </p:txBody>
        </p:sp>
        <p:sp>
          <p:nvSpPr>
            <p:cNvPr id="28768" name="Text Box 12"/>
            <p:cNvSpPr txBox="1">
              <a:spLocks noChangeArrowheads="1"/>
            </p:cNvSpPr>
            <p:nvPr/>
          </p:nvSpPr>
          <p:spPr bwMode="auto">
            <a:xfrm>
              <a:off x="48" y="3033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b</a:t>
              </a:r>
            </a:p>
          </p:txBody>
        </p:sp>
        <p:sp>
          <p:nvSpPr>
            <p:cNvPr id="28769" name="Text Box 13"/>
            <p:cNvSpPr txBox="1">
              <a:spLocks noChangeArrowheads="1"/>
            </p:cNvSpPr>
            <p:nvPr/>
          </p:nvSpPr>
          <p:spPr bwMode="auto">
            <a:xfrm>
              <a:off x="384" y="2688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d</a:t>
              </a:r>
            </a:p>
          </p:txBody>
        </p:sp>
        <p:sp>
          <p:nvSpPr>
            <p:cNvPr id="28770" name="Text Box 14"/>
            <p:cNvSpPr txBox="1">
              <a:spLocks noChangeArrowheads="1"/>
            </p:cNvSpPr>
            <p:nvPr/>
          </p:nvSpPr>
          <p:spPr bwMode="auto">
            <a:xfrm>
              <a:off x="3264" y="2640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p</a:t>
              </a:r>
            </a:p>
          </p:txBody>
        </p:sp>
        <p:sp>
          <p:nvSpPr>
            <p:cNvPr id="28771" name="Text Box 15"/>
            <p:cNvSpPr txBox="1">
              <a:spLocks noChangeArrowheads="1"/>
            </p:cNvSpPr>
            <p:nvPr/>
          </p:nvSpPr>
          <p:spPr bwMode="auto">
            <a:xfrm>
              <a:off x="480" y="3417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a</a:t>
              </a:r>
            </a:p>
          </p:txBody>
        </p:sp>
        <p:sp>
          <p:nvSpPr>
            <p:cNvPr id="28772" name="Text Box 16"/>
            <p:cNvSpPr txBox="1">
              <a:spLocks noChangeArrowheads="1"/>
            </p:cNvSpPr>
            <p:nvPr/>
          </p:nvSpPr>
          <p:spPr bwMode="auto">
            <a:xfrm>
              <a:off x="480" y="3033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c</a:t>
              </a:r>
            </a:p>
          </p:txBody>
        </p:sp>
        <p:cxnSp>
          <p:nvCxnSpPr>
            <p:cNvPr id="28773" name="AutoShape 17"/>
            <p:cNvCxnSpPr>
              <a:cxnSpLocks noChangeShapeType="1"/>
              <a:stCxn id="28769" idx="2"/>
              <a:endCxn id="28768" idx="0"/>
            </p:cNvCxnSpPr>
            <p:nvPr/>
          </p:nvCxnSpPr>
          <p:spPr bwMode="auto">
            <a:xfrm flipH="1">
              <a:off x="168" y="2945"/>
              <a:ext cx="336" cy="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4" name="AutoShape 18"/>
            <p:cNvCxnSpPr>
              <a:cxnSpLocks noChangeShapeType="1"/>
              <a:stCxn id="28769" idx="2"/>
              <a:endCxn id="28772" idx="0"/>
            </p:cNvCxnSpPr>
            <p:nvPr/>
          </p:nvCxnSpPr>
          <p:spPr bwMode="auto">
            <a:xfrm>
              <a:off x="504" y="2945"/>
              <a:ext cx="96" cy="88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5" name="AutoShape 19"/>
            <p:cNvCxnSpPr>
              <a:cxnSpLocks noChangeShapeType="1"/>
              <a:stCxn id="28768" idx="2"/>
              <a:endCxn id="28767" idx="0"/>
            </p:cNvCxnSpPr>
            <p:nvPr/>
          </p:nvCxnSpPr>
          <p:spPr bwMode="auto">
            <a:xfrm>
              <a:off x="168" y="3290"/>
              <a:ext cx="0" cy="1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76" name="AutoShape 20"/>
            <p:cNvCxnSpPr>
              <a:cxnSpLocks noChangeShapeType="1"/>
              <a:stCxn id="28772" idx="2"/>
              <a:endCxn id="28771" idx="0"/>
            </p:cNvCxnSpPr>
            <p:nvPr/>
          </p:nvCxnSpPr>
          <p:spPr bwMode="auto">
            <a:xfrm>
              <a:off x="600" y="3290"/>
              <a:ext cx="0" cy="12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8777" name="Group 21"/>
            <p:cNvGrpSpPr>
              <a:grpSpLocks/>
            </p:cNvGrpSpPr>
            <p:nvPr/>
          </p:nvGrpSpPr>
          <p:grpSpPr bwMode="auto">
            <a:xfrm>
              <a:off x="1776" y="2640"/>
              <a:ext cx="1104" cy="1706"/>
              <a:chOff x="1152" y="2640"/>
              <a:chExt cx="1104" cy="1706"/>
            </a:xfrm>
          </p:grpSpPr>
          <p:sp>
            <p:nvSpPr>
              <p:cNvPr id="28804" name="Text Box 22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e</a:t>
                </a:r>
              </a:p>
            </p:txBody>
          </p:sp>
          <p:sp>
            <p:nvSpPr>
              <p:cNvPr id="28805" name="Text Box 23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p</a:t>
                </a:r>
              </a:p>
            </p:txBody>
          </p:sp>
          <p:sp>
            <p:nvSpPr>
              <p:cNvPr id="28806" name="Text Box 24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h</a:t>
                </a:r>
              </a:p>
            </p:txBody>
          </p:sp>
          <p:sp>
            <p:nvSpPr>
              <p:cNvPr id="28807" name="Text Box 25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f</a:t>
                </a:r>
              </a:p>
            </p:txBody>
          </p:sp>
          <p:sp>
            <p:nvSpPr>
              <p:cNvPr id="28808" name="Text Box 26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r</a:t>
                </a:r>
              </a:p>
            </p:txBody>
          </p:sp>
          <p:sp>
            <p:nvSpPr>
              <p:cNvPr id="28809" name="Text Box 27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28810" name="Text Box 28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28811" name="Text Box 29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c</a:t>
                </a:r>
              </a:p>
            </p:txBody>
          </p:sp>
          <p:sp>
            <p:nvSpPr>
              <p:cNvPr id="28812" name="Text Box 30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813" dirty="0"/>
                  <a:t>G</a:t>
                </a:r>
              </a:p>
            </p:txBody>
          </p:sp>
          <p:sp>
            <p:nvSpPr>
              <p:cNvPr id="28813" name="Text Box 31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a</a:t>
                </a:r>
              </a:p>
            </p:txBody>
          </p:sp>
          <p:cxnSp>
            <p:nvCxnSpPr>
              <p:cNvPr id="28814" name="AutoShape 32"/>
              <p:cNvCxnSpPr>
                <a:cxnSpLocks noChangeShapeType="1"/>
                <a:stCxn id="28804" idx="2"/>
                <a:endCxn id="28806" idx="0"/>
              </p:cNvCxnSpPr>
              <p:nvPr/>
            </p:nvCxnSpPr>
            <p:spPr bwMode="auto">
              <a:xfrm flipH="1">
                <a:off x="1416" y="2897"/>
                <a:ext cx="24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5" name="AutoShape 33"/>
              <p:cNvCxnSpPr>
                <a:cxnSpLocks noChangeShapeType="1"/>
                <a:stCxn id="28804" idx="2"/>
                <a:endCxn id="28808" idx="0"/>
              </p:cNvCxnSpPr>
              <p:nvPr/>
            </p:nvCxnSpPr>
            <p:spPr bwMode="auto">
              <a:xfrm>
                <a:off x="1656" y="2897"/>
                <a:ext cx="192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6" name="AutoShape 34"/>
              <p:cNvCxnSpPr>
                <a:cxnSpLocks noChangeShapeType="1"/>
                <a:stCxn id="28806" idx="2"/>
                <a:endCxn id="28805" idx="0"/>
              </p:cNvCxnSpPr>
              <p:nvPr/>
            </p:nvCxnSpPr>
            <p:spPr bwMode="auto">
              <a:xfrm flipH="1">
                <a:off x="1272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7" name="AutoShape 35"/>
              <p:cNvCxnSpPr>
                <a:cxnSpLocks noChangeShapeType="1"/>
                <a:stCxn id="28806" idx="2"/>
                <a:endCxn id="28809" idx="0"/>
              </p:cNvCxnSpPr>
              <p:nvPr/>
            </p:nvCxnSpPr>
            <p:spPr bwMode="auto">
              <a:xfrm>
                <a:off x="1416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8" name="AutoShape 36"/>
              <p:cNvCxnSpPr>
                <a:cxnSpLocks noChangeShapeType="1"/>
                <a:stCxn id="28808" idx="2"/>
                <a:endCxn id="28807" idx="0"/>
              </p:cNvCxnSpPr>
              <p:nvPr/>
            </p:nvCxnSpPr>
            <p:spPr bwMode="auto">
              <a:xfrm>
                <a:off x="1848" y="3281"/>
                <a:ext cx="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19" name="AutoShape 37"/>
              <p:cNvCxnSpPr>
                <a:cxnSpLocks noChangeShapeType="1"/>
                <a:stCxn id="28805" idx="2"/>
                <a:endCxn id="28810" idx="0"/>
              </p:cNvCxnSpPr>
              <p:nvPr/>
            </p:nvCxnSpPr>
            <p:spPr bwMode="auto">
              <a:xfrm>
                <a:off x="1272" y="3665"/>
                <a:ext cx="0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0" name="AutoShape 38"/>
              <p:cNvCxnSpPr>
                <a:cxnSpLocks noChangeShapeType="1"/>
                <a:stCxn id="28807" idx="2"/>
                <a:endCxn id="28811" idx="0"/>
              </p:cNvCxnSpPr>
              <p:nvPr/>
            </p:nvCxnSpPr>
            <p:spPr bwMode="auto">
              <a:xfrm flipH="1">
                <a:off x="1704" y="3665"/>
                <a:ext cx="144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1" name="AutoShape 39"/>
              <p:cNvCxnSpPr>
                <a:cxnSpLocks noChangeShapeType="1"/>
                <a:stCxn id="28807" idx="2"/>
                <a:endCxn id="28812" idx="0"/>
              </p:cNvCxnSpPr>
              <p:nvPr/>
            </p:nvCxnSpPr>
            <p:spPr bwMode="auto">
              <a:xfrm>
                <a:off x="1848" y="3665"/>
                <a:ext cx="168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22" name="AutoShape 40"/>
              <p:cNvCxnSpPr>
                <a:cxnSpLocks noChangeShapeType="1"/>
                <a:stCxn id="28811" idx="2"/>
                <a:endCxn id="28813" idx="0"/>
              </p:cNvCxnSpPr>
              <p:nvPr/>
            </p:nvCxnSpPr>
            <p:spPr bwMode="auto">
              <a:xfrm>
                <a:off x="1704" y="4010"/>
                <a:ext cx="0" cy="7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sp>
          <p:nvSpPr>
            <p:cNvPr id="28778" name="Text Box 41"/>
            <p:cNvSpPr txBox="1">
              <a:spLocks noChangeArrowheads="1"/>
            </p:cNvSpPr>
            <p:nvPr/>
          </p:nvSpPr>
          <p:spPr bwMode="auto">
            <a:xfrm>
              <a:off x="3264" y="2994"/>
              <a:ext cx="240" cy="2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040" i="1"/>
                <a:t>q</a:t>
              </a:r>
            </a:p>
          </p:txBody>
        </p:sp>
        <p:cxnSp>
          <p:nvCxnSpPr>
            <p:cNvPr id="28779" name="AutoShape 42"/>
            <p:cNvCxnSpPr>
              <a:cxnSpLocks noChangeShapeType="1"/>
              <a:stCxn id="28770" idx="2"/>
              <a:endCxn id="28778" idx="0"/>
            </p:cNvCxnSpPr>
            <p:nvPr/>
          </p:nvCxnSpPr>
          <p:spPr bwMode="auto">
            <a:xfrm>
              <a:off x="3384" y="2897"/>
              <a:ext cx="0" cy="97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grpSp>
          <p:nvGrpSpPr>
            <p:cNvPr id="28780" name="Group 43"/>
            <p:cNvGrpSpPr>
              <a:grpSpLocks/>
            </p:cNvGrpSpPr>
            <p:nvPr/>
          </p:nvGrpSpPr>
          <p:grpSpPr bwMode="auto">
            <a:xfrm>
              <a:off x="624" y="3024"/>
              <a:ext cx="1104" cy="1706"/>
              <a:chOff x="1152" y="2640"/>
              <a:chExt cx="1104" cy="1706"/>
            </a:xfrm>
          </p:grpSpPr>
          <p:sp>
            <p:nvSpPr>
              <p:cNvPr id="28785" name="Text Box 44"/>
              <p:cNvSpPr txBox="1">
                <a:spLocks noChangeArrowheads="1"/>
              </p:cNvSpPr>
              <p:nvPr/>
            </p:nvSpPr>
            <p:spPr bwMode="auto">
              <a:xfrm>
                <a:off x="1536" y="2640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e</a:t>
                </a:r>
              </a:p>
            </p:txBody>
          </p:sp>
          <p:sp>
            <p:nvSpPr>
              <p:cNvPr id="28786" name="Text Box 45"/>
              <p:cNvSpPr txBox="1">
                <a:spLocks noChangeArrowheads="1"/>
              </p:cNvSpPr>
              <p:nvPr/>
            </p:nvSpPr>
            <p:spPr bwMode="auto">
              <a:xfrm>
                <a:off x="1152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p</a:t>
                </a:r>
              </a:p>
            </p:txBody>
          </p:sp>
          <p:sp>
            <p:nvSpPr>
              <p:cNvPr id="28787" name="Text Box 46"/>
              <p:cNvSpPr txBox="1">
                <a:spLocks noChangeArrowheads="1"/>
              </p:cNvSpPr>
              <p:nvPr/>
            </p:nvSpPr>
            <p:spPr bwMode="auto">
              <a:xfrm>
                <a:off x="1296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h</a:t>
                </a:r>
              </a:p>
            </p:txBody>
          </p:sp>
          <p:sp>
            <p:nvSpPr>
              <p:cNvPr id="28788" name="Text Box 47"/>
              <p:cNvSpPr txBox="1">
                <a:spLocks noChangeArrowheads="1"/>
              </p:cNvSpPr>
              <p:nvPr/>
            </p:nvSpPr>
            <p:spPr bwMode="auto">
              <a:xfrm>
                <a:off x="1728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f</a:t>
                </a:r>
              </a:p>
            </p:txBody>
          </p:sp>
          <p:sp>
            <p:nvSpPr>
              <p:cNvPr id="28789" name="Text Box 48"/>
              <p:cNvSpPr txBox="1">
                <a:spLocks noChangeArrowheads="1"/>
              </p:cNvSpPr>
              <p:nvPr/>
            </p:nvSpPr>
            <p:spPr bwMode="auto">
              <a:xfrm>
                <a:off x="1728" y="3024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r</a:t>
                </a:r>
              </a:p>
            </p:txBody>
          </p:sp>
          <p:sp>
            <p:nvSpPr>
              <p:cNvPr id="28790" name="Text Box 49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28791" name="Text Box 50"/>
              <p:cNvSpPr txBox="1">
                <a:spLocks noChangeArrowheads="1"/>
              </p:cNvSpPr>
              <p:nvPr/>
            </p:nvSpPr>
            <p:spPr bwMode="auto">
              <a:xfrm>
                <a:off x="1152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q</a:t>
                </a:r>
              </a:p>
            </p:txBody>
          </p:sp>
          <p:sp>
            <p:nvSpPr>
              <p:cNvPr id="28792" name="Text Box 51"/>
              <p:cNvSpPr txBox="1">
                <a:spLocks noChangeArrowheads="1"/>
              </p:cNvSpPr>
              <p:nvPr/>
            </p:nvSpPr>
            <p:spPr bwMode="auto">
              <a:xfrm>
                <a:off x="1584" y="3753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c</a:t>
                </a:r>
              </a:p>
            </p:txBody>
          </p:sp>
          <p:sp>
            <p:nvSpPr>
              <p:cNvPr id="28793" name="Text Box 52"/>
              <p:cNvSpPr txBox="1">
                <a:spLocks noChangeArrowheads="1"/>
              </p:cNvSpPr>
              <p:nvPr/>
            </p:nvSpPr>
            <p:spPr bwMode="auto">
              <a:xfrm>
                <a:off x="1776" y="3792"/>
                <a:ext cx="480" cy="23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1813" dirty="0"/>
                  <a:t>G</a:t>
                </a:r>
              </a:p>
            </p:txBody>
          </p:sp>
          <p:sp>
            <p:nvSpPr>
              <p:cNvPr id="28794" name="Text Box 53"/>
              <p:cNvSpPr txBox="1">
                <a:spLocks noChangeArrowheads="1"/>
              </p:cNvSpPr>
              <p:nvPr/>
            </p:nvSpPr>
            <p:spPr bwMode="auto">
              <a:xfrm>
                <a:off x="1584" y="4089"/>
                <a:ext cx="240" cy="2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sz="2040" i="1"/>
                  <a:t>a</a:t>
                </a:r>
              </a:p>
            </p:txBody>
          </p:sp>
          <p:cxnSp>
            <p:nvCxnSpPr>
              <p:cNvPr id="28795" name="AutoShape 54"/>
              <p:cNvCxnSpPr>
                <a:cxnSpLocks noChangeShapeType="1"/>
                <a:stCxn id="28785" idx="2"/>
                <a:endCxn id="28787" idx="0"/>
              </p:cNvCxnSpPr>
              <p:nvPr/>
            </p:nvCxnSpPr>
            <p:spPr bwMode="auto">
              <a:xfrm flipH="1">
                <a:off x="1416" y="2897"/>
                <a:ext cx="24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6" name="AutoShape 55"/>
              <p:cNvCxnSpPr>
                <a:cxnSpLocks noChangeShapeType="1"/>
                <a:stCxn id="28785" idx="2"/>
                <a:endCxn id="28789" idx="0"/>
              </p:cNvCxnSpPr>
              <p:nvPr/>
            </p:nvCxnSpPr>
            <p:spPr bwMode="auto">
              <a:xfrm>
                <a:off x="1656" y="2897"/>
                <a:ext cx="192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7" name="AutoShape 56"/>
              <p:cNvCxnSpPr>
                <a:cxnSpLocks noChangeShapeType="1"/>
                <a:stCxn id="28787" idx="2"/>
                <a:endCxn id="28786" idx="0"/>
              </p:cNvCxnSpPr>
              <p:nvPr/>
            </p:nvCxnSpPr>
            <p:spPr bwMode="auto">
              <a:xfrm flipH="1">
                <a:off x="1272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8" name="AutoShape 57"/>
              <p:cNvCxnSpPr>
                <a:cxnSpLocks noChangeShapeType="1"/>
                <a:stCxn id="28787" idx="2"/>
                <a:endCxn id="28790" idx="0"/>
              </p:cNvCxnSpPr>
              <p:nvPr/>
            </p:nvCxnSpPr>
            <p:spPr bwMode="auto">
              <a:xfrm>
                <a:off x="1416" y="3281"/>
                <a:ext cx="144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799" name="AutoShape 58"/>
              <p:cNvCxnSpPr>
                <a:cxnSpLocks noChangeShapeType="1"/>
                <a:stCxn id="28789" idx="2"/>
                <a:endCxn id="28788" idx="0"/>
              </p:cNvCxnSpPr>
              <p:nvPr/>
            </p:nvCxnSpPr>
            <p:spPr bwMode="auto">
              <a:xfrm>
                <a:off x="1848" y="3281"/>
                <a:ext cx="0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0" name="AutoShape 59"/>
              <p:cNvCxnSpPr>
                <a:cxnSpLocks noChangeShapeType="1"/>
                <a:stCxn id="28786" idx="2"/>
                <a:endCxn id="28791" idx="0"/>
              </p:cNvCxnSpPr>
              <p:nvPr/>
            </p:nvCxnSpPr>
            <p:spPr bwMode="auto">
              <a:xfrm>
                <a:off x="1272" y="3665"/>
                <a:ext cx="0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1" name="AutoShape 60"/>
              <p:cNvCxnSpPr>
                <a:cxnSpLocks noChangeShapeType="1"/>
                <a:stCxn id="28788" idx="2"/>
                <a:endCxn id="28792" idx="0"/>
              </p:cNvCxnSpPr>
              <p:nvPr/>
            </p:nvCxnSpPr>
            <p:spPr bwMode="auto">
              <a:xfrm flipH="1">
                <a:off x="1704" y="3665"/>
                <a:ext cx="144" cy="8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2" name="AutoShape 61"/>
              <p:cNvCxnSpPr>
                <a:cxnSpLocks noChangeShapeType="1"/>
                <a:stCxn id="28788" idx="2"/>
                <a:endCxn id="28793" idx="0"/>
              </p:cNvCxnSpPr>
              <p:nvPr/>
            </p:nvCxnSpPr>
            <p:spPr bwMode="auto">
              <a:xfrm>
                <a:off x="1848" y="3665"/>
                <a:ext cx="168" cy="127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  <p:cxnSp>
            <p:nvCxnSpPr>
              <p:cNvPr id="28803" name="AutoShape 62"/>
              <p:cNvCxnSpPr>
                <a:cxnSpLocks noChangeShapeType="1"/>
                <a:stCxn id="28792" idx="2"/>
                <a:endCxn id="28794" idx="0"/>
              </p:cNvCxnSpPr>
              <p:nvPr/>
            </p:nvCxnSpPr>
            <p:spPr bwMode="auto">
              <a:xfrm>
                <a:off x="1704" y="4010"/>
                <a:ext cx="0" cy="79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</p:cxnSp>
        </p:grpSp>
        <p:cxnSp>
          <p:nvCxnSpPr>
            <p:cNvPr id="28781" name="AutoShape 63"/>
            <p:cNvCxnSpPr>
              <a:cxnSpLocks noChangeShapeType="1"/>
              <a:stCxn id="28769" idx="2"/>
              <a:endCxn id="28785" idx="0"/>
            </p:cNvCxnSpPr>
            <p:nvPr/>
          </p:nvCxnSpPr>
          <p:spPr bwMode="auto">
            <a:xfrm>
              <a:off x="504" y="2945"/>
              <a:ext cx="624" cy="79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2" name="AutoShape 64"/>
            <p:cNvCxnSpPr>
              <a:cxnSpLocks noChangeShapeType="1"/>
              <a:stCxn id="28766" idx="2"/>
              <a:endCxn id="28769" idx="0"/>
            </p:cNvCxnSpPr>
            <p:nvPr/>
          </p:nvCxnSpPr>
          <p:spPr bwMode="auto">
            <a:xfrm flipH="1">
              <a:off x="504" y="2567"/>
              <a:ext cx="1536" cy="121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3" name="AutoShape 65"/>
            <p:cNvCxnSpPr>
              <a:cxnSpLocks noChangeShapeType="1"/>
              <a:stCxn id="28766" idx="2"/>
              <a:endCxn id="28804" idx="0"/>
            </p:cNvCxnSpPr>
            <p:nvPr/>
          </p:nvCxnSpPr>
          <p:spPr bwMode="auto">
            <a:xfrm>
              <a:off x="2040" y="2567"/>
              <a:ext cx="240" cy="7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  <p:cxnSp>
          <p:nvCxnSpPr>
            <p:cNvPr id="28784" name="AutoShape 66"/>
            <p:cNvCxnSpPr>
              <a:cxnSpLocks noChangeShapeType="1"/>
              <a:stCxn id="28766" idx="2"/>
              <a:endCxn id="28770" idx="0"/>
            </p:cNvCxnSpPr>
            <p:nvPr/>
          </p:nvCxnSpPr>
          <p:spPr bwMode="auto">
            <a:xfrm>
              <a:off x="2040" y="2567"/>
              <a:ext cx="1344" cy="73"/>
            </a:xfrm>
            <a:prstGeom prst="straightConnector1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</p:cxnSp>
      </p:grpSp>
      <p:sp>
        <p:nvSpPr>
          <p:cNvPr id="28677" name="Line 67"/>
          <p:cNvSpPr>
            <a:spLocks noChangeShapeType="1"/>
          </p:cNvSpPr>
          <p:nvPr/>
        </p:nvSpPr>
        <p:spPr bwMode="auto">
          <a:xfrm>
            <a:off x="10" y="3713480"/>
            <a:ext cx="1381759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040"/>
          </a:p>
        </p:txBody>
      </p:sp>
      <p:sp>
        <p:nvSpPr>
          <p:cNvPr id="805956" name="Oval 68"/>
          <p:cNvSpPr>
            <a:spLocks noChangeArrowheads="1"/>
          </p:cNvSpPr>
          <p:nvPr/>
        </p:nvSpPr>
        <p:spPr bwMode="auto">
          <a:xfrm>
            <a:off x="7076124" y="3882610"/>
            <a:ext cx="329247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28679" name="Oval 69"/>
          <p:cNvSpPr>
            <a:spLocks noChangeArrowheads="1"/>
          </p:cNvSpPr>
          <p:nvPr/>
        </p:nvSpPr>
        <p:spPr bwMode="auto">
          <a:xfrm>
            <a:off x="7077935" y="3884399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5958" name="Oval 70"/>
          <p:cNvSpPr>
            <a:spLocks noChangeArrowheads="1"/>
          </p:cNvSpPr>
          <p:nvPr/>
        </p:nvSpPr>
        <p:spPr bwMode="auto">
          <a:xfrm>
            <a:off x="4344990" y="4443950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5959" name="Oval 71"/>
          <p:cNvSpPr>
            <a:spLocks noChangeArrowheads="1"/>
          </p:cNvSpPr>
          <p:nvPr/>
        </p:nvSpPr>
        <p:spPr bwMode="auto">
          <a:xfrm>
            <a:off x="7511524" y="4368379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5960" name="Oval 72"/>
          <p:cNvSpPr>
            <a:spLocks noChangeArrowheads="1"/>
          </p:cNvSpPr>
          <p:nvPr/>
        </p:nvSpPr>
        <p:spPr bwMode="auto">
          <a:xfrm>
            <a:off x="9488817" y="4386376"/>
            <a:ext cx="329248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28683" name="Text Box 73"/>
          <p:cNvSpPr txBox="1">
            <a:spLocks noChangeArrowheads="1"/>
          </p:cNvSpPr>
          <p:nvPr/>
        </p:nvSpPr>
        <p:spPr bwMode="auto">
          <a:xfrm>
            <a:off x="486569" y="2037519"/>
            <a:ext cx="3713474" cy="15173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 i="1" dirty="0"/>
              <a:t>Strategy: expand a cheapest node first:</a:t>
            </a:r>
          </a:p>
          <a:p>
            <a:pPr>
              <a:spcBef>
                <a:spcPct val="50000"/>
              </a:spcBef>
            </a:pPr>
            <a:r>
              <a:rPr lang="en-US" sz="2040" b="1" i="1" dirty="0">
                <a:solidFill>
                  <a:srgbClr val="CC0000"/>
                </a:solidFill>
              </a:rPr>
              <a:t>Frontier is a priority queue (priority: cumulative cost</a:t>
            </a:r>
            <a:r>
              <a:rPr lang="en-US" sz="2040" i="1" dirty="0"/>
              <a:t>)</a:t>
            </a:r>
          </a:p>
        </p:txBody>
      </p:sp>
      <p:grpSp>
        <p:nvGrpSpPr>
          <p:cNvPr id="28684" name="Group 74"/>
          <p:cNvGrpSpPr>
            <a:grpSpLocks/>
          </p:cNvGrpSpPr>
          <p:nvPr/>
        </p:nvGrpSpPr>
        <p:grpSpPr bwMode="auto">
          <a:xfrm>
            <a:off x="5181602" y="1439335"/>
            <a:ext cx="3632518" cy="2004272"/>
            <a:chOff x="816" y="1056"/>
            <a:chExt cx="4176" cy="2304"/>
          </a:xfrm>
        </p:grpSpPr>
        <p:grpSp>
          <p:nvGrpSpPr>
            <p:cNvPr id="28736" name="Group 75"/>
            <p:cNvGrpSpPr>
              <a:grpSpLocks/>
            </p:cNvGrpSpPr>
            <p:nvPr/>
          </p:nvGrpSpPr>
          <p:grpSpPr bwMode="auto">
            <a:xfrm>
              <a:off x="816" y="1056"/>
              <a:ext cx="4176" cy="2304"/>
              <a:chOff x="336" y="576"/>
              <a:chExt cx="4848" cy="2784"/>
            </a:xfrm>
          </p:grpSpPr>
          <p:sp>
            <p:nvSpPr>
              <p:cNvPr id="28738" name="AutoShape 76"/>
              <p:cNvSpPr>
                <a:spLocks noChangeArrowheads="1"/>
              </p:cNvSpPr>
              <p:nvPr/>
            </p:nvSpPr>
            <p:spPr bwMode="auto">
              <a:xfrm>
                <a:off x="336" y="22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2040"/>
                  <a:t>S</a:t>
                </a:r>
              </a:p>
            </p:txBody>
          </p:sp>
          <p:sp>
            <p:nvSpPr>
              <p:cNvPr id="28739" name="AutoShape 77"/>
              <p:cNvSpPr>
                <a:spLocks noChangeArrowheads="1"/>
              </p:cNvSpPr>
              <p:nvPr/>
            </p:nvSpPr>
            <p:spPr bwMode="auto">
              <a:xfrm>
                <a:off x="4704" y="5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2040"/>
                  <a:t>G</a:t>
                </a:r>
              </a:p>
            </p:txBody>
          </p:sp>
          <p:sp>
            <p:nvSpPr>
              <p:cNvPr id="28740" name="AutoShape 78"/>
              <p:cNvSpPr>
                <a:spLocks noChangeArrowheads="1"/>
              </p:cNvSpPr>
              <p:nvPr/>
            </p:nvSpPr>
            <p:spPr bwMode="auto">
              <a:xfrm>
                <a:off x="1728" y="177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 dirty="0"/>
                  <a:t>d</a:t>
                </a:r>
              </a:p>
            </p:txBody>
          </p:sp>
          <p:sp>
            <p:nvSpPr>
              <p:cNvPr id="28741" name="AutoShape 79"/>
              <p:cNvSpPr>
                <a:spLocks noChangeArrowheads="1"/>
              </p:cNvSpPr>
              <p:nvPr/>
            </p:nvSpPr>
            <p:spPr bwMode="auto">
              <a:xfrm>
                <a:off x="720" y="10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 dirty="0"/>
                  <a:t>b</a:t>
                </a:r>
              </a:p>
            </p:txBody>
          </p:sp>
          <p:sp>
            <p:nvSpPr>
              <p:cNvPr id="28742" name="AutoShape 80"/>
              <p:cNvSpPr>
                <a:spLocks noChangeArrowheads="1"/>
              </p:cNvSpPr>
              <p:nvPr/>
            </p:nvSpPr>
            <p:spPr bwMode="auto">
              <a:xfrm>
                <a:off x="1200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 dirty="0"/>
                  <a:t>p</a:t>
                </a:r>
              </a:p>
            </p:txBody>
          </p:sp>
          <p:sp>
            <p:nvSpPr>
              <p:cNvPr id="28743" name="AutoShape 81"/>
              <p:cNvSpPr>
                <a:spLocks noChangeArrowheads="1"/>
              </p:cNvSpPr>
              <p:nvPr/>
            </p:nvSpPr>
            <p:spPr bwMode="auto">
              <a:xfrm>
                <a:off x="2352" y="2880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 dirty="0"/>
                  <a:t>q</a:t>
                </a:r>
              </a:p>
            </p:txBody>
          </p:sp>
          <p:sp>
            <p:nvSpPr>
              <p:cNvPr id="28744" name="AutoShape 82"/>
              <p:cNvSpPr>
                <a:spLocks noChangeArrowheads="1"/>
              </p:cNvSpPr>
              <p:nvPr/>
            </p:nvSpPr>
            <p:spPr bwMode="auto">
              <a:xfrm>
                <a:off x="2880" y="1008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 dirty="0"/>
                  <a:t>c</a:t>
                </a:r>
              </a:p>
            </p:txBody>
          </p:sp>
          <p:sp>
            <p:nvSpPr>
              <p:cNvPr id="28745" name="AutoShape 83"/>
              <p:cNvSpPr>
                <a:spLocks noChangeArrowheads="1"/>
              </p:cNvSpPr>
              <p:nvPr/>
            </p:nvSpPr>
            <p:spPr bwMode="auto">
              <a:xfrm>
                <a:off x="3552" y="158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 dirty="0"/>
                  <a:t>e</a:t>
                </a:r>
              </a:p>
            </p:txBody>
          </p:sp>
          <p:sp>
            <p:nvSpPr>
              <p:cNvPr id="28746" name="AutoShape 84"/>
              <p:cNvSpPr>
                <a:spLocks noChangeArrowheads="1"/>
              </p:cNvSpPr>
              <p:nvPr/>
            </p:nvSpPr>
            <p:spPr bwMode="auto">
              <a:xfrm>
                <a:off x="3168" y="225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 dirty="0"/>
                  <a:t>h</a:t>
                </a:r>
              </a:p>
            </p:txBody>
          </p:sp>
          <p:sp>
            <p:nvSpPr>
              <p:cNvPr id="28747" name="AutoShape 85"/>
              <p:cNvSpPr>
                <a:spLocks noChangeArrowheads="1"/>
              </p:cNvSpPr>
              <p:nvPr/>
            </p:nvSpPr>
            <p:spPr bwMode="auto">
              <a:xfrm>
                <a:off x="1584" y="624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 dirty="0"/>
                  <a:t>a</a:t>
                </a:r>
              </a:p>
            </p:txBody>
          </p:sp>
          <p:sp>
            <p:nvSpPr>
              <p:cNvPr id="28748" name="AutoShape 86"/>
              <p:cNvSpPr>
                <a:spLocks noChangeArrowheads="1"/>
              </p:cNvSpPr>
              <p:nvPr/>
            </p:nvSpPr>
            <p:spPr bwMode="auto">
              <a:xfrm>
                <a:off x="4560" y="1872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 dirty="0"/>
                  <a:t>f</a:t>
                </a:r>
              </a:p>
            </p:txBody>
          </p:sp>
          <p:sp>
            <p:nvSpPr>
              <p:cNvPr id="28749" name="AutoShape 87"/>
              <p:cNvSpPr>
                <a:spLocks noChangeArrowheads="1"/>
              </p:cNvSpPr>
              <p:nvPr/>
            </p:nvSpPr>
            <p:spPr bwMode="auto">
              <a:xfrm>
                <a:off x="4368" y="2736"/>
                <a:ext cx="480" cy="480"/>
              </a:xfrm>
              <a:prstGeom prst="flowChartConnector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700" i="1" dirty="0"/>
                  <a:t>r</a:t>
                </a:r>
              </a:p>
            </p:txBody>
          </p:sp>
          <p:cxnSp>
            <p:nvCxnSpPr>
              <p:cNvPr id="28750" name="AutoShape 88"/>
              <p:cNvCxnSpPr>
                <a:cxnSpLocks noChangeShapeType="1"/>
                <a:stCxn id="28738" idx="5"/>
                <a:endCxn id="28742" idx="2"/>
              </p:cNvCxnSpPr>
              <p:nvPr/>
            </p:nvCxnSpPr>
            <p:spPr bwMode="auto">
              <a:xfrm>
                <a:off x="746" y="2618"/>
                <a:ext cx="454" cy="35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1" name="AutoShape 89"/>
              <p:cNvCxnSpPr>
                <a:cxnSpLocks noChangeShapeType="1"/>
                <a:stCxn id="28742" idx="5"/>
                <a:endCxn id="28743" idx="2"/>
              </p:cNvCxnSpPr>
              <p:nvPr/>
            </p:nvCxnSpPr>
            <p:spPr bwMode="auto">
              <a:xfrm flipV="1">
                <a:off x="1610" y="3120"/>
                <a:ext cx="742" cy="2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2" name="AutoShape 90"/>
              <p:cNvCxnSpPr>
                <a:cxnSpLocks noChangeShapeType="1"/>
                <a:stCxn id="28746" idx="3"/>
                <a:endCxn id="28743" idx="7"/>
              </p:cNvCxnSpPr>
              <p:nvPr/>
            </p:nvCxnSpPr>
            <p:spPr bwMode="auto">
              <a:xfrm flipH="1">
                <a:off x="2762" y="2666"/>
                <a:ext cx="476" cy="2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3" name="AutoShape 91"/>
              <p:cNvCxnSpPr>
                <a:cxnSpLocks noChangeShapeType="1"/>
                <a:stCxn id="28746" idx="2"/>
                <a:endCxn id="28742" idx="6"/>
              </p:cNvCxnSpPr>
              <p:nvPr/>
            </p:nvCxnSpPr>
            <p:spPr bwMode="auto">
              <a:xfrm flipH="1">
                <a:off x="1680" y="2496"/>
                <a:ext cx="1488" cy="4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4" name="AutoShape 92"/>
              <p:cNvCxnSpPr>
                <a:cxnSpLocks noChangeShapeType="1"/>
                <a:stCxn id="28745" idx="4"/>
                <a:endCxn id="28746" idx="7"/>
              </p:cNvCxnSpPr>
              <p:nvPr/>
            </p:nvCxnSpPr>
            <p:spPr bwMode="auto">
              <a:xfrm flipH="1">
                <a:off x="3578" y="2064"/>
                <a:ext cx="214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5" name="AutoShape 93"/>
              <p:cNvCxnSpPr>
                <a:cxnSpLocks noChangeShapeType="1"/>
                <a:stCxn id="28745" idx="5"/>
                <a:endCxn id="28749" idx="1"/>
              </p:cNvCxnSpPr>
              <p:nvPr/>
            </p:nvCxnSpPr>
            <p:spPr bwMode="auto">
              <a:xfrm>
                <a:off x="3962" y="1994"/>
                <a:ext cx="476" cy="81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6" name="AutoShape 94"/>
              <p:cNvCxnSpPr>
                <a:cxnSpLocks noChangeShapeType="1"/>
                <a:stCxn id="28749" idx="0"/>
                <a:endCxn id="28748" idx="4"/>
              </p:cNvCxnSpPr>
              <p:nvPr/>
            </p:nvCxnSpPr>
            <p:spPr bwMode="auto">
              <a:xfrm flipV="1">
                <a:off x="4608" y="2352"/>
                <a:ext cx="192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7" name="AutoShape 95"/>
              <p:cNvCxnSpPr>
                <a:cxnSpLocks noChangeShapeType="1"/>
                <a:stCxn id="28748" idx="0"/>
                <a:endCxn id="28739" idx="4"/>
              </p:cNvCxnSpPr>
              <p:nvPr/>
            </p:nvCxnSpPr>
            <p:spPr bwMode="auto">
              <a:xfrm flipV="1">
                <a:off x="4800" y="1056"/>
                <a:ext cx="144" cy="816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8" name="AutoShape 96"/>
              <p:cNvCxnSpPr>
                <a:cxnSpLocks noChangeShapeType="1"/>
                <a:stCxn id="28738" idx="7"/>
              </p:cNvCxnSpPr>
              <p:nvPr/>
            </p:nvCxnSpPr>
            <p:spPr bwMode="auto">
              <a:xfrm flipV="1">
                <a:off x="746" y="2016"/>
                <a:ext cx="98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59" name="AutoShape 97"/>
              <p:cNvCxnSpPr>
                <a:cxnSpLocks noChangeShapeType="1"/>
                <a:stCxn id="28740" idx="1"/>
                <a:endCxn id="28741" idx="5"/>
              </p:cNvCxnSpPr>
              <p:nvPr/>
            </p:nvCxnSpPr>
            <p:spPr bwMode="auto">
              <a:xfrm flipH="1" flipV="1">
                <a:off x="1130" y="1466"/>
                <a:ext cx="668" cy="380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0" name="AutoShape 98"/>
              <p:cNvCxnSpPr>
                <a:cxnSpLocks noChangeShapeType="1"/>
                <a:endCxn id="28747" idx="2"/>
              </p:cNvCxnSpPr>
              <p:nvPr/>
            </p:nvCxnSpPr>
            <p:spPr bwMode="auto">
              <a:xfrm flipV="1">
                <a:off x="1152" y="864"/>
                <a:ext cx="432" cy="26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1" name="AutoShape 99"/>
              <p:cNvCxnSpPr>
                <a:cxnSpLocks noChangeShapeType="1"/>
                <a:stCxn id="28744" idx="2"/>
                <a:endCxn id="28747" idx="6"/>
              </p:cNvCxnSpPr>
              <p:nvPr/>
            </p:nvCxnSpPr>
            <p:spPr bwMode="auto">
              <a:xfrm flipH="1" flipV="1">
                <a:off x="2064" y="864"/>
                <a:ext cx="816" cy="384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2" name="AutoShape 100"/>
              <p:cNvCxnSpPr>
                <a:cxnSpLocks noChangeShapeType="1"/>
                <a:stCxn id="28740" idx="7"/>
                <a:endCxn id="28744" idx="3"/>
              </p:cNvCxnSpPr>
              <p:nvPr/>
            </p:nvCxnSpPr>
            <p:spPr bwMode="auto">
              <a:xfrm flipV="1">
                <a:off x="2138" y="1418"/>
                <a:ext cx="812" cy="428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3" name="AutoShape 101"/>
              <p:cNvCxnSpPr>
                <a:cxnSpLocks noChangeShapeType="1"/>
                <a:stCxn id="28740" idx="6"/>
                <a:endCxn id="28745" idx="2"/>
              </p:cNvCxnSpPr>
              <p:nvPr/>
            </p:nvCxnSpPr>
            <p:spPr bwMode="auto">
              <a:xfrm flipV="1">
                <a:off x="2208" y="1824"/>
                <a:ext cx="1344" cy="192"/>
              </a:xfrm>
              <a:prstGeom prst="straightConnector1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4" name="AutoShape 102"/>
              <p:cNvCxnSpPr>
                <a:cxnSpLocks noChangeShapeType="1"/>
                <a:stCxn id="28748" idx="1"/>
                <a:endCxn id="28744" idx="6"/>
              </p:cNvCxnSpPr>
              <p:nvPr/>
            </p:nvCxnSpPr>
            <p:spPr bwMode="auto">
              <a:xfrm rot="5400000" flipH="1">
                <a:off x="3648" y="960"/>
                <a:ext cx="694" cy="1270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28765" name="AutoShape 103"/>
              <p:cNvCxnSpPr>
                <a:cxnSpLocks noChangeShapeType="1"/>
                <a:stCxn id="28738" idx="6"/>
                <a:endCxn id="28745" idx="3"/>
              </p:cNvCxnSpPr>
              <p:nvPr/>
            </p:nvCxnSpPr>
            <p:spPr bwMode="auto">
              <a:xfrm flipV="1">
                <a:off x="816" y="1994"/>
                <a:ext cx="2806" cy="454"/>
              </a:xfrm>
              <a:prstGeom prst="curvedConnector2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</p:cxnSp>
        </p:grpSp>
        <p:cxnSp>
          <p:nvCxnSpPr>
            <p:cNvPr id="28737" name="AutoShape 104"/>
            <p:cNvCxnSpPr>
              <a:cxnSpLocks noChangeShapeType="1"/>
              <a:stCxn id="28743" idx="6"/>
              <a:endCxn id="28749" idx="2"/>
            </p:cNvCxnSpPr>
            <p:nvPr/>
          </p:nvCxnSpPr>
          <p:spPr bwMode="auto">
            <a:xfrm flipV="1">
              <a:off x="2966" y="3043"/>
              <a:ext cx="1323" cy="119"/>
            </a:xfrm>
            <a:prstGeom prst="straightConnector1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 type="triangle" w="med" len="med"/>
            </a:ln>
          </p:spPr>
        </p:cxnSp>
      </p:grpSp>
      <p:sp>
        <p:nvSpPr>
          <p:cNvPr id="805993" name="Text Box 105"/>
          <p:cNvSpPr txBox="1">
            <a:spLocks noChangeArrowheads="1"/>
          </p:cNvSpPr>
          <p:nvPr/>
        </p:nvSpPr>
        <p:spPr bwMode="auto">
          <a:xfrm>
            <a:off x="4836162" y="4384572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3</a:t>
            </a:r>
          </a:p>
        </p:txBody>
      </p:sp>
      <p:sp>
        <p:nvSpPr>
          <p:cNvPr id="805994" name="Text Box 106"/>
          <p:cNvSpPr txBox="1">
            <a:spLocks noChangeArrowheads="1"/>
          </p:cNvSpPr>
          <p:nvPr/>
        </p:nvSpPr>
        <p:spPr bwMode="auto">
          <a:xfrm>
            <a:off x="7961315" y="4305406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9</a:t>
            </a:r>
          </a:p>
        </p:txBody>
      </p:sp>
      <p:sp>
        <p:nvSpPr>
          <p:cNvPr id="805995" name="Text Box 107"/>
          <p:cNvSpPr txBox="1">
            <a:spLocks noChangeArrowheads="1"/>
          </p:cNvSpPr>
          <p:nvPr/>
        </p:nvSpPr>
        <p:spPr bwMode="auto">
          <a:xfrm>
            <a:off x="9899020" y="4301811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</a:t>
            </a:r>
          </a:p>
        </p:txBody>
      </p:sp>
      <p:sp>
        <p:nvSpPr>
          <p:cNvPr id="805996" name="Oval 108"/>
          <p:cNvSpPr>
            <a:spLocks noChangeArrowheads="1"/>
          </p:cNvSpPr>
          <p:nvPr/>
        </p:nvSpPr>
        <p:spPr bwMode="auto">
          <a:xfrm>
            <a:off x="9487006" y="4384566"/>
            <a:ext cx="329247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5997" name="Oval 109"/>
          <p:cNvSpPr>
            <a:spLocks noChangeArrowheads="1"/>
          </p:cNvSpPr>
          <p:nvPr/>
        </p:nvSpPr>
        <p:spPr bwMode="auto">
          <a:xfrm>
            <a:off x="9506810" y="4965710"/>
            <a:ext cx="329248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5998" name="Text Box 110"/>
          <p:cNvSpPr txBox="1">
            <a:spLocks noChangeArrowheads="1"/>
          </p:cNvSpPr>
          <p:nvPr/>
        </p:nvSpPr>
        <p:spPr bwMode="auto">
          <a:xfrm>
            <a:off x="9927807" y="4877544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16</a:t>
            </a:r>
          </a:p>
        </p:txBody>
      </p:sp>
      <p:sp>
        <p:nvSpPr>
          <p:cNvPr id="805999" name="Oval 111"/>
          <p:cNvSpPr>
            <a:spLocks noChangeArrowheads="1"/>
          </p:cNvSpPr>
          <p:nvPr/>
        </p:nvSpPr>
        <p:spPr bwMode="auto">
          <a:xfrm>
            <a:off x="3713494" y="4985489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00" name="Oval 112"/>
          <p:cNvSpPr>
            <a:spLocks noChangeArrowheads="1"/>
          </p:cNvSpPr>
          <p:nvPr/>
        </p:nvSpPr>
        <p:spPr bwMode="auto">
          <a:xfrm>
            <a:off x="4488924" y="4983703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01" name="Oval 113"/>
          <p:cNvSpPr>
            <a:spLocks noChangeArrowheads="1"/>
          </p:cNvSpPr>
          <p:nvPr/>
        </p:nvSpPr>
        <p:spPr bwMode="auto">
          <a:xfrm>
            <a:off x="5428086" y="4974693"/>
            <a:ext cx="329247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02" name="Text Box 114"/>
          <p:cNvSpPr txBox="1">
            <a:spLocks noChangeArrowheads="1"/>
          </p:cNvSpPr>
          <p:nvPr/>
        </p:nvSpPr>
        <p:spPr bwMode="auto">
          <a:xfrm>
            <a:off x="4040933" y="4935118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4</a:t>
            </a:r>
          </a:p>
        </p:txBody>
      </p:sp>
      <p:sp>
        <p:nvSpPr>
          <p:cNvPr id="806003" name="Text Box 115"/>
          <p:cNvSpPr txBox="1">
            <a:spLocks noChangeArrowheads="1"/>
          </p:cNvSpPr>
          <p:nvPr/>
        </p:nvSpPr>
        <p:spPr bwMode="auto">
          <a:xfrm>
            <a:off x="4708421" y="5107838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11</a:t>
            </a:r>
          </a:p>
        </p:txBody>
      </p:sp>
      <p:sp>
        <p:nvSpPr>
          <p:cNvPr id="806004" name="Text Box 116"/>
          <p:cNvSpPr txBox="1">
            <a:spLocks noChangeArrowheads="1"/>
          </p:cNvSpPr>
          <p:nvPr/>
        </p:nvSpPr>
        <p:spPr bwMode="auto">
          <a:xfrm>
            <a:off x="5762734" y="4904531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5</a:t>
            </a:r>
          </a:p>
        </p:txBody>
      </p:sp>
      <p:sp>
        <p:nvSpPr>
          <p:cNvPr id="806005" name="Oval 117"/>
          <p:cNvSpPr>
            <a:spLocks noChangeArrowheads="1"/>
          </p:cNvSpPr>
          <p:nvPr/>
        </p:nvSpPr>
        <p:spPr bwMode="auto">
          <a:xfrm>
            <a:off x="4344990" y="4443950"/>
            <a:ext cx="329247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06" name="Oval 118"/>
          <p:cNvSpPr>
            <a:spLocks noChangeArrowheads="1"/>
          </p:cNvSpPr>
          <p:nvPr/>
        </p:nvSpPr>
        <p:spPr bwMode="auto">
          <a:xfrm>
            <a:off x="3713494" y="4985489"/>
            <a:ext cx="329248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07" name="Oval 119"/>
          <p:cNvSpPr>
            <a:spLocks noChangeArrowheads="1"/>
          </p:cNvSpPr>
          <p:nvPr/>
        </p:nvSpPr>
        <p:spPr bwMode="auto">
          <a:xfrm>
            <a:off x="3691903" y="5604403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08" name="Oval 120"/>
          <p:cNvSpPr>
            <a:spLocks noChangeArrowheads="1"/>
          </p:cNvSpPr>
          <p:nvPr/>
        </p:nvSpPr>
        <p:spPr bwMode="auto">
          <a:xfrm>
            <a:off x="3693691" y="5604403"/>
            <a:ext cx="329247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09" name="Oval 121"/>
          <p:cNvSpPr>
            <a:spLocks noChangeArrowheads="1"/>
          </p:cNvSpPr>
          <p:nvPr/>
        </p:nvSpPr>
        <p:spPr bwMode="auto">
          <a:xfrm>
            <a:off x="5426301" y="4976504"/>
            <a:ext cx="329248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10" name="Oval 122"/>
          <p:cNvSpPr>
            <a:spLocks noChangeArrowheads="1"/>
          </p:cNvSpPr>
          <p:nvPr/>
        </p:nvSpPr>
        <p:spPr bwMode="auto">
          <a:xfrm>
            <a:off x="5028671" y="5573829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11" name="Oval 123"/>
          <p:cNvSpPr>
            <a:spLocks noChangeArrowheads="1"/>
          </p:cNvSpPr>
          <p:nvPr/>
        </p:nvSpPr>
        <p:spPr bwMode="auto">
          <a:xfrm>
            <a:off x="5795118" y="5582813"/>
            <a:ext cx="329247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12" name="Text Box 124"/>
          <p:cNvSpPr txBox="1">
            <a:spLocks noChangeArrowheads="1"/>
          </p:cNvSpPr>
          <p:nvPr/>
        </p:nvSpPr>
        <p:spPr bwMode="auto">
          <a:xfrm>
            <a:off x="6106375" y="5510851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7</a:t>
            </a:r>
          </a:p>
        </p:txBody>
      </p:sp>
      <p:sp>
        <p:nvSpPr>
          <p:cNvPr id="806013" name="Text Box 125"/>
          <p:cNvSpPr txBox="1">
            <a:spLocks noChangeArrowheads="1"/>
          </p:cNvSpPr>
          <p:nvPr/>
        </p:nvSpPr>
        <p:spPr bwMode="auto">
          <a:xfrm>
            <a:off x="5311142" y="5518045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13</a:t>
            </a:r>
          </a:p>
        </p:txBody>
      </p:sp>
      <p:sp>
        <p:nvSpPr>
          <p:cNvPr id="806014" name="Oval 126"/>
          <p:cNvSpPr>
            <a:spLocks noChangeArrowheads="1"/>
          </p:cNvSpPr>
          <p:nvPr/>
        </p:nvSpPr>
        <p:spPr bwMode="auto">
          <a:xfrm>
            <a:off x="5796928" y="5584623"/>
            <a:ext cx="329248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15" name="Oval 127"/>
          <p:cNvSpPr>
            <a:spLocks noChangeArrowheads="1"/>
          </p:cNvSpPr>
          <p:nvPr/>
        </p:nvSpPr>
        <p:spPr bwMode="auto">
          <a:xfrm>
            <a:off x="5793330" y="6180136"/>
            <a:ext cx="329248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16" name="Text Box 128"/>
          <p:cNvSpPr txBox="1">
            <a:spLocks noChangeArrowheads="1"/>
          </p:cNvSpPr>
          <p:nvPr/>
        </p:nvSpPr>
        <p:spPr bwMode="auto">
          <a:xfrm>
            <a:off x="6093781" y="6117170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8</a:t>
            </a:r>
          </a:p>
        </p:txBody>
      </p:sp>
      <p:sp>
        <p:nvSpPr>
          <p:cNvPr id="806017" name="Oval 129"/>
          <p:cNvSpPr>
            <a:spLocks noChangeArrowheads="1"/>
          </p:cNvSpPr>
          <p:nvPr/>
        </p:nvSpPr>
        <p:spPr bwMode="auto">
          <a:xfrm>
            <a:off x="5795118" y="6181947"/>
            <a:ext cx="329247" cy="300461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18" name="Oval 130"/>
          <p:cNvSpPr>
            <a:spLocks noChangeArrowheads="1"/>
          </p:cNvSpPr>
          <p:nvPr/>
        </p:nvSpPr>
        <p:spPr bwMode="auto">
          <a:xfrm>
            <a:off x="6091990" y="6779270"/>
            <a:ext cx="329248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19" name="Text Box 131"/>
          <p:cNvSpPr txBox="1">
            <a:spLocks noChangeArrowheads="1"/>
          </p:cNvSpPr>
          <p:nvPr/>
        </p:nvSpPr>
        <p:spPr bwMode="auto">
          <a:xfrm>
            <a:off x="6394241" y="6714492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10</a:t>
            </a:r>
          </a:p>
        </p:txBody>
      </p:sp>
      <p:sp>
        <p:nvSpPr>
          <p:cNvPr id="806020" name="Text Box 132"/>
          <p:cNvSpPr txBox="1">
            <a:spLocks noChangeArrowheads="1"/>
          </p:cNvSpPr>
          <p:nvPr/>
        </p:nvSpPr>
        <p:spPr bwMode="auto">
          <a:xfrm>
            <a:off x="5079049" y="6714492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11</a:t>
            </a:r>
          </a:p>
        </p:txBody>
      </p:sp>
      <p:sp>
        <p:nvSpPr>
          <p:cNvPr id="806021" name="Oval 133"/>
          <p:cNvSpPr>
            <a:spLocks noChangeArrowheads="1"/>
          </p:cNvSpPr>
          <p:nvPr/>
        </p:nvSpPr>
        <p:spPr bwMode="auto">
          <a:xfrm>
            <a:off x="5509061" y="6757680"/>
            <a:ext cx="329248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22" name="Oval 134"/>
          <p:cNvSpPr>
            <a:spLocks noChangeArrowheads="1"/>
          </p:cNvSpPr>
          <p:nvPr/>
        </p:nvSpPr>
        <p:spPr bwMode="auto">
          <a:xfrm>
            <a:off x="7506136" y="4370173"/>
            <a:ext cx="329248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23" name="Oval 135"/>
          <p:cNvSpPr>
            <a:spLocks noChangeArrowheads="1"/>
          </p:cNvSpPr>
          <p:nvPr/>
        </p:nvSpPr>
        <p:spPr bwMode="auto">
          <a:xfrm>
            <a:off x="7882151" y="4969309"/>
            <a:ext cx="329247" cy="300461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24" name="Oval 136"/>
          <p:cNvSpPr>
            <a:spLocks noChangeArrowheads="1"/>
          </p:cNvSpPr>
          <p:nvPr/>
        </p:nvSpPr>
        <p:spPr bwMode="auto">
          <a:xfrm>
            <a:off x="7086918" y="4967496"/>
            <a:ext cx="329247" cy="30046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25" name="Text Box 137"/>
          <p:cNvSpPr txBox="1">
            <a:spLocks noChangeArrowheads="1"/>
          </p:cNvSpPr>
          <p:nvPr/>
        </p:nvSpPr>
        <p:spPr bwMode="auto">
          <a:xfrm>
            <a:off x="7353195" y="4904531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17</a:t>
            </a:r>
          </a:p>
        </p:txBody>
      </p:sp>
      <p:sp>
        <p:nvSpPr>
          <p:cNvPr id="806026" name="Text Box 138"/>
          <p:cNvSpPr txBox="1">
            <a:spLocks noChangeArrowheads="1"/>
          </p:cNvSpPr>
          <p:nvPr/>
        </p:nvSpPr>
        <p:spPr bwMode="auto">
          <a:xfrm>
            <a:off x="8164621" y="4891938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11</a:t>
            </a:r>
          </a:p>
        </p:txBody>
      </p:sp>
      <p:sp>
        <p:nvSpPr>
          <p:cNvPr id="806027" name="Oval 139"/>
          <p:cNvSpPr>
            <a:spLocks noChangeArrowheads="1"/>
          </p:cNvSpPr>
          <p:nvPr/>
        </p:nvSpPr>
        <p:spPr bwMode="auto">
          <a:xfrm>
            <a:off x="6091990" y="6781056"/>
            <a:ext cx="329248" cy="300460"/>
          </a:xfrm>
          <a:prstGeom prst="ellipse">
            <a:avLst/>
          </a:prstGeom>
          <a:solidFill>
            <a:srgbClr val="FF3300">
              <a:alpha val="20000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28720" name="Text Box 140"/>
          <p:cNvSpPr txBox="1">
            <a:spLocks noChangeArrowheads="1"/>
          </p:cNvSpPr>
          <p:nvPr/>
        </p:nvSpPr>
        <p:spPr bwMode="auto">
          <a:xfrm>
            <a:off x="7423367" y="3799844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 dirty="0"/>
              <a:t>0</a:t>
            </a:r>
          </a:p>
        </p:txBody>
      </p:sp>
      <p:sp>
        <p:nvSpPr>
          <p:cNvPr id="806029" name="Text Box 141"/>
          <p:cNvSpPr txBox="1">
            <a:spLocks noChangeArrowheads="1"/>
          </p:cNvSpPr>
          <p:nvPr/>
        </p:nvSpPr>
        <p:spPr bwMode="auto">
          <a:xfrm>
            <a:off x="4028335" y="5516246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6</a:t>
            </a:r>
          </a:p>
        </p:txBody>
      </p:sp>
      <p:sp>
        <p:nvSpPr>
          <p:cNvPr id="28722" name="Text Box 142"/>
          <p:cNvSpPr txBox="1">
            <a:spLocks noChangeArrowheads="1"/>
          </p:cNvSpPr>
          <p:nvPr/>
        </p:nvSpPr>
        <p:spPr bwMode="auto">
          <a:xfrm>
            <a:off x="5536036" y="2238170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3</a:t>
            </a:r>
          </a:p>
        </p:txBody>
      </p:sp>
      <p:sp>
        <p:nvSpPr>
          <p:cNvPr id="28723" name="Text Box 143"/>
          <p:cNvSpPr txBox="1">
            <a:spLocks noChangeArrowheads="1"/>
          </p:cNvSpPr>
          <p:nvPr/>
        </p:nvSpPr>
        <p:spPr bwMode="auto">
          <a:xfrm>
            <a:off x="6662315" y="2412685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9</a:t>
            </a:r>
          </a:p>
        </p:txBody>
      </p:sp>
      <p:sp>
        <p:nvSpPr>
          <p:cNvPr id="28724" name="Text Box 144"/>
          <p:cNvSpPr txBox="1">
            <a:spLocks noChangeArrowheads="1"/>
          </p:cNvSpPr>
          <p:nvPr/>
        </p:nvSpPr>
        <p:spPr bwMode="auto">
          <a:xfrm>
            <a:off x="5366915" y="2972230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</a:t>
            </a:r>
          </a:p>
        </p:txBody>
      </p:sp>
      <p:sp>
        <p:nvSpPr>
          <p:cNvPr id="28725" name="Text Box 145"/>
          <p:cNvSpPr txBox="1">
            <a:spLocks noChangeArrowheads="1"/>
          </p:cNvSpPr>
          <p:nvPr/>
        </p:nvSpPr>
        <p:spPr bwMode="auto">
          <a:xfrm>
            <a:off x="5921056" y="1878336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</a:t>
            </a:r>
          </a:p>
        </p:txBody>
      </p:sp>
      <p:sp>
        <p:nvSpPr>
          <p:cNvPr id="28726" name="Text Box 146"/>
          <p:cNvSpPr txBox="1">
            <a:spLocks noChangeArrowheads="1"/>
          </p:cNvSpPr>
          <p:nvPr/>
        </p:nvSpPr>
        <p:spPr bwMode="auto">
          <a:xfrm>
            <a:off x="5706956" y="1381764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2</a:t>
            </a:r>
          </a:p>
        </p:txBody>
      </p:sp>
      <p:sp>
        <p:nvSpPr>
          <p:cNvPr id="28727" name="Text Box 147"/>
          <p:cNvSpPr txBox="1">
            <a:spLocks noChangeArrowheads="1"/>
          </p:cNvSpPr>
          <p:nvPr/>
        </p:nvSpPr>
        <p:spPr bwMode="auto">
          <a:xfrm>
            <a:off x="6520182" y="1858544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8</a:t>
            </a:r>
          </a:p>
        </p:txBody>
      </p:sp>
      <p:sp>
        <p:nvSpPr>
          <p:cNvPr id="28728" name="Text Box 148"/>
          <p:cNvSpPr txBox="1">
            <a:spLocks noChangeArrowheads="1"/>
          </p:cNvSpPr>
          <p:nvPr/>
        </p:nvSpPr>
        <p:spPr bwMode="auto">
          <a:xfrm>
            <a:off x="7574495" y="2553023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8</a:t>
            </a:r>
          </a:p>
        </p:txBody>
      </p:sp>
      <p:sp>
        <p:nvSpPr>
          <p:cNvPr id="28729" name="Text Box 149"/>
          <p:cNvSpPr txBox="1">
            <a:spLocks noChangeArrowheads="1"/>
          </p:cNvSpPr>
          <p:nvPr/>
        </p:nvSpPr>
        <p:spPr bwMode="auto">
          <a:xfrm>
            <a:off x="7948717" y="2409090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2</a:t>
            </a:r>
          </a:p>
        </p:txBody>
      </p:sp>
      <p:sp>
        <p:nvSpPr>
          <p:cNvPr id="28730" name="Text Box 150"/>
          <p:cNvSpPr txBox="1">
            <a:spLocks noChangeArrowheads="1"/>
          </p:cNvSpPr>
          <p:nvPr/>
        </p:nvSpPr>
        <p:spPr bwMode="auto">
          <a:xfrm>
            <a:off x="6196334" y="3231310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15</a:t>
            </a:r>
          </a:p>
        </p:txBody>
      </p:sp>
      <p:sp>
        <p:nvSpPr>
          <p:cNvPr id="28731" name="Text Box 151"/>
          <p:cNvSpPr txBox="1">
            <a:spLocks noChangeArrowheads="1"/>
          </p:cNvSpPr>
          <p:nvPr/>
        </p:nvSpPr>
        <p:spPr bwMode="auto">
          <a:xfrm>
            <a:off x="8546042" y="2687958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1</a:t>
            </a:r>
          </a:p>
        </p:txBody>
      </p:sp>
      <p:sp>
        <p:nvSpPr>
          <p:cNvPr id="28732" name="Text Box 152"/>
          <p:cNvSpPr txBox="1">
            <a:spLocks noChangeArrowheads="1"/>
          </p:cNvSpPr>
          <p:nvPr/>
        </p:nvSpPr>
        <p:spPr bwMode="auto">
          <a:xfrm>
            <a:off x="8564035" y="1950303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2</a:t>
            </a:r>
          </a:p>
        </p:txBody>
      </p:sp>
      <p:sp>
        <p:nvSpPr>
          <p:cNvPr id="806041" name="AutoShape 153"/>
          <p:cNvSpPr>
            <a:spLocks/>
          </p:cNvSpPr>
          <p:nvPr/>
        </p:nvSpPr>
        <p:spPr bwMode="auto">
          <a:xfrm>
            <a:off x="2164401" y="4094900"/>
            <a:ext cx="449792" cy="3384233"/>
          </a:xfrm>
          <a:prstGeom prst="leftBrace">
            <a:avLst>
              <a:gd name="adj1" fmla="val 6270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040"/>
          </a:p>
        </p:txBody>
      </p:sp>
      <p:sp>
        <p:nvSpPr>
          <p:cNvPr id="806042" name="Text Box 154"/>
          <p:cNvSpPr txBox="1">
            <a:spLocks noChangeArrowheads="1"/>
          </p:cNvSpPr>
          <p:nvPr/>
        </p:nvSpPr>
        <p:spPr bwMode="auto">
          <a:xfrm>
            <a:off x="1036322" y="5471271"/>
            <a:ext cx="1313392" cy="732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40"/>
              <a:t>Cost contours</a:t>
            </a:r>
          </a:p>
        </p:txBody>
      </p:sp>
      <p:sp>
        <p:nvSpPr>
          <p:cNvPr id="28735" name="Text Box 155"/>
          <p:cNvSpPr txBox="1">
            <a:spLocks noChangeArrowheads="1"/>
          </p:cNvSpPr>
          <p:nvPr/>
        </p:nvSpPr>
        <p:spPr bwMode="auto">
          <a:xfrm>
            <a:off x="6951982" y="2070844"/>
            <a:ext cx="609918" cy="418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40"/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5956" grpId="0" animBg="1"/>
      <p:bldP spid="805958" grpId="0" animBg="1"/>
      <p:bldP spid="805959" grpId="0" animBg="1"/>
      <p:bldP spid="805960" grpId="0" animBg="1"/>
      <p:bldP spid="805993" grpId="0"/>
      <p:bldP spid="805994" grpId="0"/>
      <p:bldP spid="805995" grpId="0"/>
      <p:bldP spid="805996" grpId="0" animBg="1"/>
      <p:bldP spid="805997" grpId="0" animBg="1"/>
      <p:bldP spid="805998" grpId="0"/>
      <p:bldP spid="805999" grpId="0" animBg="1"/>
      <p:bldP spid="806000" grpId="0" animBg="1"/>
      <p:bldP spid="806001" grpId="0" animBg="1"/>
      <p:bldP spid="806002" grpId="0"/>
      <p:bldP spid="806003" grpId="0"/>
      <p:bldP spid="806004" grpId="0"/>
      <p:bldP spid="806005" grpId="0" animBg="1"/>
      <p:bldP spid="806006" grpId="0" animBg="1"/>
      <p:bldP spid="806007" grpId="0" animBg="1"/>
      <p:bldP spid="806008" grpId="0" animBg="1"/>
      <p:bldP spid="806009" grpId="0" animBg="1"/>
      <p:bldP spid="806010" grpId="0" animBg="1"/>
      <p:bldP spid="806011" grpId="0" animBg="1"/>
      <p:bldP spid="806012" grpId="0"/>
      <p:bldP spid="806013" grpId="0"/>
      <p:bldP spid="806014" grpId="0" animBg="1"/>
      <p:bldP spid="806015" grpId="0" animBg="1"/>
      <p:bldP spid="806016" grpId="0"/>
      <p:bldP spid="806017" grpId="0" animBg="1"/>
      <p:bldP spid="806018" grpId="0" animBg="1"/>
      <p:bldP spid="806019" grpId="0"/>
      <p:bldP spid="806020" grpId="0"/>
      <p:bldP spid="806021" grpId="0" animBg="1"/>
      <p:bldP spid="806022" grpId="0" animBg="1"/>
      <p:bldP spid="806023" grpId="0" animBg="1"/>
      <p:bldP spid="806024" grpId="0" animBg="1"/>
      <p:bldP spid="806025" grpId="0"/>
      <p:bldP spid="806026" grpId="0"/>
      <p:bldP spid="806027" grpId="0" animBg="1"/>
      <p:bldP spid="806029" grpId="0"/>
      <p:bldP spid="806041" grpId="0" animBg="1"/>
      <p:bldP spid="80604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31A014-6195-A9A6-8695-67A6580BB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315979"/>
            <a:ext cx="11506200" cy="714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2453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67"/>
          <p:cNvSpPr>
            <a:spLocks/>
          </p:cNvSpPr>
          <p:nvPr/>
        </p:nvSpPr>
        <p:spPr bwMode="auto">
          <a:xfrm>
            <a:off x="10593486" y="3417056"/>
            <a:ext cx="1831552" cy="2698751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018" h="1500">
                <a:moveTo>
                  <a:pt x="636" y="164"/>
                </a:moveTo>
                <a:cubicBezTo>
                  <a:pt x="714" y="273"/>
                  <a:pt x="995" y="706"/>
                  <a:pt x="1018" y="842"/>
                </a:cubicBezTo>
                <a:cubicBezTo>
                  <a:pt x="963" y="845"/>
                  <a:pt x="797" y="942"/>
                  <a:pt x="772" y="978"/>
                </a:cubicBezTo>
                <a:cubicBezTo>
                  <a:pt x="771" y="1024"/>
                  <a:pt x="817" y="1372"/>
                  <a:pt x="691" y="1446"/>
                </a:cubicBezTo>
                <a:cubicBezTo>
                  <a:pt x="662" y="1493"/>
                  <a:pt x="626" y="1495"/>
                  <a:pt x="573" y="1500"/>
                </a:cubicBezTo>
                <a:cubicBezTo>
                  <a:pt x="531" y="1490"/>
                  <a:pt x="524" y="1490"/>
                  <a:pt x="492" y="1468"/>
                </a:cubicBezTo>
                <a:cubicBezTo>
                  <a:pt x="474" y="1442"/>
                  <a:pt x="433" y="1401"/>
                  <a:pt x="406" y="1382"/>
                </a:cubicBezTo>
                <a:cubicBezTo>
                  <a:pt x="370" y="1332"/>
                  <a:pt x="390" y="1355"/>
                  <a:pt x="347" y="1312"/>
                </a:cubicBezTo>
                <a:cubicBezTo>
                  <a:pt x="276" y="1241"/>
                  <a:pt x="350" y="1294"/>
                  <a:pt x="304" y="1263"/>
                </a:cubicBezTo>
                <a:cubicBezTo>
                  <a:pt x="236" y="1164"/>
                  <a:pt x="115" y="1184"/>
                  <a:pt x="0" y="1181"/>
                </a:cubicBezTo>
                <a:cubicBezTo>
                  <a:pt x="46" y="1005"/>
                  <a:pt x="460" y="338"/>
                  <a:pt x="566" y="169"/>
                </a:cubicBezTo>
                <a:cubicBezTo>
                  <a:pt x="672" y="0"/>
                  <a:pt x="622" y="165"/>
                  <a:pt x="636" y="164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267"/>
          </a:p>
        </p:txBody>
      </p:sp>
      <p:sp>
        <p:nvSpPr>
          <p:cNvPr id="26" name="Freeform 67"/>
          <p:cNvSpPr>
            <a:spLocks/>
          </p:cNvSpPr>
          <p:nvPr/>
        </p:nvSpPr>
        <p:spPr bwMode="auto">
          <a:xfrm>
            <a:off x="10766205" y="3417064"/>
            <a:ext cx="1554480" cy="2158820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986 w 10000"/>
              <a:gd name="connsiteY8" fmla="*/ 8420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5000 w 10000"/>
              <a:gd name="connsiteY5" fmla="*/ 9615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9761"/>
              <a:gd name="connsiteX1" fmla="*/ 10000 w 10000"/>
              <a:gd name="connsiteY1" fmla="*/ 5613 h 9761"/>
              <a:gd name="connsiteX2" fmla="*/ 7583 w 10000"/>
              <a:gd name="connsiteY2" fmla="*/ 6520 h 9761"/>
              <a:gd name="connsiteX3" fmla="*/ 6667 w 10000"/>
              <a:gd name="connsiteY3" fmla="*/ 8846 h 9761"/>
              <a:gd name="connsiteX4" fmla="*/ 5556 w 10000"/>
              <a:gd name="connsiteY4" fmla="*/ 9615 h 9761"/>
              <a:gd name="connsiteX5" fmla="*/ 5000 w 10000"/>
              <a:gd name="connsiteY5" fmla="*/ 9615 h 9761"/>
              <a:gd name="connsiteX6" fmla="*/ 3988 w 10000"/>
              <a:gd name="connsiteY6" fmla="*/ 9213 h 9761"/>
              <a:gd name="connsiteX7" fmla="*/ 3409 w 10000"/>
              <a:gd name="connsiteY7" fmla="*/ 8747 h 9761"/>
              <a:gd name="connsiteX8" fmla="*/ 2778 w 10000"/>
              <a:gd name="connsiteY8" fmla="*/ 8077 h 9761"/>
              <a:gd name="connsiteX9" fmla="*/ 0 w 10000"/>
              <a:gd name="connsiteY9" fmla="*/ 7873 h 9761"/>
              <a:gd name="connsiteX10" fmla="*/ 5560 w 10000"/>
              <a:gd name="connsiteY10" fmla="*/ 1127 h 9761"/>
              <a:gd name="connsiteX11" fmla="*/ 6248 w 10000"/>
              <a:gd name="connsiteY11" fmla="*/ 1093 h 9761"/>
              <a:gd name="connsiteX0" fmla="*/ 6248 w 10000"/>
              <a:gd name="connsiteY0" fmla="*/ 1120 h 9850"/>
              <a:gd name="connsiteX1" fmla="*/ 10000 w 10000"/>
              <a:gd name="connsiteY1" fmla="*/ 5750 h 9850"/>
              <a:gd name="connsiteX2" fmla="*/ 7583 w 10000"/>
              <a:gd name="connsiteY2" fmla="*/ 6680 h 9850"/>
              <a:gd name="connsiteX3" fmla="*/ 6667 w 10000"/>
              <a:gd name="connsiteY3" fmla="*/ 9063 h 9850"/>
              <a:gd name="connsiteX4" fmla="*/ 5000 w 10000"/>
              <a:gd name="connsiteY4" fmla="*/ 9850 h 9850"/>
              <a:gd name="connsiteX5" fmla="*/ 3988 w 10000"/>
              <a:gd name="connsiteY5" fmla="*/ 9439 h 9850"/>
              <a:gd name="connsiteX6" fmla="*/ 3409 w 10000"/>
              <a:gd name="connsiteY6" fmla="*/ 8961 h 9850"/>
              <a:gd name="connsiteX7" fmla="*/ 2778 w 10000"/>
              <a:gd name="connsiteY7" fmla="*/ 8275 h 9850"/>
              <a:gd name="connsiteX8" fmla="*/ 0 w 10000"/>
              <a:gd name="connsiteY8" fmla="*/ 8066 h 9850"/>
              <a:gd name="connsiteX9" fmla="*/ 5560 w 10000"/>
              <a:gd name="connsiteY9" fmla="*/ 1155 h 9850"/>
              <a:gd name="connsiteX10" fmla="*/ 6248 w 10000"/>
              <a:gd name="connsiteY10" fmla="*/ 1120 h 985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5000 w 10000"/>
              <a:gd name="connsiteY3" fmla="*/ 10000 h 10000"/>
              <a:gd name="connsiteX4" fmla="*/ 3988 w 10000"/>
              <a:gd name="connsiteY4" fmla="*/ 9583 h 10000"/>
              <a:gd name="connsiteX5" fmla="*/ 3409 w 10000"/>
              <a:gd name="connsiteY5" fmla="*/ 9097 h 10000"/>
              <a:gd name="connsiteX6" fmla="*/ 2778 w 10000"/>
              <a:gd name="connsiteY6" fmla="*/ 8401 h 10000"/>
              <a:gd name="connsiteX7" fmla="*/ 0 w 10000"/>
              <a:gd name="connsiteY7" fmla="*/ 8189 h 10000"/>
              <a:gd name="connsiteX8" fmla="*/ 5560 w 10000"/>
              <a:gd name="connsiteY8" fmla="*/ 1173 h 10000"/>
              <a:gd name="connsiteX9" fmla="*/ 6248 w 10000"/>
              <a:gd name="connsiteY9" fmla="*/ 1137 h 1000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6667 w 10000"/>
              <a:gd name="connsiteY3" fmla="*/ 8401 h 10000"/>
              <a:gd name="connsiteX4" fmla="*/ 5000 w 10000"/>
              <a:gd name="connsiteY4" fmla="*/ 10000 h 10000"/>
              <a:gd name="connsiteX5" fmla="*/ 3988 w 10000"/>
              <a:gd name="connsiteY5" fmla="*/ 9583 h 10000"/>
              <a:gd name="connsiteX6" fmla="*/ 3409 w 10000"/>
              <a:gd name="connsiteY6" fmla="*/ 9097 h 10000"/>
              <a:gd name="connsiteX7" fmla="*/ 2778 w 10000"/>
              <a:gd name="connsiteY7" fmla="*/ 8401 h 10000"/>
              <a:gd name="connsiteX8" fmla="*/ 0 w 10000"/>
              <a:gd name="connsiteY8" fmla="*/ 8189 h 10000"/>
              <a:gd name="connsiteX9" fmla="*/ 5560 w 10000"/>
              <a:gd name="connsiteY9" fmla="*/ 1173 h 10000"/>
              <a:gd name="connsiteX10" fmla="*/ 6248 w 10000"/>
              <a:gd name="connsiteY10" fmla="*/ 113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00">
                <a:moveTo>
                  <a:pt x="6248" y="1137"/>
                </a:moveTo>
                <a:cubicBezTo>
                  <a:pt x="7014" y="1893"/>
                  <a:pt x="9774" y="4895"/>
                  <a:pt x="10000" y="5838"/>
                </a:cubicBezTo>
                <a:cubicBezTo>
                  <a:pt x="9460" y="5859"/>
                  <a:pt x="7829" y="6532"/>
                  <a:pt x="7583" y="6782"/>
                </a:cubicBezTo>
                <a:cubicBezTo>
                  <a:pt x="6981" y="7171"/>
                  <a:pt x="7098" y="7865"/>
                  <a:pt x="6667" y="8401"/>
                </a:cubicBezTo>
                <a:cubicBezTo>
                  <a:pt x="6237" y="8937"/>
                  <a:pt x="5400" y="9765"/>
                  <a:pt x="5000" y="10000"/>
                </a:cubicBezTo>
                <a:cubicBezTo>
                  <a:pt x="4823" y="9819"/>
                  <a:pt x="4253" y="9715"/>
                  <a:pt x="3988" y="9583"/>
                </a:cubicBezTo>
                <a:cubicBezTo>
                  <a:pt x="3635" y="9236"/>
                  <a:pt x="3831" y="9395"/>
                  <a:pt x="3409" y="9097"/>
                </a:cubicBezTo>
                <a:cubicBezTo>
                  <a:pt x="2711" y="8605"/>
                  <a:pt x="3230" y="8616"/>
                  <a:pt x="2778" y="8401"/>
                </a:cubicBezTo>
                <a:cubicBezTo>
                  <a:pt x="2110" y="7715"/>
                  <a:pt x="1130" y="8209"/>
                  <a:pt x="0" y="8189"/>
                </a:cubicBezTo>
                <a:cubicBezTo>
                  <a:pt x="452" y="6969"/>
                  <a:pt x="4519" y="2343"/>
                  <a:pt x="5560" y="1173"/>
                </a:cubicBezTo>
                <a:cubicBezTo>
                  <a:pt x="6601" y="0"/>
                  <a:pt x="6110" y="1144"/>
                  <a:pt x="6248" y="1137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267"/>
          </a:p>
        </p:txBody>
      </p:sp>
      <p:sp>
        <p:nvSpPr>
          <p:cNvPr id="24618" name="Text Box 42"/>
          <p:cNvSpPr txBox="1">
            <a:spLocks noChangeArrowheads="1"/>
          </p:cNvSpPr>
          <p:nvPr/>
        </p:nvSpPr>
        <p:spPr bwMode="auto">
          <a:xfrm>
            <a:off x="11458891" y="3847058"/>
            <a:ext cx="311258" cy="453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67" dirty="0"/>
              <a:t>…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title"/>
          </p:nvPr>
        </p:nvSpPr>
        <p:spPr>
          <a:xfrm>
            <a:off x="1548548" y="187179"/>
            <a:ext cx="12269052" cy="553998"/>
          </a:xfrm>
        </p:spPr>
        <p:txBody>
          <a:bodyPr/>
          <a:lstStyle/>
          <a:p>
            <a:pPr eaLnBrk="1" hangingPunct="1"/>
            <a:r>
              <a:rPr lang="en-US" sz="3600" dirty="0"/>
              <a:t>Uniform Cost Search (UCS) Properties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idx="1"/>
          </p:nvPr>
        </p:nvSpPr>
        <p:spPr>
          <a:xfrm>
            <a:off x="286067" y="968583"/>
            <a:ext cx="9868424" cy="6317114"/>
          </a:xfrm>
        </p:spPr>
        <p:txBody>
          <a:bodyPr/>
          <a:lstStyle/>
          <a:p>
            <a:r>
              <a:rPr lang="en-US" sz="3200" dirty="0"/>
              <a:t>What nodes does UCS expand?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Processes all nodes with cost less than cheapest solution!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If that solution costs 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</a:rPr>
              <a:t>C*</a:t>
            </a:r>
            <a:r>
              <a:rPr lang="en-US" sz="2400" i="1" dirty="0">
                <a:latin typeface="Times New Roman" pitchFamily="18" charset="0"/>
              </a:rPr>
              <a:t> </a:t>
            </a:r>
            <a:r>
              <a:rPr lang="en-US" sz="2400" dirty="0"/>
              <a:t>and arcs cost at least 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</a:t>
            </a:r>
            <a:r>
              <a:rPr lang="en-US" sz="2400" i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i="1" dirty="0">
                <a:sym typeface="Symbol" pitchFamily="18" charset="2"/>
              </a:rPr>
              <a:t>,</a:t>
            </a:r>
            <a:r>
              <a:rPr lang="en-US" sz="2400" i="1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sz="2400" dirty="0">
                <a:sym typeface="Symbol" pitchFamily="18" charset="2"/>
              </a:rPr>
              <a:t>then the “effective depth” </a:t>
            </a:r>
            <a:r>
              <a:rPr lang="en-US" sz="2400" dirty="0"/>
              <a:t>roughly explore all nodes at depths ranging from 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en-US" sz="2400" dirty="0"/>
              <a:t> to</a:t>
            </a:r>
            <a:r>
              <a:rPr lang="en-US" sz="2400" dirty="0">
                <a:sym typeface="Symbol" pitchFamily="18" charset="2"/>
              </a:rPr>
              <a:t> 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</a:rPr>
              <a:t>C*/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</a:t>
            </a:r>
            <a:endParaRPr lang="en-US" sz="2400" i="1" dirty="0">
              <a:solidFill>
                <a:srgbClr val="FF0000"/>
              </a:solidFill>
              <a:latin typeface="Times New Roman" pitchFamily="18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Takes time 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</a:rPr>
              <a:t>O(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</a:rPr>
              <a:t>b</a:t>
            </a:r>
            <a:r>
              <a:rPr lang="en-US" sz="2400" i="1" baseline="30000" dirty="0" err="1">
                <a:solidFill>
                  <a:srgbClr val="FF0000"/>
                </a:solidFill>
                <a:latin typeface="Times New Roman" pitchFamily="18" charset="0"/>
              </a:rPr>
              <a:t>C</a:t>
            </a:r>
            <a:r>
              <a:rPr lang="en-US" sz="2400" i="1" baseline="30000" dirty="0">
                <a:solidFill>
                  <a:srgbClr val="FF0000"/>
                </a:solidFill>
                <a:latin typeface="Times New Roman" pitchFamily="18" charset="0"/>
              </a:rPr>
              <a:t>*/</a:t>
            </a:r>
            <a:r>
              <a:rPr lang="en-US" sz="2400" i="1" baseline="300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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</a:rPr>
              <a:t>) </a:t>
            </a:r>
            <a:r>
              <a:rPr lang="en-US" sz="2400" dirty="0"/>
              <a:t>(exponential in effective depth)</a:t>
            </a:r>
          </a:p>
          <a:p>
            <a:pPr lvl="3"/>
            <a:endParaRPr lang="en-US" sz="1600" dirty="0"/>
          </a:p>
          <a:p>
            <a:r>
              <a:rPr lang="en-US" sz="3200" dirty="0"/>
              <a:t>How much space does the frontier take?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the frontier will contain all nodes at the level of the cheapest solution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Has roughly the last tier, so </a:t>
            </a:r>
            <a:r>
              <a:rPr lang="en-US" sz="2400" dirty="0">
                <a:solidFill>
                  <a:srgbClr val="FF0000"/>
                </a:solidFill>
              </a:rPr>
              <a:t>O(</a:t>
            </a:r>
            <a:r>
              <a:rPr lang="en-US" sz="2400" dirty="0" err="1">
                <a:solidFill>
                  <a:srgbClr val="FF0000"/>
                </a:solidFill>
              </a:rPr>
              <a:t>b</a:t>
            </a:r>
            <a:r>
              <a:rPr lang="en-US" sz="2400" i="1" baseline="30000" dirty="0" err="1">
                <a:solidFill>
                  <a:srgbClr val="FF0000"/>
                </a:solidFill>
                <a:latin typeface="Times New Roman" pitchFamily="18" charset="0"/>
              </a:rPr>
              <a:t>C</a:t>
            </a:r>
            <a:r>
              <a:rPr lang="en-US" sz="2400" i="1" baseline="30000" dirty="0">
                <a:solidFill>
                  <a:srgbClr val="FF0000"/>
                </a:solidFill>
                <a:latin typeface="Times New Roman" pitchFamily="18" charset="0"/>
              </a:rPr>
              <a:t>*/</a:t>
            </a:r>
            <a:r>
              <a:rPr lang="en-US" sz="2400" i="1" baseline="30000" dirty="0">
                <a:solidFill>
                  <a:srgbClr val="FF0000"/>
                </a:solidFill>
                <a:latin typeface="Times New Roman" pitchFamily="18" charset="0"/>
                <a:sym typeface="Symbol" pitchFamily="18" charset="2"/>
              </a:rPr>
              <a:t></a:t>
            </a:r>
            <a:r>
              <a:rPr lang="en-US" sz="2400" dirty="0">
                <a:solidFill>
                  <a:srgbClr val="FF0000"/>
                </a:solidFill>
              </a:rPr>
              <a:t>)</a:t>
            </a:r>
          </a:p>
          <a:p>
            <a:pPr lvl="3"/>
            <a:endParaRPr lang="en-US" sz="1600" dirty="0"/>
          </a:p>
          <a:p>
            <a:r>
              <a:rPr lang="en-US" sz="3200" dirty="0"/>
              <a:t>Is it complete?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Assuming best solution has a finite cost and minimum arc cost is positive, yes!</a:t>
            </a:r>
          </a:p>
          <a:p>
            <a:pPr lvl="2"/>
            <a:endParaRPr lang="en-US" sz="1050" dirty="0"/>
          </a:p>
          <a:p>
            <a:r>
              <a:rPr lang="en-US" sz="3200" dirty="0"/>
              <a:t>Is it optimal?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Yes!  (Proof next lecture via A*)</a:t>
            </a:r>
          </a:p>
          <a:p>
            <a:endParaRPr lang="en-US" sz="2400" dirty="0"/>
          </a:p>
        </p:txBody>
      </p:sp>
      <p:sp>
        <p:nvSpPr>
          <p:cNvPr id="24614" name="Freeform 38"/>
          <p:cNvSpPr>
            <a:spLocks/>
          </p:cNvSpPr>
          <p:nvPr/>
        </p:nvSpPr>
        <p:spPr bwMode="auto">
          <a:xfrm>
            <a:off x="10039350" y="3613161"/>
            <a:ext cx="3317664" cy="2894860"/>
          </a:xfrm>
          <a:custGeom>
            <a:avLst/>
            <a:gdLst>
              <a:gd name="T0" fmla="*/ 0 w 1844"/>
              <a:gd name="T1" fmla="*/ 2147483647 h 1609"/>
              <a:gd name="T2" fmla="*/ 2147483647 w 1844"/>
              <a:gd name="T3" fmla="*/ 2147483647 h 1609"/>
              <a:gd name="T4" fmla="*/ 2147483647 w 1844"/>
              <a:gd name="T5" fmla="*/ 0 h 1609"/>
              <a:gd name="T6" fmla="*/ 0 w 1844"/>
              <a:gd name="T7" fmla="*/ 2147483647 h 1609"/>
              <a:gd name="T8" fmla="*/ 0 60000 65536"/>
              <a:gd name="T9" fmla="*/ 0 60000 65536"/>
              <a:gd name="T10" fmla="*/ 0 60000 65536"/>
              <a:gd name="T11" fmla="*/ 0 60000 65536"/>
              <a:gd name="T12" fmla="*/ 0 w 1844"/>
              <a:gd name="T13" fmla="*/ 0 h 1609"/>
              <a:gd name="T14" fmla="*/ 1844 w 1844"/>
              <a:gd name="T15" fmla="*/ 1609 h 16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44" h="1609">
                <a:moveTo>
                  <a:pt x="0" y="1609"/>
                </a:moveTo>
                <a:lnTo>
                  <a:pt x="1844" y="1609"/>
                </a:lnTo>
                <a:lnTo>
                  <a:pt x="915" y="0"/>
                </a:lnTo>
                <a:lnTo>
                  <a:pt x="0" y="1609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267"/>
          </a:p>
        </p:txBody>
      </p:sp>
      <p:sp>
        <p:nvSpPr>
          <p:cNvPr id="24615" name="Oval 39"/>
          <p:cNvSpPr>
            <a:spLocks noChangeArrowheads="1"/>
          </p:cNvSpPr>
          <p:nvPr/>
        </p:nvSpPr>
        <p:spPr bwMode="auto">
          <a:xfrm>
            <a:off x="11574030" y="3534000"/>
            <a:ext cx="203306" cy="20330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267"/>
          </a:p>
        </p:txBody>
      </p:sp>
      <p:sp>
        <p:nvSpPr>
          <p:cNvPr id="24616" name="Oval 40"/>
          <p:cNvSpPr>
            <a:spLocks noChangeArrowheads="1"/>
          </p:cNvSpPr>
          <p:nvPr/>
        </p:nvSpPr>
        <p:spPr bwMode="auto">
          <a:xfrm>
            <a:off x="11311350" y="4016179"/>
            <a:ext cx="203306" cy="20330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267"/>
          </a:p>
        </p:txBody>
      </p:sp>
      <p:sp>
        <p:nvSpPr>
          <p:cNvPr id="24617" name="Oval 41"/>
          <p:cNvSpPr>
            <a:spLocks noChangeArrowheads="1"/>
          </p:cNvSpPr>
          <p:nvPr/>
        </p:nvSpPr>
        <p:spPr bwMode="auto">
          <a:xfrm>
            <a:off x="11851103" y="4005380"/>
            <a:ext cx="203306" cy="203306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267"/>
          </a:p>
        </p:txBody>
      </p:sp>
      <p:sp>
        <p:nvSpPr>
          <p:cNvPr id="24619" name="Freeform 43"/>
          <p:cNvSpPr>
            <a:spLocks/>
          </p:cNvSpPr>
          <p:nvPr/>
        </p:nvSpPr>
        <p:spPr bwMode="auto">
          <a:xfrm>
            <a:off x="11439090" y="3794880"/>
            <a:ext cx="503767" cy="100753"/>
          </a:xfrm>
          <a:custGeom>
            <a:avLst/>
            <a:gdLst>
              <a:gd name="T0" fmla="*/ 0 w 280"/>
              <a:gd name="T1" fmla="*/ 2147483647 h 56"/>
              <a:gd name="T2" fmla="*/ 2147483647 w 280"/>
              <a:gd name="T3" fmla="*/ 2147483647 h 56"/>
              <a:gd name="T4" fmla="*/ 2147483647 w 280"/>
              <a:gd name="T5" fmla="*/ 0 h 56"/>
              <a:gd name="T6" fmla="*/ 0 60000 65536"/>
              <a:gd name="T7" fmla="*/ 0 60000 65536"/>
              <a:gd name="T8" fmla="*/ 0 60000 65536"/>
              <a:gd name="T9" fmla="*/ 0 w 280"/>
              <a:gd name="T10" fmla="*/ 0 h 56"/>
              <a:gd name="T11" fmla="*/ 280 w 280"/>
              <a:gd name="T12" fmla="*/ 56 h 5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0" h="56">
                <a:moveTo>
                  <a:pt x="0" y="11"/>
                </a:moveTo>
                <a:cubicBezTo>
                  <a:pt x="52" y="33"/>
                  <a:pt x="104" y="56"/>
                  <a:pt x="151" y="54"/>
                </a:cubicBezTo>
                <a:cubicBezTo>
                  <a:pt x="198" y="52"/>
                  <a:pt x="239" y="26"/>
                  <a:pt x="28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triangle" w="sm" len="sm"/>
          </a:ln>
        </p:spPr>
        <p:txBody>
          <a:bodyPr lIns="103614" tIns="51814" rIns="103614" bIns="51814"/>
          <a:lstStyle/>
          <a:p>
            <a:endParaRPr lang="en-US" sz="2267"/>
          </a:p>
        </p:txBody>
      </p:sp>
      <p:sp>
        <p:nvSpPr>
          <p:cNvPr id="24620" name="Text Box 44"/>
          <p:cNvSpPr txBox="1">
            <a:spLocks noChangeArrowheads="1"/>
          </p:cNvSpPr>
          <p:nvPr/>
        </p:nvSpPr>
        <p:spPr bwMode="auto">
          <a:xfrm>
            <a:off x="11111646" y="3589777"/>
            <a:ext cx="338244" cy="453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67" dirty="0"/>
              <a:t>b</a:t>
            </a:r>
          </a:p>
        </p:txBody>
      </p:sp>
      <p:sp>
        <p:nvSpPr>
          <p:cNvPr id="24625" name="Oval 49"/>
          <p:cNvSpPr>
            <a:spLocks noChangeArrowheads="1"/>
          </p:cNvSpPr>
          <p:nvPr/>
        </p:nvSpPr>
        <p:spPr bwMode="auto">
          <a:xfrm>
            <a:off x="10938926" y="6414469"/>
            <a:ext cx="203305" cy="203305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267"/>
          </a:p>
        </p:txBody>
      </p:sp>
      <p:sp>
        <p:nvSpPr>
          <p:cNvPr id="24626" name="Oval 50"/>
          <p:cNvSpPr>
            <a:spLocks noChangeArrowheads="1"/>
          </p:cNvSpPr>
          <p:nvPr/>
        </p:nvSpPr>
        <p:spPr bwMode="auto">
          <a:xfrm>
            <a:off x="12131770" y="5194631"/>
            <a:ext cx="203306" cy="203305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267"/>
          </a:p>
        </p:txBody>
      </p:sp>
      <p:sp>
        <p:nvSpPr>
          <p:cNvPr id="24627" name="Oval 51"/>
          <p:cNvSpPr>
            <a:spLocks noChangeArrowheads="1"/>
          </p:cNvSpPr>
          <p:nvPr/>
        </p:nvSpPr>
        <p:spPr bwMode="auto">
          <a:xfrm>
            <a:off x="11588423" y="5824342"/>
            <a:ext cx="203306" cy="203305"/>
          </a:xfrm>
          <a:prstGeom prst="ellipse">
            <a:avLst/>
          </a:prstGeom>
          <a:solidFill>
            <a:srgbClr val="FF9999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267"/>
          </a:p>
        </p:txBody>
      </p:sp>
      <p:sp>
        <p:nvSpPr>
          <p:cNvPr id="24631" name="AutoShape 55"/>
          <p:cNvSpPr>
            <a:spLocks/>
          </p:cNvSpPr>
          <p:nvPr/>
        </p:nvSpPr>
        <p:spPr bwMode="auto">
          <a:xfrm>
            <a:off x="10041142" y="3417056"/>
            <a:ext cx="300460" cy="2245360"/>
          </a:xfrm>
          <a:prstGeom prst="leftBrace">
            <a:avLst>
              <a:gd name="adj1" fmla="val 529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103614" tIns="51814" rIns="103614" bIns="51814" anchor="ctr"/>
          <a:lstStyle/>
          <a:p>
            <a:endParaRPr lang="en-US" sz="2267"/>
          </a:p>
        </p:txBody>
      </p:sp>
      <p:sp>
        <p:nvSpPr>
          <p:cNvPr id="24632" name="Text Box 56"/>
          <p:cNvSpPr txBox="1">
            <a:spLocks noChangeArrowheads="1"/>
          </p:cNvSpPr>
          <p:nvPr/>
        </p:nvSpPr>
        <p:spPr bwMode="auto">
          <a:xfrm>
            <a:off x="8434484" y="4293882"/>
            <a:ext cx="1640840" cy="453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67" i="1" dirty="0">
                <a:latin typeface="Times New Roman" pitchFamily="18" charset="0"/>
              </a:rPr>
              <a:t>C*/</a:t>
            </a:r>
            <a:r>
              <a:rPr lang="en-US" sz="2267" i="1" dirty="0">
                <a:latin typeface="Times New Roman" pitchFamily="18" charset="0"/>
                <a:sym typeface="Symbol" pitchFamily="18" charset="2"/>
              </a:rPr>
              <a:t></a:t>
            </a:r>
            <a:r>
              <a:rPr lang="en-US" sz="2267" dirty="0"/>
              <a:t>  “tiers”</a:t>
            </a:r>
          </a:p>
        </p:txBody>
      </p:sp>
      <p:sp>
        <p:nvSpPr>
          <p:cNvPr id="27" name="Freeform 67"/>
          <p:cNvSpPr>
            <a:spLocks/>
          </p:cNvSpPr>
          <p:nvPr/>
        </p:nvSpPr>
        <p:spPr bwMode="auto">
          <a:xfrm>
            <a:off x="11111644" y="3503605"/>
            <a:ext cx="949960" cy="1381580"/>
          </a:xfrm>
          <a:custGeom>
            <a:avLst/>
            <a:gdLst>
              <a:gd name="T0" fmla="*/ 2147483647 w 1018"/>
              <a:gd name="T1" fmla="*/ 2147483647 h 1500"/>
              <a:gd name="T2" fmla="*/ 2147483647 w 1018"/>
              <a:gd name="T3" fmla="*/ 2147483647 h 1500"/>
              <a:gd name="T4" fmla="*/ 2147483647 w 1018"/>
              <a:gd name="T5" fmla="*/ 2147483647 h 1500"/>
              <a:gd name="T6" fmla="*/ 2147483647 w 1018"/>
              <a:gd name="T7" fmla="*/ 2147483647 h 1500"/>
              <a:gd name="T8" fmla="*/ 2147483647 w 1018"/>
              <a:gd name="T9" fmla="*/ 2147483647 h 1500"/>
              <a:gd name="T10" fmla="*/ 2147483647 w 1018"/>
              <a:gd name="T11" fmla="*/ 2147483647 h 1500"/>
              <a:gd name="T12" fmla="*/ 2147483647 w 1018"/>
              <a:gd name="T13" fmla="*/ 2147483647 h 1500"/>
              <a:gd name="T14" fmla="*/ 2147483647 w 1018"/>
              <a:gd name="T15" fmla="*/ 2147483647 h 1500"/>
              <a:gd name="T16" fmla="*/ 2147483647 w 1018"/>
              <a:gd name="T17" fmla="*/ 2147483647 h 1500"/>
              <a:gd name="T18" fmla="*/ 0 w 1018"/>
              <a:gd name="T19" fmla="*/ 2147483647 h 1500"/>
              <a:gd name="T20" fmla="*/ 2147483647 w 1018"/>
              <a:gd name="T21" fmla="*/ 2147483647 h 1500"/>
              <a:gd name="T22" fmla="*/ 2147483647 w 1018"/>
              <a:gd name="T23" fmla="*/ 2147483647 h 150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018"/>
              <a:gd name="T37" fmla="*/ 0 h 1500"/>
              <a:gd name="T38" fmla="*/ 1018 w 1018"/>
              <a:gd name="T39" fmla="*/ 1500 h 15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986 w 10000"/>
              <a:gd name="connsiteY8" fmla="*/ 8420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4833 w 10000"/>
              <a:gd name="connsiteY5" fmla="*/ 9787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10000"/>
              <a:gd name="connsiteX1" fmla="*/ 10000 w 10000"/>
              <a:gd name="connsiteY1" fmla="*/ 5613 h 10000"/>
              <a:gd name="connsiteX2" fmla="*/ 7583 w 10000"/>
              <a:gd name="connsiteY2" fmla="*/ 6520 h 10000"/>
              <a:gd name="connsiteX3" fmla="*/ 6667 w 10000"/>
              <a:gd name="connsiteY3" fmla="*/ 8846 h 10000"/>
              <a:gd name="connsiteX4" fmla="*/ 5629 w 10000"/>
              <a:gd name="connsiteY4" fmla="*/ 10000 h 10000"/>
              <a:gd name="connsiteX5" fmla="*/ 5000 w 10000"/>
              <a:gd name="connsiteY5" fmla="*/ 9615 h 10000"/>
              <a:gd name="connsiteX6" fmla="*/ 3988 w 10000"/>
              <a:gd name="connsiteY6" fmla="*/ 9213 h 10000"/>
              <a:gd name="connsiteX7" fmla="*/ 3409 w 10000"/>
              <a:gd name="connsiteY7" fmla="*/ 8747 h 10000"/>
              <a:gd name="connsiteX8" fmla="*/ 2778 w 10000"/>
              <a:gd name="connsiteY8" fmla="*/ 8077 h 10000"/>
              <a:gd name="connsiteX9" fmla="*/ 0 w 10000"/>
              <a:gd name="connsiteY9" fmla="*/ 7873 h 10000"/>
              <a:gd name="connsiteX10" fmla="*/ 5560 w 10000"/>
              <a:gd name="connsiteY10" fmla="*/ 1127 h 10000"/>
              <a:gd name="connsiteX11" fmla="*/ 6248 w 10000"/>
              <a:gd name="connsiteY11" fmla="*/ 1093 h 10000"/>
              <a:gd name="connsiteX0" fmla="*/ 6248 w 10000"/>
              <a:gd name="connsiteY0" fmla="*/ 1093 h 9761"/>
              <a:gd name="connsiteX1" fmla="*/ 10000 w 10000"/>
              <a:gd name="connsiteY1" fmla="*/ 5613 h 9761"/>
              <a:gd name="connsiteX2" fmla="*/ 7583 w 10000"/>
              <a:gd name="connsiteY2" fmla="*/ 6520 h 9761"/>
              <a:gd name="connsiteX3" fmla="*/ 6667 w 10000"/>
              <a:gd name="connsiteY3" fmla="*/ 8846 h 9761"/>
              <a:gd name="connsiteX4" fmla="*/ 5556 w 10000"/>
              <a:gd name="connsiteY4" fmla="*/ 9615 h 9761"/>
              <a:gd name="connsiteX5" fmla="*/ 5000 w 10000"/>
              <a:gd name="connsiteY5" fmla="*/ 9615 h 9761"/>
              <a:gd name="connsiteX6" fmla="*/ 3988 w 10000"/>
              <a:gd name="connsiteY6" fmla="*/ 9213 h 9761"/>
              <a:gd name="connsiteX7" fmla="*/ 3409 w 10000"/>
              <a:gd name="connsiteY7" fmla="*/ 8747 h 9761"/>
              <a:gd name="connsiteX8" fmla="*/ 2778 w 10000"/>
              <a:gd name="connsiteY8" fmla="*/ 8077 h 9761"/>
              <a:gd name="connsiteX9" fmla="*/ 0 w 10000"/>
              <a:gd name="connsiteY9" fmla="*/ 7873 h 9761"/>
              <a:gd name="connsiteX10" fmla="*/ 5560 w 10000"/>
              <a:gd name="connsiteY10" fmla="*/ 1127 h 9761"/>
              <a:gd name="connsiteX11" fmla="*/ 6248 w 10000"/>
              <a:gd name="connsiteY11" fmla="*/ 1093 h 9761"/>
              <a:gd name="connsiteX0" fmla="*/ 6248 w 10000"/>
              <a:gd name="connsiteY0" fmla="*/ 1120 h 9850"/>
              <a:gd name="connsiteX1" fmla="*/ 10000 w 10000"/>
              <a:gd name="connsiteY1" fmla="*/ 5750 h 9850"/>
              <a:gd name="connsiteX2" fmla="*/ 7583 w 10000"/>
              <a:gd name="connsiteY2" fmla="*/ 6680 h 9850"/>
              <a:gd name="connsiteX3" fmla="*/ 6667 w 10000"/>
              <a:gd name="connsiteY3" fmla="*/ 9063 h 9850"/>
              <a:gd name="connsiteX4" fmla="*/ 5000 w 10000"/>
              <a:gd name="connsiteY4" fmla="*/ 9850 h 9850"/>
              <a:gd name="connsiteX5" fmla="*/ 3988 w 10000"/>
              <a:gd name="connsiteY5" fmla="*/ 9439 h 9850"/>
              <a:gd name="connsiteX6" fmla="*/ 3409 w 10000"/>
              <a:gd name="connsiteY6" fmla="*/ 8961 h 9850"/>
              <a:gd name="connsiteX7" fmla="*/ 2778 w 10000"/>
              <a:gd name="connsiteY7" fmla="*/ 8275 h 9850"/>
              <a:gd name="connsiteX8" fmla="*/ 0 w 10000"/>
              <a:gd name="connsiteY8" fmla="*/ 8066 h 9850"/>
              <a:gd name="connsiteX9" fmla="*/ 5560 w 10000"/>
              <a:gd name="connsiteY9" fmla="*/ 1155 h 9850"/>
              <a:gd name="connsiteX10" fmla="*/ 6248 w 10000"/>
              <a:gd name="connsiteY10" fmla="*/ 1120 h 985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5000 w 10000"/>
              <a:gd name="connsiteY3" fmla="*/ 10000 h 10000"/>
              <a:gd name="connsiteX4" fmla="*/ 3988 w 10000"/>
              <a:gd name="connsiteY4" fmla="*/ 9583 h 10000"/>
              <a:gd name="connsiteX5" fmla="*/ 3409 w 10000"/>
              <a:gd name="connsiteY5" fmla="*/ 9097 h 10000"/>
              <a:gd name="connsiteX6" fmla="*/ 2778 w 10000"/>
              <a:gd name="connsiteY6" fmla="*/ 8401 h 10000"/>
              <a:gd name="connsiteX7" fmla="*/ 0 w 10000"/>
              <a:gd name="connsiteY7" fmla="*/ 8189 h 10000"/>
              <a:gd name="connsiteX8" fmla="*/ 5560 w 10000"/>
              <a:gd name="connsiteY8" fmla="*/ 1173 h 10000"/>
              <a:gd name="connsiteX9" fmla="*/ 6248 w 10000"/>
              <a:gd name="connsiteY9" fmla="*/ 1137 h 10000"/>
              <a:gd name="connsiteX0" fmla="*/ 6248 w 10000"/>
              <a:gd name="connsiteY0" fmla="*/ 1137 h 10000"/>
              <a:gd name="connsiteX1" fmla="*/ 10000 w 10000"/>
              <a:gd name="connsiteY1" fmla="*/ 5838 h 10000"/>
              <a:gd name="connsiteX2" fmla="*/ 7583 w 10000"/>
              <a:gd name="connsiteY2" fmla="*/ 6782 h 10000"/>
              <a:gd name="connsiteX3" fmla="*/ 6667 w 10000"/>
              <a:gd name="connsiteY3" fmla="*/ 8401 h 10000"/>
              <a:gd name="connsiteX4" fmla="*/ 5000 w 10000"/>
              <a:gd name="connsiteY4" fmla="*/ 10000 h 10000"/>
              <a:gd name="connsiteX5" fmla="*/ 3988 w 10000"/>
              <a:gd name="connsiteY5" fmla="*/ 9583 h 10000"/>
              <a:gd name="connsiteX6" fmla="*/ 3409 w 10000"/>
              <a:gd name="connsiteY6" fmla="*/ 9097 h 10000"/>
              <a:gd name="connsiteX7" fmla="*/ 2778 w 10000"/>
              <a:gd name="connsiteY7" fmla="*/ 8401 h 10000"/>
              <a:gd name="connsiteX8" fmla="*/ 0 w 10000"/>
              <a:gd name="connsiteY8" fmla="*/ 8189 h 10000"/>
              <a:gd name="connsiteX9" fmla="*/ 5560 w 10000"/>
              <a:gd name="connsiteY9" fmla="*/ 1173 h 10000"/>
              <a:gd name="connsiteX10" fmla="*/ 6248 w 10000"/>
              <a:gd name="connsiteY10" fmla="*/ 1137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000" h="10000">
                <a:moveTo>
                  <a:pt x="6248" y="1137"/>
                </a:moveTo>
                <a:cubicBezTo>
                  <a:pt x="7014" y="1893"/>
                  <a:pt x="9774" y="4895"/>
                  <a:pt x="10000" y="5838"/>
                </a:cubicBezTo>
                <a:cubicBezTo>
                  <a:pt x="9460" y="5859"/>
                  <a:pt x="7829" y="6532"/>
                  <a:pt x="7583" y="6782"/>
                </a:cubicBezTo>
                <a:cubicBezTo>
                  <a:pt x="6981" y="7171"/>
                  <a:pt x="7098" y="7865"/>
                  <a:pt x="6667" y="8401"/>
                </a:cubicBezTo>
                <a:cubicBezTo>
                  <a:pt x="6237" y="8937"/>
                  <a:pt x="5400" y="9765"/>
                  <a:pt x="5000" y="10000"/>
                </a:cubicBezTo>
                <a:cubicBezTo>
                  <a:pt x="4823" y="9819"/>
                  <a:pt x="4253" y="9715"/>
                  <a:pt x="3988" y="9583"/>
                </a:cubicBezTo>
                <a:cubicBezTo>
                  <a:pt x="3635" y="9236"/>
                  <a:pt x="3831" y="9395"/>
                  <a:pt x="3409" y="9097"/>
                </a:cubicBezTo>
                <a:cubicBezTo>
                  <a:pt x="2711" y="8605"/>
                  <a:pt x="3230" y="8616"/>
                  <a:pt x="2778" y="8401"/>
                </a:cubicBezTo>
                <a:cubicBezTo>
                  <a:pt x="2110" y="7715"/>
                  <a:pt x="1130" y="8209"/>
                  <a:pt x="0" y="8189"/>
                </a:cubicBezTo>
                <a:cubicBezTo>
                  <a:pt x="452" y="6969"/>
                  <a:pt x="4519" y="2343"/>
                  <a:pt x="5560" y="1173"/>
                </a:cubicBezTo>
                <a:cubicBezTo>
                  <a:pt x="6601" y="0"/>
                  <a:pt x="6110" y="1144"/>
                  <a:pt x="6248" y="1137"/>
                </a:cubicBezTo>
                <a:close/>
              </a:path>
            </a:pathLst>
          </a:custGeom>
          <a:solidFill>
            <a:schemeClr val="bg2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103614" tIns="51814" rIns="103614" bIns="51814"/>
          <a:lstStyle/>
          <a:p>
            <a:endParaRPr lang="en-US" sz="2267"/>
          </a:p>
        </p:txBody>
      </p:sp>
      <p:sp>
        <p:nvSpPr>
          <p:cNvPr id="29" name="Text Box 22"/>
          <p:cNvSpPr txBox="1">
            <a:spLocks noChangeArrowheads="1"/>
          </p:cNvSpPr>
          <p:nvPr/>
        </p:nvSpPr>
        <p:spPr bwMode="auto">
          <a:xfrm>
            <a:off x="12691315" y="4591909"/>
            <a:ext cx="935567" cy="453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67"/>
              <a:t>c </a:t>
            </a:r>
            <a:r>
              <a:rPr lang="en-US" sz="2267">
                <a:sym typeface="Symbol" pitchFamily="18" charset="2"/>
              </a:rPr>
              <a:t> 3</a:t>
            </a:r>
          </a:p>
        </p:txBody>
      </p:sp>
      <p:sp>
        <p:nvSpPr>
          <p:cNvPr id="30" name="Text Box 23"/>
          <p:cNvSpPr txBox="1">
            <a:spLocks noChangeArrowheads="1"/>
          </p:cNvSpPr>
          <p:nvPr/>
        </p:nvSpPr>
        <p:spPr bwMode="auto">
          <a:xfrm>
            <a:off x="12493408" y="4143916"/>
            <a:ext cx="935567" cy="453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67" dirty="0"/>
              <a:t>c </a:t>
            </a:r>
            <a:r>
              <a:rPr lang="en-US" sz="2267" dirty="0">
                <a:sym typeface="Symbol" pitchFamily="18" charset="2"/>
              </a:rPr>
              <a:t> 2</a:t>
            </a:r>
          </a:p>
        </p:txBody>
      </p:sp>
      <p:sp>
        <p:nvSpPr>
          <p:cNvPr id="31" name="Text Box 24"/>
          <p:cNvSpPr txBox="1">
            <a:spLocks noChangeArrowheads="1"/>
          </p:cNvSpPr>
          <p:nvPr/>
        </p:nvSpPr>
        <p:spPr bwMode="auto">
          <a:xfrm>
            <a:off x="12248721" y="3715715"/>
            <a:ext cx="935567" cy="453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3614" tIns="51814" rIns="103614" bIns="51814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267" dirty="0"/>
              <a:t>c </a:t>
            </a:r>
            <a:r>
              <a:rPr lang="en-US" sz="2267" dirty="0">
                <a:sym typeface="Symbol" pitchFamily="18" charset="2"/>
              </a:rPr>
              <a:t>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6" grpId="1" animBg="1"/>
      <p:bldP spid="27" grpId="0" animBg="1"/>
      <p:bldP spid="27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5A6FA5-5E8A-2B49-C0BA-FFA3C18BE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330" y="609600"/>
            <a:ext cx="12291952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5349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1564</TotalTime>
  <Words>1729</Words>
  <Application>Microsoft Office PowerPoint</Application>
  <PresentationFormat>Custom</PresentationFormat>
  <Paragraphs>522</Paragraphs>
  <Slides>39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7" baseType="lpstr">
      <vt:lpstr>ＭＳ Ｐゴシック</vt:lpstr>
      <vt:lpstr>Arial</vt:lpstr>
      <vt:lpstr>Calibri</vt:lpstr>
      <vt:lpstr>Symbol</vt:lpstr>
      <vt:lpstr>Times New Roman</vt:lpstr>
      <vt:lpstr>Verdana</vt:lpstr>
      <vt:lpstr>Wingdings</vt:lpstr>
      <vt:lpstr>Office Theme</vt:lpstr>
      <vt:lpstr>Search Algorithms</vt:lpstr>
      <vt:lpstr>Uninformed search</vt:lpstr>
      <vt:lpstr>Search Strategies</vt:lpstr>
      <vt:lpstr>Breadth-First (Tree) Search</vt:lpstr>
      <vt:lpstr>PowerPoint Presentation</vt:lpstr>
      <vt:lpstr>BFS Search Tree</vt:lpstr>
      <vt:lpstr>BFS Search Tree</vt:lpstr>
      <vt:lpstr>BFS Search Tree</vt:lpstr>
      <vt:lpstr>BFS Search Tree</vt:lpstr>
      <vt:lpstr>BFS Search Tree</vt:lpstr>
      <vt:lpstr>BFS Search Tree</vt:lpstr>
      <vt:lpstr>PowerPoint Presentation</vt:lpstr>
      <vt:lpstr>PowerPoint Presentation</vt:lpstr>
      <vt:lpstr>Depth-First (Tree) Search</vt:lpstr>
      <vt:lpstr>DFS Search Tree</vt:lpstr>
      <vt:lpstr>DFS Search Tree</vt:lpstr>
      <vt:lpstr>DFS Search Tree</vt:lpstr>
      <vt:lpstr>DFS Search Tree</vt:lpstr>
      <vt:lpstr>DFS Search Tree</vt:lpstr>
      <vt:lpstr>Depth First Search</vt:lpstr>
      <vt:lpstr>Depth First Search</vt:lpstr>
      <vt:lpstr>PowerPoint Presentation</vt:lpstr>
      <vt:lpstr>PowerPoint Presentation</vt:lpstr>
      <vt:lpstr>Depth-limited search</vt:lpstr>
      <vt:lpstr>Iterative Deepening Search (IDS)</vt:lpstr>
      <vt:lpstr>PowerPoint Presentation</vt:lpstr>
      <vt:lpstr>PowerPoint Presentation</vt:lpstr>
      <vt:lpstr>PowerPoint Presentation</vt:lpstr>
      <vt:lpstr>PowerPoint Presentation</vt:lpstr>
      <vt:lpstr>Iterative deepening search</vt:lpstr>
      <vt:lpstr>Properties of Iterative Deepening Search</vt:lpstr>
      <vt:lpstr>IDS in Practice</vt:lpstr>
      <vt:lpstr>PowerPoint Presentation</vt:lpstr>
      <vt:lpstr>Uniform Cost Search</vt:lpstr>
      <vt:lpstr>Uniform Cost Search</vt:lpstr>
      <vt:lpstr>Uniform Cost (Tree) Search</vt:lpstr>
      <vt:lpstr>PowerPoint Presentation</vt:lpstr>
      <vt:lpstr>Uniform Cost Search (UCS) Properties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Search Algorithms</dc:title>
  <dc:creator>dr. fawad</dc:creator>
  <cp:lastModifiedBy>Dr. Khurram Jadoon khan Asstt. Professor FCS</cp:lastModifiedBy>
  <cp:revision>1</cp:revision>
  <dcterms:created xsi:type="dcterms:W3CDTF">2024-02-15T10:32:02Z</dcterms:created>
  <dcterms:modified xsi:type="dcterms:W3CDTF">2024-09-19T07:25:05Z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2016-02-19T00:00:00Z</vt:filetime>
  </property>
  <property fmtid="{D5CDD505-2E9C-101B-9397-08002B2CF9AE}" pid="3" name="LastSaved">
    <vt:filetime>2016-02-19T00:00:00Z</vt:filetime>
  </property>
</Properties>
</file>