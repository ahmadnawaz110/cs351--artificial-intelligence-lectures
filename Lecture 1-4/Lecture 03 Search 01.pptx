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306" r:id="rId7"/>
    <p:sldId id="308" r:id="rId8"/>
    <p:sldId id="305" r:id="rId9"/>
    <p:sldId id="261" r:id="rId10"/>
    <p:sldId id="262" r:id="rId11"/>
    <p:sldId id="266" r:id="rId12"/>
    <p:sldId id="263" r:id="rId13"/>
    <p:sldId id="267" r:id="rId14"/>
    <p:sldId id="309" r:id="rId15"/>
    <p:sldId id="264" r:id="rId16"/>
    <p:sldId id="268" r:id="rId17"/>
    <p:sldId id="270" r:id="rId18"/>
    <p:sldId id="271" r:id="rId19"/>
    <p:sldId id="272" r:id="rId20"/>
    <p:sldId id="273" r:id="rId21"/>
    <p:sldId id="275" r:id="rId22"/>
    <p:sldId id="276" r:id="rId23"/>
    <p:sldId id="277" r:id="rId24"/>
    <p:sldId id="307" r:id="rId25"/>
    <p:sldId id="315" r:id="rId26"/>
    <p:sldId id="278" r:id="rId27"/>
    <p:sldId id="279" r:id="rId28"/>
    <p:sldId id="310" r:id="rId29"/>
    <p:sldId id="280" r:id="rId30"/>
    <p:sldId id="281" r:id="rId31"/>
    <p:sldId id="282" r:id="rId32"/>
    <p:sldId id="311" r:id="rId33"/>
    <p:sldId id="312" r:id="rId34"/>
    <p:sldId id="283" r:id="rId35"/>
    <p:sldId id="313" r:id="rId36"/>
    <p:sldId id="314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3" r:id="rId56"/>
  </p:sldIdLst>
  <p:sldSz cx="13433425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7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07" autoAdjust="0"/>
  </p:normalViewPr>
  <p:slideViewPr>
    <p:cSldViewPr>
      <p:cViewPr varScale="1">
        <p:scale>
          <a:sx n="63" d="100"/>
          <a:sy n="63" d="100"/>
        </p:scale>
        <p:origin x="858" y="72"/>
      </p:cViewPr>
      <p:guideLst>
        <p:guide orient="horz" pos="2880"/>
        <p:guide pos="271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hurram Jadoon khan Asstt. Professor FCS" userId="684a1a15-bea5-4a17-9b67-1313be309245" providerId="ADAL" clId="{916ACB5C-69F9-4D79-83E5-E2F6EDC27EE3}"/>
    <pc:docChg chg="modSld">
      <pc:chgData name="Dr. Khurram Jadoon khan Asstt. Professor FCS" userId="684a1a15-bea5-4a17-9b67-1313be309245" providerId="ADAL" clId="{916ACB5C-69F9-4D79-83E5-E2F6EDC27EE3}" dt="2024-10-25T10:27:22.277" v="0" actId="1076"/>
      <pc:docMkLst>
        <pc:docMk/>
      </pc:docMkLst>
      <pc:sldChg chg="modSp mod">
        <pc:chgData name="Dr. Khurram Jadoon khan Asstt. Professor FCS" userId="684a1a15-bea5-4a17-9b67-1313be309245" providerId="ADAL" clId="{916ACB5C-69F9-4D79-83E5-E2F6EDC27EE3}" dt="2024-10-25T10:27:22.277" v="0" actId="1076"/>
        <pc:sldMkLst>
          <pc:docMk/>
          <pc:sldMk cId="0" sldId="275"/>
        </pc:sldMkLst>
        <pc:picChg chg="mod">
          <ac:chgData name="Dr. Khurram Jadoon khan Asstt. Professor FCS" userId="684a1a15-bea5-4a17-9b67-1313be309245" providerId="ADAL" clId="{916ACB5C-69F9-4D79-83E5-E2F6EDC27EE3}" dt="2024-10-25T10:27:22.277" v="0" actId="1076"/>
          <ac:picMkLst>
            <pc:docMk/>
            <pc:sldMk cId="0" sldId="275"/>
            <ac:picMk id="6" creationId="{766BC140-EB55-5C40-CFEA-ED1371EB511C}"/>
          </ac:picMkLst>
        </pc:picChg>
      </pc:sldChg>
    </pc:docChg>
  </pc:docChgLst>
  <pc:docChgLst>
    <pc:chgData name="Dr. Khurram Jadoon khan Asstt. Professor FCS" userId="684a1a15-bea5-4a17-9b67-1313be309245" providerId="ADAL" clId="{3185B9D0-8D38-4CB0-B52F-262BB64AD272}"/>
    <pc:docChg chg="undo custSel addSld delSld modSld sldOrd">
      <pc:chgData name="Dr. Khurram Jadoon khan Asstt. Professor FCS" userId="684a1a15-bea5-4a17-9b67-1313be309245" providerId="ADAL" clId="{3185B9D0-8D38-4CB0-B52F-262BB64AD272}" dt="2024-02-15T10:54:37.949" v="1148" actId="20577"/>
      <pc:docMkLst>
        <pc:docMk/>
      </pc:docMkLst>
      <pc:sldChg chg="addSp delSp modSp mod">
        <pc:chgData name="Dr. Khurram Jadoon khan Asstt. Professor FCS" userId="684a1a15-bea5-4a17-9b67-1313be309245" providerId="ADAL" clId="{3185B9D0-8D38-4CB0-B52F-262BB64AD272}" dt="2024-02-13T03:55:59.932" v="5" actId="1076"/>
        <pc:sldMkLst>
          <pc:docMk/>
          <pc:sldMk cId="0" sldId="256"/>
        </pc:sldMkLst>
        <pc:spChg chg="del">
          <ac:chgData name="Dr. Khurram Jadoon khan Asstt. Professor FCS" userId="684a1a15-bea5-4a17-9b67-1313be309245" providerId="ADAL" clId="{3185B9D0-8D38-4CB0-B52F-262BB64AD272}" dt="2024-02-13T03:55:50.758" v="1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03:55:59.932" v="5" actId="1076"/>
          <ac:spMkLst>
            <pc:docMk/>
            <pc:sldMk cId="0" sldId="256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3:55:52.301" v="2" actId="478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3185B9D0-8D38-4CB0-B52F-262BB64AD272}" dt="2024-02-13T03:55:54.380" v="3" actId="478"/>
          <ac:spMkLst>
            <pc:docMk/>
            <pc:sldMk cId="0" sldId="256"/>
            <ac:spMk id="6" creationId="{01BC85EC-FF38-4081-958B-D3600F43EA01}"/>
          </ac:spMkLst>
        </pc:spChg>
      </pc:sldChg>
      <pc:sldChg chg="addSp delSp modSp mod">
        <pc:chgData name="Dr. Khurram Jadoon khan Asstt. Professor FCS" userId="684a1a15-bea5-4a17-9b67-1313be309245" providerId="ADAL" clId="{3185B9D0-8D38-4CB0-B52F-262BB64AD272}" dt="2024-02-13T10:31:02.270" v="540" actId="403"/>
        <pc:sldMkLst>
          <pc:docMk/>
          <pc:sldMk cId="0" sldId="258"/>
        </pc:sldMkLst>
        <pc:spChg chg="mod">
          <ac:chgData name="Dr. Khurram Jadoon khan Asstt. Professor FCS" userId="684a1a15-bea5-4a17-9b67-1313be309245" providerId="ADAL" clId="{3185B9D0-8D38-4CB0-B52F-262BB64AD272}" dt="2024-02-13T03:57:21.372" v="7" actId="107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Dr. Khurram Jadoon khan Asstt. Professor FCS" userId="684a1a15-bea5-4a17-9b67-1313be309245" providerId="ADAL" clId="{3185B9D0-8D38-4CB0-B52F-262BB64AD272}" dt="2024-02-13T03:58:10.263" v="21" actId="478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r. Khurram Jadoon khan Asstt. Professor FCS" userId="684a1a15-bea5-4a17-9b67-1313be309245" providerId="ADAL" clId="{3185B9D0-8D38-4CB0-B52F-262BB64AD272}" dt="2024-02-13T03:58:11.531" v="22" actId="478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Dr. Khurram Jadoon khan Asstt. Professor FCS" userId="684a1a15-bea5-4a17-9b67-1313be309245" providerId="ADAL" clId="{3185B9D0-8D38-4CB0-B52F-262BB64AD272}" dt="2024-02-13T03:58:06.625" v="19" actId="478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Dr. Khurram Jadoon khan Asstt. Professor FCS" userId="684a1a15-bea5-4a17-9b67-1313be309245" providerId="ADAL" clId="{3185B9D0-8D38-4CB0-B52F-262BB64AD272}" dt="2024-02-13T03:58:08.164" v="20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Dr. Khurram Jadoon khan Asstt. Professor FCS" userId="684a1a15-bea5-4a17-9b67-1313be309245" providerId="ADAL" clId="{3185B9D0-8D38-4CB0-B52F-262BB64AD272}" dt="2024-02-13T03:58:02.585" v="17" actId="478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Dr. Khurram Jadoon khan Asstt. Professor FCS" userId="684a1a15-bea5-4a17-9b67-1313be309245" providerId="ADAL" clId="{3185B9D0-8D38-4CB0-B52F-262BB64AD272}" dt="2024-02-13T03:58:04.449" v="18" actId="478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10:30:58.942" v="538" actId="403"/>
          <ac:spMkLst>
            <pc:docMk/>
            <pc:sldMk cId="0" sldId="258"/>
            <ac:spMk id="13" creationId="{C13661A4-9881-E743-DD93-1C1C80605035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10:31:02.270" v="540" actId="403"/>
          <ac:spMkLst>
            <pc:docMk/>
            <pc:sldMk cId="0" sldId="258"/>
            <ac:spMk id="14" creationId="{21992F0A-0F50-0170-FB09-5BBAC97D73DB}"/>
          </ac:spMkLst>
        </pc:spChg>
        <pc:picChg chg="add mod">
          <ac:chgData name="Dr. Khurram Jadoon khan Asstt. Professor FCS" userId="684a1a15-bea5-4a17-9b67-1313be309245" providerId="ADAL" clId="{3185B9D0-8D38-4CB0-B52F-262BB64AD272}" dt="2024-02-13T03:59:31.292" v="28" actId="1076"/>
          <ac:picMkLst>
            <pc:docMk/>
            <pc:sldMk cId="0" sldId="258"/>
            <ac:picMk id="10" creationId="{F786634C-BBDF-C065-3878-B1E9053183FC}"/>
          </ac:picMkLst>
        </pc:picChg>
        <pc:picChg chg="add mod">
          <ac:chgData name="Dr. Khurram Jadoon khan Asstt. Professor FCS" userId="684a1a15-bea5-4a17-9b67-1313be309245" providerId="ADAL" clId="{3185B9D0-8D38-4CB0-B52F-262BB64AD272}" dt="2024-02-13T03:59:33.476" v="29" actId="1076"/>
          <ac:picMkLst>
            <pc:docMk/>
            <pc:sldMk cId="0" sldId="258"/>
            <ac:picMk id="12" creationId="{F4F761E3-3BB4-D188-9A2D-A8F1DB850FB8}"/>
          </ac:picMkLst>
        </pc:picChg>
      </pc:sldChg>
      <pc:sldChg chg="addSp delSp modSp mod">
        <pc:chgData name="Dr. Khurram Jadoon khan Asstt. Professor FCS" userId="684a1a15-bea5-4a17-9b67-1313be309245" providerId="ADAL" clId="{3185B9D0-8D38-4CB0-B52F-262BB64AD272}" dt="2024-02-13T10:32:23.621" v="548" actId="1076"/>
        <pc:sldMkLst>
          <pc:docMk/>
          <pc:sldMk cId="0" sldId="260"/>
        </pc:sldMkLst>
        <pc:spChg chg="del mod">
          <ac:chgData name="Dr. Khurram Jadoon khan Asstt. Professor FCS" userId="684a1a15-bea5-4a17-9b67-1313be309245" providerId="ADAL" clId="{3185B9D0-8D38-4CB0-B52F-262BB64AD272}" dt="2024-02-13T04:05:10.828" v="105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00:56.065" v="48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00:58.328" v="50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00:58.328" v="50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00:58.328" v="50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00:56.984" v="49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00:58.328" v="50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00:58.328" v="50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00:58.328" v="50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00:58.328" v="50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00:58.328" v="50" actId="478"/>
          <ac:spMkLst>
            <pc:docMk/>
            <pc:sldMk cId="0" sldId="260"/>
            <ac:spMk id="12" creationId="{00000000-0000-0000-0000-000000000000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10:32:23.621" v="548" actId="1076"/>
          <ac:spMkLst>
            <pc:docMk/>
            <pc:sldMk cId="0" sldId="260"/>
            <ac:spMk id="14" creationId="{43381827-3E0F-EF6F-941B-74A1030DDFD1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04:09:10.476" v="163" actId="1076"/>
          <ac:spMkLst>
            <pc:docMk/>
            <pc:sldMk cId="0" sldId="260"/>
            <ac:spMk id="16" creationId="{781D6A23-2320-19DB-71B2-BAE15FE015F6}"/>
          </ac:spMkLst>
        </pc:spChg>
        <pc:spChg chg="add del mod">
          <ac:chgData name="Dr. Khurram Jadoon khan Asstt. Professor FCS" userId="684a1a15-bea5-4a17-9b67-1313be309245" providerId="ADAL" clId="{3185B9D0-8D38-4CB0-B52F-262BB64AD272}" dt="2024-02-13T10:32:13.765" v="542" actId="478"/>
          <ac:spMkLst>
            <pc:docMk/>
            <pc:sldMk cId="0" sldId="260"/>
            <ac:spMk id="18" creationId="{9CEC1E50-CB4C-79C0-C981-532AD67F348B}"/>
          </ac:spMkLst>
        </pc:spChg>
        <pc:spChg chg="add del mod">
          <ac:chgData name="Dr. Khurram Jadoon khan Asstt. Professor FCS" userId="684a1a15-bea5-4a17-9b67-1313be309245" providerId="ADAL" clId="{3185B9D0-8D38-4CB0-B52F-262BB64AD272}" dt="2024-02-13T10:32:16.594" v="544" actId="478"/>
          <ac:spMkLst>
            <pc:docMk/>
            <pc:sldMk cId="0" sldId="260"/>
            <ac:spMk id="20" creationId="{D6DD8F15-864F-1EB8-4823-8FA3E9DFCF38}"/>
          </ac:spMkLst>
        </pc:spChg>
        <pc:spChg chg="add del mod">
          <ac:chgData name="Dr. Khurram Jadoon khan Asstt. Professor FCS" userId="684a1a15-bea5-4a17-9b67-1313be309245" providerId="ADAL" clId="{3185B9D0-8D38-4CB0-B52F-262BB64AD272}" dt="2024-02-13T10:32:15.378" v="543" actId="478"/>
          <ac:spMkLst>
            <pc:docMk/>
            <pc:sldMk cId="0" sldId="260"/>
            <ac:spMk id="22" creationId="{E577452B-8DA1-DEDF-F627-E6F46AFE185F}"/>
          </ac:spMkLst>
        </pc:spChg>
      </pc:sldChg>
      <pc:sldChg chg="modSp mod">
        <pc:chgData name="Dr. Khurram Jadoon khan Asstt. Professor FCS" userId="684a1a15-bea5-4a17-9b67-1313be309245" providerId="ADAL" clId="{3185B9D0-8D38-4CB0-B52F-262BB64AD272}" dt="2024-02-13T10:48:05.495" v="590" actId="14100"/>
        <pc:sldMkLst>
          <pc:docMk/>
          <pc:sldMk cId="0" sldId="261"/>
        </pc:sldMkLst>
        <pc:spChg chg="mod">
          <ac:chgData name="Dr. Khurram Jadoon khan Asstt. Professor FCS" userId="684a1a15-bea5-4a17-9b67-1313be309245" providerId="ADAL" clId="{3185B9D0-8D38-4CB0-B52F-262BB64AD272}" dt="2024-02-13T04:36:33.294" v="23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46:36.249" v="585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48:05.495" v="590" actId="14100"/>
          <ac:spMkLst>
            <pc:docMk/>
            <pc:sldMk cId="0" sldId="261"/>
            <ac:spMk id="4" creationId="{00000000-0000-0000-0000-000000000000}"/>
          </ac:spMkLst>
        </pc:spChg>
      </pc:sldChg>
      <pc:sldChg chg="addSp modSp mod">
        <pc:chgData name="Dr. Khurram Jadoon khan Asstt. Professor FCS" userId="684a1a15-bea5-4a17-9b67-1313be309245" providerId="ADAL" clId="{3185B9D0-8D38-4CB0-B52F-262BB64AD272}" dt="2024-02-13T10:53:18.966" v="598"/>
        <pc:sldMkLst>
          <pc:docMk/>
          <pc:sldMk cId="0" sldId="262"/>
        </pc:sldMkLst>
        <pc:spChg chg="mod">
          <ac:chgData name="Dr. Khurram Jadoon khan Asstt. Professor FCS" userId="684a1a15-bea5-4a17-9b67-1313be309245" providerId="ADAL" clId="{3185B9D0-8D38-4CB0-B52F-262BB64AD272}" dt="2024-02-13T04:37:15.382" v="24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50:26.886" v="595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50:26.886" v="595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50:26.886" v="595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53:18.966" v="598"/>
          <ac:spMkLst>
            <pc:docMk/>
            <pc:sldMk cId="0" sldId="262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50:32.438" v="597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50:26.886" v="595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50:26.886" v="595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50:26.886" v="595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50:26.886" v="595" actId="1076"/>
          <ac:spMkLst>
            <pc:docMk/>
            <pc:sldMk cId="0" sldId="262"/>
            <ac:spMk id="11" creationId="{00000000-0000-0000-0000-000000000000}"/>
          </ac:spMkLst>
        </pc:spChg>
        <pc:grpChg chg="add mod">
          <ac:chgData name="Dr. Khurram Jadoon khan Asstt. Professor FCS" userId="684a1a15-bea5-4a17-9b67-1313be309245" providerId="ADAL" clId="{3185B9D0-8D38-4CB0-B52F-262BB64AD272}" dt="2024-02-13T04:39:06.421" v="265" actId="164"/>
          <ac:grpSpMkLst>
            <pc:docMk/>
            <pc:sldMk cId="0" sldId="262"/>
            <ac:grpSpMk id="12" creationId="{AAC33643-9B09-B6D7-E8C7-483B10F37730}"/>
          </ac:grpSpMkLst>
        </pc:grpChg>
        <pc:grpChg chg="add mod">
          <ac:chgData name="Dr. Khurram Jadoon khan Asstt. Professor FCS" userId="684a1a15-bea5-4a17-9b67-1313be309245" providerId="ADAL" clId="{3185B9D0-8D38-4CB0-B52F-262BB64AD272}" dt="2024-02-13T04:39:05.356" v="262" actId="164"/>
          <ac:grpSpMkLst>
            <pc:docMk/>
            <pc:sldMk cId="0" sldId="262"/>
            <ac:grpSpMk id="13" creationId="{860BB362-CF67-A308-165A-566E9581D103}"/>
          </ac:grpSpMkLst>
        </pc:grpChg>
      </pc:sldChg>
      <pc:sldChg chg="addSp delSp modSp mod">
        <pc:chgData name="Dr. Khurram Jadoon khan Asstt. Professor FCS" userId="684a1a15-bea5-4a17-9b67-1313be309245" providerId="ADAL" clId="{3185B9D0-8D38-4CB0-B52F-262BB64AD272}" dt="2024-02-13T10:54:35.978" v="599" actId="20577"/>
        <pc:sldMkLst>
          <pc:docMk/>
          <pc:sldMk cId="0" sldId="263"/>
        </pc:sldMkLst>
        <pc:spChg chg="mod">
          <ac:chgData name="Dr. Khurram Jadoon khan Asstt. Professor FCS" userId="684a1a15-bea5-4a17-9b67-1313be309245" providerId="ADAL" clId="{3185B9D0-8D38-4CB0-B52F-262BB64AD272}" dt="2024-02-13T04:39:35.975" v="268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04:41:22.439" v="296" actId="21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10:54:35.978" v="599" actId="20577"/>
          <ac:spMkLst>
            <pc:docMk/>
            <pc:sldMk cId="0" sldId="263"/>
            <ac:spMk id="13" creationId="{92455554-1EC5-AD14-48DE-B86FA2839217}"/>
          </ac:spMkLst>
        </pc:spChg>
        <pc:picChg chg="add del mod">
          <ac:chgData name="Dr. Khurram Jadoon khan Asstt. Professor FCS" userId="684a1a15-bea5-4a17-9b67-1313be309245" providerId="ADAL" clId="{3185B9D0-8D38-4CB0-B52F-262BB64AD272}" dt="2024-02-13T04:40:11.404" v="277" actId="22"/>
          <ac:picMkLst>
            <pc:docMk/>
            <pc:sldMk cId="0" sldId="263"/>
            <ac:picMk id="5" creationId="{C47E8F2F-B62A-7EAD-DC63-2F06390E2B76}"/>
          </ac:picMkLst>
        </pc:picChg>
        <pc:picChg chg="add del mod">
          <ac:chgData name="Dr. Khurram Jadoon khan Asstt. Professor FCS" userId="684a1a15-bea5-4a17-9b67-1313be309245" providerId="ADAL" clId="{3185B9D0-8D38-4CB0-B52F-262BB64AD272}" dt="2024-02-13T04:40:37.479" v="285" actId="478"/>
          <ac:picMkLst>
            <pc:docMk/>
            <pc:sldMk cId="0" sldId="263"/>
            <ac:picMk id="7" creationId="{1CE84F41-AB60-831A-062C-E53B4EE8651D}"/>
          </ac:picMkLst>
        </pc:picChg>
        <pc:picChg chg="add mod">
          <ac:chgData name="Dr. Khurram Jadoon khan Asstt. Professor FCS" userId="684a1a15-bea5-4a17-9b67-1313be309245" providerId="ADAL" clId="{3185B9D0-8D38-4CB0-B52F-262BB64AD272}" dt="2024-02-13T04:40:54.132" v="291" actId="14100"/>
          <ac:picMkLst>
            <pc:docMk/>
            <pc:sldMk cId="0" sldId="263"/>
            <ac:picMk id="9" creationId="{A32608C3-62EF-FAC1-AD32-D900269E90F3}"/>
          </ac:picMkLst>
        </pc:picChg>
        <pc:picChg chg="add mod">
          <ac:chgData name="Dr. Khurram Jadoon khan Asstt. Professor FCS" userId="684a1a15-bea5-4a17-9b67-1313be309245" providerId="ADAL" clId="{3185B9D0-8D38-4CB0-B52F-262BB64AD272}" dt="2024-02-13T04:42:14.008" v="309" actId="1076"/>
          <ac:picMkLst>
            <pc:docMk/>
            <pc:sldMk cId="0" sldId="263"/>
            <ac:picMk id="11" creationId="{C97C0F63-C376-A34C-E9AB-83ACE059BAD5}"/>
          </ac:picMkLst>
        </pc:picChg>
      </pc:sldChg>
      <pc:sldChg chg="delSp modSp mod ord">
        <pc:chgData name="Dr. Khurram Jadoon khan Asstt. Professor FCS" userId="684a1a15-bea5-4a17-9b67-1313be309245" providerId="ADAL" clId="{3185B9D0-8D38-4CB0-B52F-262BB64AD272}" dt="2024-02-13T11:10:42.339" v="735" actId="14100"/>
        <pc:sldMkLst>
          <pc:docMk/>
          <pc:sldMk cId="0" sldId="264"/>
        </pc:sldMkLst>
        <pc:spChg chg="mod">
          <ac:chgData name="Dr. Khurram Jadoon khan Asstt. Professor FCS" userId="684a1a15-bea5-4a17-9b67-1313be309245" providerId="ADAL" clId="{3185B9D0-8D38-4CB0-B52F-262BB64AD272}" dt="2024-02-13T04:42:40.830" v="315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10:42.339" v="735" actId="14100"/>
          <ac:spMkLst>
            <pc:docMk/>
            <pc:sldMk cId="0" sldId="264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42:48.341" v="318" actId="478"/>
          <ac:spMkLst>
            <pc:docMk/>
            <pc:sldMk cId="0" sldId="264"/>
            <ac:spMk id="4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3185B9D0-8D38-4CB0-B52F-262BB64AD272}" dt="2024-02-13T04:43:38.230" v="320" actId="47"/>
        <pc:sldMkLst>
          <pc:docMk/>
          <pc:sldMk cId="0" sldId="265"/>
        </pc:sldMkLst>
      </pc:sldChg>
      <pc:sldChg chg="addSp modSp mod">
        <pc:chgData name="Dr. Khurram Jadoon khan Asstt. Professor FCS" userId="684a1a15-bea5-4a17-9b67-1313be309245" providerId="ADAL" clId="{3185B9D0-8D38-4CB0-B52F-262BB64AD272}" dt="2024-02-13T11:01:58.523" v="628" actId="20577"/>
        <pc:sldMkLst>
          <pc:docMk/>
          <pc:sldMk cId="0" sldId="266"/>
        </pc:sldMkLst>
        <pc:spChg chg="mod">
          <ac:chgData name="Dr. Khurram Jadoon khan Asstt. Professor FCS" userId="684a1a15-bea5-4a17-9b67-1313be309245" providerId="ADAL" clId="{3185B9D0-8D38-4CB0-B52F-262BB64AD272}" dt="2024-02-13T04:43:41.469" v="321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04:43:47.958" v="324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04:43:52.331" v="326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01:58.523" v="628" actId="20577"/>
          <ac:spMkLst>
            <pc:docMk/>
            <pc:sldMk cId="0" sldId="266"/>
            <ac:spMk id="6" creationId="{00000000-0000-0000-0000-000000000000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04:44:34.942" v="336" actId="1035"/>
          <ac:spMkLst>
            <pc:docMk/>
            <pc:sldMk cId="0" sldId="266"/>
            <ac:spMk id="7" creationId="{2FF303F4-B47D-350C-F430-BC9D96A64D54}"/>
          </ac:spMkLst>
        </pc:spChg>
      </pc:sldChg>
      <pc:sldChg chg="addSp delSp modSp mod modNotesTx">
        <pc:chgData name="Dr. Khurram Jadoon khan Asstt. Professor FCS" userId="684a1a15-bea5-4a17-9b67-1313be309245" providerId="ADAL" clId="{3185B9D0-8D38-4CB0-B52F-262BB64AD272}" dt="2024-02-13T11:09:54.438" v="732" actId="1076"/>
        <pc:sldMkLst>
          <pc:docMk/>
          <pc:sldMk cId="0" sldId="267"/>
        </pc:sldMkLst>
        <pc:spChg chg="mod">
          <ac:chgData name="Dr. Khurram Jadoon khan Asstt. Professor FCS" userId="684a1a15-bea5-4a17-9b67-1313be309245" providerId="ADAL" clId="{3185B9D0-8D38-4CB0-B52F-262BB64AD272}" dt="2024-02-13T04:45:06.063" v="338" actId="14100"/>
          <ac:spMkLst>
            <pc:docMk/>
            <pc:sldMk cId="0" sldId="26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09:49.426" v="730" actId="207"/>
          <ac:spMkLst>
            <pc:docMk/>
            <pc:sldMk cId="0" sldId="267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46:31.413" v="342" actId="478"/>
          <ac:spMkLst>
            <pc:docMk/>
            <pc:sldMk cId="0" sldId="267"/>
            <ac:spMk id="4" creationId="{00000000-0000-0000-0000-000000000000}"/>
          </ac:spMkLst>
        </pc:spChg>
        <pc:picChg chg="add del mod">
          <ac:chgData name="Dr. Khurram Jadoon khan Asstt. Professor FCS" userId="684a1a15-bea5-4a17-9b67-1313be309245" providerId="ADAL" clId="{3185B9D0-8D38-4CB0-B52F-262BB64AD272}" dt="2024-02-13T11:05:39.298" v="691" actId="478"/>
          <ac:picMkLst>
            <pc:docMk/>
            <pc:sldMk cId="0" sldId="267"/>
            <ac:picMk id="5" creationId="{4C267816-BFC4-436F-BE31-172086B8BAE0}"/>
          </ac:picMkLst>
        </pc:picChg>
        <pc:picChg chg="add del mod">
          <ac:chgData name="Dr. Khurram Jadoon khan Asstt. Professor FCS" userId="684a1a15-bea5-4a17-9b67-1313be309245" providerId="ADAL" clId="{3185B9D0-8D38-4CB0-B52F-262BB64AD272}" dt="2024-02-13T04:49:32.344" v="349" actId="478"/>
          <ac:picMkLst>
            <pc:docMk/>
            <pc:sldMk cId="0" sldId="267"/>
            <ac:picMk id="6" creationId="{05ACA0BA-2F91-2601-CD66-F2B93C421265}"/>
          </ac:picMkLst>
        </pc:picChg>
        <pc:picChg chg="add mod">
          <ac:chgData name="Dr. Khurram Jadoon khan Asstt. Professor FCS" userId="684a1a15-bea5-4a17-9b67-1313be309245" providerId="ADAL" clId="{3185B9D0-8D38-4CB0-B52F-262BB64AD272}" dt="2024-02-13T11:05:53.318" v="697" actId="1076"/>
          <ac:picMkLst>
            <pc:docMk/>
            <pc:sldMk cId="0" sldId="267"/>
            <ac:picMk id="7" creationId="{3246D03F-D8F8-22EF-5A18-BE4CF139AA16}"/>
          </ac:picMkLst>
        </pc:picChg>
        <pc:picChg chg="add del mod">
          <ac:chgData name="Dr. Khurram Jadoon khan Asstt. Professor FCS" userId="684a1a15-bea5-4a17-9b67-1313be309245" providerId="ADAL" clId="{3185B9D0-8D38-4CB0-B52F-262BB64AD272}" dt="2024-02-13T11:03:29.481" v="630" actId="478"/>
          <ac:picMkLst>
            <pc:docMk/>
            <pc:sldMk cId="0" sldId="267"/>
            <ac:picMk id="8" creationId="{71843DD6-5418-6062-85ED-0669CC61EDD8}"/>
          </ac:picMkLst>
        </pc:picChg>
        <pc:picChg chg="add del mod">
          <ac:chgData name="Dr. Khurram Jadoon khan Asstt. Professor FCS" userId="684a1a15-bea5-4a17-9b67-1313be309245" providerId="ADAL" clId="{3185B9D0-8D38-4CB0-B52F-262BB64AD272}" dt="2024-02-13T11:03:26.787" v="629" actId="478"/>
          <ac:picMkLst>
            <pc:docMk/>
            <pc:sldMk cId="0" sldId="267"/>
            <ac:picMk id="10" creationId="{1B511EA8-6A8A-F2E6-05AB-A09E1CC0DA74}"/>
          </ac:picMkLst>
        </pc:picChg>
        <pc:picChg chg="add del mod">
          <ac:chgData name="Dr. Khurram Jadoon khan Asstt. Professor FCS" userId="684a1a15-bea5-4a17-9b67-1313be309245" providerId="ADAL" clId="{3185B9D0-8D38-4CB0-B52F-262BB64AD272}" dt="2024-02-13T05:01:36.441" v="364" actId="478"/>
          <ac:picMkLst>
            <pc:docMk/>
            <pc:sldMk cId="0" sldId="267"/>
            <ac:picMk id="12" creationId="{A77A064F-4BDC-F94C-D837-5AECA33A6D5B}"/>
          </ac:picMkLst>
        </pc:picChg>
        <pc:picChg chg="add mod">
          <ac:chgData name="Dr. Khurram Jadoon khan Asstt. Professor FCS" userId="684a1a15-bea5-4a17-9b67-1313be309245" providerId="ADAL" clId="{3185B9D0-8D38-4CB0-B52F-262BB64AD272}" dt="2024-02-13T11:05:50.974" v="695" actId="1076"/>
          <ac:picMkLst>
            <pc:docMk/>
            <pc:sldMk cId="0" sldId="267"/>
            <ac:picMk id="14" creationId="{DB94DA3B-6EE5-FCB5-D335-89683B8F0CD1}"/>
          </ac:picMkLst>
        </pc:picChg>
        <pc:picChg chg="add mod">
          <ac:chgData name="Dr. Khurram Jadoon khan Asstt. Professor FCS" userId="684a1a15-bea5-4a17-9b67-1313be309245" providerId="ADAL" clId="{3185B9D0-8D38-4CB0-B52F-262BB64AD272}" dt="2024-02-13T11:09:54.438" v="732" actId="1076"/>
          <ac:picMkLst>
            <pc:docMk/>
            <pc:sldMk cId="0" sldId="267"/>
            <ac:picMk id="16" creationId="{F47D6499-94C8-DF31-0AA3-BB3B33AFD90A}"/>
          </ac:picMkLst>
        </pc:picChg>
      </pc:sldChg>
      <pc:sldChg chg="addSp delSp modSp mod">
        <pc:chgData name="Dr. Khurram Jadoon khan Asstt. Professor FCS" userId="684a1a15-bea5-4a17-9b67-1313be309245" providerId="ADAL" clId="{3185B9D0-8D38-4CB0-B52F-262BB64AD272}" dt="2024-02-13T05:32:09.124" v="525" actId="20577"/>
        <pc:sldMkLst>
          <pc:docMk/>
          <pc:sldMk cId="0" sldId="268"/>
        </pc:sldMkLst>
        <pc:spChg chg="mod">
          <ac:chgData name="Dr. Khurram Jadoon khan Asstt. Professor FCS" userId="684a1a15-bea5-4a17-9b67-1313be309245" providerId="ADAL" clId="{3185B9D0-8D38-4CB0-B52F-262BB64AD272}" dt="2024-02-13T05:18:39.151" v="447" actId="1076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Dr. Khurram Jadoon khan Asstt. Professor FCS" userId="684a1a15-bea5-4a17-9b67-1313be309245" providerId="ADAL" clId="{3185B9D0-8D38-4CB0-B52F-262BB64AD272}" dt="2024-02-13T05:28:54.976" v="484" actId="478"/>
          <ac:spMkLst>
            <pc:docMk/>
            <pc:sldMk cId="0" sldId="26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05:32:09.124" v="525" actId="20577"/>
          <ac:spMkLst>
            <pc:docMk/>
            <pc:sldMk cId="0" sldId="268"/>
            <ac:spMk id="4" creationId="{00000000-0000-0000-0000-000000000000}"/>
          </ac:spMkLst>
        </pc:spChg>
        <pc:spChg chg="add">
          <ac:chgData name="Dr. Khurram Jadoon khan Asstt. Professor FCS" userId="684a1a15-bea5-4a17-9b67-1313be309245" providerId="ADAL" clId="{3185B9D0-8D38-4CB0-B52F-262BB64AD272}" dt="2024-02-13T05:29:40.581" v="498"/>
          <ac:spMkLst>
            <pc:docMk/>
            <pc:sldMk cId="0" sldId="268"/>
            <ac:spMk id="5" creationId="{895EC54C-1F30-8F3B-8513-A15F4996753C}"/>
          </ac:spMkLst>
        </pc:spChg>
        <pc:spChg chg="add">
          <ac:chgData name="Dr. Khurram Jadoon khan Asstt. Professor FCS" userId="684a1a15-bea5-4a17-9b67-1313be309245" providerId="ADAL" clId="{3185B9D0-8D38-4CB0-B52F-262BB64AD272}" dt="2024-02-13T05:31:32.476" v="512"/>
          <ac:spMkLst>
            <pc:docMk/>
            <pc:sldMk cId="0" sldId="268"/>
            <ac:spMk id="6" creationId="{0A3254B4-6802-CAA9-EB51-3567D7BC5202}"/>
          </ac:spMkLst>
        </pc:spChg>
      </pc:sldChg>
      <pc:sldChg chg="delSp modSp del mod">
        <pc:chgData name="Dr. Khurram Jadoon khan Asstt. Professor FCS" userId="684a1a15-bea5-4a17-9b67-1313be309245" providerId="ADAL" clId="{3185B9D0-8D38-4CB0-B52F-262BB64AD272}" dt="2024-02-13T11:19:53.989" v="738" actId="47"/>
        <pc:sldMkLst>
          <pc:docMk/>
          <pc:sldMk cId="0" sldId="269"/>
        </pc:sldMkLst>
        <pc:spChg chg="mod">
          <ac:chgData name="Dr. Khurram Jadoon khan Asstt. Professor FCS" userId="684a1a15-bea5-4a17-9b67-1313be309245" providerId="ADAL" clId="{3185B9D0-8D38-4CB0-B52F-262BB64AD272}" dt="2024-02-13T05:19:30.975" v="450" actId="1076"/>
          <ac:spMkLst>
            <pc:docMk/>
            <pc:sldMk cId="0" sldId="269"/>
            <ac:spMk id="2" creationId="{00000000-0000-0000-0000-000000000000}"/>
          </ac:spMkLst>
        </pc:spChg>
        <pc:spChg chg="del mod">
          <ac:chgData name="Dr. Khurram Jadoon khan Asstt. Professor FCS" userId="684a1a15-bea5-4a17-9b67-1313be309245" providerId="ADAL" clId="{3185B9D0-8D38-4CB0-B52F-262BB64AD272}" dt="2024-02-13T05:19:36.066" v="453" actId="478"/>
          <ac:spMkLst>
            <pc:docMk/>
            <pc:sldMk cId="0" sldId="269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05:19:33.592" v="451" actId="1076"/>
          <ac:spMkLst>
            <pc:docMk/>
            <pc:sldMk cId="0" sldId="269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3T05:19:38.651" v="454" actId="478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3185B9D0-8D38-4CB0-B52F-262BB64AD272}" dt="2024-02-13T05:20:46.871" v="455" actId="14100"/>
        <pc:sldMkLst>
          <pc:docMk/>
          <pc:sldMk cId="0" sldId="272"/>
        </pc:sldMkLst>
        <pc:spChg chg="mod">
          <ac:chgData name="Dr. Khurram Jadoon khan Asstt. Professor FCS" userId="684a1a15-bea5-4a17-9b67-1313be309245" providerId="ADAL" clId="{3185B9D0-8D38-4CB0-B52F-262BB64AD272}" dt="2024-02-13T05:20:46.871" v="455" actId="14100"/>
          <ac:spMkLst>
            <pc:docMk/>
            <pc:sldMk cId="0" sldId="272"/>
            <ac:spMk id="3" creationId="{00000000-0000-0000-0000-000000000000}"/>
          </ac:spMkLst>
        </pc:spChg>
      </pc:sldChg>
      <pc:sldChg chg="delSp del mod">
        <pc:chgData name="Dr. Khurram Jadoon khan Asstt. Professor FCS" userId="684a1a15-bea5-4a17-9b67-1313be309245" providerId="ADAL" clId="{3185B9D0-8D38-4CB0-B52F-262BB64AD272}" dt="2024-02-13T05:37:40.722" v="528" actId="47"/>
        <pc:sldMkLst>
          <pc:docMk/>
          <pc:sldMk cId="0" sldId="274"/>
        </pc:sldMkLst>
        <pc:spChg chg="del">
          <ac:chgData name="Dr. Khurram Jadoon khan Asstt. Professor FCS" userId="684a1a15-bea5-4a17-9b67-1313be309245" providerId="ADAL" clId="{3185B9D0-8D38-4CB0-B52F-262BB64AD272}" dt="2024-02-13T05:37:08.674" v="526" actId="478"/>
          <ac:spMkLst>
            <pc:docMk/>
            <pc:sldMk cId="0" sldId="274"/>
            <ac:spMk id="4" creationId="{00000000-0000-0000-0000-000000000000}"/>
          </ac:spMkLst>
        </pc:spChg>
      </pc:sldChg>
      <pc:sldChg chg="addSp modSp mod">
        <pc:chgData name="Dr. Khurram Jadoon khan Asstt. Professor FCS" userId="684a1a15-bea5-4a17-9b67-1313be309245" providerId="ADAL" clId="{3185B9D0-8D38-4CB0-B52F-262BB64AD272}" dt="2024-02-15T04:50:44.797" v="946" actId="1076"/>
        <pc:sldMkLst>
          <pc:docMk/>
          <pc:sldMk cId="0" sldId="275"/>
        </pc:sldMkLst>
        <pc:spChg chg="mod">
          <ac:chgData name="Dr. Khurram Jadoon khan Asstt. Professor FCS" userId="684a1a15-bea5-4a17-9b67-1313be309245" providerId="ADAL" clId="{3185B9D0-8D38-4CB0-B52F-262BB64AD272}" dt="2024-02-13T11:18:31.478" v="736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5T04:49:58.821" v="939" actId="1076"/>
          <ac:spMkLst>
            <pc:docMk/>
            <pc:sldMk cId="0" sldId="27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5T04:50:37.712" v="942" actId="404"/>
          <ac:spMkLst>
            <pc:docMk/>
            <pc:sldMk cId="0" sldId="275"/>
            <ac:spMk id="4" creationId="{00000000-0000-0000-0000-000000000000}"/>
          </ac:spMkLst>
        </pc:spChg>
        <pc:picChg chg="add mod">
          <ac:chgData name="Dr. Khurram Jadoon khan Asstt. Professor FCS" userId="684a1a15-bea5-4a17-9b67-1313be309245" providerId="ADAL" clId="{3185B9D0-8D38-4CB0-B52F-262BB64AD272}" dt="2024-02-15T04:50:44.797" v="946" actId="1076"/>
          <ac:picMkLst>
            <pc:docMk/>
            <pc:sldMk cId="0" sldId="275"/>
            <ac:picMk id="6" creationId="{766BC140-EB55-5C40-CFEA-ED1371EB511C}"/>
          </ac:picMkLst>
        </pc:picChg>
      </pc:sldChg>
      <pc:sldChg chg="addSp delSp modSp mod">
        <pc:chgData name="Dr. Khurram Jadoon khan Asstt. Professor FCS" userId="684a1a15-bea5-4a17-9b67-1313be309245" providerId="ADAL" clId="{3185B9D0-8D38-4CB0-B52F-262BB64AD272}" dt="2024-02-13T11:47:46.705" v="820" actId="14100"/>
        <pc:sldMkLst>
          <pc:docMk/>
          <pc:sldMk cId="0" sldId="277"/>
        </pc:sldMkLst>
        <pc:spChg chg="mod">
          <ac:chgData name="Dr. Khurram Jadoon khan Asstt. Professor FCS" userId="684a1a15-bea5-4a17-9b67-1313be309245" providerId="ADAL" clId="{3185B9D0-8D38-4CB0-B52F-262BB64AD272}" dt="2024-02-13T11:47:30.937" v="813" actId="14100"/>
          <ac:spMkLst>
            <pc:docMk/>
            <pc:sldMk cId="0" sldId="277"/>
            <ac:spMk id="2" creationId="{00000000-0000-0000-0000-000000000000}"/>
          </ac:spMkLst>
        </pc:spChg>
        <pc:spChg chg="del mod">
          <ac:chgData name="Dr. Khurram Jadoon khan Asstt. Professor FCS" userId="684a1a15-bea5-4a17-9b67-1313be309245" providerId="ADAL" clId="{3185B9D0-8D38-4CB0-B52F-262BB64AD272}" dt="2024-02-13T11:46:58.637" v="779" actId="478"/>
          <ac:spMkLst>
            <pc:docMk/>
            <pc:sldMk cId="0" sldId="277"/>
            <ac:spMk id="3" creationId="{00000000-0000-0000-0000-000000000000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11:47:46.705" v="820" actId="14100"/>
          <ac:spMkLst>
            <pc:docMk/>
            <pc:sldMk cId="0" sldId="277"/>
            <ac:spMk id="7" creationId="{CA466F1B-4AD3-761D-C592-F67574F4C04E}"/>
          </ac:spMkLst>
        </pc:spChg>
        <pc:picChg chg="add mod">
          <ac:chgData name="Dr. Khurram Jadoon khan Asstt. Professor FCS" userId="684a1a15-bea5-4a17-9b67-1313be309245" providerId="ADAL" clId="{3185B9D0-8D38-4CB0-B52F-262BB64AD272}" dt="2024-02-13T11:47:38.992" v="814" actId="1076"/>
          <ac:picMkLst>
            <pc:docMk/>
            <pc:sldMk cId="0" sldId="277"/>
            <ac:picMk id="5" creationId="{BA62F351-2D47-10F9-DA25-DD0509445BFC}"/>
          </ac:picMkLst>
        </pc:picChg>
      </pc:sldChg>
      <pc:sldChg chg="addSp delSp modSp mod">
        <pc:chgData name="Dr. Khurram Jadoon khan Asstt. Professor FCS" userId="684a1a15-bea5-4a17-9b67-1313be309245" providerId="ADAL" clId="{3185B9D0-8D38-4CB0-B52F-262BB64AD272}" dt="2024-02-15T03:54:05.175" v="873" actId="20577"/>
        <pc:sldMkLst>
          <pc:docMk/>
          <pc:sldMk cId="0" sldId="278"/>
        </pc:sldMkLst>
        <pc:spChg chg="mod">
          <ac:chgData name="Dr. Khurram Jadoon khan Asstt. Professor FCS" userId="684a1a15-bea5-4a17-9b67-1313be309245" providerId="ADAL" clId="{3185B9D0-8D38-4CB0-B52F-262BB64AD272}" dt="2024-02-13T11:22:03.751" v="745" actId="1076"/>
          <ac:spMkLst>
            <pc:docMk/>
            <pc:sldMk cId="0" sldId="278"/>
            <ac:spMk id="2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3185B9D0-8D38-4CB0-B52F-262BB64AD272}" dt="2024-02-15T03:54:05.175" v="873" actId="20577"/>
          <ac:spMkLst>
            <pc:docMk/>
            <pc:sldMk cId="0" sldId="278"/>
            <ac:spMk id="3" creationId="{00000000-0000-0000-0000-000000000000}"/>
          </ac:spMkLst>
        </pc:spChg>
      </pc:sldChg>
      <pc:sldChg chg="addSp modSp mod">
        <pc:chgData name="Dr. Khurram Jadoon khan Asstt. Professor FCS" userId="684a1a15-bea5-4a17-9b67-1313be309245" providerId="ADAL" clId="{3185B9D0-8D38-4CB0-B52F-262BB64AD272}" dt="2024-02-13T11:23:20.903" v="755" actId="1076"/>
        <pc:sldMkLst>
          <pc:docMk/>
          <pc:sldMk cId="0" sldId="279"/>
        </pc:sldMkLst>
        <pc:spChg chg="mod">
          <ac:chgData name="Dr. Khurram Jadoon khan Asstt. Professor FCS" userId="684a1a15-bea5-4a17-9b67-1313be309245" providerId="ADAL" clId="{3185B9D0-8D38-4CB0-B52F-262BB64AD272}" dt="2024-02-13T11:23:14.863" v="752" actId="1076"/>
          <ac:spMkLst>
            <pc:docMk/>
            <pc:sldMk cId="0" sldId="27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2:55.726" v="749" actId="164"/>
          <ac:spMkLst>
            <pc:docMk/>
            <pc:sldMk cId="0" sldId="279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2:55.726" v="749" actId="164"/>
          <ac:spMkLst>
            <pc:docMk/>
            <pc:sldMk cId="0" sldId="279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2:55.726" v="749" actId="164"/>
          <ac:spMkLst>
            <pc:docMk/>
            <pc:sldMk cId="0" sldId="279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2:55.726" v="749" actId="164"/>
          <ac:spMkLst>
            <pc:docMk/>
            <pc:sldMk cId="0" sldId="279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3:16.879" v="753" actId="1076"/>
          <ac:spMkLst>
            <pc:docMk/>
            <pc:sldMk cId="0" sldId="279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2:55.726" v="749" actId="164"/>
          <ac:spMkLst>
            <pc:docMk/>
            <pc:sldMk cId="0" sldId="279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2:55.726" v="749" actId="164"/>
          <ac:spMkLst>
            <pc:docMk/>
            <pc:sldMk cId="0" sldId="279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2:55.726" v="749" actId="164"/>
          <ac:spMkLst>
            <pc:docMk/>
            <pc:sldMk cId="0" sldId="279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2:55.726" v="749" actId="164"/>
          <ac:spMkLst>
            <pc:docMk/>
            <pc:sldMk cId="0" sldId="279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2:55.726" v="749" actId="164"/>
          <ac:spMkLst>
            <pc:docMk/>
            <pc:sldMk cId="0" sldId="279"/>
            <ac:spMk id="12" creationId="{00000000-0000-0000-0000-000000000000}"/>
          </ac:spMkLst>
        </pc:spChg>
        <pc:grpChg chg="add mod">
          <ac:chgData name="Dr. Khurram Jadoon khan Asstt. Professor FCS" userId="684a1a15-bea5-4a17-9b67-1313be309245" providerId="ADAL" clId="{3185B9D0-8D38-4CB0-B52F-262BB64AD272}" dt="2024-02-13T11:23:12.943" v="751" actId="1076"/>
          <ac:grpSpMkLst>
            <pc:docMk/>
            <pc:sldMk cId="0" sldId="279"/>
            <ac:grpSpMk id="13" creationId="{7D0D8E4A-401B-19A6-18E2-0E7E065AA314}"/>
          </ac:grpSpMkLst>
        </pc:grpChg>
        <pc:picChg chg="add mod">
          <ac:chgData name="Dr. Khurram Jadoon khan Asstt. Professor FCS" userId="684a1a15-bea5-4a17-9b67-1313be309245" providerId="ADAL" clId="{3185B9D0-8D38-4CB0-B52F-262BB64AD272}" dt="2024-02-13T11:23:20.903" v="755" actId="1076"/>
          <ac:picMkLst>
            <pc:docMk/>
            <pc:sldMk cId="0" sldId="279"/>
            <ac:picMk id="15" creationId="{8A63EDAD-6D4C-B704-80CD-F24BB8F54F03}"/>
          </ac:picMkLst>
        </pc:picChg>
      </pc:sldChg>
      <pc:sldChg chg="modSp mod">
        <pc:chgData name="Dr. Khurram Jadoon khan Asstt. Professor FCS" userId="684a1a15-bea5-4a17-9b67-1313be309245" providerId="ADAL" clId="{3185B9D0-8D38-4CB0-B52F-262BB64AD272}" dt="2024-02-13T11:25:07.647" v="777" actId="1076"/>
        <pc:sldMkLst>
          <pc:docMk/>
          <pc:sldMk cId="0" sldId="280"/>
        </pc:sldMkLst>
        <pc:spChg chg="mod">
          <ac:chgData name="Dr. Khurram Jadoon khan Asstt. Professor FCS" userId="684a1a15-bea5-4a17-9b67-1313be309245" providerId="ADAL" clId="{3185B9D0-8D38-4CB0-B52F-262BB64AD272}" dt="2024-02-13T11:24:32.135" v="766" actId="1076"/>
          <ac:spMkLst>
            <pc:docMk/>
            <pc:sldMk cId="0" sldId="28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4:53.298" v="772" actId="14100"/>
          <ac:spMkLst>
            <pc:docMk/>
            <pc:sldMk cId="0" sldId="28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5:00.656" v="775" actId="14100"/>
          <ac:spMkLst>
            <pc:docMk/>
            <pc:sldMk cId="0" sldId="28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3T11:25:07.647" v="777" actId="1076"/>
          <ac:spMkLst>
            <pc:docMk/>
            <pc:sldMk cId="0" sldId="280"/>
            <ac:spMk id="5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3185B9D0-8D38-4CB0-B52F-262BB64AD272}" dt="2024-02-15T05:07:14.947" v="1106" actId="14100"/>
        <pc:sldMkLst>
          <pc:docMk/>
          <pc:sldMk cId="0" sldId="281"/>
        </pc:sldMkLst>
        <pc:spChg chg="mod">
          <ac:chgData name="Dr. Khurram Jadoon khan Asstt. Professor FCS" userId="684a1a15-bea5-4a17-9b67-1313be309245" providerId="ADAL" clId="{3185B9D0-8D38-4CB0-B52F-262BB64AD272}" dt="2024-02-15T04:53:26.116" v="999" actId="1076"/>
          <ac:spMkLst>
            <pc:docMk/>
            <pc:sldMk cId="0" sldId="281"/>
            <ac:spMk id="2" creationId="{00000000-0000-0000-0000-000000000000}"/>
          </ac:spMkLst>
        </pc:spChg>
        <pc:spChg chg="del mod">
          <ac:chgData name="Dr. Khurram Jadoon khan Asstt. Professor FCS" userId="684a1a15-bea5-4a17-9b67-1313be309245" providerId="ADAL" clId="{3185B9D0-8D38-4CB0-B52F-262BB64AD272}" dt="2024-02-15T04:53:14.985" v="995" actId="478"/>
          <ac:spMkLst>
            <pc:docMk/>
            <pc:sldMk cId="0" sldId="28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5T05:06:39.387" v="1084" actId="1076"/>
          <ac:spMkLst>
            <pc:docMk/>
            <pc:sldMk cId="0" sldId="281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5T04:53:16.658" v="996" actId="478"/>
          <ac:spMkLst>
            <pc:docMk/>
            <pc:sldMk cId="0" sldId="281"/>
            <ac:spMk id="5" creationId="{00000000-0000-0000-0000-000000000000}"/>
          </ac:spMkLst>
        </pc:spChg>
        <pc:spChg chg="add mod">
          <ac:chgData name="Dr. Khurram Jadoon khan Asstt. Professor FCS" userId="684a1a15-bea5-4a17-9b67-1313be309245" providerId="ADAL" clId="{3185B9D0-8D38-4CB0-B52F-262BB64AD272}" dt="2024-02-15T05:07:14.947" v="1106" actId="14100"/>
          <ac:spMkLst>
            <pc:docMk/>
            <pc:sldMk cId="0" sldId="281"/>
            <ac:spMk id="8" creationId="{F0F1A3F4-8D99-F825-9CA5-E22C8CE9FE66}"/>
          </ac:spMkLst>
        </pc:spChg>
        <pc:picChg chg="add mod">
          <ac:chgData name="Dr. Khurram Jadoon khan Asstt. Professor FCS" userId="684a1a15-bea5-4a17-9b67-1313be309245" providerId="ADAL" clId="{3185B9D0-8D38-4CB0-B52F-262BB64AD272}" dt="2024-02-15T05:06:59.883" v="1090" actId="14100"/>
          <ac:picMkLst>
            <pc:docMk/>
            <pc:sldMk cId="0" sldId="281"/>
            <ac:picMk id="7" creationId="{445ED0EE-0280-EF2D-3082-0E9AFD721AA6}"/>
          </ac:picMkLst>
        </pc:picChg>
      </pc:sldChg>
      <pc:sldChg chg="delSp modSp mod">
        <pc:chgData name="Dr. Khurram Jadoon khan Asstt. Professor FCS" userId="684a1a15-bea5-4a17-9b67-1313be309245" providerId="ADAL" clId="{3185B9D0-8D38-4CB0-B52F-262BB64AD272}" dt="2024-02-15T04:48:12.006" v="938" actId="478"/>
        <pc:sldMkLst>
          <pc:docMk/>
          <pc:sldMk cId="0" sldId="282"/>
        </pc:sldMkLst>
        <pc:spChg chg="mod">
          <ac:chgData name="Dr. Khurram Jadoon khan Asstt. Professor FCS" userId="684a1a15-bea5-4a17-9b67-1313be309245" providerId="ADAL" clId="{3185B9D0-8D38-4CB0-B52F-262BB64AD272}" dt="2024-02-15T04:48:07.733" v="936" actId="1076"/>
          <ac:spMkLst>
            <pc:docMk/>
            <pc:sldMk cId="0" sldId="28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3185B9D0-8D38-4CB0-B52F-262BB64AD272}" dt="2024-02-15T04:48:09.301" v="937" actId="1076"/>
          <ac:spMkLst>
            <pc:docMk/>
            <pc:sldMk cId="0" sldId="282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3185B9D0-8D38-4CB0-B52F-262BB64AD272}" dt="2024-02-15T04:48:12.006" v="938" actId="478"/>
          <ac:spMkLst>
            <pc:docMk/>
            <pc:sldMk cId="0" sldId="282"/>
            <ac:spMk id="4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3185B9D0-8D38-4CB0-B52F-262BB64AD272}" dt="2024-02-15T04:19:12.615" v="935" actId="14100"/>
        <pc:sldMkLst>
          <pc:docMk/>
          <pc:sldMk cId="0" sldId="283"/>
        </pc:sldMkLst>
        <pc:spChg chg="mod">
          <ac:chgData name="Dr. Khurram Jadoon khan Asstt. Professor FCS" userId="684a1a15-bea5-4a17-9b67-1313be309245" providerId="ADAL" clId="{3185B9D0-8D38-4CB0-B52F-262BB64AD272}" dt="2024-02-15T04:16:58.686" v="892" actId="1076"/>
          <ac:spMkLst>
            <pc:docMk/>
            <pc:sldMk cId="0" sldId="283"/>
            <ac:spMk id="2" creationId="{00000000-0000-0000-0000-000000000000}"/>
          </ac:spMkLst>
        </pc:spChg>
        <pc:spChg chg="del mod">
          <ac:chgData name="Dr. Khurram Jadoon khan Asstt. Professor FCS" userId="684a1a15-bea5-4a17-9b67-1313be309245" providerId="ADAL" clId="{3185B9D0-8D38-4CB0-B52F-262BB64AD272}" dt="2024-02-15T04:12:35.376" v="881" actId="478"/>
          <ac:spMkLst>
            <pc:docMk/>
            <pc:sldMk cId="0" sldId="283"/>
            <ac:spMk id="3" creationId="{00000000-0000-0000-0000-000000000000}"/>
          </ac:spMkLst>
        </pc:spChg>
        <pc:spChg chg="add mod">
          <ac:chgData name="Dr. Khurram Jadoon khan Asstt. Professor FCS" userId="684a1a15-bea5-4a17-9b67-1313be309245" providerId="ADAL" clId="{3185B9D0-8D38-4CB0-B52F-262BB64AD272}" dt="2024-02-15T04:18:26.383" v="908" actId="1076"/>
          <ac:spMkLst>
            <pc:docMk/>
            <pc:sldMk cId="0" sldId="283"/>
            <ac:spMk id="7" creationId="{2D55E3CB-27C5-C109-568F-E77132765B4F}"/>
          </ac:spMkLst>
        </pc:spChg>
        <pc:spChg chg="add mod">
          <ac:chgData name="Dr. Khurram Jadoon khan Asstt. Professor FCS" userId="684a1a15-bea5-4a17-9b67-1313be309245" providerId="ADAL" clId="{3185B9D0-8D38-4CB0-B52F-262BB64AD272}" dt="2024-02-15T04:18:52.679" v="930" actId="1076"/>
          <ac:spMkLst>
            <pc:docMk/>
            <pc:sldMk cId="0" sldId="283"/>
            <ac:spMk id="8" creationId="{551714DE-639E-9D18-6AA2-D7B80973E0E4}"/>
          </ac:spMkLst>
        </pc:spChg>
        <pc:spChg chg="add mod">
          <ac:chgData name="Dr. Khurram Jadoon khan Asstt. Professor FCS" userId="684a1a15-bea5-4a17-9b67-1313be309245" providerId="ADAL" clId="{3185B9D0-8D38-4CB0-B52F-262BB64AD272}" dt="2024-02-15T04:19:12.615" v="935" actId="14100"/>
          <ac:spMkLst>
            <pc:docMk/>
            <pc:sldMk cId="0" sldId="283"/>
            <ac:spMk id="10" creationId="{39B0B339-C500-52E7-D2FD-847AA6E77095}"/>
          </ac:spMkLst>
        </pc:spChg>
        <pc:picChg chg="add mod">
          <ac:chgData name="Dr. Khurram Jadoon khan Asstt. Professor FCS" userId="684a1a15-bea5-4a17-9b67-1313be309245" providerId="ADAL" clId="{3185B9D0-8D38-4CB0-B52F-262BB64AD272}" dt="2024-02-15T04:17:03.979" v="895" actId="1036"/>
          <ac:picMkLst>
            <pc:docMk/>
            <pc:sldMk cId="0" sldId="283"/>
            <ac:picMk id="5" creationId="{62A319A4-B32A-4B1A-E28E-B230FD44E369}"/>
          </ac:picMkLst>
        </pc:picChg>
      </pc:sldChg>
      <pc:sldChg chg="modSp mod">
        <pc:chgData name="Dr. Khurram Jadoon khan Asstt. Professor FCS" userId="684a1a15-bea5-4a17-9b67-1313be309245" providerId="ADAL" clId="{3185B9D0-8D38-4CB0-B52F-262BB64AD272}" dt="2024-02-13T11:37:46.455" v="778" actId="1076"/>
        <pc:sldMkLst>
          <pc:docMk/>
          <pc:sldMk cId="0" sldId="284"/>
        </pc:sldMkLst>
        <pc:spChg chg="mod">
          <ac:chgData name="Dr. Khurram Jadoon khan Asstt. Professor FCS" userId="684a1a15-bea5-4a17-9b67-1313be309245" providerId="ADAL" clId="{3185B9D0-8D38-4CB0-B52F-262BB64AD272}" dt="2024-02-13T11:37:46.455" v="778" actId="1076"/>
          <ac:spMkLst>
            <pc:docMk/>
            <pc:sldMk cId="0" sldId="284"/>
            <ac:spMk id="2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3185B9D0-8D38-4CB0-B52F-262BB64AD272}" dt="2024-02-15T04:06:25" v="878" actId="14100"/>
        <pc:sldMkLst>
          <pc:docMk/>
          <pc:sldMk cId="0" sldId="285"/>
        </pc:sldMkLst>
        <pc:spChg chg="mod">
          <ac:chgData name="Dr. Khurram Jadoon khan Asstt. Professor FCS" userId="684a1a15-bea5-4a17-9b67-1313be309245" providerId="ADAL" clId="{3185B9D0-8D38-4CB0-B52F-262BB64AD272}" dt="2024-02-15T04:06:25" v="878" actId="14100"/>
          <ac:spMkLst>
            <pc:docMk/>
            <pc:sldMk cId="0" sldId="285"/>
            <ac:spMk id="2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3185B9D0-8D38-4CB0-B52F-262BB64AD272}" dt="2024-02-14T12:19:09.788" v="841" actId="20577"/>
        <pc:sldMkLst>
          <pc:docMk/>
          <pc:sldMk cId="0" sldId="291"/>
        </pc:sldMkLst>
        <pc:spChg chg="mod">
          <ac:chgData name="Dr. Khurram Jadoon khan Asstt. Professor FCS" userId="684a1a15-bea5-4a17-9b67-1313be309245" providerId="ADAL" clId="{3185B9D0-8D38-4CB0-B52F-262BB64AD272}" dt="2024-02-14T12:19:09.788" v="841" actId="20577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3185B9D0-8D38-4CB0-B52F-262BB64AD272}" dt="2024-02-12T13:05:48.042" v="0" actId="1076"/>
        <pc:sldMkLst>
          <pc:docMk/>
          <pc:sldMk cId="0" sldId="303"/>
        </pc:sldMkLst>
        <pc:spChg chg="mod">
          <ac:chgData name="Dr. Khurram Jadoon khan Asstt. Professor FCS" userId="684a1a15-bea5-4a17-9b67-1313be309245" providerId="ADAL" clId="{3185B9D0-8D38-4CB0-B52F-262BB64AD272}" dt="2024-02-12T13:05:48.042" v="0" actId="1076"/>
          <ac:spMkLst>
            <pc:docMk/>
            <pc:sldMk cId="0" sldId="303"/>
            <ac:spMk id="2" creationId="{00000000-0000-0000-0000-000000000000}"/>
          </ac:spMkLst>
        </pc:spChg>
      </pc:sldChg>
      <pc:sldChg chg="new del">
        <pc:chgData name="Dr. Khurram Jadoon khan Asstt. Professor FCS" userId="684a1a15-bea5-4a17-9b67-1313be309245" providerId="ADAL" clId="{3185B9D0-8D38-4CB0-B52F-262BB64AD272}" dt="2024-02-13T03:57:57.631" v="15" actId="47"/>
        <pc:sldMkLst>
          <pc:docMk/>
          <pc:sldMk cId="1077703144" sldId="304"/>
        </pc:sldMkLst>
      </pc:sldChg>
      <pc:sldChg chg="add">
        <pc:chgData name="Dr. Khurram Jadoon khan Asstt. Professor FCS" userId="684a1a15-bea5-4a17-9b67-1313be309245" providerId="ADAL" clId="{3185B9D0-8D38-4CB0-B52F-262BB64AD272}" dt="2024-02-13T03:57:59.663" v="16" actId="2890"/>
        <pc:sldMkLst>
          <pc:docMk/>
          <pc:sldMk cId="1996034703" sldId="304"/>
        </pc:sldMkLst>
      </pc:sldChg>
      <pc:sldChg chg="modSp add mod">
        <pc:chgData name="Dr. Khurram Jadoon khan Asstt. Professor FCS" userId="684a1a15-bea5-4a17-9b67-1313be309245" providerId="ADAL" clId="{3185B9D0-8D38-4CB0-B52F-262BB64AD272}" dt="2024-02-13T10:46:22.350" v="584" actId="14100"/>
        <pc:sldMkLst>
          <pc:docMk/>
          <pc:sldMk cId="3429512227" sldId="305"/>
        </pc:sldMkLst>
        <pc:spChg chg="mod">
          <ac:chgData name="Dr. Khurram Jadoon khan Asstt. Professor FCS" userId="684a1a15-bea5-4a17-9b67-1313be309245" providerId="ADAL" clId="{3185B9D0-8D38-4CB0-B52F-262BB64AD272}" dt="2024-02-13T10:46:17.462" v="581" actId="1076"/>
          <ac:spMkLst>
            <pc:docMk/>
            <pc:sldMk cId="3429512227" sldId="305"/>
            <ac:spMk id="2" creationId="{CC006267-B5E6-4BEB-9783-3EF4098C3799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46:22.350" v="584" actId="14100"/>
          <ac:spMkLst>
            <pc:docMk/>
            <pc:sldMk cId="3429512227" sldId="305"/>
            <ac:spMk id="3" creationId="{4384E028-9209-AB48-24EA-6E2036A591FF}"/>
          </ac:spMkLst>
        </pc:spChg>
      </pc:sldChg>
      <pc:sldChg chg="addSp delSp modSp new mod ord">
        <pc:chgData name="Dr. Khurram Jadoon khan Asstt. Professor FCS" userId="684a1a15-bea5-4a17-9b67-1313be309245" providerId="ADAL" clId="{3185B9D0-8D38-4CB0-B52F-262BB64AD272}" dt="2024-02-13T10:45:41.687" v="580"/>
        <pc:sldMkLst>
          <pc:docMk/>
          <pc:sldMk cId="2267253607" sldId="306"/>
        </pc:sldMkLst>
        <pc:spChg chg="del">
          <ac:chgData name="Dr. Khurram Jadoon khan Asstt. Professor FCS" userId="684a1a15-bea5-4a17-9b67-1313be309245" providerId="ADAL" clId="{3185B9D0-8D38-4CB0-B52F-262BB64AD272}" dt="2024-02-13T04:15:05.634" v="201" actId="478"/>
          <ac:spMkLst>
            <pc:docMk/>
            <pc:sldMk cId="2267253607" sldId="306"/>
            <ac:spMk id="2" creationId="{45CF833C-2A2B-5012-0775-FCA73A61A6EB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10:44:55.429" v="578" actId="1076"/>
          <ac:spMkLst>
            <pc:docMk/>
            <pc:sldMk cId="2267253607" sldId="306"/>
            <ac:spMk id="3" creationId="{119A6F51-B63B-8A3D-2CB5-02A7A1874158}"/>
          </ac:spMkLst>
        </pc:spChg>
        <pc:spChg chg="del">
          <ac:chgData name="Dr. Khurram Jadoon khan Asstt. Professor FCS" userId="684a1a15-bea5-4a17-9b67-1313be309245" providerId="ADAL" clId="{3185B9D0-8D38-4CB0-B52F-262BB64AD272}" dt="2024-02-13T04:14:49.427" v="183" actId="478"/>
          <ac:spMkLst>
            <pc:docMk/>
            <pc:sldMk cId="2267253607" sldId="306"/>
            <ac:spMk id="3" creationId="{CB100151-5BE7-CB67-162C-0E62276A57F6}"/>
          </ac:spMkLst>
        </pc:spChg>
        <pc:graphicFrameChg chg="add del mod modGraphic">
          <ac:chgData name="Dr. Khurram Jadoon khan Asstt. Professor FCS" userId="684a1a15-bea5-4a17-9b67-1313be309245" providerId="ADAL" clId="{3185B9D0-8D38-4CB0-B52F-262BB64AD272}" dt="2024-02-13T10:44:30.437" v="565" actId="478"/>
          <ac:graphicFrameMkLst>
            <pc:docMk/>
            <pc:sldMk cId="2267253607" sldId="306"/>
            <ac:graphicFrameMk id="4" creationId="{4E771A85-FC58-A5E3-9AAA-DB62168A9E7F}"/>
          </ac:graphicFrameMkLst>
        </pc:graphicFrameChg>
      </pc:sldChg>
      <pc:sldChg chg="addSp delSp modSp add mod ord setBg setFolMasterObjs">
        <pc:chgData name="Dr. Khurram Jadoon khan Asstt. Professor FCS" userId="684a1a15-bea5-4a17-9b67-1313be309245" providerId="ADAL" clId="{3185B9D0-8D38-4CB0-B52F-262BB64AD272}" dt="2024-02-13T11:21:10.057" v="740"/>
        <pc:sldMkLst>
          <pc:docMk/>
          <pc:sldMk cId="3814310000" sldId="307"/>
        </pc:sldMkLst>
        <pc:spChg chg="mod">
          <ac:chgData name="Dr. Khurram Jadoon khan Asstt. Professor FCS" userId="684a1a15-bea5-4a17-9b67-1313be309245" providerId="ADAL" clId="{3185B9D0-8D38-4CB0-B52F-262BB64AD272}" dt="2024-02-13T05:17:39.591" v="444" actId="1076"/>
          <ac:spMkLst>
            <pc:docMk/>
            <pc:sldMk cId="3814310000" sldId="307"/>
            <ac:spMk id="2" creationId="{A215D4AA-4110-F515-A343-217DD86577B6}"/>
          </ac:spMkLst>
        </pc:spChg>
        <pc:spChg chg="mod">
          <ac:chgData name="Dr. Khurram Jadoon khan Asstt. Professor FCS" userId="684a1a15-bea5-4a17-9b67-1313be309245" providerId="ADAL" clId="{3185B9D0-8D38-4CB0-B52F-262BB64AD272}" dt="2024-02-13T05:17:36.551" v="443" actId="1076"/>
          <ac:spMkLst>
            <pc:docMk/>
            <pc:sldMk cId="3814310000" sldId="307"/>
            <ac:spMk id="3" creationId="{358B5097-4B27-5DC1-8DB6-0B71A67BCFC5}"/>
          </ac:spMkLst>
        </pc:spChg>
        <pc:spChg chg="del mod">
          <ac:chgData name="Dr. Khurram Jadoon khan Asstt. Professor FCS" userId="684a1a15-bea5-4a17-9b67-1313be309245" providerId="ADAL" clId="{3185B9D0-8D38-4CB0-B52F-262BB64AD272}" dt="2024-02-13T05:06:25.628" v="394" actId="478"/>
          <ac:spMkLst>
            <pc:docMk/>
            <pc:sldMk cId="3814310000" sldId="307"/>
            <ac:spMk id="4" creationId="{BDA4035B-100B-F575-EB4B-43EEDF21BFDE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05:11:52.735" v="411" actId="1076"/>
          <ac:spMkLst>
            <pc:docMk/>
            <pc:sldMk cId="3814310000" sldId="307"/>
            <ac:spMk id="5" creationId="{6FA76B3D-8E87-D2FE-10AF-7368B75EE498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05:11:52.735" v="411" actId="1076"/>
          <ac:spMkLst>
            <pc:docMk/>
            <pc:sldMk cId="3814310000" sldId="307"/>
            <ac:spMk id="6" creationId="{3A45BAD5-F3C7-C4AB-9FB5-912426B1AFF1}"/>
          </ac:spMkLst>
        </pc:spChg>
        <pc:spChg chg="add del">
          <ac:chgData name="Dr. Khurram Jadoon khan Asstt. Professor FCS" userId="684a1a15-bea5-4a17-9b67-1313be309245" providerId="ADAL" clId="{3185B9D0-8D38-4CB0-B52F-262BB64AD272}" dt="2024-02-13T05:16:58.296" v="430" actId="26606"/>
          <ac:spMkLst>
            <pc:docMk/>
            <pc:sldMk cId="3814310000" sldId="307"/>
            <ac:spMk id="17" creationId="{38468727-63BE-4191-B4A6-C30C82C0E986}"/>
          </ac:spMkLst>
        </pc:spChg>
        <pc:spChg chg="add del">
          <ac:chgData name="Dr. Khurram Jadoon khan Asstt. Professor FCS" userId="684a1a15-bea5-4a17-9b67-1313be309245" providerId="ADAL" clId="{3185B9D0-8D38-4CB0-B52F-262BB64AD272}" dt="2024-02-13T05:16:58.296" v="430" actId="26606"/>
          <ac:spMkLst>
            <pc:docMk/>
            <pc:sldMk cId="3814310000" sldId="307"/>
            <ac:spMk id="19" creationId="{9D355BB6-1BB8-4828-B246-CFB31742D7B8}"/>
          </ac:spMkLst>
        </pc:spChg>
        <pc:spChg chg="add del">
          <ac:chgData name="Dr. Khurram Jadoon khan Asstt. Professor FCS" userId="684a1a15-bea5-4a17-9b67-1313be309245" providerId="ADAL" clId="{3185B9D0-8D38-4CB0-B52F-262BB64AD272}" dt="2024-02-13T05:16:58.296" v="430" actId="26606"/>
          <ac:spMkLst>
            <pc:docMk/>
            <pc:sldMk cId="3814310000" sldId="307"/>
            <ac:spMk id="21" creationId="{CA52A9B9-B2B3-46F0-9D53-0EFF9905BF8F}"/>
          </ac:spMkLst>
        </pc:spChg>
        <pc:picChg chg="add del mod">
          <ac:chgData name="Dr. Khurram Jadoon khan Asstt. Professor FCS" userId="684a1a15-bea5-4a17-9b67-1313be309245" providerId="ADAL" clId="{3185B9D0-8D38-4CB0-B52F-262BB64AD272}" dt="2024-02-13T05:16:17.355" v="419" actId="478"/>
          <ac:picMkLst>
            <pc:docMk/>
            <pc:sldMk cId="3814310000" sldId="307"/>
            <ac:picMk id="8" creationId="{A3048BF1-97D2-8067-A210-87C547F38162}"/>
          </ac:picMkLst>
        </pc:picChg>
        <pc:picChg chg="add mod">
          <ac:chgData name="Dr. Khurram Jadoon khan Asstt. Professor FCS" userId="684a1a15-bea5-4a17-9b67-1313be309245" providerId="ADAL" clId="{3185B9D0-8D38-4CB0-B52F-262BB64AD272}" dt="2024-02-13T05:17:23.443" v="435" actId="1076"/>
          <ac:picMkLst>
            <pc:docMk/>
            <pc:sldMk cId="3814310000" sldId="307"/>
            <ac:picMk id="10" creationId="{0891FF14-9B92-5098-6FE2-3BC490859484}"/>
          </ac:picMkLst>
        </pc:picChg>
        <pc:picChg chg="add mod">
          <ac:chgData name="Dr. Khurram Jadoon khan Asstt. Professor FCS" userId="684a1a15-bea5-4a17-9b67-1313be309245" providerId="ADAL" clId="{3185B9D0-8D38-4CB0-B52F-262BB64AD272}" dt="2024-02-13T05:17:41.078" v="445" actId="1076"/>
          <ac:picMkLst>
            <pc:docMk/>
            <pc:sldMk cId="3814310000" sldId="307"/>
            <ac:picMk id="12" creationId="{0D0BF9BE-2139-5049-612D-4BF1BA8DEBCC}"/>
          </ac:picMkLst>
        </pc:picChg>
        <pc:picChg chg="add mod">
          <ac:chgData name="Dr. Khurram Jadoon khan Asstt. Professor FCS" userId="684a1a15-bea5-4a17-9b67-1313be309245" providerId="ADAL" clId="{3185B9D0-8D38-4CB0-B52F-262BB64AD272}" dt="2024-02-13T05:17:43.672" v="446" actId="1076"/>
          <ac:picMkLst>
            <pc:docMk/>
            <pc:sldMk cId="3814310000" sldId="307"/>
            <ac:picMk id="14" creationId="{84F811E0-8173-BA5A-BFD3-C7D1457331BE}"/>
          </ac:picMkLst>
        </pc:picChg>
      </pc:sldChg>
      <pc:sldChg chg="delSp modSp add mod">
        <pc:chgData name="Dr. Khurram Jadoon khan Asstt. Professor FCS" userId="684a1a15-bea5-4a17-9b67-1313be309245" providerId="ADAL" clId="{3185B9D0-8D38-4CB0-B52F-262BB64AD272}" dt="2024-02-13T10:41:04.470" v="564" actId="20577"/>
        <pc:sldMkLst>
          <pc:docMk/>
          <pc:sldMk cId="1759063611" sldId="308"/>
        </pc:sldMkLst>
        <pc:spChg chg="del">
          <ac:chgData name="Dr. Khurram Jadoon khan Asstt. Professor FCS" userId="684a1a15-bea5-4a17-9b67-1313be309245" providerId="ADAL" clId="{3185B9D0-8D38-4CB0-B52F-262BB64AD272}" dt="2024-02-13T10:40:09.378" v="549" actId="478"/>
          <ac:spMkLst>
            <pc:docMk/>
            <pc:sldMk cId="1759063611" sldId="308"/>
            <ac:spMk id="14" creationId="{BFAD45CB-8208-C71F-0BB6-AEEB897342C8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40:28.934" v="557" actId="179"/>
          <ac:spMkLst>
            <pc:docMk/>
            <pc:sldMk cId="1759063611" sldId="308"/>
            <ac:spMk id="18" creationId="{73196422-4458-71AA-057B-B55E8FC69CBD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40:44.341" v="563" actId="1076"/>
          <ac:spMkLst>
            <pc:docMk/>
            <pc:sldMk cId="1759063611" sldId="308"/>
            <ac:spMk id="20" creationId="{878FECEB-B548-0CCF-6CC5-E08C6F1E4076}"/>
          </ac:spMkLst>
        </pc:spChg>
        <pc:spChg chg="mod">
          <ac:chgData name="Dr. Khurram Jadoon khan Asstt. Professor FCS" userId="684a1a15-bea5-4a17-9b67-1313be309245" providerId="ADAL" clId="{3185B9D0-8D38-4CB0-B52F-262BB64AD272}" dt="2024-02-13T10:41:04.470" v="564" actId="20577"/>
          <ac:spMkLst>
            <pc:docMk/>
            <pc:sldMk cId="1759063611" sldId="308"/>
            <ac:spMk id="22" creationId="{8EE49B44-E3E5-B989-1F85-7BFAFEB4058B}"/>
          </ac:spMkLst>
        </pc:spChg>
      </pc:sldChg>
      <pc:sldChg chg="addSp delSp modSp add mod">
        <pc:chgData name="Dr. Khurram Jadoon khan Asstt. Professor FCS" userId="684a1a15-bea5-4a17-9b67-1313be309245" providerId="ADAL" clId="{3185B9D0-8D38-4CB0-B52F-262BB64AD272}" dt="2024-02-13T11:08:56.175" v="728" actId="1076"/>
        <pc:sldMkLst>
          <pc:docMk/>
          <pc:sldMk cId="1426193298" sldId="309"/>
        </pc:sldMkLst>
        <pc:spChg chg="del mod">
          <ac:chgData name="Dr. Khurram Jadoon khan Asstt. Professor FCS" userId="684a1a15-bea5-4a17-9b67-1313be309245" providerId="ADAL" clId="{3185B9D0-8D38-4CB0-B52F-262BB64AD272}" dt="2024-02-13T11:06:49.489" v="699" actId="478"/>
          <ac:spMkLst>
            <pc:docMk/>
            <pc:sldMk cId="1426193298" sldId="309"/>
            <ac:spMk id="3" creationId="{E263F1EB-3E5D-5791-13BF-0BF7E376BC2C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11:07:13.019" v="715" actId="20577"/>
          <ac:spMkLst>
            <pc:docMk/>
            <pc:sldMk cId="1426193298" sldId="309"/>
            <ac:spMk id="5" creationId="{CE750F75-E7A3-529A-9EAC-5A53D4866ED7}"/>
          </ac:spMkLst>
        </pc:spChg>
        <pc:spChg chg="add mod">
          <ac:chgData name="Dr. Khurram Jadoon khan Asstt. Professor FCS" userId="684a1a15-bea5-4a17-9b67-1313be309245" providerId="ADAL" clId="{3185B9D0-8D38-4CB0-B52F-262BB64AD272}" dt="2024-02-13T11:08:56.175" v="728" actId="1076"/>
          <ac:spMkLst>
            <pc:docMk/>
            <pc:sldMk cId="1426193298" sldId="309"/>
            <ac:spMk id="7" creationId="{728ECD47-EC4E-F347-330C-A1CF8855C3B0}"/>
          </ac:spMkLst>
        </pc:spChg>
        <pc:picChg chg="add del mod">
          <ac:chgData name="Dr. Khurram Jadoon khan Asstt. Professor FCS" userId="684a1a15-bea5-4a17-9b67-1313be309245" providerId="ADAL" clId="{3185B9D0-8D38-4CB0-B52F-262BB64AD272}" dt="2024-02-13T11:08:29.542" v="721" actId="1076"/>
          <ac:picMkLst>
            <pc:docMk/>
            <pc:sldMk cId="1426193298" sldId="309"/>
            <ac:picMk id="8" creationId="{0A030BAE-1E87-6AC8-4562-1C932F84B191}"/>
          </ac:picMkLst>
        </pc:picChg>
        <pc:picChg chg="mod">
          <ac:chgData name="Dr. Khurram Jadoon khan Asstt. Professor FCS" userId="684a1a15-bea5-4a17-9b67-1313be309245" providerId="ADAL" clId="{3185B9D0-8D38-4CB0-B52F-262BB64AD272}" dt="2024-02-13T11:08:31.110" v="722" actId="1076"/>
          <ac:picMkLst>
            <pc:docMk/>
            <pc:sldMk cId="1426193298" sldId="309"/>
            <ac:picMk id="10" creationId="{E73B707E-F675-66BC-A8D8-617B79DA2ECB}"/>
          </ac:picMkLst>
        </pc:picChg>
        <pc:picChg chg="del">
          <ac:chgData name="Dr. Khurram Jadoon khan Asstt. Professor FCS" userId="684a1a15-bea5-4a17-9b67-1313be309245" providerId="ADAL" clId="{3185B9D0-8D38-4CB0-B52F-262BB64AD272}" dt="2024-02-13T11:08:27.698" v="719" actId="478"/>
          <ac:picMkLst>
            <pc:docMk/>
            <pc:sldMk cId="1426193298" sldId="309"/>
            <ac:picMk id="14" creationId="{448B951A-4C5F-1BDC-CAC3-4265D3BA4541}"/>
          </ac:picMkLst>
        </pc:picChg>
        <pc:picChg chg="del">
          <ac:chgData name="Dr. Khurram Jadoon khan Asstt. Professor FCS" userId="684a1a15-bea5-4a17-9b67-1313be309245" providerId="ADAL" clId="{3185B9D0-8D38-4CB0-B52F-262BB64AD272}" dt="2024-02-13T11:08:28.460" v="720" actId="478"/>
          <ac:picMkLst>
            <pc:docMk/>
            <pc:sldMk cId="1426193298" sldId="309"/>
            <ac:picMk id="16" creationId="{A5C39BDE-DFF1-A74D-8A8F-EC5203641758}"/>
          </ac:picMkLst>
        </pc:picChg>
      </pc:sldChg>
      <pc:sldChg chg="addSp delSp modSp new mod">
        <pc:chgData name="Dr. Khurram Jadoon khan Asstt. Professor FCS" userId="684a1a15-bea5-4a17-9b67-1313be309245" providerId="ADAL" clId="{3185B9D0-8D38-4CB0-B52F-262BB64AD272}" dt="2024-02-13T11:24:13.999" v="765" actId="14100"/>
        <pc:sldMkLst>
          <pc:docMk/>
          <pc:sldMk cId="4184484795" sldId="310"/>
        </pc:sldMkLst>
        <pc:spChg chg="mod">
          <ac:chgData name="Dr. Khurram Jadoon khan Asstt. Professor FCS" userId="684a1a15-bea5-4a17-9b67-1313be309245" providerId="ADAL" clId="{3185B9D0-8D38-4CB0-B52F-262BB64AD272}" dt="2024-02-13T11:23:57.295" v="760" actId="1076"/>
          <ac:spMkLst>
            <pc:docMk/>
            <pc:sldMk cId="4184484795" sldId="310"/>
            <ac:spMk id="2" creationId="{E94DC6B6-F4B2-912D-B3C2-24C372A14CA2}"/>
          </ac:spMkLst>
        </pc:spChg>
        <pc:spChg chg="del">
          <ac:chgData name="Dr. Khurram Jadoon khan Asstt. Professor FCS" userId="684a1a15-bea5-4a17-9b67-1313be309245" providerId="ADAL" clId="{3185B9D0-8D38-4CB0-B52F-262BB64AD272}" dt="2024-02-13T11:24:06.924" v="761" actId="478"/>
          <ac:spMkLst>
            <pc:docMk/>
            <pc:sldMk cId="4184484795" sldId="310"/>
            <ac:spMk id="3" creationId="{D2CD5998-4E16-9470-F300-63FC46FF0859}"/>
          </ac:spMkLst>
        </pc:spChg>
        <pc:picChg chg="add mod">
          <ac:chgData name="Dr. Khurram Jadoon khan Asstt. Professor FCS" userId="684a1a15-bea5-4a17-9b67-1313be309245" providerId="ADAL" clId="{3185B9D0-8D38-4CB0-B52F-262BB64AD272}" dt="2024-02-13T11:24:13.999" v="765" actId="14100"/>
          <ac:picMkLst>
            <pc:docMk/>
            <pc:sldMk cId="4184484795" sldId="310"/>
            <ac:picMk id="5" creationId="{697CBD29-32B7-B034-6925-E1E7E1FE9F6A}"/>
          </ac:picMkLst>
        </pc:picChg>
      </pc:sldChg>
      <pc:sldChg chg="addSp modSp new mod">
        <pc:chgData name="Dr. Khurram Jadoon khan Asstt. Professor FCS" userId="684a1a15-bea5-4a17-9b67-1313be309245" providerId="ADAL" clId="{3185B9D0-8D38-4CB0-B52F-262BB64AD272}" dt="2024-02-15T04:57:26.980" v="1045" actId="1076"/>
        <pc:sldMkLst>
          <pc:docMk/>
          <pc:sldMk cId="4194749495" sldId="311"/>
        </pc:sldMkLst>
        <pc:spChg chg="mod">
          <ac:chgData name="Dr. Khurram Jadoon khan Asstt. Professor FCS" userId="684a1a15-bea5-4a17-9b67-1313be309245" providerId="ADAL" clId="{3185B9D0-8D38-4CB0-B52F-262BB64AD272}" dt="2024-02-15T04:57:15.932" v="1039" actId="1076"/>
          <ac:spMkLst>
            <pc:docMk/>
            <pc:sldMk cId="4194749495" sldId="311"/>
            <ac:spMk id="2" creationId="{7DD80938-1624-5C15-B196-985BDB616124}"/>
          </ac:spMkLst>
        </pc:spChg>
        <pc:picChg chg="add mod">
          <ac:chgData name="Dr. Khurram Jadoon khan Asstt. Professor FCS" userId="684a1a15-bea5-4a17-9b67-1313be309245" providerId="ADAL" clId="{3185B9D0-8D38-4CB0-B52F-262BB64AD272}" dt="2024-02-15T04:57:17.396" v="1040" actId="1076"/>
          <ac:picMkLst>
            <pc:docMk/>
            <pc:sldMk cId="4194749495" sldId="311"/>
            <ac:picMk id="4" creationId="{45CB1CF2-4606-C201-0CA9-57C723063A02}"/>
          </ac:picMkLst>
        </pc:picChg>
        <pc:picChg chg="add mod">
          <ac:chgData name="Dr. Khurram Jadoon khan Asstt. Professor FCS" userId="684a1a15-bea5-4a17-9b67-1313be309245" providerId="ADAL" clId="{3185B9D0-8D38-4CB0-B52F-262BB64AD272}" dt="2024-02-15T04:57:26.980" v="1045" actId="1076"/>
          <ac:picMkLst>
            <pc:docMk/>
            <pc:sldMk cId="4194749495" sldId="311"/>
            <ac:picMk id="5" creationId="{62BB911C-B5FE-E489-C2BC-275D0903B20E}"/>
          </ac:picMkLst>
        </pc:picChg>
      </pc:sldChg>
      <pc:sldChg chg="addSp delSp modSp new mod">
        <pc:chgData name="Dr. Khurram Jadoon khan Asstt. Professor FCS" userId="684a1a15-bea5-4a17-9b67-1313be309245" providerId="ADAL" clId="{3185B9D0-8D38-4CB0-B52F-262BB64AD272}" dt="2024-02-15T10:54:37.949" v="1148" actId="20577"/>
        <pc:sldMkLst>
          <pc:docMk/>
          <pc:sldMk cId="2991814883" sldId="312"/>
        </pc:sldMkLst>
        <pc:spChg chg="del">
          <ac:chgData name="Dr. Khurram Jadoon khan Asstt. Professor FCS" userId="684a1a15-bea5-4a17-9b67-1313be309245" providerId="ADAL" clId="{3185B9D0-8D38-4CB0-B52F-262BB64AD272}" dt="2024-02-15T05:05:04.057" v="1071" actId="478"/>
          <ac:spMkLst>
            <pc:docMk/>
            <pc:sldMk cId="2991814883" sldId="312"/>
            <ac:spMk id="2" creationId="{3E777991-39EA-354B-5641-856FA86E250E}"/>
          </ac:spMkLst>
        </pc:spChg>
        <pc:spChg chg="add del">
          <ac:chgData name="Dr. Khurram Jadoon khan Asstt. Professor FCS" userId="684a1a15-bea5-4a17-9b67-1313be309245" providerId="ADAL" clId="{3185B9D0-8D38-4CB0-B52F-262BB64AD272}" dt="2024-02-15T04:58:06.078" v="1048" actId="22"/>
          <ac:spMkLst>
            <pc:docMk/>
            <pc:sldMk cId="2991814883" sldId="312"/>
            <ac:spMk id="4" creationId="{4ABE11E6-EFDB-5961-927D-AB3FB35AC118}"/>
          </ac:spMkLst>
        </pc:spChg>
        <pc:spChg chg="add mod">
          <ac:chgData name="Dr. Khurram Jadoon khan Asstt. Professor FCS" userId="684a1a15-bea5-4a17-9b67-1313be309245" providerId="ADAL" clId="{3185B9D0-8D38-4CB0-B52F-262BB64AD272}" dt="2024-02-15T05:05:06.947" v="1072" actId="1076"/>
          <ac:spMkLst>
            <pc:docMk/>
            <pc:sldMk cId="2991814883" sldId="312"/>
            <ac:spMk id="6" creationId="{7D502CFE-42A6-8C99-7D0B-7875C5C2FF47}"/>
          </ac:spMkLst>
        </pc:spChg>
        <pc:spChg chg="add mod">
          <ac:chgData name="Dr. Khurram Jadoon khan Asstt. Professor FCS" userId="684a1a15-bea5-4a17-9b67-1313be309245" providerId="ADAL" clId="{3185B9D0-8D38-4CB0-B52F-262BB64AD272}" dt="2024-02-15T10:54:37.949" v="1148" actId="20577"/>
          <ac:spMkLst>
            <pc:docMk/>
            <pc:sldMk cId="2991814883" sldId="312"/>
            <ac:spMk id="8" creationId="{FA189231-2CEA-7772-EC4E-9E1D8D041889}"/>
          </ac:spMkLst>
        </pc:spChg>
        <pc:spChg chg="add mod">
          <ac:chgData name="Dr. Khurram Jadoon khan Asstt. Professor FCS" userId="684a1a15-bea5-4a17-9b67-1313be309245" providerId="ADAL" clId="{3185B9D0-8D38-4CB0-B52F-262BB64AD272}" dt="2024-02-15T05:05:28.900" v="1083" actId="14100"/>
          <ac:spMkLst>
            <pc:docMk/>
            <pc:sldMk cId="2991814883" sldId="312"/>
            <ac:spMk id="10" creationId="{A1B3B6EF-008F-3462-C44D-27E678750BF2}"/>
          </ac:spMkLst>
        </pc:spChg>
      </pc:sldChg>
      <pc:sldChg chg="addSp delSp modSp new mod">
        <pc:chgData name="Dr. Khurram Jadoon khan Asstt. Professor FCS" userId="684a1a15-bea5-4a17-9b67-1313be309245" providerId="ADAL" clId="{3185B9D0-8D38-4CB0-B52F-262BB64AD272}" dt="2024-02-15T05:12:12.475" v="1122" actId="1076"/>
        <pc:sldMkLst>
          <pc:docMk/>
          <pc:sldMk cId="3269845630" sldId="313"/>
        </pc:sldMkLst>
        <pc:spChg chg="del mod">
          <ac:chgData name="Dr. Khurram Jadoon khan Asstt. Professor FCS" userId="684a1a15-bea5-4a17-9b67-1313be309245" providerId="ADAL" clId="{3185B9D0-8D38-4CB0-B52F-262BB64AD272}" dt="2024-02-15T05:12:07.733" v="1120" actId="478"/>
          <ac:spMkLst>
            <pc:docMk/>
            <pc:sldMk cId="3269845630" sldId="313"/>
            <ac:spMk id="2" creationId="{2A7358F2-8571-D21C-4CA6-F6CF175C5457}"/>
          </ac:spMkLst>
        </pc:spChg>
        <pc:spChg chg="del">
          <ac:chgData name="Dr. Khurram Jadoon khan Asstt. Professor FCS" userId="684a1a15-bea5-4a17-9b67-1313be309245" providerId="ADAL" clId="{3185B9D0-8D38-4CB0-B52F-262BB64AD272}" dt="2024-02-15T05:09:59.608" v="1115" actId="478"/>
          <ac:spMkLst>
            <pc:docMk/>
            <pc:sldMk cId="3269845630" sldId="313"/>
            <ac:spMk id="3" creationId="{F9E08D45-756E-0D16-F774-C82C6D02C291}"/>
          </ac:spMkLst>
        </pc:spChg>
        <pc:spChg chg="add del">
          <ac:chgData name="Dr. Khurram Jadoon khan Asstt. Professor FCS" userId="684a1a15-bea5-4a17-9b67-1313be309245" providerId="ADAL" clId="{3185B9D0-8D38-4CB0-B52F-262BB64AD272}" dt="2024-02-15T05:10:17.758" v="1117" actId="22"/>
          <ac:spMkLst>
            <pc:docMk/>
            <pc:sldMk cId="3269845630" sldId="313"/>
            <ac:spMk id="5" creationId="{39D7DD9D-3845-0629-BAF6-9FB066B6780F}"/>
          </ac:spMkLst>
        </pc:spChg>
        <pc:spChg chg="add del mod">
          <ac:chgData name="Dr. Khurram Jadoon khan Asstt. Professor FCS" userId="684a1a15-bea5-4a17-9b67-1313be309245" providerId="ADAL" clId="{3185B9D0-8D38-4CB0-B52F-262BB64AD272}" dt="2024-02-15T05:12:09.408" v="1121" actId="478"/>
          <ac:spMkLst>
            <pc:docMk/>
            <pc:sldMk cId="3269845630" sldId="313"/>
            <ac:spMk id="9" creationId="{5894D97E-59DB-B979-FE71-BCA0BE4F6E7A}"/>
          </ac:spMkLst>
        </pc:spChg>
        <pc:picChg chg="add mod">
          <ac:chgData name="Dr. Khurram Jadoon khan Asstt. Professor FCS" userId="684a1a15-bea5-4a17-9b67-1313be309245" providerId="ADAL" clId="{3185B9D0-8D38-4CB0-B52F-262BB64AD272}" dt="2024-02-15T05:12:12.475" v="1122" actId="1076"/>
          <ac:picMkLst>
            <pc:docMk/>
            <pc:sldMk cId="3269845630" sldId="313"/>
            <ac:picMk id="7" creationId="{0748708D-199D-B4B7-E910-F43E77393E52}"/>
          </ac:picMkLst>
        </pc:picChg>
      </pc:sldChg>
      <pc:sldChg chg="addSp delSp modSp add mod">
        <pc:chgData name="Dr. Khurram Jadoon khan Asstt. Professor FCS" userId="684a1a15-bea5-4a17-9b67-1313be309245" providerId="ADAL" clId="{3185B9D0-8D38-4CB0-B52F-262BB64AD272}" dt="2024-02-15T05:12:40.977" v="1128" actId="22"/>
        <pc:sldMkLst>
          <pc:docMk/>
          <pc:sldMk cId="3841839522" sldId="314"/>
        </pc:sldMkLst>
        <pc:picChg chg="add del">
          <ac:chgData name="Dr. Khurram Jadoon khan Asstt. Professor FCS" userId="684a1a15-bea5-4a17-9b67-1313be309245" providerId="ADAL" clId="{3185B9D0-8D38-4CB0-B52F-262BB64AD272}" dt="2024-02-15T05:12:37.386" v="1125" actId="22"/>
          <ac:picMkLst>
            <pc:docMk/>
            <pc:sldMk cId="3841839522" sldId="314"/>
            <ac:picMk id="3" creationId="{1E19BF98-8F7B-E997-BB76-8847915CE852}"/>
          </ac:picMkLst>
        </pc:picChg>
        <pc:picChg chg="add">
          <ac:chgData name="Dr. Khurram Jadoon khan Asstt. Professor FCS" userId="684a1a15-bea5-4a17-9b67-1313be309245" providerId="ADAL" clId="{3185B9D0-8D38-4CB0-B52F-262BB64AD272}" dt="2024-02-15T05:12:40.977" v="1128" actId="22"/>
          <ac:picMkLst>
            <pc:docMk/>
            <pc:sldMk cId="3841839522" sldId="314"/>
            <ac:picMk id="5" creationId="{A30650A5-1A3A-A7D3-BD90-126FA10F13D8}"/>
          </ac:picMkLst>
        </pc:picChg>
        <pc:picChg chg="del mod">
          <ac:chgData name="Dr. Khurram Jadoon khan Asstt. Professor FCS" userId="684a1a15-bea5-4a17-9b67-1313be309245" providerId="ADAL" clId="{3185B9D0-8D38-4CB0-B52F-262BB64AD272}" dt="2024-02-15T05:12:39.799" v="1127" actId="478"/>
          <ac:picMkLst>
            <pc:docMk/>
            <pc:sldMk cId="3841839522" sldId="314"/>
            <ac:picMk id="7" creationId="{CBB51AA3-4C86-6121-DA28-B88E3B000DD0}"/>
          </ac:picMkLst>
        </pc:picChg>
      </pc:sldChg>
    </pc:docChg>
  </pc:docChgLst>
  <pc:docChgLst>
    <pc:chgData name="Dr. Khurram Jadoon khan Asstt. Professor FCS" userId="684a1a15-bea5-4a17-9b67-1313be309245" providerId="ADAL" clId="{55F63D6A-FA50-4F6A-9762-711A1BCDCBF3}"/>
    <pc:docChg chg="undo redo custSel addSld delSld modSld sldOrd modMainMaster modNotesMaster">
      <pc:chgData name="Dr. Khurram Jadoon khan Asstt. Professor FCS" userId="684a1a15-bea5-4a17-9b67-1313be309245" providerId="ADAL" clId="{55F63D6A-FA50-4F6A-9762-711A1BCDCBF3}" dt="2024-09-18T07:20:08.247" v="658" actId="1076"/>
      <pc:docMkLst>
        <pc:docMk/>
      </pc:docMkLst>
      <pc:sldChg chg="modSp mod">
        <pc:chgData name="Dr. Khurram Jadoon khan Asstt. Professor FCS" userId="684a1a15-bea5-4a17-9b67-1313be309245" providerId="ADAL" clId="{55F63D6A-FA50-4F6A-9762-711A1BCDCBF3}" dt="2024-09-12T07:26:11.854" v="237" actId="20577"/>
        <pc:sldMkLst>
          <pc:docMk/>
          <pc:sldMk cId="0" sldId="256"/>
        </pc:sldMkLst>
        <pc:spChg chg="mod">
          <ac:chgData name="Dr. Khurram Jadoon khan Asstt. Professor FCS" userId="684a1a15-bea5-4a17-9b67-1313be309245" providerId="ADAL" clId="{55F63D6A-FA50-4F6A-9762-711A1BCDCBF3}" dt="2024-09-12T07:26:11.854" v="237" actId="20577"/>
          <ac:spMkLst>
            <pc:docMk/>
            <pc:sldMk cId="0" sldId="256"/>
            <ac:spMk id="3" creationId="{00000000-0000-0000-0000-000000000000}"/>
          </ac:spMkLst>
        </pc:spChg>
      </pc:sldChg>
      <pc:sldChg chg="delSp modSp mod">
        <pc:chgData name="Dr. Khurram Jadoon khan Asstt. Professor FCS" userId="684a1a15-bea5-4a17-9b67-1313be309245" providerId="ADAL" clId="{55F63D6A-FA50-4F6A-9762-711A1BCDCBF3}" dt="2024-09-12T07:26:52.149" v="266" actId="14100"/>
        <pc:sldMkLst>
          <pc:docMk/>
          <pc:sldMk cId="0" sldId="257"/>
        </pc:sldMkLst>
        <pc:spChg chg="mod">
          <ac:chgData name="Dr. Khurram Jadoon khan Asstt. Professor FCS" userId="684a1a15-bea5-4a17-9b67-1313be309245" providerId="ADAL" clId="{55F63D6A-FA50-4F6A-9762-711A1BCDCBF3}" dt="2024-09-12T07:26:45.339" v="263" actId="107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Dr. Khurram Jadoon khan Asstt. Professor FCS" userId="684a1a15-bea5-4a17-9b67-1313be309245" providerId="ADAL" clId="{55F63D6A-FA50-4F6A-9762-711A1BCDCBF3}" dt="2024-09-12T07:26:40.652" v="261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7:26:52.149" v="266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57"/>
            <ac:spMk id="5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0" sldId="258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5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58"/>
            <ac:spMk id="13" creationId="{C13661A4-9881-E743-DD93-1C1C80605035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58"/>
            <ac:spMk id="14" creationId="{21992F0A-0F50-0170-FB09-5BBAC97D73DB}"/>
          </ac:spMkLst>
        </pc:spChg>
        <pc:picChg chg="mod">
          <ac:chgData name="Dr. Khurram Jadoon khan Asstt. Professor FCS" userId="684a1a15-bea5-4a17-9b67-1313be309245" providerId="ADAL" clId="{55F63D6A-FA50-4F6A-9762-711A1BCDCBF3}" dt="2024-09-12T06:39:24.536" v="21"/>
          <ac:picMkLst>
            <pc:docMk/>
            <pc:sldMk cId="0" sldId="258"/>
            <ac:picMk id="10" creationId="{F786634C-BBDF-C065-3878-B1E9053183FC}"/>
          </ac:picMkLst>
        </pc:picChg>
        <pc:picChg chg="mod">
          <ac:chgData name="Dr. Khurram Jadoon khan Asstt. Professor FCS" userId="684a1a15-bea5-4a17-9b67-1313be309245" providerId="ADAL" clId="{55F63D6A-FA50-4F6A-9762-711A1BCDCBF3}" dt="2024-09-12T06:39:24.536" v="21"/>
          <ac:picMkLst>
            <pc:docMk/>
            <pc:sldMk cId="0" sldId="258"/>
            <ac:picMk id="12" creationId="{F4F761E3-3BB4-D188-9A2D-A8F1DB850FB8}"/>
          </ac:picMkLst>
        </pc:picChg>
      </pc:sldChg>
      <pc:sldChg chg="modSp mod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0" sldId="259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5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59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59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59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59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59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59"/>
            <ac:spMk id="8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0" sldId="260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0"/>
            <ac:spMk id="14" creationId="{43381827-3E0F-EF6F-941B-74A1030DDFD1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0"/>
            <ac:spMk id="16" creationId="{781D6A23-2320-19DB-71B2-BAE15FE015F6}"/>
          </ac:spMkLst>
        </pc:spChg>
      </pc:sldChg>
      <pc:sldChg chg="modSp mod">
        <pc:chgData name="Dr. Khurram Jadoon khan Asstt. Professor FCS" userId="684a1a15-bea5-4a17-9b67-1313be309245" providerId="ADAL" clId="{55F63D6A-FA50-4F6A-9762-711A1BCDCBF3}" dt="2024-09-12T07:29:33.508" v="291" actId="14100"/>
        <pc:sldMkLst>
          <pc:docMk/>
          <pc:sldMk cId="0" sldId="261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7:29:24.337" v="290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7:29:33.508" v="291" actId="14100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55F63D6A-FA50-4F6A-9762-711A1BCDCBF3}" dt="2024-09-12T06:47:16.386" v="61" actId="1076"/>
        <pc:sldMkLst>
          <pc:docMk/>
          <pc:sldMk cId="0" sldId="262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2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2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2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3:40.620" v="46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7:16.386" v="61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2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2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2"/>
            <ac:spMk id="11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55F63D6A-FA50-4F6A-9762-711A1BCDCBF3}" dt="2024-09-12T06:46:37.465" v="60" actId="1076"/>
        <pc:sldMkLst>
          <pc:docMk/>
          <pc:sldMk cId="0" sldId="263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6:34.682" v="59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4:54.366" v="55" actId="14100"/>
          <ac:spMkLst>
            <pc:docMk/>
            <pc:sldMk cId="0" sldId="263"/>
            <ac:spMk id="13" creationId="{92455554-1EC5-AD14-48DE-B86FA2839217}"/>
          </ac:spMkLst>
        </pc:spChg>
        <pc:picChg chg="mod">
          <ac:chgData name="Dr. Khurram Jadoon khan Asstt. Professor FCS" userId="684a1a15-bea5-4a17-9b67-1313be309245" providerId="ADAL" clId="{55F63D6A-FA50-4F6A-9762-711A1BCDCBF3}" dt="2024-09-12T06:46:37.465" v="60" actId="1076"/>
          <ac:picMkLst>
            <pc:docMk/>
            <pc:sldMk cId="0" sldId="263"/>
            <ac:picMk id="9" creationId="{A32608C3-62EF-FAC1-AD32-D900269E90F3}"/>
          </ac:picMkLst>
        </pc:picChg>
        <pc:picChg chg="mod">
          <ac:chgData name="Dr. Khurram Jadoon khan Asstt. Professor FCS" userId="684a1a15-bea5-4a17-9b67-1313be309245" providerId="ADAL" clId="{55F63D6A-FA50-4F6A-9762-711A1BCDCBF3}" dt="2024-09-12T06:45:10.745" v="57" actId="14100"/>
          <ac:picMkLst>
            <pc:docMk/>
            <pc:sldMk cId="0" sldId="263"/>
            <ac:picMk id="11" creationId="{C97C0F63-C376-A34C-E9AB-83ACE059BAD5}"/>
          </ac:picMkLst>
        </pc:picChg>
      </pc:sldChg>
      <pc:sldChg chg="modSp mod">
        <pc:chgData name="Dr. Khurram Jadoon khan Asstt. Professor FCS" userId="684a1a15-bea5-4a17-9b67-1313be309245" providerId="ADAL" clId="{55F63D6A-FA50-4F6A-9762-711A1BCDCBF3}" dt="2024-09-12T07:06:38.801" v="152" actId="15"/>
        <pc:sldMkLst>
          <pc:docMk/>
          <pc:sldMk cId="0" sldId="264"/>
        </pc:sldMkLst>
        <pc:spChg chg="mod">
          <ac:chgData name="Dr. Khurram Jadoon khan Asstt. Professor FCS" userId="684a1a15-bea5-4a17-9b67-1313be309245" providerId="ADAL" clId="{55F63D6A-FA50-4F6A-9762-711A1BCDCBF3}" dt="2024-09-12T06:52:46.290" v="95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7:06:38.801" v="152" actId="15"/>
          <ac:spMkLst>
            <pc:docMk/>
            <pc:sldMk cId="0" sldId="264"/>
            <ac:spMk id="3" creationId="{00000000-0000-0000-0000-000000000000}"/>
          </ac:spMkLst>
        </pc:spChg>
      </pc:sldChg>
      <pc:sldChg chg="modSp mod ord">
        <pc:chgData name="Dr. Khurram Jadoon khan Asstt. Professor FCS" userId="684a1a15-bea5-4a17-9b67-1313be309245" providerId="ADAL" clId="{55F63D6A-FA50-4F6A-9762-711A1BCDCBF3}" dt="2024-09-12T06:49:37.162" v="72"/>
        <pc:sldMkLst>
          <pc:docMk/>
          <pc:sldMk cId="0" sldId="266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9:01.681" v="69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6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9:00.305" v="68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9:05.093" v="70" actId="15"/>
          <ac:spMkLst>
            <pc:docMk/>
            <pc:sldMk cId="0" sldId="266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6"/>
            <ac:spMk id="7" creationId="{2FF303F4-B47D-350C-F430-BC9D96A64D54}"/>
          </ac:spMkLst>
        </pc:spChg>
      </pc:sldChg>
      <pc:sldChg chg="addSp delSp modSp mod modNotes">
        <pc:chgData name="Dr. Khurram Jadoon khan Asstt. Professor FCS" userId="684a1a15-bea5-4a17-9b67-1313be309245" providerId="ADAL" clId="{55F63D6A-FA50-4F6A-9762-711A1BCDCBF3}" dt="2024-09-18T07:11:49.816" v="636" actId="1076"/>
        <pc:sldMkLst>
          <pc:docMk/>
          <pc:sldMk cId="0" sldId="267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0:34.956" v="82" actId="20577"/>
          <ac:spMkLst>
            <pc:docMk/>
            <pc:sldMk cId="0" sldId="267"/>
            <ac:spMk id="3" creationId="{00000000-0000-0000-0000-000000000000}"/>
          </ac:spMkLst>
        </pc:spChg>
        <pc:picChg chg="add mod">
          <ac:chgData name="Dr. Khurram Jadoon khan Asstt. Professor FCS" userId="684a1a15-bea5-4a17-9b67-1313be309245" providerId="ADAL" clId="{55F63D6A-FA50-4F6A-9762-711A1BCDCBF3}" dt="2024-09-18T07:11:49.816" v="636" actId="1076"/>
          <ac:picMkLst>
            <pc:docMk/>
            <pc:sldMk cId="0" sldId="267"/>
            <ac:picMk id="5" creationId="{E5C53A5F-0FD2-4E8C-5C5B-816A7C2BD9F8}"/>
          </ac:picMkLst>
        </pc:picChg>
        <pc:picChg chg="del mod">
          <ac:chgData name="Dr. Khurram Jadoon khan Asstt. Professor FCS" userId="684a1a15-bea5-4a17-9b67-1313be309245" providerId="ADAL" clId="{55F63D6A-FA50-4F6A-9762-711A1BCDCBF3}" dt="2024-09-18T07:11:30.205" v="630" actId="478"/>
          <ac:picMkLst>
            <pc:docMk/>
            <pc:sldMk cId="0" sldId="267"/>
            <ac:picMk id="7" creationId="{3246D03F-D8F8-22EF-5A18-BE4CF139AA16}"/>
          </ac:picMkLst>
        </pc:picChg>
        <pc:picChg chg="mod">
          <ac:chgData name="Dr. Khurram Jadoon khan Asstt. Professor FCS" userId="684a1a15-bea5-4a17-9b67-1313be309245" providerId="ADAL" clId="{55F63D6A-FA50-4F6A-9762-711A1BCDCBF3}" dt="2024-09-18T07:11:32.274" v="631" actId="1076"/>
          <ac:picMkLst>
            <pc:docMk/>
            <pc:sldMk cId="0" sldId="267"/>
            <ac:picMk id="14" creationId="{DB94DA3B-6EE5-FCB5-D335-89683B8F0CD1}"/>
          </ac:picMkLst>
        </pc:picChg>
        <pc:picChg chg="mod">
          <ac:chgData name="Dr. Khurram Jadoon khan Asstt. Professor FCS" userId="684a1a15-bea5-4a17-9b67-1313be309245" providerId="ADAL" clId="{55F63D6A-FA50-4F6A-9762-711A1BCDCBF3}" dt="2024-09-18T07:11:34.057" v="632" actId="1076"/>
          <ac:picMkLst>
            <pc:docMk/>
            <pc:sldMk cId="0" sldId="267"/>
            <ac:picMk id="16" creationId="{F47D6499-94C8-DF31-0AA3-BB3B33AFD90A}"/>
          </ac:picMkLst>
        </pc:picChg>
      </pc:sldChg>
      <pc:sldChg chg="modSp mod">
        <pc:chgData name="Dr. Khurram Jadoon khan Asstt. Professor FCS" userId="684a1a15-bea5-4a17-9b67-1313be309245" providerId="ADAL" clId="{55F63D6A-FA50-4F6A-9762-711A1BCDCBF3}" dt="2024-09-12T07:08:21.769" v="167" actId="15"/>
        <pc:sldMkLst>
          <pc:docMk/>
          <pc:sldMk cId="0" sldId="268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6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7:08:21.769" v="167" actId="15"/>
          <ac:spMkLst>
            <pc:docMk/>
            <pc:sldMk cId="0" sldId="268"/>
            <ac:spMk id="4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55F63D6A-FA50-4F6A-9762-711A1BCDCBF3}" dt="2024-09-12T06:53:37.123" v="110" actId="478"/>
        <pc:sldMkLst>
          <pc:docMk/>
          <pc:sldMk cId="0" sldId="270"/>
        </pc:sldMkLst>
        <pc:spChg chg="mod">
          <ac:chgData name="Dr. Khurram Jadoon khan Asstt. Professor FCS" userId="684a1a15-bea5-4a17-9b67-1313be309245" providerId="ADAL" clId="{55F63D6A-FA50-4F6A-9762-711A1BCDCBF3}" dt="2024-09-12T06:53:14.882" v="103" actId="14100"/>
          <ac:spMkLst>
            <pc:docMk/>
            <pc:sldMk cId="0" sldId="27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2.619" v="106" actId="14100"/>
          <ac:spMkLst>
            <pc:docMk/>
            <pc:sldMk cId="0" sldId="27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34.898" v="109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2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2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2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3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3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3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3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3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3:29.481" v="107" actId="164"/>
          <ac:spMkLst>
            <pc:docMk/>
            <pc:sldMk cId="0" sldId="270"/>
            <ac:spMk id="35" creationId="{00000000-0000-0000-0000-000000000000}"/>
          </ac:spMkLst>
        </pc:spChg>
        <pc:spChg chg="del mod">
          <ac:chgData name="Dr. Khurram Jadoon khan Asstt. Professor FCS" userId="684a1a15-bea5-4a17-9b67-1313be309245" providerId="ADAL" clId="{55F63D6A-FA50-4F6A-9762-711A1BCDCBF3}" dt="2024-09-12T06:53:37.123" v="110" actId="478"/>
          <ac:spMkLst>
            <pc:docMk/>
            <pc:sldMk cId="0" sldId="270"/>
            <ac:spMk id="36" creationId="{00000000-0000-0000-0000-000000000000}"/>
          </ac:spMkLst>
        </pc:spChg>
        <pc:grpChg chg="add mod">
          <ac:chgData name="Dr. Khurram Jadoon khan Asstt. Professor FCS" userId="684a1a15-bea5-4a17-9b67-1313be309245" providerId="ADAL" clId="{55F63D6A-FA50-4F6A-9762-711A1BCDCBF3}" dt="2024-09-12T06:53:31.546" v="108" actId="1076"/>
          <ac:grpSpMkLst>
            <pc:docMk/>
            <pc:sldMk cId="0" sldId="270"/>
            <ac:grpSpMk id="37" creationId="{D3670275-0141-C882-28C6-D411911F3AC1}"/>
          </ac:grpSpMkLst>
        </pc:grpChg>
      </pc:sldChg>
      <pc:sldChg chg="modSp mod">
        <pc:chgData name="Dr. Khurram Jadoon khan Asstt. Professor FCS" userId="684a1a15-bea5-4a17-9b67-1313be309245" providerId="ADAL" clId="{55F63D6A-FA50-4F6A-9762-711A1BCDCBF3}" dt="2024-09-18T07:17:35.967" v="646" actId="108"/>
        <pc:sldMkLst>
          <pc:docMk/>
          <pc:sldMk cId="0" sldId="271"/>
        </pc:sldMkLst>
        <pc:spChg chg="mod">
          <ac:chgData name="Dr. Khurram Jadoon khan Asstt. Professor FCS" userId="684a1a15-bea5-4a17-9b67-1313be309245" providerId="ADAL" clId="{55F63D6A-FA50-4F6A-9762-711A1BCDCBF3}" dt="2024-09-18T07:16:58.200" v="638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7:16:59.616" v="639" actId="1076"/>
          <ac:spMkLst>
            <pc:docMk/>
            <pc:sldMk cId="0" sldId="27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7:17:35.967" v="646" actId="108"/>
          <ac:spMkLst>
            <pc:docMk/>
            <pc:sldMk cId="0" sldId="271"/>
            <ac:spMk id="4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55F63D6A-FA50-4F6A-9762-711A1BCDCBF3}" dt="2024-09-18T07:18:10.236" v="653" actId="1076"/>
        <pc:sldMkLst>
          <pc:docMk/>
          <pc:sldMk cId="0" sldId="272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2"/>
            <ac:spMk id="2" creationId="{00000000-0000-0000-0000-000000000000}"/>
          </ac:spMkLst>
        </pc:spChg>
        <pc:spChg chg="del mod">
          <ac:chgData name="Dr. Khurram Jadoon khan Asstt. Professor FCS" userId="684a1a15-bea5-4a17-9b67-1313be309245" providerId="ADAL" clId="{55F63D6A-FA50-4F6A-9762-711A1BCDCBF3}" dt="2024-09-18T07:17:52.057" v="647" actId="478"/>
          <ac:spMkLst>
            <pc:docMk/>
            <pc:sldMk cId="0" sldId="272"/>
            <ac:spMk id="3" creationId="{00000000-0000-0000-0000-000000000000}"/>
          </ac:spMkLst>
        </pc:spChg>
        <pc:picChg chg="add mod">
          <ac:chgData name="Dr. Khurram Jadoon khan Asstt. Professor FCS" userId="684a1a15-bea5-4a17-9b67-1313be309245" providerId="ADAL" clId="{55F63D6A-FA50-4F6A-9762-711A1BCDCBF3}" dt="2024-09-18T07:18:10.236" v="653" actId="1076"/>
          <ac:picMkLst>
            <pc:docMk/>
            <pc:sldMk cId="0" sldId="272"/>
            <ac:picMk id="5" creationId="{23932F24-E2B1-0136-CFEC-4E7B8B67DF5B}"/>
          </ac:picMkLst>
        </pc:picChg>
      </pc:sldChg>
      <pc:sldChg chg="modSp mod">
        <pc:chgData name="Dr. Khurram Jadoon khan Asstt. Professor FCS" userId="684a1a15-bea5-4a17-9b67-1313be309245" providerId="ADAL" clId="{55F63D6A-FA50-4F6A-9762-711A1BCDCBF3}" dt="2024-09-12T07:09:29.842" v="169" actId="1076"/>
        <pc:sldMkLst>
          <pc:docMk/>
          <pc:sldMk cId="0" sldId="273"/>
        </pc:sldMkLst>
        <pc:spChg chg="mod">
          <ac:chgData name="Dr. Khurram Jadoon khan Asstt. Professor FCS" userId="684a1a15-bea5-4a17-9b67-1313be309245" providerId="ADAL" clId="{55F63D6A-FA50-4F6A-9762-711A1BCDCBF3}" dt="2024-09-12T07:09:06.498" v="168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7:09:29.842" v="169" actId="1076"/>
          <ac:spMkLst>
            <pc:docMk/>
            <pc:sldMk cId="0" sldId="273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3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3"/>
            <ac:spMk id="5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55F63D6A-FA50-4F6A-9762-711A1BCDCBF3}" dt="2024-09-12T07:13:12.450" v="187" actId="20577"/>
        <pc:sldMkLst>
          <pc:docMk/>
          <pc:sldMk cId="0" sldId="275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5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7:13:12.450" v="187" actId="20577"/>
          <ac:spMkLst>
            <pc:docMk/>
            <pc:sldMk cId="0" sldId="275"/>
            <ac:spMk id="4" creationId="{00000000-0000-0000-0000-000000000000}"/>
          </ac:spMkLst>
        </pc:spChg>
        <pc:picChg chg="mod">
          <ac:chgData name="Dr. Khurram Jadoon khan Asstt. Professor FCS" userId="684a1a15-bea5-4a17-9b67-1313be309245" providerId="ADAL" clId="{55F63D6A-FA50-4F6A-9762-711A1BCDCBF3}" dt="2024-09-12T06:39:24.536" v="21"/>
          <ac:picMkLst>
            <pc:docMk/>
            <pc:sldMk cId="0" sldId="275"/>
            <ac:picMk id="6" creationId="{766BC140-EB55-5C40-CFEA-ED1371EB511C}"/>
          </ac:picMkLst>
        </pc:picChg>
      </pc:sldChg>
      <pc:sldChg chg="modSp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0" sldId="276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6"/>
            <ac:spMk id="4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0" sldId="277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7"/>
            <ac:spMk id="7" creationId="{CA466F1B-4AD3-761D-C592-F67574F4C04E}"/>
          </ac:spMkLst>
        </pc:spChg>
        <pc:picChg chg="mod">
          <ac:chgData name="Dr. Khurram Jadoon khan Asstt. Professor FCS" userId="684a1a15-bea5-4a17-9b67-1313be309245" providerId="ADAL" clId="{55F63D6A-FA50-4F6A-9762-711A1BCDCBF3}" dt="2024-09-12T06:39:24.536" v="21"/>
          <ac:picMkLst>
            <pc:docMk/>
            <pc:sldMk cId="0" sldId="277"/>
            <ac:picMk id="5" creationId="{BA62F351-2D47-10F9-DA25-DD0509445BFC}"/>
          </ac:picMkLst>
        </pc:picChg>
      </pc:sldChg>
      <pc:sldChg chg="modSp mod">
        <pc:chgData name="Dr. Khurram Jadoon khan Asstt. Professor FCS" userId="684a1a15-bea5-4a17-9b67-1313be309245" providerId="ADAL" clId="{55F63D6A-FA50-4F6A-9762-711A1BCDCBF3}" dt="2024-09-18T05:56:49.475" v="312" actId="207"/>
        <pc:sldMkLst>
          <pc:docMk/>
          <pc:sldMk cId="0" sldId="278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5:56:49.475" v="312" actId="207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55F63D6A-FA50-4F6A-9762-711A1BCDCBF3}" dt="2024-09-18T06:27:12.901" v="454" actId="1076"/>
        <pc:sldMkLst>
          <pc:docMk/>
          <pc:sldMk cId="0" sldId="279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9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9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9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9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27:06.979" v="452" actId="255"/>
          <ac:spMkLst>
            <pc:docMk/>
            <pc:sldMk cId="0" sldId="279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9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9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9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9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79"/>
            <ac:spMk id="12" creationId="{00000000-0000-0000-0000-000000000000}"/>
          </ac:spMkLst>
        </pc:spChg>
        <pc:grpChg chg="mod">
          <ac:chgData name="Dr. Khurram Jadoon khan Asstt. Professor FCS" userId="684a1a15-bea5-4a17-9b67-1313be309245" providerId="ADAL" clId="{55F63D6A-FA50-4F6A-9762-711A1BCDCBF3}" dt="2024-09-12T06:39:24.536" v="21"/>
          <ac:grpSpMkLst>
            <pc:docMk/>
            <pc:sldMk cId="0" sldId="279"/>
            <ac:grpSpMk id="13" creationId="{7D0D8E4A-401B-19A6-18E2-0E7E065AA314}"/>
          </ac:grpSpMkLst>
        </pc:grpChg>
        <pc:picChg chg="mod">
          <ac:chgData name="Dr. Khurram Jadoon khan Asstt. Professor FCS" userId="684a1a15-bea5-4a17-9b67-1313be309245" providerId="ADAL" clId="{55F63D6A-FA50-4F6A-9762-711A1BCDCBF3}" dt="2024-09-18T06:27:12.901" v="454" actId="1076"/>
          <ac:picMkLst>
            <pc:docMk/>
            <pc:sldMk cId="0" sldId="279"/>
            <ac:picMk id="15" creationId="{8A63EDAD-6D4C-B704-80CD-F24BB8F54F03}"/>
          </ac:picMkLst>
        </pc:picChg>
      </pc:sldChg>
      <pc:sldChg chg="delSp modSp mod">
        <pc:chgData name="Dr. Khurram Jadoon khan Asstt. Professor FCS" userId="684a1a15-bea5-4a17-9b67-1313be309245" providerId="ADAL" clId="{55F63D6A-FA50-4F6A-9762-711A1BCDCBF3}" dt="2024-09-18T06:27:57.711" v="457" actId="403"/>
        <pc:sldMkLst>
          <pc:docMk/>
          <pc:sldMk cId="0" sldId="280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27:57.711" v="457" actId="403"/>
          <ac:spMkLst>
            <pc:docMk/>
            <pc:sldMk cId="0" sldId="28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27:53.949" v="456" actId="14100"/>
          <ac:spMkLst>
            <pc:docMk/>
            <pc:sldMk cId="0" sldId="280"/>
            <ac:spMk id="4" creationId="{00000000-0000-0000-0000-000000000000}"/>
          </ac:spMkLst>
        </pc:spChg>
        <pc:spChg chg="del mod">
          <ac:chgData name="Dr. Khurram Jadoon khan Asstt. Professor FCS" userId="684a1a15-bea5-4a17-9b67-1313be309245" providerId="ADAL" clId="{55F63D6A-FA50-4F6A-9762-711A1BCDCBF3}" dt="2024-09-12T07:24:23.892" v="225" actId="478"/>
          <ac:spMkLst>
            <pc:docMk/>
            <pc:sldMk cId="0" sldId="280"/>
            <ac:spMk id="5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55F63D6A-FA50-4F6A-9762-711A1BCDCBF3}" dt="2024-09-12T07:19:14.955" v="213" actId="14100"/>
        <pc:sldMkLst>
          <pc:docMk/>
          <pc:sldMk cId="0" sldId="281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7:19:14.955" v="213" actId="14100"/>
          <ac:spMkLst>
            <pc:docMk/>
            <pc:sldMk cId="0" sldId="281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1"/>
            <ac:spMk id="8" creationId="{F0F1A3F4-8D99-F825-9CA5-E22C8CE9FE66}"/>
          </ac:spMkLst>
        </pc:spChg>
        <pc:picChg chg="mod">
          <ac:chgData name="Dr. Khurram Jadoon khan Asstt. Professor FCS" userId="684a1a15-bea5-4a17-9b67-1313be309245" providerId="ADAL" clId="{55F63D6A-FA50-4F6A-9762-711A1BCDCBF3}" dt="2024-09-12T06:39:24.536" v="21"/>
          <ac:picMkLst>
            <pc:docMk/>
            <pc:sldMk cId="0" sldId="281"/>
            <ac:picMk id="7" creationId="{445ED0EE-0280-EF2D-3082-0E9AFD721AA6}"/>
          </ac:picMkLst>
        </pc:picChg>
      </pc:sldChg>
      <pc:sldChg chg="modSp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0" sldId="282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55F63D6A-FA50-4F6A-9762-711A1BCDCBF3}" dt="2024-09-18T06:33:54.277" v="483" actId="207"/>
        <pc:sldMkLst>
          <pc:docMk/>
          <pc:sldMk cId="0" sldId="283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3:54.277" v="483" actId="207"/>
          <ac:spMkLst>
            <pc:docMk/>
            <pc:sldMk cId="0" sldId="283"/>
            <ac:spMk id="7" creationId="{2D55E3CB-27C5-C109-568F-E77132765B4F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0:19.240" v="464" actId="1076"/>
          <ac:spMkLst>
            <pc:docMk/>
            <pc:sldMk cId="0" sldId="283"/>
            <ac:spMk id="8" creationId="{551714DE-639E-9D18-6AA2-D7B80973E0E4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0:25.175" v="466" actId="1076"/>
          <ac:spMkLst>
            <pc:docMk/>
            <pc:sldMk cId="0" sldId="283"/>
            <ac:spMk id="10" creationId="{39B0B339-C500-52E7-D2FD-847AA6E77095}"/>
          </ac:spMkLst>
        </pc:spChg>
        <pc:picChg chg="mod">
          <ac:chgData name="Dr. Khurram Jadoon khan Asstt. Professor FCS" userId="684a1a15-bea5-4a17-9b67-1313be309245" providerId="ADAL" clId="{55F63D6A-FA50-4F6A-9762-711A1BCDCBF3}" dt="2024-09-18T06:31:00.400" v="472" actId="1076"/>
          <ac:picMkLst>
            <pc:docMk/>
            <pc:sldMk cId="0" sldId="283"/>
            <ac:picMk id="5" creationId="{62A319A4-B32A-4B1A-E28E-B230FD44E369}"/>
          </ac:picMkLst>
        </pc:picChg>
      </pc:sldChg>
      <pc:sldChg chg="addSp delSp modSp mod">
        <pc:chgData name="Dr. Khurram Jadoon khan Asstt. Professor FCS" userId="684a1a15-bea5-4a17-9b67-1313be309245" providerId="ADAL" clId="{55F63D6A-FA50-4F6A-9762-711A1BCDCBF3}" dt="2024-09-18T06:54:43.874" v="565"/>
        <pc:sldMkLst>
          <pc:docMk/>
          <pc:sldMk cId="0" sldId="284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4"/>
            <ac:spMk id="2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55F63D6A-FA50-4F6A-9762-711A1BCDCBF3}" dt="2024-09-18T06:54:43.874" v="565"/>
          <ac:spMkLst>
            <pc:docMk/>
            <pc:sldMk cId="0" sldId="28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5:31.431" v="511" actId="164"/>
          <ac:spMkLst>
            <pc:docMk/>
            <pc:sldMk cId="0" sldId="284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5:31.431" v="511" actId="164"/>
          <ac:spMkLst>
            <pc:docMk/>
            <pc:sldMk cId="0" sldId="284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5:38.950" v="513" actId="1076"/>
          <ac:spMkLst>
            <pc:docMk/>
            <pc:sldMk cId="0" sldId="284"/>
            <ac:spMk id="6" creationId="{00000000-0000-0000-0000-000000000000}"/>
          </ac:spMkLst>
        </pc:spChg>
        <pc:grpChg chg="add mod">
          <ac:chgData name="Dr. Khurram Jadoon khan Asstt. Professor FCS" userId="684a1a15-bea5-4a17-9b67-1313be309245" providerId="ADAL" clId="{55F63D6A-FA50-4F6A-9762-711A1BCDCBF3}" dt="2024-09-18T06:35:35.650" v="512" actId="14100"/>
          <ac:grpSpMkLst>
            <pc:docMk/>
            <pc:sldMk cId="0" sldId="284"/>
            <ac:grpSpMk id="7" creationId="{DE010239-8E99-9F0B-D068-57E0CC836393}"/>
          </ac:grpSpMkLst>
        </pc:grpChg>
        <pc:picChg chg="add del mod">
          <ac:chgData name="Dr. Khurram Jadoon khan Asstt. Professor FCS" userId="684a1a15-bea5-4a17-9b67-1313be309245" providerId="ADAL" clId="{55F63D6A-FA50-4F6A-9762-711A1BCDCBF3}" dt="2024-09-18T06:54:36.672" v="563" actId="22"/>
          <ac:picMkLst>
            <pc:docMk/>
            <pc:sldMk cId="0" sldId="284"/>
            <ac:picMk id="9" creationId="{0A571447-49FE-068B-2F0E-45A6D34EDB63}"/>
          </ac:picMkLst>
        </pc:picChg>
      </pc:sldChg>
      <pc:sldChg chg="addSp modSp mod">
        <pc:chgData name="Dr. Khurram Jadoon khan Asstt. Professor FCS" userId="684a1a15-bea5-4a17-9b67-1313be309245" providerId="ADAL" clId="{55F63D6A-FA50-4F6A-9762-711A1BCDCBF3}" dt="2024-09-18T06:54:52.216" v="566"/>
        <pc:sldMkLst>
          <pc:docMk/>
          <pc:sldMk cId="0" sldId="285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5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4:52.216" v="566"/>
          <ac:spMkLst>
            <pc:docMk/>
            <pc:sldMk cId="0" sldId="28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03.710" v="518" actId="164"/>
          <ac:spMkLst>
            <pc:docMk/>
            <pc:sldMk cId="0" sldId="285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03.710" v="518" actId="164"/>
          <ac:spMkLst>
            <pc:docMk/>
            <pc:sldMk cId="0" sldId="285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03.710" v="518" actId="164"/>
          <ac:spMkLst>
            <pc:docMk/>
            <pc:sldMk cId="0" sldId="285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03.710" v="518" actId="164"/>
          <ac:spMkLst>
            <pc:docMk/>
            <pc:sldMk cId="0" sldId="285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03.710" v="518" actId="164"/>
          <ac:spMkLst>
            <pc:docMk/>
            <pc:sldMk cId="0" sldId="285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08.545" v="520" actId="1076"/>
          <ac:spMkLst>
            <pc:docMk/>
            <pc:sldMk cId="0" sldId="285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03.710" v="518" actId="164"/>
          <ac:spMkLst>
            <pc:docMk/>
            <pc:sldMk cId="0" sldId="285"/>
            <ac:spMk id="10" creationId="{00000000-0000-0000-0000-000000000000}"/>
          </ac:spMkLst>
        </pc:spChg>
        <pc:grpChg chg="add mod">
          <ac:chgData name="Dr. Khurram Jadoon khan Asstt. Professor FCS" userId="684a1a15-bea5-4a17-9b67-1313be309245" providerId="ADAL" clId="{55F63D6A-FA50-4F6A-9762-711A1BCDCBF3}" dt="2024-09-18T06:46:27.319" v="553" actId="14100"/>
          <ac:grpSpMkLst>
            <pc:docMk/>
            <pc:sldMk cId="0" sldId="285"/>
            <ac:grpSpMk id="11" creationId="{1C70F317-5001-D06B-7D08-7290946AD618}"/>
          </ac:grpSpMkLst>
        </pc:grpChg>
      </pc:sldChg>
      <pc:sldChg chg="addSp modSp mod">
        <pc:chgData name="Dr. Khurram Jadoon khan Asstt. Professor FCS" userId="684a1a15-bea5-4a17-9b67-1313be309245" providerId="ADAL" clId="{55F63D6A-FA50-4F6A-9762-711A1BCDCBF3}" dt="2024-09-18T06:55:03.623" v="567"/>
        <pc:sldMkLst>
          <pc:docMk/>
          <pc:sldMk cId="0" sldId="286"/>
        </pc:sldMkLst>
        <pc:spChg chg="mod">
          <ac:chgData name="Dr. Khurram Jadoon khan Asstt. Professor FCS" userId="684a1a15-bea5-4a17-9b67-1313be309245" providerId="ADAL" clId="{55F63D6A-FA50-4F6A-9762-711A1BCDCBF3}" dt="2024-09-18T06:47:56.643" v="555" actId="1076"/>
          <ac:spMkLst>
            <pc:docMk/>
            <pc:sldMk cId="0" sldId="28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5:03.623" v="567"/>
          <ac:spMkLst>
            <pc:docMk/>
            <pc:sldMk cId="0" sldId="28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28.902" v="521" actId="164"/>
          <ac:spMkLst>
            <pc:docMk/>
            <pc:sldMk cId="0" sldId="286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28.902" v="521" actId="164"/>
          <ac:spMkLst>
            <pc:docMk/>
            <pc:sldMk cId="0" sldId="28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28.902" v="521" actId="164"/>
          <ac:spMkLst>
            <pc:docMk/>
            <pc:sldMk cId="0" sldId="286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28.902" v="521" actId="164"/>
          <ac:spMkLst>
            <pc:docMk/>
            <pc:sldMk cId="0" sldId="286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28.902" v="521" actId="164"/>
          <ac:spMkLst>
            <pc:docMk/>
            <pc:sldMk cId="0" sldId="286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28.902" v="521" actId="164"/>
          <ac:spMkLst>
            <pc:docMk/>
            <pc:sldMk cId="0" sldId="286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6"/>
            <ac:spMk id="10" creationId="{00000000-0000-0000-0000-000000000000}"/>
          </ac:spMkLst>
        </pc:spChg>
        <pc:grpChg chg="add mod">
          <ac:chgData name="Dr. Khurram Jadoon khan Asstt. Professor FCS" userId="684a1a15-bea5-4a17-9b67-1313be309245" providerId="ADAL" clId="{55F63D6A-FA50-4F6A-9762-711A1BCDCBF3}" dt="2024-09-18T06:36:33.704" v="523" actId="14100"/>
          <ac:grpSpMkLst>
            <pc:docMk/>
            <pc:sldMk cId="0" sldId="286"/>
            <ac:grpSpMk id="11" creationId="{6C6236E7-B8AD-83E9-B193-469C0BB42810}"/>
          </ac:grpSpMkLst>
        </pc:grpChg>
      </pc:sldChg>
      <pc:sldChg chg="addSp modSp mod">
        <pc:chgData name="Dr. Khurram Jadoon khan Asstt. Professor FCS" userId="684a1a15-bea5-4a17-9b67-1313be309245" providerId="ADAL" clId="{55F63D6A-FA50-4F6A-9762-711A1BCDCBF3}" dt="2024-09-18T07:20:08.247" v="658" actId="1076"/>
        <pc:sldMkLst>
          <pc:docMk/>
          <pc:sldMk cId="0" sldId="287"/>
        </pc:sldMkLst>
        <pc:spChg chg="mod">
          <ac:chgData name="Dr. Khurram Jadoon khan Asstt. Professor FCS" userId="684a1a15-bea5-4a17-9b67-1313be309245" providerId="ADAL" clId="{55F63D6A-FA50-4F6A-9762-711A1BCDCBF3}" dt="2024-09-18T07:20:03.232" v="657" actId="1076"/>
          <ac:spMkLst>
            <pc:docMk/>
            <pc:sldMk cId="0" sldId="28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7:20:08.247" v="658" actId="1076"/>
          <ac:spMkLst>
            <pc:docMk/>
            <pc:sldMk cId="0" sldId="28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42.890" v="524" actId="164"/>
          <ac:spMkLst>
            <pc:docMk/>
            <pc:sldMk cId="0" sldId="287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42.890" v="524" actId="164"/>
          <ac:spMkLst>
            <pc:docMk/>
            <pc:sldMk cId="0" sldId="287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42.890" v="524" actId="164"/>
          <ac:spMkLst>
            <pc:docMk/>
            <pc:sldMk cId="0" sldId="287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42.890" v="524" actId="164"/>
          <ac:spMkLst>
            <pc:docMk/>
            <pc:sldMk cId="0" sldId="287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42.890" v="524" actId="164"/>
          <ac:spMkLst>
            <pc:docMk/>
            <pc:sldMk cId="0" sldId="287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42.890" v="524" actId="164"/>
          <ac:spMkLst>
            <pc:docMk/>
            <pc:sldMk cId="0" sldId="287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7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6:42.890" v="524" actId="164"/>
          <ac:spMkLst>
            <pc:docMk/>
            <pc:sldMk cId="0" sldId="287"/>
            <ac:spMk id="11" creationId="{00000000-0000-0000-0000-000000000000}"/>
          </ac:spMkLst>
        </pc:spChg>
        <pc:grpChg chg="add mod">
          <ac:chgData name="Dr. Khurram Jadoon khan Asstt. Professor FCS" userId="684a1a15-bea5-4a17-9b67-1313be309245" providerId="ADAL" clId="{55F63D6A-FA50-4F6A-9762-711A1BCDCBF3}" dt="2024-09-18T06:36:56.479" v="530" actId="1076"/>
          <ac:grpSpMkLst>
            <pc:docMk/>
            <pc:sldMk cId="0" sldId="287"/>
            <ac:grpSpMk id="12" creationId="{4C0735C5-19C9-7076-BA28-0AC2B74BD266}"/>
          </ac:grpSpMkLst>
        </pc:grpChg>
      </pc:sldChg>
      <pc:sldChg chg="addSp modSp mod">
        <pc:chgData name="Dr. Khurram Jadoon khan Asstt. Professor FCS" userId="684a1a15-bea5-4a17-9b67-1313be309245" providerId="ADAL" clId="{55F63D6A-FA50-4F6A-9762-711A1BCDCBF3}" dt="2024-09-18T06:55:27.044" v="575"/>
        <pc:sldMkLst>
          <pc:docMk/>
          <pc:sldMk cId="0" sldId="288"/>
        </pc:sldMkLst>
        <pc:spChg chg="mod">
          <ac:chgData name="Dr. Khurram Jadoon khan Asstt. Professor FCS" userId="684a1a15-bea5-4a17-9b67-1313be309245" providerId="ADAL" clId="{55F63D6A-FA50-4F6A-9762-711A1BCDCBF3}" dt="2024-09-18T06:37:01.452" v="531" actId="1076"/>
          <ac:spMkLst>
            <pc:docMk/>
            <pc:sldMk cId="0" sldId="28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5:27.044" v="575"/>
          <ac:spMkLst>
            <pc:docMk/>
            <pc:sldMk cId="0" sldId="28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08.600" v="533" actId="164"/>
          <ac:spMkLst>
            <pc:docMk/>
            <pc:sldMk cId="0" sldId="288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08.600" v="533" actId="164"/>
          <ac:spMkLst>
            <pc:docMk/>
            <pc:sldMk cId="0" sldId="288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08.600" v="533" actId="164"/>
          <ac:spMkLst>
            <pc:docMk/>
            <pc:sldMk cId="0" sldId="288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08.600" v="533" actId="164"/>
          <ac:spMkLst>
            <pc:docMk/>
            <pc:sldMk cId="0" sldId="288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08.600" v="533" actId="164"/>
          <ac:spMkLst>
            <pc:docMk/>
            <pc:sldMk cId="0" sldId="288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08.600" v="533" actId="164"/>
          <ac:spMkLst>
            <pc:docMk/>
            <pc:sldMk cId="0" sldId="288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08.600" v="533" actId="164"/>
          <ac:spMkLst>
            <pc:docMk/>
            <pc:sldMk cId="0" sldId="288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08.600" v="533" actId="164"/>
          <ac:spMkLst>
            <pc:docMk/>
            <pc:sldMk cId="0" sldId="288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08.600" v="533" actId="164"/>
          <ac:spMkLst>
            <pc:docMk/>
            <pc:sldMk cId="0" sldId="288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08.600" v="533" actId="164"/>
          <ac:spMkLst>
            <pc:docMk/>
            <pc:sldMk cId="0" sldId="288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8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08.600" v="533" actId="164"/>
          <ac:spMkLst>
            <pc:docMk/>
            <pc:sldMk cId="0" sldId="288"/>
            <ac:spMk id="15" creationId="{00000000-0000-0000-0000-000000000000}"/>
          </ac:spMkLst>
        </pc:spChg>
        <pc:grpChg chg="add mod">
          <ac:chgData name="Dr. Khurram Jadoon khan Asstt. Professor FCS" userId="684a1a15-bea5-4a17-9b67-1313be309245" providerId="ADAL" clId="{55F63D6A-FA50-4F6A-9762-711A1BCDCBF3}" dt="2024-09-18T06:37:14.119" v="535" actId="14100"/>
          <ac:grpSpMkLst>
            <pc:docMk/>
            <pc:sldMk cId="0" sldId="288"/>
            <ac:grpSpMk id="16" creationId="{F49B9784-4FA6-6E03-821A-45CDCF57B863}"/>
          </ac:grpSpMkLst>
        </pc:grpChg>
      </pc:sldChg>
      <pc:sldChg chg="addSp modSp mod">
        <pc:chgData name="Dr. Khurram Jadoon khan Asstt. Professor FCS" userId="684a1a15-bea5-4a17-9b67-1313be309245" providerId="ADAL" clId="{55F63D6A-FA50-4F6A-9762-711A1BCDCBF3}" dt="2024-09-18T06:37:32.442" v="541" actId="14100"/>
        <pc:sldMkLst>
          <pc:docMk/>
          <pc:sldMk cId="0" sldId="289"/>
        </pc:sldMkLst>
        <pc:spChg chg="mod">
          <ac:chgData name="Dr. Khurram Jadoon khan Asstt. Professor FCS" userId="684a1a15-bea5-4a17-9b67-1313be309245" providerId="ADAL" clId="{55F63D6A-FA50-4F6A-9762-711A1BCDCBF3}" dt="2024-09-18T06:37:18.674" v="536" actId="1076"/>
          <ac:spMkLst>
            <pc:docMk/>
            <pc:sldMk cId="0" sldId="28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22.077" v="538" actId="14100"/>
          <ac:spMkLst>
            <pc:docMk/>
            <pc:sldMk cId="0" sldId="289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27.407" v="539" actId="164"/>
          <ac:spMkLst>
            <pc:docMk/>
            <pc:sldMk cId="0" sldId="289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27.407" v="539" actId="164"/>
          <ac:spMkLst>
            <pc:docMk/>
            <pc:sldMk cId="0" sldId="289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27.407" v="539" actId="164"/>
          <ac:spMkLst>
            <pc:docMk/>
            <pc:sldMk cId="0" sldId="289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27.407" v="539" actId="164"/>
          <ac:spMkLst>
            <pc:docMk/>
            <pc:sldMk cId="0" sldId="289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27.407" v="539" actId="164"/>
          <ac:spMkLst>
            <pc:docMk/>
            <pc:sldMk cId="0" sldId="289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27.407" v="539" actId="164"/>
          <ac:spMkLst>
            <pc:docMk/>
            <pc:sldMk cId="0" sldId="289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27.407" v="539" actId="164"/>
          <ac:spMkLst>
            <pc:docMk/>
            <pc:sldMk cId="0" sldId="289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27.407" v="539" actId="164"/>
          <ac:spMkLst>
            <pc:docMk/>
            <pc:sldMk cId="0" sldId="289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27.407" v="539" actId="164"/>
          <ac:spMkLst>
            <pc:docMk/>
            <pc:sldMk cId="0" sldId="289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89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27.407" v="539" actId="164"/>
          <ac:spMkLst>
            <pc:docMk/>
            <pc:sldMk cId="0" sldId="289"/>
            <ac:spMk id="14" creationId="{00000000-0000-0000-0000-000000000000}"/>
          </ac:spMkLst>
        </pc:spChg>
        <pc:grpChg chg="add mod">
          <ac:chgData name="Dr. Khurram Jadoon khan Asstt. Professor FCS" userId="684a1a15-bea5-4a17-9b67-1313be309245" providerId="ADAL" clId="{55F63D6A-FA50-4F6A-9762-711A1BCDCBF3}" dt="2024-09-18T06:37:32.442" v="541" actId="14100"/>
          <ac:grpSpMkLst>
            <pc:docMk/>
            <pc:sldMk cId="0" sldId="289"/>
            <ac:grpSpMk id="15" creationId="{3C9A72F2-D0D8-1D02-43F9-0DF1D2FD0493}"/>
          </ac:grpSpMkLst>
        </pc:grpChg>
      </pc:sldChg>
      <pc:sldChg chg="addSp modSp mod">
        <pc:chgData name="Dr. Khurram Jadoon khan Asstt. Professor FCS" userId="684a1a15-bea5-4a17-9b67-1313be309245" providerId="ADAL" clId="{55F63D6A-FA50-4F6A-9762-711A1BCDCBF3}" dt="2024-09-18T06:37:51.010" v="547" actId="14100"/>
        <pc:sldMkLst>
          <pc:docMk/>
          <pc:sldMk cId="0" sldId="290"/>
        </pc:sldMkLst>
        <pc:spChg chg="mod">
          <ac:chgData name="Dr. Khurram Jadoon khan Asstt. Professor FCS" userId="684a1a15-bea5-4a17-9b67-1313be309245" providerId="ADAL" clId="{55F63D6A-FA50-4F6A-9762-711A1BCDCBF3}" dt="2024-09-18T06:37:37.903" v="542" actId="1076"/>
          <ac:spMkLst>
            <pc:docMk/>
            <pc:sldMk cId="0" sldId="29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42.145" v="544" actId="14100"/>
          <ac:spMkLst>
            <pc:docMk/>
            <pc:sldMk cId="0" sldId="29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47.114" v="545" actId="164"/>
          <ac:spMkLst>
            <pc:docMk/>
            <pc:sldMk cId="0" sldId="29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47.114" v="545" actId="164"/>
          <ac:spMkLst>
            <pc:docMk/>
            <pc:sldMk cId="0" sldId="290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47.114" v="545" actId="164"/>
          <ac:spMkLst>
            <pc:docMk/>
            <pc:sldMk cId="0" sldId="290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47.114" v="545" actId="164"/>
          <ac:spMkLst>
            <pc:docMk/>
            <pc:sldMk cId="0" sldId="290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47.114" v="545" actId="164"/>
          <ac:spMkLst>
            <pc:docMk/>
            <pc:sldMk cId="0" sldId="290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47.114" v="545" actId="164"/>
          <ac:spMkLst>
            <pc:docMk/>
            <pc:sldMk cId="0" sldId="290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47.114" v="545" actId="164"/>
          <ac:spMkLst>
            <pc:docMk/>
            <pc:sldMk cId="0" sldId="290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47.114" v="545" actId="164"/>
          <ac:spMkLst>
            <pc:docMk/>
            <pc:sldMk cId="0" sldId="290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47.114" v="545" actId="164"/>
          <ac:spMkLst>
            <pc:docMk/>
            <pc:sldMk cId="0" sldId="290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0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37:47.114" v="545" actId="164"/>
          <ac:spMkLst>
            <pc:docMk/>
            <pc:sldMk cId="0" sldId="290"/>
            <ac:spMk id="14" creationId="{00000000-0000-0000-0000-000000000000}"/>
          </ac:spMkLst>
        </pc:spChg>
        <pc:grpChg chg="add mod">
          <ac:chgData name="Dr. Khurram Jadoon khan Asstt. Professor FCS" userId="684a1a15-bea5-4a17-9b67-1313be309245" providerId="ADAL" clId="{55F63D6A-FA50-4F6A-9762-711A1BCDCBF3}" dt="2024-09-18T06:37:51.010" v="547" actId="14100"/>
          <ac:grpSpMkLst>
            <pc:docMk/>
            <pc:sldMk cId="0" sldId="290"/>
            <ac:grpSpMk id="15" creationId="{9E1CAE7F-6A63-A938-4569-54AA9B5153A7}"/>
          </ac:grpSpMkLst>
        </pc:grpChg>
      </pc:sldChg>
      <pc:sldChg chg="modSp mod">
        <pc:chgData name="Dr. Khurram Jadoon khan Asstt. Professor FCS" userId="684a1a15-bea5-4a17-9b67-1313be309245" providerId="ADAL" clId="{55F63D6A-FA50-4F6A-9762-711A1BCDCBF3}" dt="2024-09-18T07:19:31.234" v="656" actId="207"/>
        <pc:sldMkLst>
          <pc:docMk/>
          <pc:sldMk cId="0" sldId="291"/>
        </pc:sldMkLst>
        <pc:spChg chg="mod">
          <ac:chgData name="Dr. Khurram Jadoon khan Asstt. Professor FCS" userId="684a1a15-bea5-4a17-9b67-1313be309245" providerId="ADAL" clId="{55F63D6A-FA50-4F6A-9762-711A1BCDCBF3}" dt="2024-09-18T06:31:32.126" v="473" actId="1076"/>
          <ac:spMkLst>
            <pc:docMk/>
            <pc:sldMk cId="0" sldId="29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7:19:31.234" v="656" actId="207"/>
          <ac:spMkLst>
            <pc:docMk/>
            <pc:sldMk cId="0" sldId="291"/>
            <ac:spMk id="3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0" sldId="292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2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2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2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2"/>
            <ac:spMk id="6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55F63D6A-FA50-4F6A-9762-711A1BCDCBF3}" dt="2024-09-18T07:01:00.347" v="625" actId="14100"/>
        <pc:sldMkLst>
          <pc:docMk/>
          <pc:sldMk cId="0" sldId="293"/>
        </pc:sldMkLst>
        <pc:spChg chg="mod">
          <ac:chgData name="Dr. Khurram Jadoon khan Asstt. Professor FCS" userId="684a1a15-bea5-4a17-9b67-1313be309245" providerId="ADAL" clId="{55F63D6A-FA50-4F6A-9762-711A1BCDCBF3}" dt="2024-09-18T07:00:56.460" v="624" actId="1076"/>
          <ac:spMkLst>
            <pc:docMk/>
            <pc:sldMk cId="0" sldId="29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7:01:00.347" v="625" actId="14100"/>
          <ac:spMkLst>
            <pc:docMk/>
            <pc:sldMk cId="0" sldId="293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3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3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3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3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3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3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3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3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3"/>
            <ac:spMk id="12" creationId="{00000000-0000-0000-0000-000000000000}"/>
          </ac:spMkLst>
        </pc:spChg>
      </pc:sldChg>
      <pc:sldChg chg="addSp modSp mod">
        <pc:chgData name="Dr. Khurram Jadoon khan Asstt. Professor FCS" userId="684a1a15-bea5-4a17-9b67-1313be309245" providerId="ADAL" clId="{55F63D6A-FA50-4F6A-9762-711A1BCDCBF3}" dt="2024-09-18T06:56:41.037" v="582" actId="14100"/>
        <pc:sldMkLst>
          <pc:docMk/>
          <pc:sldMk cId="0" sldId="294"/>
        </pc:sldMkLst>
        <pc:spChg chg="mod">
          <ac:chgData name="Dr. Khurram Jadoon khan Asstt. Professor FCS" userId="684a1a15-bea5-4a17-9b67-1313be309245" providerId="ADAL" clId="{55F63D6A-FA50-4F6A-9762-711A1BCDCBF3}" dt="2024-09-18T06:56:22.014" v="576" actId="1076"/>
          <ac:spMkLst>
            <pc:docMk/>
            <pc:sldMk cId="0" sldId="29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6:28.419" v="577" actId="164"/>
          <ac:spMkLst>
            <pc:docMk/>
            <pc:sldMk cId="0" sldId="29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6:28.419" v="577" actId="164"/>
          <ac:spMkLst>
            <pc:docMk/>
            <pc:sldMk cId="0" sldId="294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6:28.419" v="577" actId="164"/>
          <ac:spMkLst>
            <pc:docMk/>
            <pc:sldMk cId="0" sldId="294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6:33.344" v="580" actId="1076"/>
          <ac:spMkLst>
            <pc:docMk/>
            <pc:sldMk cId="0" sldId="294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6:38.827" v="581" actId="164"/>
          <ac:spMkLst>
            <pc:docMk/>
            <pc:sldMk cId="0" sldId="294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6:38.827" v="581" actId="164"/>
          <ac:spMkLst>
            <pc:docMk/>
            <pc:sldMk cId="0" sldId="294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6:38.827" v="581" actId="164"/>
          <ac:spMkLst>
            <pc:docMk/>
            <pc:sldMk cId="0" sldId="294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4"/>
            <ac:spMk id="10" creationId="{00000000-0000-0000-0000-000000000000}"/>
          </ac:spMkLst>
        </pc:spChg>
        <pc:grpChg chg="add mod">
          <ac:chgData name="Dr. Khurram Jadoon khan Asstt. Professor FCS" userId="684a1a15-bea5-4a17-9b67-1313be309245" providerId="ADAL" clId="{55F63D6A-FA50-4F6A-9762-711A1BCDCBF3}" dt="2024-09-18T06:56:30.118" v="578" actId="14100"/>
          <ac:grpSpMkLst>
            <pc:docMk/>
            <pc:sldMk cId="0" sldId="294"/>
            <ac:grpSpMk id="11" creationId="{DEFC66DD-F559-651E-8FE7-20316B648107}"/>
          </ac:grpSpMkLst>
        </pc:grpChg>
        <pc:grpChg chg="add mod">
          <ac:chgData name="Dr. Khurram Jadoon khan Asstt. Professor FCS" userId="684a1a15-bea5-4a17-9b67-1313be309245" providerId="ADAL" clId="{55F63D6A-FA50-4F6A-9762-711A1BCDCBF3}" dt="2024-09-18T06:56:41.037" v="582" actId="14100"/>
          <ac:grpSpMkLst>
            <pc:docMk/>
            <pc:sldMk cId="0" sldId="294"/>
            <ac:grpSpMk id="12" creationId="{8975623E-1109-F87A-E511-D3F1DF261F6F}"/>
          </ac:grpSpMkLst>
        </pc:grpChg>
      </pc:sldChg>
      <pc:sldChg chg="delSp modSp mod">
        <pc:chgData name="Dr. Khurram Jadoon khan Asstt. Professor FCS" userId="684a1a15-bea5-4a17-9b67-1313be309245" providerId="ADAL" clId="{55F63D6A-FA50-4F6A-9762-711A1BCDCBF3}" dt="2024-09-18T07:01:56.675" v="629" actId="478"/>
        <pc:sldMkLst>
          <pc:docMk/>
          <pc:sldMk cId="0" sldId="295"/>
        </pc:sldMkLst>
        <pc:spChg chg="mod">
          <ac:chgData name="Dr. Khurram Jadoon khan Asstt. Professor FCS" userId="684a1a15-bea5-4a17-9b67-1313be309245" providerId="ADAL" clId="{55F63D6A-FA50-4F6A-9762-711A1BCDCBF3}" dt="2024-09-18T06:56:46.003" v="583" actId="1076"/>
          <ac:spMkLst>
            <pc:docMk/>
            <pc:sldMk cId="0" sldId="295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7:01:48.111" v="626" actId="14100"/>
          <ac:spMkLst>
            <pc:docMk/>
            <pc:sldMk cId="0" sldId="29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5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7:01:51.439" v="627" actId="1076"/>
          <ac:spMkLst>
            <pc:docMk/>
            <pc:sldMk cId="0" sldId="295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7:01:53.936" v="628" actId="1076"/>
          <ac:spMkLst>
            <pc:docMk/>
            <pc:sldMk cId="0" sldId="295"/>
            <ac:spMk id="6" creationId="{00000000-0000-0000-0000-000000000000}"/>
          </ac:spMkLst>
        </pc:spChg>
        <pc:spChg chg="del mod">
          <ac:chgData name="Dr. Khurram Jadoon khan Asstt. Professor FCS" userId="684a1a15-bea5-4a17-9b67-1313be309245" providerId="ADAL" clId="{55F63D6A-FA50-4F6A-9762-711A1BCDCBF3}" dt="2024-09-18T07:01:56.675" v="629" actId="478"/>
          <ac:spMkLst>
            <pc:docMk/>
            <pc:sldMk cId="0" sldId="295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5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5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5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5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5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5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5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5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5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5"/>
            <ac:spMk id="17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0" sldId="296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2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6"/>
            <ac:spMk id="28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0" sldId="297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2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2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2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3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3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3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3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3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3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7"/>
            <ac:spMk id="36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0" sldId="298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2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2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29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30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31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3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3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3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3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3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3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8"/>
            <ac:spMk id="38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55F63D6A-FA50-4F6A-9762-711A1BCDCBF3}" dt="2024-09-18T06:56:59.883" v="587" actId="14100"/>
        <pc:sldMkLst>
          <pc:docMk/>
          <pc:sldMk cId="0" sldId="299"/>
        </pc:sldMkLst>
        <pc:spChg chg="mod">
          <ac:chgData name="Dr. Khurram Jadoon khan Asstt. Professor FCS" userId="684a1a15-bea5-4a17-9b67-1313be309245" providerId="ADAL" clId="{55F63D6A-FA50-4F6A-9762-711A1BCDCBF3}" dt="2024-09-18T06:56:59.883" v="587" actId="14100"/>
          <ac:spMkLst>
            <pc:docMk/>
            <pc:sldMk cId="0" sldId="29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6:53.147" v="584" actId="1076"/>
          <ac:spMkLst>
            <pc:docMk/>
            <pc:sldMk cId="0" sldId="299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6:56.435" v="585" actId="14100"/>
          <ac:spMkLst>
            <pc:docMk/>
            <pc:sldMk cId="0" sldId="299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299"/>
            <ac:spMk id="5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55F63D6A-FA50-4F6A-9762-711A1BCDCBF3}" dt="2024-09-18T06:57:43.775" v="606" actId="14100"/>
        <pc:sldMkLst>
          <pc:docMk/>
          <pc:sldMk cId="0" sldId="300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30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7:06.899" v="588" actId="1076"/>
          <ac:spMkLst>
            <pc:docMk/>
            <pc:sldMk cId="0" sldId="30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7:43.302" v="605" actId="164"/>
          <ac:spMkLst>
            <pc:docMk/>
            <pc:sldMk cId="0" sldId="30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7:43.302" v="605" actId="164"/>
          <ac:spMkLst>
            <pc:docMk/>
            <pc:sldMk cId="0" sldId="300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7:43.775" v="606" actId="14100"/>
          <ac:spMkLst>
            <pc:docMk/>
            <pc:sldMk cId="0" sldId="300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7:43.302" v="605" actId="164"/>
          <ac:spMkLst>
            <pc:docMk/>
            <pc:sldMk cId="0" sldId="300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300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7:43.302" v="605" actId="164"/>
          <ac:spMkLst>
            <pc:docMk/>
            <pc:sldMk cId="0" sldId="300"/>
            <ac:spMk id="9" creationId="{00000000-0000-0000-0000-000000000000}"/>
          </ac:spMkLst>
        </pc:spChg>
        <pc:spChg chg="del mod">
          <ac:chgData name="Dr. Khurram Jadoon khan Asstt. Professor FCS" userId="684a1a15-bea5-4a17-9b67-1313be309245" providerId="ADAL" clId="{55F63D6A-FA50-4F6A-9762-711A1BCDCBF3}" dt="2024-09-18T06:57:11.088" v="590" actId="478"/>
          <ac:spMkLst>
            <pc:docMk/>
            <pc:sldMk cId="0" sldId="300"/>
            <ac:spMk id="10" creationId="{00000000-0000-0000-0000-000000000000}"/>
          </ac:spMkLst>
        </pc:spChg>
        <pc:grpChg chg="add mod">
          <ac:chgData name="Dr. Khurram Jadoon khan Asstt. Professor FCS" userId="684a1a15-bea5-4a17-9b67-1313be309245" providerId="ADAL" clId="{55F63D6A-FA50-4F6A-9762-711A1BCDCBF3}" dt="2024-09-18T06:57:43.302" v="605" actId="164"/>
          <ac:grpSpMkLst>
            <pc:docMk/>
            <pc:sldMk cId="0" sldId="300"/>
            <ac:grpSpMk id="11" creationId="{9532832D-65A0-9C1E-F704-C50C5D861200}"/>
          </ac:grpSpMkLst>
        </pc:grpChg>
      </pc:sldChg>
      <pc:sldChg chg="modSp mod">
        <pc:chgData name="Dr. Khurram Jadoon khan Asstt. Professor FCS" userId="684a1a15-bea5-4a17-9b67-1313be309245" providerId="ADAL" clId="{55F63D6A-FA50-4F6A-9762-711A1BCDCBF3}" dt="2024-09-18T06:58:10.929" v="618" actId="14100"/>
        <pc:sldMkLst>
          <pc:docMk/>
          <pc:sldMk cId="0" sldId="301"/>
        </pc:sldMkLst>
        <pc:spChg chg="mod">
          <ac:chgData name="Dr. Khurram Jadoon khan Asstt. Professor FCS" userId="684a1a15-bea5-4a17-9b67-1313be309245" providerId="ADAL" clId="{55F63D6A-FA50-4F6A-9762-711A1BCDCBF3}" dt="2024-09-18T06:57:55.679" v="610" actId="1076"/>
          <ac:spMkLst>
            <pc:docMk/>
            <pc:sldMk cId="0" sldId="30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7:57.399" v="611" actId="1076"/>
          <ac:spMkLst>
            <pc:docMk/>
            <pc:sldMk cId="0" sldId="30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301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58:10.929" v="618" actId="14100"/>
          <ac:spMkLst>
            <pc:docMk/>
            <pc:sldMk cId="0" sldId="301"/>
            <ac:spMk id="5" creationId="{00000000-0000-0000-0000-000000000000}"/>
          </ac:spMkLst>
        </pc:spChg>
      </pc:sldChg>
      <pc:sldChg chg="modSp del">
        <pc:chgData name="Dr. Khurram Jadoon khan Asstt. Professor FCS" userId="684a1a15-bea5-4a17-9b67-1313be309245" providerId="ADAL" clId="{55F63D6A-FA50-4F6A-9762-711A1BCDCBF3}" dt="2024-09-18T06:58:36.801" v="619" actId="47"/>
        <pc:sldMkLst>
          <pc:docMk/>
          <pc:sldMk cId="0" sldId="302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30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302"/>
            <ac:spMk id="3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0" sldId="303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30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303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0" sldId="303"/>
            <ac:spMk id="4" creationId="{00000000-0000-0000-0000-000000000000}"/>
          </ac:spMkLst>
        </pc:spChg>
      </pc:sldChg>
      <pc:sldChg chg="delSp modSp del mod">
        <pc:chgData name="Dr. Khurram Jadoon khan Asstt. Professor FCS" userId="684a1a15-bea5-4a17-9b67-1313be309245" providerId="ADAL" clId="{55F63D6A-FA50-4F6A-9762-711A1BCDCBF3}" dt="2024-09-12T08:02:05.464" v="296" actId="47"/>
        <pc:sldMkLst>
          <pc:docMk/>
          <pc:sldMk cId="1996034703" sldId="304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1996034703" sldId="304"/>
            <ac:spMk id="2" creationId="{3A16B983-5B4A-DCF4-A768-B115F9B344AA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1996034703" sldId="304"/>
            <ac:spMk id="3" creationId="{0C4A6A31-B275-C985-1788-5E80E6938ADB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1996034703" sldId="304"/>
            <ac:spMk id="4" creationId="{70EFC80D-68A0-6AB1-E008-7E459F3491F7}"/>
          </ac:spMkLst>
        </pc:spChg>
        <pc:spChg chg="mod">
          <ac:chgData name="Dr. Khurram Jadoon khan Asstt. Professor FCS" userId="684a1a15-bea5-4a17-9b67-1313be309245" providerId="ADAL" clId="{55F63D6A-FA50-4F6A-9762-711A1BCDCBF3}" dt="2024-09-12T08:02:03.124" v="295" actId="14100"/>
          <ac:spMkLst>
            <pc:docMk/>
            <pc:sldMk cId="1996034703" sldId="304"/>
            <ac:spMk id="5" creationId="{442822C0-D04A-F4A7-F938-32C2B365F301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1996034703" sldId="304"/>
            <ac:spMk id="6" creationId="{19C4D2EE-81DC-3E67-AAE7-B16BB31F75B3}"/>
          </ac:spMkLst>
        </pc:spChg>
        <pc:spChg chg="del mod">
          <ac:chgData name="Dr. Khurram Jadoon khan Asstt. Professor FCS" userId="684a1a15-bea5-4a17-9b67-1313be309245" providerId="ADAL" clId="{55F63D6A-FA50-4F6A-9762-711A1BCDCBF3}" dt="2024-09-12T08:01:57.650" v="292" actId="478"/>
          <ac:spMkLst>
            <pc:docMk/>
            <pc:sldMk cId="1996034703" sldId="304"/>
            <ac:spMk id="7" creationId="{6BA84B73-6985-C589-3839-8A236ABD88AC}"/>
          </ac:spMkLst>
        </pc:spChg>
        <pc:spChg chg="del mod">
          <ac:chgData name="Dr. Khurram Jadoon khan Asstt. Professor FCS" userId="684a1a15-bea5-4a17-9b67-1313be309245" providerId="ADAL" clId="{55F63D6A-FA50-4F6A-9762-711A1BCDCBF3}" dt="2024-09-12T08:01:59.101" v="293" actId="478"/>
          <ac:spMkLst>
            <pc:docMk/>
            <pc:sldMk cId="1996034703" sldId="304"/>
            <ac:spMk id="8" creationId="{AE4E3B63-B5F0-F4FC-AB1B-EC2D61174758}"/>
          </ac:spMkLst>
        </pc:spChg>
      </pc:sldChg>
      <pc:sldChg chg="addSp modSp mod">
        <pc:chgData name="Dr. Khurram Jadoon khan Asstt. Professor FCS" userId="684a1a15-bea5-4a17-9b67-1313be309245" providerId="ADAL" clId="{55F63D6A-FA50-4F6A-9762-711A1BCDCBF3}" dt="2024-09-12T06:40:27.441" v="39" actId="14100"/>
        <pc:sldMkLst>
          <pc:docMk/>
          <pc:sldMk cId="3429512227" sldId="305"/>
        </pc:sldMkLst>
        <pc:spChg chg="mod">
          <ac:chgData name="Dr. Khurram Jadoon khan Asstt. Professor FCS" userId="684a1a15-bea5-4a17-9b67-1313be309245" providerId="ADAL" clId="{55F63D6A-FA50-4F6A-9762-711A1BCDCBF3}" dt="2024-09-12T06:40:09.097" v="33" actId="1076"/>
          <ac:spMkLst>
            <pc:docMk/>
            <pc:sldMk cId="3429512227" sldId="305"/>
            <ac:spMk id="2" creationId="{CC006267-B5E6-4BEB-9783-3EF4098C3799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0:16.299" v="36" actId="14100"/>
          <ac:spMkLst>
            <pc:docMk/>
            <pc:sldMk cId="3429512227" sldId="305"/>
            <ac:spMk id="3" creationId="{4384E028-9209-AB48-24EA-6E2036A591FF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0:22.725" v="37" actId="164"/>
          <ac:spMkLst>
            <pc:docMk/>
            <pc:sldMk cId="3429512227" sldId="305"/>
            <ac:spMk id="4" creationId="{B9A03F23-4526-9A91-14F3-8AE294F45002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0:22.725" v="37" actId="164"/>
          <ac:spMkLst>
            <pc:docMk/>
            <pc:sldMk cId="3429512227" sldId="305"/>
            <ac:spMk id="5" creationId="{429831B7-29B0-661F-5FF4-23FBFA0CDC71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0:22.725" v="37" actId="164"/>
          <ac:spMkLst>
            <pc:docMk/>
            <pc:sldMk cId="3429512227" sldId="305"/>
            <ac:spMk id="6" creationId="{4F4D1E44-18F9-126D-62A7-171C74F13F34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0:22.725" v="37" actId="164"/>
          <ac:spMkLst>
            <pc:docMk/>
            <pc:sldMk cId="3429512227" sldId="305"/>
            <ac:spMk id="7" creationId="{60193453-3AF8-99DA-040A-CD657E5EAB51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0:22.725" v="37" actId="164"/>
          <ac:spMkLst>
            <pc:docMk/>
            <pc:sldMk cId="3429512227" sldId="305"/>
            <ac:spMk id="8" creationId="{9AB78999-52EF-C8C7-FB61-335DF54ECAFB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0:22.725" v="37" actId="164"/>
          <ac:spMkLst>
            <pc:docMk/>
            <pc:sldMk cId="3429512227" sldId="305"/>
            <ac:spMk id="9" creationId="{DFD2CA8B-1D8F-00F3-C8E2-6C3C109D7B29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0:22.725" v="37" actId="164"/>
          <ac:spMkLst>
            <pc:docMk/>
            <pc:sldMk cId="3429512227" sldId="305"/>
            <ac:spMk id="10" creationId="{F3A4715C-8EB7-01F9-B680-0A78EAF7E1AE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0:22.725" v="37" actId="164"/>
          <ac:spMkLst>
            <pc:docMk/>
            <pc:sldMk cId="3429512227" sldId="305"/>
            <ac:spMk id="11" creationId="{6EE6CD77-5DC8-4A50-99C7-C7F6BD35B9BF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0:22.725" v="37" actId="164"/>
          <ac:spMkLst>
            <pc:docMk/>
            <pc:sldMk cId="3429512227" sldId="305"/>
            <ac:spMk id="12" creationId="{78757599-C062-01D4-DFE8-05CDF6E1CC86}"/>
          </ac:spMkLst>
        </pc:spChg>
        <pc:grpChg chg="add mod">
          <ac:chgData name="Dr. Khurram Jadoon khan Asstt. Professor FCS" userId="684a1a15-bea5-4a17-9b67-1313be309245" providerId="ADAL" clId="{55F63D6A-FA50-4F6A-9762-711A1BCDCBF3}" dt="2024-09-12T06:40:27.441" v="39" actId="14100"/>
          <ac:grpSpMkLst>
            <pc:docMk/>
            <pc:sldMk cId="3429512227" sldId="305"/>
            <ac:grpSpMk id="13" creationId="{AA871AA6-6AED-2C56-095B-890D8679793E}"/>
          </ac:grpSpMkLst>
        </pc:grpChg>
      </pc:sldChg>
      <pc:sldChg chg="addSp modSp mod">
        <pc:chgData name="Dr. Khurram Jadoon khan Asstt. Professor FCS" userId="684a1a15-bea5-4a17-9b67-1313be309245" providerId="ADAL" clId="{55F63D6A-FA50-4F6A-9762-711A1BCDCBF3}" dt="2024-09-12T07:27:53.266" v="285" actId="1076"/>
        <pc:sldMkLst>
          <pc:docMk/>
          <pc:sldMk cId="2267253607" sldId="306"/>
        </pc:sldMkLst>
        <pc:spChg chg="add mod">
          <ac:chgData name="Dr. Khurram Jadoon khan Asstt. Professor FCS" userId="684a1a15-bea5-4a17-9b67-1313be309245" providerId="ADAL" clId="{55F63D6A-FA50-4F6A-9762-711A1BCDCBF3}" dt="2024-09-12T07:27:49.292" v="284" actId="403"/>
          <ac:spMkLst>
            <pc:docMk/>
            <pc:sldMk cId="2267253607" sldId="306"/>
            <ac:spMk id="2" creationId="{E813C03B-7B88-A189-630E-DEABD07BE8F7}"/>
          </ac:spMkLst>
        </pc:spChg>
        <pc:spChg chg="mod">
          <ac:chgData name="Dr. Khurram Jadoon khan Asstt. Professor FCS" userId="684a1a15-bea5-4a17-9b67-1313be309245" providerId="ADAL" clId="{55F63D6A-FA50-4F6A-9762-711A1BCDCBF3}" dt="2024-09-12T07:27:53.266" v="285" actId="1076"/>
          <ac:spMkLst>
            <pc:docMk/>
            <pc:sldMk cId="2267253607" sldId="306"/>
            <ac:spMk id="3" creationId="{119A6F51-B63B-8A3D-2CB5-02A7A1874158}"/>
          </ac:spMkLst>
        </pc:spChg>
      </pc:sldChg>
      <pc:sldChg chg="addSp delSp modSp mod">
        <pc:chgData name="Dr. Khurram Jadoon khan Asstt. Professor FCS" userId="684a1a15-bea5-4a17-9b67-1313be309245" providerId="ADAL" clId="{55F63D6A-FA50-4F6A-9762-711A1BCDCBF3}" dt="2024-09-18T06:21:16.723" v="384" actId="947"/>
        <pc:sldMkLst>
          <pc:docMk/>
          <pc:sldMk cId="3814310000" sldId="307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3814310000" sldId="307"/>
            <ac:spMk id="2" creationId="{A215D4AA-4110-F515-A343-217DD86577B6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13:33.364" v="315" actId="1076"/>
          <ac:spMkLst>
            <pc:docMk/>
            <pc:sldMk cId="3814310000" sldId="307"/>
            <ac:spMk id="3" creationId="{358B5097-4B27-5DC1-8DB6-0B71A67BCFC5}"/>
          </ac:spMkLst>
        </pc:spChg>
        <pc:spChg chg="add mod">
          <ac:chgData name="Dr. Khurram Jadoon khan Asstt. Professor FCS" userId="684a1a15-bea5-4a17-9b67-1313be309245" providerId="ADAL" clId="{55F63D6A-FA50-4F6A-9762-711A1BCDCBF3}" dt="2024-09-18T06:21:16.723" v="384" actId="947"/>
          <ac:spMkLst>
            <pc:docMk/>
            <pc:sldMk cId="3814310000" sldId="307"/>
            <ac:spMk id="5" creationId="{17AC5805-302E-88C5-4E39-31983FCE12DA}"/>
          </ac:spMkLst>
        </pc:spChg>
        <pc:picChg chg="add mod">
          <ac:chgData name="Dr. Khurram Jadoon khan Asstt. Professor FCS" userId="684a1a15-bea5-4a17-9b67-1313be309245" providerId="ADAL" clId="{55F63D6A-FA50-4F6A-9762-711A1BCDCBF3}" dt="2024-09-18T06:20:58.700" v="380" actId="14100"/>
          <ac:picMkLst>
            <pc:docMk/>
            <pc:sldMk cId="3814310000" sldId="307"/>
            <ac:picMk id="7" creationId="{98C04A16-6127-6E62-8141-89813A56CDB0}"/>
          </ac:picMkLst>
        </pc:picChg>
        <pc:picChg chg="del mod">
          <ac:chgData name="Dr. Khurram Jadoon khan Asstt. Professor FCS" userId="684a1a15-bea5-4a17-9b67-1313be309245" providerId="ADAL" clId="{55F63D6A-FA50-4F6A-9762-711A1BCDCBF3}" dt="2024-09-18T06:20:53.933" v="378" actId="478"/>
          <ac:picMkLst>
            <pc:docMk/>
            <pc:sldMk cId="3814310000" sldId="307"/>
            <ac:picMk id="10" creationId="{0891FF14-9B92-5098-6FE2-3BC490859484}"/>
          </ac:picMkLst>
        </pc:picChg>
        <pc:picChg chg="mod">
          <ac:chgData name="Dr. Khurram Jadoon khan Asstt. Professor FCS" userId="684a1a15-bea5-4a17-9b67-1313be309245" providerId="ADAL" clId="{55F63D6A-FA50-4F6A-9762-711A1BCDCBF3}" dt="2024-09-18T06:13:39.380" v="318" actId="1076"/>
          <ac:picMkLst>
            <pc:docMk/>
            <pc:sldMk cId="3814310000" sldId="307"/>
            <ac:picMk id="12" creationId="{0D0BF9BE-2139-5049-612D-4BF1BA8DEBCC}"/>
          </ac:picMkLst>
        </pc:picChg>
        <pc:picChg chg="mod">
          <ac:chgData name="Dr. Khurram Jadoon khan Asstt. Professor FCS" userId="684a1a15-bea5-4a17-9b67-1313be309245" providerId="ADAL" clId="{55F63D6A-FA50-4F6A-9762-711A1BCDCBF3}" dt="2024-09-18T06:13:40.901" v="319" actId="1076"/>
          <ac:picMkLst>
            <pc:docMk/>
            <pc:sldMk cId="3814310000" sldId="307"/>
            <ac:picMk id="14" creationId="{84F811E0-8173-BA5A-BFD3-C7D1457331BE}"/>
          </ac:picMkLst>
        </pc:picChg>
      </pc:sldChg>
      <pc:sldChg chg="modSp mod">
        <pc:chgData name="Dr. Khurram Jadoon khan Asstt. Professor FCS" userId="684a1a15-bea5-4a17-9b67-1313be309245" providerId="ADAL" clId="{55F63D6A-FA50-4F6A-9762-711A1BCDCBF3}" dt="2024-09-12T06:40:01.435" v="32" actId="20577"/>
        <pc:sldMkLst>
          <pc:docMk/>
          <pc:sldMk cId="1759063611" sldId="308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1759063611" sldId="308"/>
            <ac:spMk id="16" creationId="{ABD1A024-8168-B723-A745-B2DB14B0ACD9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51.563" v="29" actId="14100"/>
          <ac:spMkLst>
            <pc:docMk/>
            <pc:sldMk cId="1759063611" sldId="308"/>
            <ac:spMk id="18" creationId="{73196422-4458-71AA-057B-B55E8FC69CBD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40:01.435" v="32" actId="20577"/>
          <ac:spMkLst>
            <pc:docMk/>
            <pc:sldMk cId="1759063611" sldId="308"/>
            <ac:spMk id="20" creationId="{878FECEB-B548-0CCF-6CC5-E08C6F1E4076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48.419" v="28" actId="403"/>
          <ac:spMkLst>
            <pc:docMk/>
            <pc:sldMk cId="1759063611" sldId="308"/>
            <ac:spMk id="22" creationId="{8EE49B44-E3E5-B989-1F85-7BFAFEB4058B}"/>
          </ac:spMkLst>
        </pc:spChg>
      </pc:sldChg>
      <pc:sldChg chg="modSp mod modNotes">
        <pc:chgData name="Dr. Khurram Jadoon khan Asstt. Professor FCS" userId="684a1a15-bea5-4a17-9b67-1313be309245" providerId="ADAL" clId="{55F63D6A-FA50-4F6A-9762-711A1BCDCBF3}" dt="2024-09-12T07:05:36.402" v="142" actId="20577"/>
        <pc:sldMkLst>
          <pc:docMk/>
          <pc:sldMk cId="1426193298" sldId="309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1426193298" sldId="309"/>
            <ac:spMk id="2" creationId="{973FF33E-E67F-4532-6CD9-CB56FDDFDEF7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59:37.611" v="115" actId="14100"/>
          <ac:spMkLst>
            <pc:docMk/>
            <pc:sldMk cId="1426193298" sldId="309"/>
            <ac:spMk id="5" creationId="{CE750F75-E7A3-529A-9EAC-5A53D4866ED7}"/>
          </ac:spMkLst>
        </pc:spChg>
        <pc:spChg chg="mod">
          <ac:chgData name="Dr. Khurram Jadoon khan Asstt. Professor FCS" userId="684a1a15-bea5-4a17-9b67-1313be309245" providerId="ADAL" clId="{55F63D6A-FA50-4F6A-9762-711A1BCDCBF3}" dt="2024-09-12T07:05:36.402" v="142" actId="20577"/>
          <ac:spMkLst>
            <pc:docMk/>
            <pc:sldMk cId="1426193298" sldId="309"/>
            <ac:spMk id="7" creationId="{728ECD47-EC4E-F347-330C-A1CF8855C3B0}"/>
          </ac:spMkLst>
        </pc:spChg>
        <pc:picChg chg="mod">
          <ac:chgData name="Dr. Khurram Jadoon khan Asstt. Professor FCS" userId="684a1a15-bea5-4a17-9b67-1313be309245" providerId="ADAL" clId="{55F63D6A-FA50-4F6A-9762-711A1BCDCBF3}" dt="2024-09-12T06:59:53.186" v="119" actId="14100"/>
          <ac:picMkLst>
            <pc:docMk/>
            <pc:sldMk cId="1426193298" sldId="309"/>
            <ac:picMk id="8" creationId="{0A030BAE-1E87-6AC8-4562-1C932F84B191}"/>
          </ac:picMkLst>
        </pc:picChg>
        <pc:picChg chg="mod">
          <ac:chgData name="Dr. Khurram Jadoon khan Asstt. Professor FCS" userId="684a1a15-bea5-4a17-9b67-1313be309245" providerId="ADAL" clId="{55F63D6A-FA50-4F6A-9762-711A1BCDCBF3}" dt="2024-09-12T07:05:20.457" v="133" actId="1076"/>
          <ac:picMkLst>
            <pc:docMk/>
            <pc:sldMk cId="1426193298" sldId="309"/>
            <ac:picMk id="10" creationId="{E73B707E-F675-66BC-A8D8-617B79DA2ECB}"/>
          </ac:picMkLst>
        </pc:picChg>
      </pc:sldChg>
      <pc:sldChg chg="addSp modSp mod">
        <pc:chgData name="Dr. Khurram Jadoon khan Asstt. Professor FCS" userId="684a1a15-bea5-4a17-9b67-1313be309245" providerId="ADAL" clId="{55F63D6A-FA50-4F6A-9762-711A1BCDCBF3}" dt="2024-09-12T07:24:09.115" v="224" actId="20577"/>
        <pc:sldMkLst>
          <pc:docMk/>
          <pc:sldMk cId="4184484795" sldId="310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4184484795" sldId="310"/>
            <ac:spMk id="2" creationId="{E94DC6B6-F4B2-912D-B3C2-24C372A14CA2}"/>
          </ac:spMkLst>
        </pc:spChg>
        <pc:spChg chg="add mod">
          <ac:chgData name="Dr. Khurram Jadoon khan Asstt. Professor FCS" userId="684a1a15-bea5-4a17-9b67-1313be309245" providerId="ADAL" clId="{55F63D6A-FA50-4F6A-9762-711A1BCDCBF3}" dt="2024-09-12T07:24:09.115" v="224" actId="20577"/>
          <ac:spMkLst>
            <pc:docMk/>
            <pc:sldMk cId="4184484795" sldId="310"/>
            <ac:spMk id="4" creationId="{66EBAE32-A99C-81E2-71A9-02551128E312}"/>
          </ac:spMkLst>
        </pc:spChg>
        <pc:picChg chg="mod">
          <ac:chgData name="Dr. Khurram Jadoon khan Asstt. Professor FCS" userId="684a1a15-bea5-4a17-9b67-1313be309245" providerId="ADAL" clId="{55F63D6A-FA50-4F6A-9762-711A1BCDCBF3}" dt="2024-09-12T07:15:35.250" v="205" actId="14100"/>
          <ac:picMkLst>
            <pc:docMk/>
            <pc:sldMk cId="4184484795" sldId="310"/>
            <ac:picMk id="5" creationId="{697CBD29-32B7-B034-6925-E1E7E1FE9F6A}"/>
          </ac:picMkLst>
        </pc:picChg>
      </pc:sldChg>
      <pc:sldChg chg="modSp">
        <pc:chgData name="Dr. Khurram Jadoon khan Asstt. Professor FCS" userId="684a1a15-bea5-4a17-9b67-1313be309245" providerId="ADAL" clId="{55F63D6A-FA50-4F6A-9762-711A1BCDCBF3}" dt="2024-09-12T06:39:24.536" v="21"/>
        <pc:sldMkLst>
          <pc:docMk/>
          <pc:sldMk cId="4194749495" sldId="311"/>
        </pc:sld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k cId="4194749495" sldId="311"/>
            <ac:spMk id="2" creationId="{7DD80938-1624-5C15-B196-985BDB616124}"/>
          </ac:spMkLst>
        </pc:spChg>
        <pc:picChg chg="mod">
          <ac:chgData name="Dr. Khurram Jadoon khan Asstt. Professor FCS" userId="684a1a15-bea5-4a17-9b67-1313be309245" providerId="ADAL" clId="{55F63D6A-FA50-4F6A-9762-711A1BCDCBF3}" dt="2024-09-12T06:39:24.536" v="21"/>
          <ac:picMkLst>
            <pc:docMk/>
            <pc:sldMk cId="4194749495" sldId="311"/>
            <ac:picMk id="4" creationId="{45CB1CF2-4606-C201-0CA9-57C723063A02}"/>
          </ac:picMkLst>
        </pc:picChg>
        <pc:picChg chg="mod">
          <ac:chgData name="Dr. Khurram Jadoon khan Asstt. Professor FCS" userId="684a1a15-bea5-4a17-9b67-1313be309245" providerId="ADAL" clId="{55F63D6A-FA50-4F6A-9762-711A1BCDCBF3}" dt="2024-09-12T06:39:24.536" v="21"/>
          <ac:picMkLst>
            <pc:docMk/>
            <pc:sldMk cId="4194749495" sldId="311"/>
            <ac:picMk id="5" creationId="{62BB911C-B5FE-E489-C2BC-275D0903B20E}"/>
          </ac:picMkLst>
        </pc:picChg>
      </pc:sldChg>
      <pc:sldChg chg="modSp mod">
        <pc:chgData name="Dr. Khurram Jadoon khan Asstt. Professor FCS" userId="684a1a15-bea5-4a17-9b67-1313be309245" providerId="ADAL" clId="{55F63D6A-FA50-4F6A-9762-711A1BCDCBF3}" dt="2024-09-18T06:29:39.755" v="459" actId="1076"/>
        <pc:sldMkLst>
          <pc:docMk/>
          <pc:sldMk cId="2991814883" sldId="312"/>
        </pc:sldMkLst>
        <pc:spChg chg="mod">
          <ac:chgData name="Dr. Khurram Jadoon khan Asstt. Professor FCS" userId="684a1a15-bea5-4a17-9b67-1313be309245" providerId="ADAL" clId="{55F63D6A-FA50-4F6A-9762-711A1BCDCBF3}" dt="2024-09-18T06:29:39.755" v="459" actId="1076"/>
          <ac:spMkLst>
            <pc:docMk/>
            <pc:sldMk cId="2991814883" sldId="312"/>
            <ac:spMk id="6" creationId="{7D502CFE-42A6-8C99-7D0B-7875C5C2FF47}"/>
          </ac:spMkLst>
        </pc:spChg>
        <pc:spChg chg="mod">
          <ac:chgData name="Dr. Khurram Jadoon khan Asstt. Professor FCS" userId="684a1a15-bea5-4a17-9b67-1313be309245" providerId="ADAL" clId="{55F63D6A-FA50-4F6A-9762-711A1BCDCBF3}" dt="2024-09-18T06:29:36.325" v="458" actId="1076"/>
          <ac:spMkLst>
            <pc:docMk/>
            <pc:sldMk cId="2991814883" sldId="312"/>
            <ac:spMk id="8" creationId="{FA189231-2CEA-7772-EC4E-9E1D8D041889}"/>
          </ac:spMkLst>
        </pc:spChg>
        <pc:spChg chg="mod">
          <ac:chgData name="Dr. Khurram Jadoon khan Asstt. Professor FCS" userId="684a1a15-bea5-4a17-9b67-1313be309245" providerId="ADAL" clId="{55F63D6A-FA50-4F6A-9762-711A1BCDCBF3}" dt="2024-09-12T07:25:23.443" v="234" actId="1076"/>
          <ac:spMkLst>
            <pc:docMk/>
            <pc:sldMk cId="2991814883" sldId="312"/>
            <ac:spMk id="10" creationId="{A1B3B6EF-008F-3462-C44D-27E678750BF2}"/>
          </ac:spMkLst>
        </pc:spChg>
      </pc:sldChg>
      <pc:sldChg chg="addSp modSp mod">
        <pc:chgData name="Dr. Khurram Jadoon khan Asstt. Professor FCS" userId="684a1a15-bea5-4a17-9b67-1313be309245" providerId="ADAL" clId="{55F63D6A-FA50-4F6A-9762-711A1BCDCBF3}" dt="2024-09-18T06:34:38.946" v="508" actId="14100"/>
        <pc:sldMkLst>
          <pc:docMk/>
          <pc:sldMk cId="3269845630" sldId="313"/>
        </pc:sldMkLst>
        <pc:spChg chg="add mod">
          <ac:chgData name="Dr. Khurram Jadoon khan Asstt. Professor FCS" userId="684a1a15-bea5-4a17-9b67-1313be309245" providerId="ADAL" clId="{55F63D6A-FA50-4F6A-9762-711A1BCDCBF3}" dt="2024-09-18T06:34:38.946" v="508" actId="14100"/>
          <ac:spMkLst>
            <pc:docMk/>
            <pc:sldMk cId="3269845630" sldId="313"/>
            <ac:spMk id="2" creationId="{7D01BA28-CB90-0D20-B855-14C222F33CB1}"/>
          </ac:spMkLst>
        </pc:spChg>
        <pc:picChg chg="mod">
          <ac:chgData name="Dr. Khurram Jadoon khan Asstt. Professor FCS" userId="684a1a15-bea5-4a17-9b67-1313be309245" providerId="ADAL" clId="{55F63D6A-FA50-4F6A-9762-711A1BCDCBF3}" dt="2024-09-12T06:39:24.536" v="21"/>
          <ac:picMkLst>
            <pc:docMk/>
            <pc:sldMk cId="3269845630" sldId="313"/>
            <ac:picMk id="7" creationId="{0748708D-199D-B4B7-E910-F43E77393E52}"/>
          </ac:picMkLst>
        </pc:picChg>
      </pc:sldChg>
      <pc:sldChg chg="modSp mod">
        <pc:chgData name="Dr. Khurram Jadoon khan Asstt. Professor FCS" userId="684a1a15-bea5-4a17-9b67-1313be309245" providerId="ADAL" clId="{55F63D6A-FA50-4F6A-9762-711A1BCDCBF3}" dt="2024-09-18T06:45:41.200" v="549" actId="14100"/>
        <pc:sldMkLst>
          <pc:docMk/>
          <pc:sldMk cId="3841839522" sldId="314"/>
        </pc:sldMkLst>
        <pc:picChg chg="mod">
          <ac:chgData name="Dr. Khurram Jadoon khan Asstt. Professor FCS" userId="684a1a15-bea5-4a17-9b67-1313be309245" providerId="ADAL" clId="{55F63D6A-FA50-4F6A-9762-711A1BCDCBF3}" dt="2024-09-18T06:45:41.200" v="549" actId="14100"/>
          <ac:picMkLst>
            <pc:docMk/>
            <pc:sldMk cId="3841839522" sldId="314"/>
            <ac:picMk id="5" creationId="{A30650A5-1A3A-A7D3-BD90-126FA10F13D8}"/>
          </ac:picMkLst>
        </pc:picChg>
      </pc:sldChg>
      <pc:sldChg chg="addSp delSp modSp new mod">
        <pc:chgData name="Dr. Khurram Jadoon khan Asstt. Professor FCS" userId="684a1a15-bea5-4a17-9b67-1313be309245" providerId="ADAL" clId="{55F63D6A-FA50-4F6A-9762-711A1BCDCBF3}" dt="2024-09-18T06:26:36.103" v="450" actId="207"/>
        <pc:sldMkLst>
          <pc:docMk/>
          <pc:sldMk cId="2789082355" sldId="315"/>
        </pc:sldMkLst>
        <pc:spChg chg="del">
          <ac:chgData name="Dr. Khurram Jadoon khan Asstt. Professor FCS" userId="684a1a15-bea5-4a17-9b67-1313be309245" providerId="ADAL" clId="{55F63D6A-FA50-4F6A-9762-711A1BCDCBF3}" dt="2024-09-18T06:19:11.134" v="339" actId="478"/>
          <ac:spMkLst>
            <pc:docMk/>
            <pc:sldMk cId="2789082355" sldId="315"/>
            <ac:spMk id="2" creationId="{49159206-0FB6-9065-0718-FDFBB0DC7556}"/>
          </ac:spMkLst>
        </pc:spChg>
        <pc:spChg chg="del">
          <ac:chgData name="Dr. Khurram Jadoon khan Asstt. Professor FCS" userId="684a1a15-bea5-4a17-9b67-1313be309245" providerId="ADAL" clId="{55F63D6A-FA50-4F6A-9762-711A1BCDCBF3}" dt="2024-09-18T06:19:11.875" v="340" actId="478"/>
          <ac:spMkLst>
            <pc:docMk/>
            <pc:sldMk cId="2789082355" sldId="315"/>
            <ac:spMk id="3" creationId="{FAE7DD48-50EC-4BEB-39B5-2700CBE5FF74}"/>
          </ac:spMkLst>
        </pc:spChg>
        <pc:spChg chg="add mod">
          <ac:chgData name="Dr. Khurram Jadoon khan Asstt. Professor FCS" userId="684a1a15-bea5-4a17-9b67-1313be309245" providerId="ADAL" clId="{55F63D6A-FA50-4F6A-9762-711A1BCDCBF3}" dt="2024-09-18T06:25:27.546" v="432" actId="1076"/>
          <ac:spMkLst>
            <pc:docMk/>
            <pc:sldMk cId="2789082355" sldId="315"/>
            <ac:spMk id="7" creationId="{C0C3ACC3-769F-25E7-2AE7-24A8A7F67B3C}"/>
          </ac:spMkLst>
        </pc:spChg>
        <pc:spChg chg="add mod">
          <ac:chgData name="Dr. Khurram Jadoon khan Asstt. Professor FCS" userId="684a1a15-bea5-4a17-9b67-1313be309245" providerId="ADAL" clId="{55F63D6A-FA50-4F6A-9762-711A1BCDCBF3}" dt="2024-09-18T06:26:36.103" v="450" actId="207"/>
          <ac:spMkLst>
            <pc:docMk/>
            <pc:sldMk cId="2789082355" sldId="315"/>
            <ac:spMk id="10" creationId="{2A121F22-B305-0B7F-848F-F429D7AFEF4A}"/>
          </ac:spMkLst>
        </pc:spChg>
        <pc:picChg chg="add mod">
          <ac:chgData name="Dr. Khurram Jadoon khan Asstt. Professor FCS" userId="684a1a15-bea5-4a17-9b67-1313be309245" providerId="ADAL" clId="{55F63D6A-FA50-4F6A-9762-711A1BCDCBF3}" dt="2024-09-18T06:25:29.130" v="433" actId="1076"/>
          <ac:picMkLst>
            <pc:docMk/>
            <pc:sldMk cId="2789082355" sldId="315"/>
            <ac:picMk id="5" creationId="{D6D07E57-1817-FF86-538C-5E99307C555D}"/>
          </ac:picMkLst>
        </pc:picChg>
        <pc:picChg chg="add del mod">
          <ac:chgData name="Dr. Khurram Jadoon khan Asstt. Professor FCS" userId="684a1a15-bea5-4a17-9b67-1313be309245" providerId="ADAL" clId="{55F63D6A-FA50-4F6A-9762-711A1BCDCBF3}" dt="2024-09-18T06:25:20.010" v="429" actId="21"/>
          <ac:picMkLst>
            <pc:docMk/>
            <pc:sldMk cId="2789082355" sldId="315"/>
            <ac:picMk id="9" creationId="{7A295D5A-3A6F-82B3-5D25-12E9C697C24B}"/>
          </ac:picMkLst>
        </pc:picChg>
        <pc:picChg chg="add mod">
          <ac:chgData name="Dr. Khurram Jadoon khan Asstt. Professor FCS" userId="684a1a15-bea5-4a17-9b67-1313be309245" providerId="ADAL" clId="{55F63D6A-FA50-4F6A-9762-711A1BCDCBF3}" dt="2024-09-18T06:25:36.649" v="437" actId="1076"/>
          <ac:picMkLst>
            <pc:docMk/>
            <pc:sldMk cId="2789082355" sldId="315"/>
            <ac:picMk id="11" creationId="{7A295D5A-3A6F-82B3-5D25-12E9C697C24B}"/>
          </ac:picMkLst>
        </pc:picChg>
      </pc:sldChg>
      <pc:sldMasterChg chg="modSp modSldLayout">
        <pc:chgData name="Dr. Khurram Jadoon khan Asstt. Professor FCS" userId="684a1a15-bea5-4a17-9b67-1313be309245" providerId="ADAL" clId="{55F63D6A-FA50-4F6A-9762-711A1BCDCBF3}" dt="2024-09-12T06:39:24.536" v="21"/>
        <pc:sldMasterMkLst>
          <pc:docMk/>
          <pc:sldMasterMk cId="0" sldId="2147483648"/>
        </pc:sldMasterMkLst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55F63D6A-FA50-4F6A-9762-711A1BCDCBF3}" dt="2024-09-12T06:39:24.536" v="21"/>
          <ac:spMkLst>
            <pc:docMk/>
            <pc:sldMasterMk cId="0" sldId="2147483648"/>
            <ac:spMk id="6" creationId="{00000000-0000-0000-0000-000000000000}"/>
          </ac:spMkLst>
        </pc:spChg>
        <pc:sldLayoutChg chg="modSp">
          <pc:chgData name="Dr. Khurram Jadoon khan Asstt. Professor FCS" userId="684a1a15-bea5-4a17-9b67-1313be309245" providerId="ADAL" clId="{55F63D6A-FA50-4F6A-9762-711A1BCDCBF3}" dt="2024-09-12T06:39:24.536" v="21"/>
          <pc:sldLayoutMkLst>
            <pc:docMk/>
            <pc:sldMasterMk cId="0" sldId="2147483648"/>
            <pc:sldLayoutMk cId="0" sldId="2147483661"/>
          </pc:sldLayoutMkLst>
          <pc:spChg chg="mod">
            <ac:chgData name="Dr. Khurram Jadoon khan Asstt. Professor FCS" userId="684a1a15-bea5-4a17-9b67-1313be309245" providerId="ADAL" clId="{55F63D6A-FA50-4F6A-9762-711A1BCDCBF3}" dt="2024-09-12T06:39:24.536" v="21"/>
            <ac:spMkLst>
              <pc:docMk/>
              <pc:sldMasterMk cId="0" sldId="2147483648"/>
              <pc:sldLayoutMk cId="0" sldId="2147483661"/>
              <ac:spMk id="2" creationId="{00000000-0000-0000-0000-000000000000}"/>
            </ac:spMkLst>
          </pc:spChg>
          <pc:spChg chg="mod">
            <ac:chgData name="Dr. Khurram Jadoon khan Asstt. Professor FCS" userId="684a1a15-bea5-4a17-9b67-1313be309245" providerId="ADAL" clId="{55F63D6A-FA50-4F6A-9762-711A1BCDCBF3}" dt="2024-09-12T06:39:24.536" v="21"/>
            <ac:spMkLst>
              <pc:docMk/>
              <pc:sldMasterMk cId="0" sldId="2147483648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Dr. Khurram Jadoon khan Asstt. Professor FCS" userId="684a1a15-bea5-4a17-9b67-1313be309245" providerId="ADAL" clId="{55F63D6A-FA50-4F6A-9762-711A1BCDCBF3}" dt="2024-09-12T06:39:24.536" v="21"/>
          <pc:sldLayoutMkLst>
            <pc:docMk/>
            <pc:sldMasterMk cId="0" sldId="2147483648"/>
            <pc:sldLayoutMk cId="0" sldId="2147483662"/>
          </pc:sldLayoutMkLst>
          <pc:spChg chg="mod">
            <ac:chgData name="Dr. Khurram Jadoon khan Asstt. Professor FCS" userId="684a1a15-bea5-4a17-9b67-1313be309245" providerId="ADAL" clId="{55F63D6A-FA50-4F6A-9762-711A1BCDCBF3}" dt="2024-09-12T06:39:24.536" v="21"/>
            <ac:spMkLst>
              <pc:docMk/>
              <pc:sldMasterMk cId="0" sldId="2147483648"/>
              <pc:sldLayoutMk cId="0" sldId="2147483662"/>
              <ac:spMk id="2" creationId="{00000000-0000-0000-0000-000000000000}"/>
            </ac:spMkLst>
          </pc:spChg>
          <pc:spChg chg="mod">
            <ac:chgData name="Dr. Khurram Jadoon khan Asstt. Professor FCS" userId="684a1a15-bea5-4a17-9b67-1313be309245" providerId="ADAL" clId="{55F63D6A-FA50-4F6A-9762-711A1BCDCBF3}" dt="2024-09-12T06:39:24.536" v="21"/>
            <ac:spMkLst>
              <pc:docMk/>
              <pc:sldMasterMk cId="0" sldId="2147483648"/>
              <pc:sldLayoutMk cId="0" sldId="2147483662"/>
              <ac:spMk id="3" creationId="{00000000-0000-0000-0000-000000000000}"/>
            </ac:spMkLst>
          </pc:spChg>
        </pc:sldLayoutChg>
        <pc:sldLayoutChg chg="modSp">
          <pc:chgData name="Dr. Khurram Jadoon khan Asstt. Professor FCS" userId="684a1a15-bea5-4a17-9b67-1313be309245" providerId="ADAL" clId="{55F63D6A-FA50-4F6A-9762-711A1BCDCBF3}" dt="2024-09-12T06:39:24.536" v="21"/>
          <pc:sldLayoutMkLst>
            <pc:docMk/>
            <pc:sldMasterMk cId="0" sldId="2147483648"/>
            <pc:sldLayoutMk cId="0" sldId="2147483663"/>
          </pc:sldLayoutMkLst>
          <pc:spChg chg="mod">
            <ac:chgData name="Dr. Khurram Jadoon khan Asstt. Professor FCS" userId="684a1a15-bea5-4a17-9b67-1313be309245" providerId="ADAL" clId="{55F63D6A-FA50-4F6A-9762-711A1BCDCBF3}" dt="2024-09-12T06:39:24.536" v="21"/>
            <ac:spMkLst>
              <pc:docMk/>
              <pc:sldMasterMk cId="0" sldId="2147483648"/>
              <pc:sldLayoutMk cId="0" sldId="2147483663"/>
              <ac:spMk id="2" creationId="{00000000-0000-0000-0000-000000000000}"/>
            </ac:spMkLst>
          </pc:spChg>
          <pc:spChg chg="mod">
            <ac:chgData name="Dr. Khurram Jadoon khan Asstt. Professor FCS" userId="684a1a15-bea5-4a17-9b67-1313be309245" providerId="ADAL" clId="{55F63D6A-FA50-4F6A-9762-711A1BCDCBF3}" dt="2024-09-12T06:39:24.536" v="21"/>
            <ac:spMkLst>
              <pc:docMk/>
              <pc:sldMasterMk cId="0" sldId="2147483648"/>
              <pc:sldLayoutMk cId="0" sldId="2147483663"/>
              <ac:spMk id="3" creationId="{00000000-0000-0000-0000-000000000000}"/>
            </ac:spMkLst>
          </pc:spChg>
          <pc:spChg chg="mod">
            <ac:chgData name="Dr. Khurram Jadoon khan Asstt. Professor FCS" userId="684a1a15-bea5-4a17-9b67-1313be309245" providerId="ADAL" clId="{55F63D6A-FA50-4F6A-9762-711A1BCDCBF3}" dt="2024-09-12T06:39:24.536" v="21"/>
            <ac:spMkLst>
              <pc:docMk/>
              <pc:sldMasterMk cId="0" sldId="2147483648"/>
              <pc:sldLayoutMk cId="0" sldId="2147483663"/>
              <ac:spMk id="4" creationId="{00000000-0000-0000-0000-000000000000}"/>
            </ac:spMkLst>
          </pc:spChg>
        </pc:sldLayoutChg>
        <pc:sldLayoutChg chg="modSp">
          <pc:chgData name="Dr. Khurram Jadoon khan Asstt. Professor FCS" userId="684a1a15-bea5-4a17-9b67-1313be309245" providerId="ADAL" clId="{55F63D6A-FA50-4F6A-9762-711A1BCDCBF3}" dt="2024-09-12T06:39:24.536" v="21"/>
          <pc:sldLayoutMkLst>
            <pc:docMk/>
            <pc:sldMasterMk cId="0" sldId="2147483648"/>
            <pc:sldLayoutMk cId="0" sldId="2147483664"/>
          </pc:sldLayoutMkLst>
          <pc:spChg chg="mod">
            <ac:chgData name="Dr. Khurram Jadoon khan Asstt. Professor FCS" userId="684a1a15-bea5-4a17-9b67-1313be309245" providerId="ADAL" clId="{55F63D6A-FA50-4F6A-9762-711A1BCDCBF3}" dt="2024-09-12T06:39:24.536" v="21"/>
            <ac:spMkLst>
              <pc:docMk/>
              <pc:sldMasterMk cId="0" sldId="2147483648"/>
              <pc:sldLayoutMk cId="0" sldId="2147483664"/>
              <ac:spMk id="2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D1283-19BD-4D4A-B3FE-13A97584C1BF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9750" y="944563"/>
            <a:ext cx="4533900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1F41B-682F-42D0-B909-022F97F75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9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1F41B-682F-42D0-B909-022F97F752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02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79750" y="944563"/>
            <a:ext cx="4533900" cy="2551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So, the total number of possible world states is: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KaTeX_Main"/>
              </a:rPr>
              <a:t>2^4=2×2×2×2=16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This means there are 16 different possible configurations or states that the game world can be in when considering 4 locations. Each configuration represents a unique combination of which locations are occupied and which are not.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1F41B-682F-42D0-B909-022F97F752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35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2D06B-51F9-AE0D-8C94-FF4342AB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1C3F4-94BA-6E76-5845-1AC1158AB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79750" y="944563"/>
            <a:ext cx="4533900" cy="25511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A7691-D538-EED9-E364-B1AFB2A00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So, the total number of possible world states is: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KaTeX_Main"/>
              </a:rPr>
              <a:t>2^4=2×2×2×2=16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This means there are 16 different possible configurations or states that the game world can be in when considering 4 locations. Each configuration represents a unique combination of which locations are occupied and which are not.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49F5F-BD8E-B3D9-BF21-9A56B8D0E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1F41B-682F-42D0-B909-022F97F752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80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7507" y="2342518"/>
            <a:ext cx="11418411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5014" y="4231643"/>
            <a:ext cx="9403398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5690" y="506985"/>
            <a:ext cx="8082042" cy="615553"/>
          </a:xfrm>
        </p:spPr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0404" y="1729233"/>
            <a:ext cx="9469606" cy="430887"/>
          </a:xfrm>
        </p:spPr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5690" y="506985"/>
            <a:ext cx="8082042" cy="615553"/>
          </a:xfrm>
        </p:spPr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1673" y="1737997"/>
            <a:ext cx="58435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18214" y="1737997"/>
            <a:ext cx="58435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5690" y="506985"/>
            <a:ext cx="8082042" cy="615553"/>
          </a:xfrm>
        </p:spPr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5690" y="506985"/>
            <a:ext cx="8082042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0404" y="1729234"/>
            <a:ext cx="946960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67365" y="7027548"/>
            <a:ext cx="42986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1671" y="7027548"/>
            <a:ext cx="30896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72066" y="7027548"/>
            <a:ext cx="30896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71">
        <a:defRPr>
          <a:latin typeface="+mn-lt"/>
          <a:ea typeface="+mn-ea"/>
          <a:cs typeface="+mn-cs"/>
        </a:defRPr>
      </a:lvl2pPr>
      <a:lvl3pPr marL="914341">
        <a:defRPr>
          <a:latin typeface="+mn-lt"/>
          <a:ea typeface="+mn-ea"/>
          <a:cs typeface="+mn-cs"/>
        </a:defRPr>
      </a:lvl3pPr>
      <a:lvl4pPr marL="1371511">
        <a:defRPr>
          <a:latin typeface="+mn-lt"/>
          <a:ea typeface="+mn-ea"/>
          <a:cs typeface="+mn-cs"/>
        </a:defRPr>
      </a:lvl4pPr>
      <a:lvl5pPr marL="1828682">
        <a:defRPr>
          <a:latin typeface="+mn-lt"/>
          <a:ea typeface="+mn-ea"/>
          <a:cs typeface="+mn-cs"/>
        </a:defRPr>
      </a:lvl5pPr>
      <a:lvl6pPr marL="2285852">
        <a:defRPr>
          <a:latin typeface="+mn-lt"/>
          <a:ea typeface="+mn-ea"/>
          <a:cs typeface="+mn-cs"/>
        </a:defRPr>
      </a:lvl6pPr>
      <a:lvl7pPr marL="2743022">
        <a:defRPr>
          <a:latin typeface="+mn-lt"/>
          <a:ea typeface="+mn-ea"/>
          <a:cs typeface="+mn-cs"/>
        </a:defRPr>
      </a:lvl7pPr>
      <a:lvl8pPr marL="3200192">
        <a:defRPr>
          <a:latin typeface="+mn-lt"/>
          <a:ea typeface="+mn-ea"/>
          <a:cs typeface="+mn-cs"/>
        </a:defRPr>
      </a:lvl8pPr>
      <a:lvl9pPr marL="365736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71">
        <a:defRPr>
          <a:latin typeface="+mn-lt"/>
          <a:ea typeface="+mn-ea"/>
          <a:cs typeface="+mn-cs"/>
        </a:defRPr>
      </a:lvl2pPr>
      <a:lvl3pPr marL="914341">
        <a:defRPr>
          <a:latin typeface="+mn-lt"/>
          <a:ea typeface="+mn-ea"/>
          <a:cs typeface="+mn-cs"/>
        </a:defRPr>
      </a:lvl3pPr>
      <a:lvl4pPr marL="1371511">
        <a:defRPr>
          <a:latin typeface="+mn-lt"/>
          <a:ea typeface="+mn-ea"/>
          <a:cs typeface="+mn-cs"/>
        </a:defRPr>
      </a:lvl4pPr>
      <a:lvl5pPr marL="1828682">
        <a:defRPr>
          <a:latin typeface="+mn-lt"/>
          <a:ea typeface="+mn-ea"/>
          <a:cs typeface="+mn-cs"/>
        </a:defRPr>
      </a:lvl5pPr>
      <a:lvl6pPr marL="2285852">
        <a:defRPr>
          <a:latin typeface="+mn-lt"/>
          <a:ea typeface="+mn-ea"/>
          <a:cs typeface="+mn-cs"/>
        </a:defRPr>
      </a:lvl6pPr>
      <a:lvl7pPr marL="2743022">
        <a:defRPr>
          <a:latin typeface="+mn-lt"/>
          <a:ea typeface="+mn-ea"/>
          <a:cs typeface="+mn-cs"/>
        </a:defRPr>
      </a:lvl7pPr>
      <a:lvl8pPr marL="3200192">
        <a:defRPr>
          <a:latin typeface="+mn-lt"/>
          <a:ea typeface="+mn-ea"/>
          <a:cs typeface="+mn-cs"/>
        </a:defRPr>
      </a:lvl8pPr>
      <a:lvl9pPr marL="365736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63912" y="2178052"/>
            <a:ext cx="64262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885"/>
              </a:spcBef>
            </a:pPr>
            <a:r>
              <a:rPr sz="4000" spc="50" dirty="0">
                <a:solidFill>
                  <a:srgbClr val="001F5F"/>
                </a:solidFill>
                <a:latin typeface="Calibri"/>
                <a:cs typeface="Calibri"/>
              </a:rPr>
              <a:t>Solving </a:t>
            </a:r>
            <a:r>
              <a:rPr sz="4000" spc="35" dirty="0">
                <a:solidFill>
                  <a:srgbClr val="001F5F"/>
                </a:solidFill>
                <a:latin typeface="Calibri"/>
                <a:cs typeface="Calibri"/>
              </a:rPr>
              <a:t>Problems </a:t>
            </a:r>
            <a:r>
              <a:rPr sz="4000" spc="5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4000" spc="-114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4000" spc="20" dirty="0">
                <a:solidFill>
                  <a:srgbClr val="001F5F"/>
                </a:solidFill>
                <a:latin typeface="Calibri"/>
                <a:cs typeface="Calibri"/>
              </a:rPr>
              <a:t>Searching</a:t>
            </a:r>
            <a:endParaRPr sz="4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5912" y="226070"/>
            <a:ext cx="4881245" cy="830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5399" spc="-25" dirty="0"/>
              <a:t>Chapter’s</a:t>
            </a:r>
            <a:r>
              <a:rPr sz="5399" spc="-40" dirty="0"/>
              <a:t> </a:t>
            </a:r>
            <a:r>
              <a:rPr sz="5399" spc="-10" dirty="0"/>
              <a:t>Outline</a:t>
            </a:r>
            <a:endParaRPr sz="5399" dirty="0"/>
          </a:p>
        </p:txBody>
      </p:sp>
      <p:sp>
        <p:nvSpPr>
          <p:cNvPr id="4" name="object 4"/>
          <p:cNvSpPr txBox="1"/>
          <p:nvPr/>
        </p:nvSpPr>
        <p:spPr>
          <a:xfrm>
            <a:off x="1763712" y="1056938"/>
            <a:ext cx="10058400" cy="5421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tabLst>
                <a:tab pos="697820" algn="l"/>
              </a:tabLst>
            </a:pPr>
            <a:r>
              <a:rPr sz="4000" spc="-10" dirty="0">
                <a:latin typeface="Calibri"/>
                <a:cs typeface="Calibri"/>
              </a:rPr>
              <a:t>Problem </a:t>
            </a:r>
            <a:r>
              <a:rPr sz="4000" dirty="0">
                <a:latin typeface="Calibri"/>
                <a:cs typeface="Calibri"/>
              </a:rPr>
              <a:t>Solving</a:t>
            </a:r>
            <a:r>
              <a:rPr sz="4000" spc="-125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Agents</a:t>
            </a:r>
            <a:endParaRPr sz="4000" dirty="0">
              <a:latin typeface="Calibri"/>
              <a:cs typeface="Calibri"/>
            </a:endParaRPr>
          </a:p>
          <a:p>
            <a:pPr marL="12699">
              <a:spcBef>
                <a:spcPts val="860"/>
              </a:spcBef>
              <a:tabLst>
                <a:tab pos="697820" algn="l"/>
              </a:tabLst>
            </a:pPr>
            <a:r>
              <a:rPr sz="4000" spc="-35" dirty="0">
                <a:latin typeface="Calibri"/>
                <a:cs typeface="Calibri"/>
              </a:rPr>
              <a:t>Well </a:t>
            </a:r>
            <a:r>
              <a:rPr sz="4000" spc="-5" dirty="0">
                <a:latin typeface="Calibri"/>
                <a:cs typeface="Calibri"/>
              </a:rPr>
              <a:t>Defined </a:t>
            </a:r>
            <a:r>
              <a:rPr sz="4000" spc="-10" dirty="0">
                <a:latin typeface="Calibri"/>
                <a:cs typeface="Calibri"/>
              </a:rPr>
              <a:t>Problems </a:t>
            </a:r>
            <a:r>
              <a:rPr sz="4000" dirty="0">
                <a:latin typeface="Calibri"/>
                <a:cs typeface="Calibri"/>
              </a:rPr>
              <a:t>and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Solutions</a:t>
            </a:r>
            <a:endParaRPr sz="4000" dirty="0">
              <a:latin typeface="Calibri"/>
              <a:cs typeface="Calibri"/>
            </a:endParaRPr>
          </a:p>
          <a:p>
            <a:pPr marL="12699">
              <a:spcBef>
                <a:spcPts val="860"/>
              </a:spcBef>
              <a:tabLst>
                <a:tab pos="697820" algn="l"/>
              </a:tabLst>
            </a:pPr>
            <a:r>
              <a:rPr sz="4000" spc="-10" dirty="0">
                <a:latin typeface="Calibri"/>
                <a:cs typeface="Calibri"/>
              </a:rPr>
              <a:t>Example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Problems</a:t>
            </a:r>
            <a:endParaRPr lang="en-US" sz="4000" dirty="0">
              <a:latin typeface="Calibri"/>
              <a:cs typeface="Calibri"/>
            </a:endParaRPr>
          </a:p>
          <a:p>
            <a:pPr marL="12699">
              <a:spcBef>
                <a:spcPts val="860"/>
              </a:spcBef>
              <a:tabLst>
                <a:tab pos="697820" algn="l"/>
              </a:tabLst>
            </a:pPr>
            <a:r>
              <a:rPr lang="en-US" sz="4000" spc="-10" dirty="0">
                <a:latin typeface="Calibri"/>
                <a:cs typeface="Calibri"/>
              </a:rPr>
              <a:t>Searching </a:t>
            </a:r>
            <a:r>
              <a:rPr lang="en-US" sz="4000" spc="-25" dirty="0">
                <a:latin typeface="Calibri"/>
                <a:cs typeface="Calibri"/>
              </a:rPr>
              <a:t>for</a:t>
            </a:r>
            <a:r>
              <a:rPr lang="en-US" sz="4000" spc="-90" dirty="0">
                <a:latin typeface="Calibri"/>
                <a:cs typeface="Calibri"/>
              </a:rPr>
              <a:t> </a:t>
            </a:r>
            <a:r>
              <a:rPr lang="en-US" sz="4000" spc="-5" dirty="0">
                <a:latin typeface="Calibri"/>
                <a:cs typeface="Calibri"/>
              </a:rPr>
              <a:t>Solutions</a:t>
            </a:r>
            <a:endParaRPr lang="en-US" sz="4000" dirty="0">
              <a:latin typeface="Calibri"/>
              <a:cs typeface="Calibri"/>
            </a:endParaRPr>
          </a:p>
          <a:p>
            <a:pPr marL="698455">
              <a:spcBef>
                <a:spcPts val="710"/>
              </a:spcBef>
              <a:tabLst>
                <a:tab pos="1099749" algn="l"/>
              </a:tabLst>
            </a:pPr>
            <a:r>
              <a:rPr sz="3200" spc="-20" dirty="0">
                <a:latin typeface="Calibri"/>
                <a:cs typeface="Calibri"/>
              </a:rPr>
              <a:t>Infrastructure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Search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Algorithms</a:t>
            </a:r>
            <a:endParaRPr sz="3200" dirty="0">
              <a:latin typeface="Calibri"/>
              <a:cs typeface="Calibri"/>
            </a:endParaRPr>
          </a:p>
          <a:p>
            <a:pPr marL="698455">
              <a:spcBef>
                <a:spcPts val="670"/>
              </a:spcBef>
              <a:tabLst>
                <a:tab pos="1099749" algn="l"/>
              </a:tabLst>
            </a:pPr>
            <a:r>
              <a:rPr sz="3200" spc="-20" dirty="0">
                <a:latin typeface="Calibri"/>
                <a:cs typeface="Calibri"/>
              </a:rPr>
              <a:t>Performance</a:t>
            </a:r>
            <a:r>
              <a:rPr sz="3200" spc="-10" dirty="0">
                <a:latin typeface="Calibri"/>
                <a:cs typeface="Calibri"/>
              </a:rPr>
              <a:t> Metric</a:t>
            </a:r>
            <a:endParaRPr sz="3200" dirty="0">
              <a:latin typeface="Calibri"/>
              <a:cs typeface="Calibri"/>
            </a:endParaRPr>
          </a:p>
          <a:p>
            <a:pPr marL="12699">
              <a:spcBef>
                <a:spcPts val="819"/>
              </a:spcBef>
              <a:tabLst>
                <a:tab pos="697820" algn="l"/>
              </a:tabLst>
            </a:pPr>
            <a:r>
              <a:rPr sz="4000" spc="-10" dirty="0">
                <a:latin typeface="Calibri"/>
                <a:cs typeface="Calibri"/>
              </a:rPr>
              <a:t>Uninformed Search</a:t>
            </a:r>
            <a:r>
              <a:rPr sz="4000" spc="-130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Strategies</a:t>
            </a:r>
            <a:endParaRPr sz="4000" dirty="0">
              <a:latin typeface="Calibri"/>
              <a:cs typeface="Calibri"/>
            </a:endParaRPr>
          </a:p>
          <a:p>
            <a:pPr marL="12699">
              <a:spcBef>
                <a:spcPts val="860"/>
              </a:spcBef>
              <a:tabLst>
                <a:tab pos="697820" algn="l"/>
              </a:tabLst>
            </a:pPr>
            <a:r>
              <a:rPr lang="en-US" sz="4000" spc="-15" dirty="0">
                <a:latin typeface="Calibri"/>
                <a:cs typeface="Calibri"/>
              </a:rPr>
              <a:t>I</a:t>
            </a:r>
            <a:r>
              <a:rPr sz="4000" spc="-15" dirty="0">
                <a:latin typeface="Calibri"/>
                <a:cs typeface="Calibri"/>
              </a:rPr>
              <a:t>nformed </a:t>
            </a:r>
            <a:r>
              <a:rPr sz="4000" spc="-10" dirty="0">
                <a:latin typeface="Calibri"/>
                <a:cs typeface="Calibri"/>
              </a:rPr>
              <a:t>(Heuristic) Search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Strategies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49022" y="6792465"/>
            <a:ext cx="101600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1315"/>
              </a:lnSpc>
            </a:pPr>
            <a:r>
              <a:rPr sz="1200" dirty="0">
                <a:solidFill>
                  <a:srgbClr val="898989"/>
                </a:solidFill>
                <a:latin typeface="Gill Sans MT"/>
                <a:cs typeface="Gill Sans MT"/>
              </a:rPr>
              <a:t>2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7920" y="112459"/>
            <a:ext cx="3537585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40" dirty="0"/>
              <a:t>Types </a:t>
            </a:r>
            <a:r>
              <a:rPr sz="4399" dirty="0"/>
              <a:t>of</a:t>
            </a:r>
            <a:r>
              <a:rPr sz="4399" spc="-55" dirty="0"/>
              <a:t> </a:t>
            </a:r>
            <a:r>
              <a:rPr sz="4399" spc="-10" dirty="0"/>
              <a:t>agents</a:t>
            </a:r>
            <a:endParaRPr sz="4399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86634C-BBDF-C065-3878-B1E905318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314" y="1720852"/>
            <a:ext cx="4391025" cy="35718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F761E3-3BB4-D188-9A2D-A8F1DB850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713" y="1686956"/>
            <a:ext cx="4531945" cy="35718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3661A4-9881-E743-DD93-1C1C80605035}"/>
              </a:ext>
            </a:extLst>
          </p:cNvPr>
          <p:cNvSpPr txBox="1"/>
          <p:nvPr/>
        </p:nvSpPr>
        <p:spPr>
          <a:xfrm>
            <a:off x="1976119" y="865655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Scenario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992F0A-0F50-0170-FB09-5BBAC97D73DB}"/>
              </a:ext>
            </a:extLst>
          </p:cNvPr>
          <p:cNvSpPr txBox="1"/>
          <p:nvPr/>
        </p:nvSpPr>
        <p:spPr>
          <a:xfrm>
            <a:off x="8164512" y="865656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Scenario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2754" y="5410200"/>
            <a:ext cx="1546860" cy="1623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06712" y="187960"/>
            <a:ext cx="723900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5" dirty="0"/>
              <a:t>Initial </a:t>
            </a:r>
            <a:r>
              <a:rPr sz="4399" dirty="0"/>
              <a:t>Simplifying</a:t>
            </a:r>
            <a:r>
              <a:rPr sz="4399" spc="-70" dirty="0"/>
              <a:t> </a:t>
            </a:r>
            <a:r>
              <a:rPr sz="4399" dirty="0"/>
              <a:t>Assumptions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51600" y="1187451"/>
            <a:ext cx="7851140" cy="3380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buFont typeface="Courier New"/>
              <a:buChar char="•"/>
              <a:tabLst>
                <a:tab pos="355577" algn="l"/>
              </a:tabLst>
            </a:pPr>
            <a:r>
              <a:rPr sz="2800" spc="-20" dirty="0">
                <a:latin typeface="Calibri"/>
                <a:cs typeface="Calibri"/>
              </a:rPr>
              <a:t>Environment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10" dirty="0">
                <a:latin typeface="Calibri"/>
                <a:cs typeface="Calibri"/>
              </a:rPr>
              <a:t>static</a:t>
            </a:r>
            <a:endParaRPr sz="2800" dirty="0">
              <a:latin typeface="Calibri"/>
              <a:cs typeface="Calibri"/>
            </a:endParaRPr>
          </a:p>
          <a:p>
            <a:pPr marL="756236" lvl="1" indent="-286367">
              <a:spcBef>
                <a:spcPts val="600"/>
              </a:spcBef>
              <a:buFont typeface="Courier New"/>
              <a:buChar char="–"/>
              <a:tabLst>
                <a:tab pos="756871" algn="l"/>
              </a:tabLst>
            </a:pPr>
            <a:r>
              <a:rPr sz="2400" spc="-5" dirty="0">
                <a:latin typeface="Calibri"/>
                <a:cs typeface="Calibri"/>
              </a:rPr>
              <a:t>no changes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environment </a:t>
            </a:r>
            <a:r>
              <a:rPr sz="2400" dirty="0">
                <a:latin typeface="Calibri"/>
                <a:cs typeface="Calibri"/>
              </a:rPr>
              <a:t>while </a:t>
            </a:r>
            <a:r>
              <a:rPr sz="2400" spc="-5" dirty="0">
                <a:latin typeface="Calibri"/>
                <a:cs typeface="Calibri"/>
              </a:rPr>
              <a:t>problem is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solved</a:t>
            </a:r>
            <a:endParaRPr sz="2400" dirty="0">
              <a:latin typeface="Calibri"/>
              <a:cs typeface="Calibri"/>
            </a:endParaRPr>
          </a:p>
          <a:p>
            <a:pPr marL="355577" indent="-342878">
              <a:spcBef>
                <a:spcPts val="640"/>
              </a:spcBef>
              <a:buFont typeface="Courier New"/>
              <a:buChar char="•"/>
              <a:tabLst>
                <a:tab pos="355577" algn="l"/>
              </a:tabLst>
            </a:pPr>
            <a:r>
              <a:rPr sz="2800" spc="-20" dirty="0">
                <a:latin typeface="Calibri"/>
                <a:cs typeface="Calibri"/>
              </a:rPr>
              <a:t>Environment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20" dirty="0">
                <a:latin typeface="Calibri"/>
                <a:cs typeface="Calibri"/>
              </a:rPr>
              <a:t>observable</a:t>
            </a:r>
            <a:endParaRPr sz="2800" dirty="0">
              <a:latin typeface="Calibri"/>
              <a:cs typeface="Calibri"/>
            </a:endParaRPr>
          </a:p>
          <a:p>
            <a:pPr marL="355577" indent="-342878">
              <a:spcBef>
                <a:spcPts val="670"/>
              </a:spcBef>
              <a:buFont typeface="Courier New"/>
              <a:buChar char="•"/>
              <a:tabLst>
                <a:tab pos="355577" algn="l"/>
              </a:tabLst>
            </a:pPr>
            <a:r>
              <a:rPr sz="2800" spc="-20" dirty="0">
                <a:latin typeface="Calibri"/>
                <a:cs typeface="Calibri"/>
              </a:rPr>
              <a:t>Environment </a:t>
            </a:r>
            <a:r>
              <a:rPr sz="2800" spc="-10" dirty="0">
                <a:latin typeface="Calibri"/>
                <a:cs typeface="Calibri"/>
              </a:rPr>
              <a:t>and </a:t>
            </a:r>
            <a:r>
              <a:rPr sz="2800" spc="-5" dirty="0">
                <a:latin typeface="Calibri"/>
                <a:cs typeface="Calibri"/>
              </a:rPr>
              <a:t>actions </a:t>
            </a:r>
            <a:r>
              <a:rPr sz="2800" spc="10" dirty="0">
                <a:latin typeface="Calibri"/>
                <a:cs typeface="Calibri"/>
              </a:rPr>
              <a:t>are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discrete</a:t>
            </a:r>
            <a:endParaRPr sz="2800" dirty="0">
              <a:latin typeface="Calibri"/>
              <a:cs typeface="Calibri"/>
            </a:endParaRPr>
          </a:p>
          <a:p>
            <a:pPr marL="756236" lvl="1" indent="-286367">
              <a:spcBef>
                <a:spcPts val="600"/>
              </a:spcBef>
              <a:buFont typeface="Courier New"/>
              <a:buChar char="–"/>
              <a:tabLst>
                <a:tab pos="756871" algn="l"/>
              </a:tabLst>
            </a:pPr>
            <a:r>
              <a:rPr sz="2400" spc="-5" dirty="0">
                <a:latin typeface="Calibri"/>
                <a:cs typeface="Calibri"/>
              </a:rPr>
              <a:t>(typically assumed, but </a:t>
            </a:r>
            <a:r>
              <a:rPr sz="2400" spc="-10" dirty="0">
                <a:latin typeface="Calibri"/>
                <a:cs typeface="Calibri"/>
              </a:rPr>
              <a:t>we </a:t>
            </a:r>
            <a:r>
              <a:rPr sz="2400" dirty="0">
                <a:latin typeface="Calibri"/>
                <a:cs typeface="Calibri"/>
              </a:rPr>
              <a:t>will see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exceptions)</a:t>
            </a:r>
            <a:endParaRPr sz="2400" dirty="0">
              <a:latin typeface="Calibri"/>
              <a:cs typeface="Calibri"/>
            </a:endParaRPr>
          </a:p>
          <a:p>
            <a:pPr marL="355577" indent="-342878">
              <a:spcBef>
                <a:spcPts val="640"/>
              </a:spcBef>
              <a:buFont typeface="Courier New"/>
              <a:buChar char="•"/>
              <a:tabLst>
                <a:tab pos="355577" algn="l"/>
              </a:tabLst>
            </a:pPr>
            <a:r>
              <a:rPr sz="2800" spc="-20" dirty="0">
                <a:latin typeface="Calibri"/>
                <a:cs typeface="Calibri"/>
              </a:rPr>
              <a:t>Environment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15" dirty="0">
                <a:latin typeface="Calibri"/>
                <a:cs typeface="Calibri"/>
              </a:rPr>
              <a:t>deterministic</a:t>
            </a:r>
            <a:endParaRPr sz="2800" dirty="0">
              <a:latin typeface="Calibri"/>
              <a:cs typeface="Calibri"/>
            </a:endParaRPr>
          </a:p>
          <a:p>
            <a:pPr marL="355577" indent="-342878">
              <a:spcBef>
                <a:spcPts val="670"/>
              </a:spcBef>
              <a:buFont typeface="Courier New"/>
              <a:buChar char="•"/>
              <a:tabLst>
                <a:tab pos="355577" algn="l"/>
              </a:tabLst>
            </a:pPr>
            <a:r>
              <a:rPr sz="2800" spc="-20" dirty="0">
                <a:latin typeface="Calibri"/>
                <a:cs typeface="Calibri"/>
              </a:rPr>
              <a:t>Environment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45" dirty="0">
                <a:latin typeface="Calibri"/>
                <a:cs typeface="Calibri"/>
              </a:rPr>
              <a:t>known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70333" y="5487925"/>
            <a:ext cx="2352040" cy="16337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R="554319" algn="ctr">
              <a:lnSpc>
                <a:spcPts val="2470"/>
              </a:lnSpc>
              <a:spcBef>
                <a:spcPts val="1585"/>
              </a:spcBef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77170" y="5530598"/>
            <a:ext cx="1377696" cy="13792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27192" y="5448301"/>
            <a:ext cx="1598675" cy="15986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70334" y="5487923"/>
            <a:ext cx="2351532" cy="1566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3381827-3E0F-EF6F-941B-74A1030DDFD1}"/>
              </a:ext>
            </a:extLst>
          </p:cNvPr>
          <p:cNvSpPr txBox="1"/>
          <p:nvPr/>
        </p:nvSpPr>
        <p:spPr>
          <a:xfrm>
            <a:off x="1808512" y="1263651"/>
            <a:ext cx="98164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 </a:t>
            </a:r>
            <a:r>
              <a:rPr lang="en-US" sz="3200" b="1" dirty="0"/>
              <a:t>farmer</a:t>
            </a:r>
            <a:r>
              <a:rPr lang="en-US" sz="3200" dirty="0"/>
              <a:t> wants to get his </a:t>
            </a:r>
            <a:r>
              <a:rPr lang="en-US" sz="3200" b="1" dirty="0"/>
              <a:t>cabbage</a:t>
            </a:r>
            <a:r>
              <a:rPr lang="en-US" sz="3200" dirty="0"/>
              <a:t>, </a:t>
            </a:r>
            <a:r>
              <a:rPr lang="en-US" sz="3200" b="1" dirty="0"/>
              <a:t>goat</a:t>
            </a:r>
            <a:r>
              <a:rPr lang="en-US" sz="3200" dirty="0"/>
              <a:t>, and </a:t>
            </a:r>
            <a:r>
              <a:rPr lang="en-US" sz="3200" b="1" dirty="0"/>
              <a:t>wolf</a:t>
            </a:r>
            <a:r>
              <a:rPr lang="en-US" sz="3200" dirty="0"/>
              <a:t> across a river. He has a boat that only holds two. He cannot leave the cabbage and goat alone or the goat and wolf alone. How many river crossings does he need? </a:t>
            </a:r>
          </a:p>
          <a:p>
            <a:r>
              <a:rPr lang="en-US" sz="3200" dirty="0"/>
              <a:t>- 4 </a:t>
            </a:r>
          </a:p>
          <a:p>
            <a:r>
              <a:rPr lang="en-US" sz="3200" dirty="0"/>
              <a:t>- 5</a:t>
            </a:r>
          </a:p>
          <a:p>
            <a:r>
              <a:rPr lang="en-US" sz="3200" dirty="0"/>
              <a:t> - 6</a:t>
            </a:r>
          </a:p>
          <a:p>
            <a:r>
              <a:rPr lang="en-US" sz="3200" dirty="0"/>
              <a:t> - 7 </a:t>
            </a:r>
          </a:p>
          <a:p>
            <a:r>
              <a:rPr lang="en-US" sz="3200" dirty="0"/>
              <a:t>- no solution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81D6A23-2320-19DB-71B2-BAE15FE01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512" y="-38719"/>
            <a:ext cx="6433542" cy="615553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9A6F51-B63B-8A3D-2CB5-02A7A1874158}"/>
              </a:ext>
            </a:extLst>
          </p:cNvPr>
          <p:cNvSpPr txBox="1"/>
          <p:nvPr/>
        </p:nvSpPr>
        <p:spPr>
          <a:xfrm>
            <a:off x="234156" y="1568452"/>
            <a:ext cx="129651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71" indent="-45717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44444"/>
                </a:solidFill>
                <a:latin typeface="Arial" panose="020B0604020202020204" pitchFamily="34" charset="0"/>
              </a:rPr>
              <a:t>The wolf does not eat cabbage, so the crossing can start with the goat. </a:t>
            </a:r>
          </a:p>
          <a:p>
            <a:pPr marL="457171" indent="-457171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457171" indent="-45717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44444"/>
                </a:solidFill>
                <a:latin typeface="Arial" panose="020B0604020202020204" pitchFamily="34" charset="0"/>
              </a:rPr>
              <a:t>The man leaves the goat and returns, puts the cabbage in the boat and takes it across. On the other bank, he leaves the cabbage but takes the goat. </a:t>
            </a:r>
          </a:p>
          <a:p>
            <a:pPr marL="457171" indent="-457171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457171" indent="-45717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44444"/>
                </a:solidFill>
                <a:latin typeface="Arial" panose="020B0604020202020204" pitchFamily="34" charset="0"/>
              </a:rPr>
              <a:t>He leaves the goat on the first bank and takes the wolf across. He leaves the cabbage with the wolf and rows back alone. </a:t>
            </a:r>
          </a:p>
          <a:p>
            <a:pPr marL="457171" indent="-457171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457171" indent="-45717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44444"/>
                </a:solidFill>
                <a:latin typeface="Arial" panose="020B0604020202020204" pitchFamily="34" charset="0"/>
              </a:rPr>
              <a:t>He takes the goat across. 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3C03B-7B88-A189-630E-DEABD07BE8F7}"/>
              </a:ext>
            </a:extLst>
          </p:cNvPr>
          <p:cNvSpPr txBox="1"/>
          <p:nvPr/>
        </p:nvSpPr>
        <p:spPr>
          <a:xfrm>
            <a:off x="3744912" y="19685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26725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72B0F6-42F5-B433-0E12-6FA94D07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D1A024-8168-B723-A745-B2DB14B0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512" y="-38719"/>
            <a:ext cx="6433542" cy="615553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196422-4458-71AA-057B-B55E8FC69CBD}"/>
              </a:ext>
            </a:extLst>
          </p:cNvPr>
          <p:cNvSpPr txBox="1"/>
          <p:nvPr/>
        </p:nvSpPr>
        <p:spPr>
          <a:xfrm>
            <a:off x="315912" y="638566"/>
            <a:ext cx="12649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285731">
              <a:buFont typeface="Arial" panose="020B0604020202020204" pitchFamily="34" charset="0"/>
              <a:buChar char="•"/>
              <a:tabLst>
                <a:tab pos="515904" algn="l"/>
              </a:tabLst>
            </a:pPr>
            <a:r>
              <a:rPr lang="en-US" sz="2800" dirty="0"/>
              <a:t>Try to think about how you did it.</a:t>
            </a:r>
          </a:p>
          <a:p>
            <a:pPr lvl="1" indent="-285731">
              <a:buFont typeface="Arial" panose="020B0604020202020204" pitchFamily="34" charset="0"/>
              <a:buChar char="•"/>
              <a:tabLst>
                <a:tab pos="515904" algn="l"/>
              </a:tabLst>
            </a:pPr>
            <a:r>
              <a:rPr lang="en-US" sz="2800" dirty="0"/>
              <a:t>Simulated the scenario mentally. Considered sending the farmer over with the goat.</a:t>
            </a:r>
          </a:p>
          <a:p>
            <a:pPr lvl="1" indent="-285731">
              <a:buFont typeface="Arial" panose="020B0604020202020204" pitchFamily="34" charset="0"/>
              <a:buChar char="•"/>
              <a:tabLst>
                <a:tab pos="515904" algn="l"/>
              </a:tabLst>
            </a:pPr>
            <a:r>
              <a:rPr lang="en-US" sz="2800" dirty="0"/>
              <a:t>Observed the consequences. Checked if anything got eaten</a:t>
            </a:r>
          </a:p>
          <a:p>
            <a:pPr lvl="1" indent="-285731">
              <a:buFont typeface="Arial" panose="020B0604020202020204" pitchFamily="34" charset="0"/>
              <a:buChar char="•"/>
              <a:tabLst>
                <a:tab pos="515904" algn="l"/>
              </a:tabLst>
            </a:pPr>
            <a:r>
              <a:rPr lang="en-US" sz="2800" dirty="0"/>
              <a:t>If nothing was eaten, proceeded with the next action</a:t>
            </a:r>
          </a:p>
          <a:p>
            <a:pPr lvl="1" indent="-285731">
              <a:buFont typeface="Arial" panose="020B0604020202020204" pitchFamily="34" charset="0"/>
              <a:buChar char="•"/>
              <a:tabLst>
                <a:tab pos="515904" algn="l"/>
              </a:tabLst>
            </a:pPr>
            <a:r>
              <a:rPr lang="en-US" sz="2800" dirty="0"/>
              <a:t>If something got eaten, undid that move .Tried an alternative action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FECEB-B548-0CCF-6CC5-E08C6F1E4076}"/>
              </a:ext>
            </a:extLst>
          </p:cNvPr>
          <p:cNvSpPr txBox="1"/>
          <p:nvPr/>
        </p:nvSpPr>
        <p:spPr>
          <a:xfrm>
            <a:off x="544512" y="4921250"/>
            <a:ext cx="12573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78" indent="-342878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To enable machines to solve problems systematically, a structured/systematic approach is required that considers all possibilities.</a:t>
            </a:r>
          </a:p>
          <a:p>
            <a:pPr marL="342878" indent="-342878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</a:endParaRPr>
          </a:p>
          <a:p>
            <a:pPr marL="342878" indent="-342878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Search problems define these possibilities, and search algorithms are designed to systematically explore them to find solutions.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E49B44-E3E5-B989-1F85-7BFAFEB4058B}"/>
              </a:ext>
            </a:extLst>
          </p:cNvPr>
          <p:cNvSpPr txBox="1"/>
          <p:nvPr/>
        </p:nvSpPr>
        <p:spPr>
          <a:xfrm>
            <a:off x="2999283" y="3788357"/>
            <a:ext cx="838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But the point is not for you to be able to solve this one problem manually.</a:t>
            </a:r>
          </a:p>
        </p:txBody>
      </p:sp>
    </p:spTree>
    <p:extLst>
      <p:ext uri="{BB962C8B-B14F-4D97-AF65-F5344CB8AC3E}">
        <p14:creationId xmlns:p14="http://schemas.microsoft.com/office/powerpoint/2010/main" val="1759063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C44390-964F-E233-260F-8B2E2655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006267-B5E6-4BEB-9783-3EF4098C37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22966" y="180519"/>
            <a:ext cx="154813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dirty="0"/>
              <a:t>S</a:t>
            </a:r>
            <a:r>
              <a:rPr sz="4399" spc="5" dirty="0"/>
              <a:t>e</a:t>
            </a:r>
            <a:r>
              <a:rPr sz="4399" spc="-5" dirty="0"/>
              <a:t>a</a:t>
            </a:r>
            <a:r>
              <a:rPr sz="4399" spc="-60" dirty="0"/>
              <a:t>r</a:t>
            </a:r>
            <a:r>
              <a:rPr sz="4399" spc="-10" dirty="0"/>
              <a:t>c</a:t>
            </a:r>
            <a:r>
              <a:rPr sz="4399" dirty="0"/>
              <a:t>h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384E028-9209-AB48-24EA-6E2036A591FF}"/>
              </a:ext>
            </a:extLst>
          </p:cNvPr>
          <p:cNvSpPr txBox="1"/>
          <p:nvPr/>
        </p:nvSpPr>
        <p:spPr>
          <a:xfrm>
            <a:off x="468312" y="958452"/>
            <a:ext cx="1196340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marR="5079" indent="-342878" algn="just">
              <a:buFont typeface="Courier New"/>
              <a:buChar char="•"/>
              <a:tabLst>
                <a:tab pos="355577" algn="l"/>
              </a:tabLst>
            </a:pPr>
            <a:r>
              <a:rPr sz="3200" spc="-55" dirty="0">
                <a:latin typeface="Calibri"/>
                <a:cs typeface="Calibri"/>
              </a:rPr>
              <a:t>We </a:t>
            </a:r>
            <a:r>
              <a:rPr sz="3200" spc="-5" dirty="0">
                <a:latin typeface="Calibri"/>
                <a:cs typeface="Calibri"/>
              </a:rPr>
              <a:t>will consider the </a:t>
            </a:r>
            <a:r>
              <a:rPr sz="3200" spc="-10" dirty="0">
                <a:latin typeface="Calibri"/>
                <a:cs typeface="Calibri"/>
              </a:rPr>
              <a:t>problem </a:t>
            </a:r>
            <a:r>
              <a:rPr sz="3200" spc="-5" dirty="0">
                <a:latin typeface="Calibri"/>
                <a:cs typeface="Calibri"/>
              </a:rPr>
              <a:t>of designing </a:t>
            </a:r>
            <a:r>
              <a:rPr sz="3200" spc="25" dirty="0">
                <a:solidFill>
                  <a:srgbClr val="FF0000"/>
                </a:solidFill>
                <a:latin typeface="Calibri"/>
                <a:cs typeface="Calibri"/>
              </a:rPr>
              <a:t>goal-  </a:t>
            </a:r>
            <a:r>
              <a:rPr sz="3200" spc="30" dirty="0">
                <a:solidFill>
                  <a:srgbClr val="FF0000"/>
                </a:solidFill>
                <a:latin typeface="Calibri"/>
                <a:cs typeface="Calibri"/>
              </a:rPr>
              <a:t>based </a:t>
            </a:r>
            <a:r>
              <a:rPr sz="3200" spc="20" dirty="0">
                <a:solidFill>
                  <a:srgbClr val="FF0000"/>
                </a:solidFill>
                <a:latin typeface="Calibri"/>
                <a:cs typeface="Calibri"/>
              </a:rPr>
              <a:t>agents </a:t>
            </a:r>
            <a:r>
              <a:rPr sz="3200" spc="-5" dirty="0">
                <a:latin typeface="Calibri"/>
                <a:cs typeface="Calibri"/>
              </a:rPr>
              <a:t>in </a:t>
            </a:r>
            <a:r>
              <a:rPr sz="3200" spc="45" dirty="0">
                <a:solidFill>
                  <a:srgbClr val="00B04F"/>
                </a:solidFill>
                <a:latin typeface="Calibri"/>
                <a:cs typeface="Calibri"/>
              </a:rPr>
              <a:t>fully </a:t>
            </a:r>
            <a:r>
              <a:rPr sz="3200" spc="25" dirty="0">
                <a:solidFill>
                  <a:srgbClr val="00B04F"/>
                </a:solidFill>
                <a:latin typeface="Calibri"/>
                <a:cs typeface="Calibri"/>
              </a:rPr>
              <a:t>observable,</a:t>
            </a:r>
            <a:r>
              <a:rPr sz="3200" spc="-140" dirty="0">
                <a:solidFill>
                  <a:srgbClr val="00B04F"/>
                </a:solidFill>
                <a:latin typeface="Calibri"/>
                <a:cs typeface="Calibri"/>
              </a:rPr>
              <a:t> </a:t>
            </a:r>
            <a:r>
              <a:rPr sz="3200" spc="20" dirty="0">
                <a:solidFill>
                  <a:srgbClr val="00B04F"/>
                </a:solidFill>
                <a:latin typeface="Calibri"/>
                <a:cs typeface="Calibri"/>
              </a:rPr>
              <a:t>deterministic,  </a:t>
            </a:r>
            <a:r>
              <a:rPr sz="3200" spc="10" dirty="0">
                <a:solidFill>
                  <a:srgbClr val="00B04F"/>
                </a:solidFill>
                <a:latin typeface="Calibri"/>
                <a:cs typeface="Calibri"/>
              </a:rPr>
              <a:t>discrete, </a:t>
            </a:r>
            <a:r>
              <a:rPr sz="3200" spc="50" dirty="0">
                <a:solidFill>
                  <a:srgbClr val="00B04F"/>
                </a:solidFill>
                <a:latin typeface="Calibri"/>
                <a:cs typeface="Calibri"/>
              </a:rPr>
              <a:t>known</a:t>
            </a:r>
            <a:r>
              <a:rPr sz="3200" spc="-75" dirty="0">
                <a:solidFill>
                  <a:srgbClr val="00B04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environments</a:t>
            </a:r>
            <a:endParaRPr sz="3200" dirty="0">
              <a:latin typeface="Calibri"/>
              <a:cs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A871AA6-6AED-2C56-095B-890D8679793E}"/>
              </a:ext>
            </a:extLst>
          </p:cNvPr>
          <p:cNvGrpSpPr/>
          <p:nvPr/>
        </p:nvGrpSpPr>
        <p:grpSpPr>
          <a:xfrm>
            <a:off x="4367530" y="2482850"/>
            <a:ext cx="5168582" cy="4115198"/>
            <a:chOff x="4914214" y="3400044"/>
            <a:chExt cx="4698364" cy="3578351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9A03F23-4526-9A91-14F3-8AE294F45002}"/>
                </a:ext>
              </a:extLst>
            </p:cNvPr>
            <p:cNvSpPr/>
            <p:nvPr/>
          </p:nvSpPr>
          <p:spPr>
            <a:xfrm>
              <a:off x="5422206" y="3760470"/>
              <a:ext cx="82550" cy="0"/>
            </a:xfrm>
            <a:custGeom>
              <a:avLst/>
              <a:gdLst/>
              <a:ahLst/>
              <a:cxnLst/>
              <a:rect l="l" t="t" r="r" b="b"/>
              <a:pathLst>
                <a:path w="82550">
                  <a:moveTo>
                    <a:pt x="0" y="0"/>
                  </a:moveTo>
                  <a:lnTo>
                    <a:pt x="82295" y="0"/>
                  </a:lnTo>
                </a:path>
              </a:pathLst>
            </a:custGeom>
            <a:ln w="35052">
              <a:solidFill>
                <a:srgbClr val="4F80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29831B7-29B0-661F-5FF4-23FBFA0CDC71}"/>
                </a:ext>
              </a:extLst>
            </p:cNvPr>
            <p:cNvSpPr/>
            <p:nvPr/>
          </p:nvSpPr>
          <p:spPr>
            <a:xfrm>
              <a:off x="5410015" y="3730753"/>
              <a:ext cx="108585" cy="47625"/>
            </a:xfrm>
            <a:custGeom>
              <a:avLst/>
              <a:gdLst/>
              <a:ahLst/>
              <a:cxnLst/>
              <a:rect l="l" t="t" r="r" b="b"/>
              <a:pathLst>
                <a:path w="108585" h="47625">
                  <a:moveTo>
                    <a:pt x="108203" y="47244"/>
                  </a:moveTo>
                  <a:lnTo>
                    <a:pt x="108203" y="0"/>
                  </a:lnTo>
                  <a:lnTo>
                    <a:pt x="0" y="0"/>
                  </a:lnTo>
                  <a:lnTo>
                    <a:pt x="0" y="47244"/>
                  </a:lnTo>
                  <a:lnTo>
                    <a:pt x="12191" y="47244"/>
                  </a:lnTo>
                  <a:lnTo>
                    <a:pt x="12191" y="25907"/>
                  </a:lnTo>
                  <a:lnTo>
                    <a:pt x="25907" y="12191"/>
                  </a:lnTo>
                  <a:lnTo>
                    <a:pt x="25907" y="25907"/>
                  </a:lnTo>
                  <a:lnTo>
                    <a:pt x="82295" y="25907"/>
                  </a:lnTo>
                  <a:lnTo>
                    <a:pt x="82295" y="12191"/>
                  </a:lnTo>
                  <a:lnTo>
                    <a:pt x="94487" y="25907"/>
                  </a:lnTo>
                  <a:lnTo>
                    <a:pt x="94487" y="47244"/>
                  </a:lnTo>
                  <a:lnTo>
                    <a:pt x="108203" y="47244"/>
                  </a:lnTo>
                  <a:close/>
                </a:path>
                <a:path w="108585" h="47625">
                  <a:moveTo>
                    <a:pt x="25907" y="25907"/>
                  </a:moveTo>
                  <a:lnTo>
                    <a:pt x="25907" y="12191"/>
                  </a:lnTo>
                  <a:lnTo>
                    <a:pt x="12191" y="25907"/>
                  </a:lnTo>
                  <a:lnTo>
                    <a:pt x="25907" y="25907"/>
                  </a:lnTo>
                  <a:close/>
                </a:path>
                <a:path w="108585" h="47625">
                  <a:moveTo>
                    <a:pt x="25907" y="47244"/>
                  </a:moveTo>
                  <a:lnTo>
                    <a:pt x="25907" y="25907"/>
                  </a:lnTo>
                  <a:lnTo>
                    <a:pt x="12191" y="25907"/>
                  </a:lnTo>
                  <a:lnTo>
                    <a:pt x="12191" y="47244"/>
                  </a:lnTo>
                  <a:lnTo>
                    <a:pt x="25907" y="47244"/>
                  </a:lnTo>
                  <a:close/>
                </a:path>
                <a:path w="108585" h="47625">
                  <a:moveTo>
                    <a:pt x="94487" y="25907"/>
                  </a:moveTo>
                  <a:lnTo>
                    <a:pt x="82295" y="12191"/>
                  </a:lnTo>
                  <a:lnTo>
                    <a:pt x="82295" y="25907"/>
                  </a:lnTo>
                  <a:lnTo>
                    <a:pt x="94487" y="25907"/>
                  </a:lnTo>
                  <a:close/>
                </a:path>
                <a:path w="108585" h="47625">
                  <a:moveTo>
                    <a:pt x="94487" y="47244"/>
                  </a:moveTo>
                  <a:lnTo>
                    <a:pt x="94487" y="25907"/>
                  </a:lnTo>
                  <a:lnTo>
                    <a:pt x="82295" y="25907"/>
                  </a:lnTo>
                  <a:lnTo>
                    <a:pt x="82295" y="47244"/>
                  </a:lnTo>
                  <a:lnTo>
                    <a:pt x="94487" y="47244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F4D1E44-18F9-126D-62A7-171C74F13F34}"/>
                </a:ext>
              </a:extLst>
            </p:cNvPr>
            <p:cNvSpPr txBox="1"/>
            <p:nvPr/>
          </p:nvSpPr>
          <p:spPr>
            <a:xfrm>
              <a:off x="4914214" y="3400044"/>
              <a:ext cx="107378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/>
              <a:r>
                <a:rPr spc="-5" dirty="0">
                  <a:latin typeface="Tahoma"/>
                  <a:cs typeface="Tahoma"/>
                </a:rPr>
                <a:t>Start</a:t>
              </a:r>
              <a:r>
                <a:rPr spc="-80" dirty="0">
                  <a:latin typeface="Tahoma"/>
                  <a:cs typeface="Tahoma"/>
                </a:rPr>
                <a:t> </a:t>
              </a:r>
              <a:r>
                <a:rPr spc="-5" dirty="0">
                  <a:latin typeface="Tahoma"/>
                  <a:cs typeface="Tahoma"/>
                </a:rPr>
                <a:t>state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0193453-3AF8-99DA-040A-CD657E5EAB51}"/>
                </a:ext>
              </a:extLst>
            </p:cNvPr>
            <p:cNvSpPr/>
            <p:nvPr/>
          </p:nvSpPr>
          <p:spPr>
            <a:xfrm>
              <a:off x="5216465" y="3974591"/>
              <a:ext cx="2961132" cy="30038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AB78999-52EF-C8C7-FB61-335DF54ECAFB}"/>
                </a:ext>
              </a:extLst>
            </p:cNvPr>
            <p:cNvSpPr/>
            <p:nvPr/>
          </p:nvSpPr>
          <p:spPr>
            <a:xfrm>
              <a:off x="5381057" y="3777996"/>
              <a:ext cx="165100" cy="187960"/>
            </a:xfrm>
            <a:custGeom>
              <a:avLst/>
              <a:gdLst/>
              <a:ahLst/>
              <a:cxnLst/>
              <a:rect l="l" t="t" r="r" b="b"/>
              <a:pathLst>
                <a:path w="165100" h="187960">
                  <a:moveTo>
                    <a:pt x="164591" y="105155"/>
                  </a:moveTo>
                  <a:lnTo>
                    <a:pt x="123443" y="105155"/>
                  </a:lnTo>
                  <a:lnTo>
                    <a:pt x="123443" y="0"/>
                  </a:lnTo>
                  <a:lnTo>
                    <a:pt x="41147" y="0"/>
                  </a:lnTo>
                  <a:lnTo>
                    <a:pt x="41147" y="105155"/>
                  </a:lnTo>
                  <a:lnTo>
                    <a:pt x="0" y="105155"/>
                  </a:lnTo>
                  <a:lnTo>
                    <a:pt x="82295" y="187451"/>
                  </a:lnTo>
                  <a:lnTo>
                    <a:pt x="164591" y="105155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DFD2CA8B-1D8F-00F3-C8E2-6C3C109D7B29}"/>
                </a:ext>
              </a:extLst>
            </p:cNvPr>
            <p:cNvSpPr/>
            <p:nvPr/>
          </p:nvSpPr>
          <p:spPr>
            <a:xfrm>
              <a:off x="5350577" y="3777996"/>
              <a:ext cx="226060" cy="205740"/>
            </a:xfrm>
            <a:custGeom>
              <a:avLst/>
              <a:gdLst/>
              <a:ahLst/>
              <a:cxnLst/>
              <a:rect l="l" t="t" r="r" b="b"/>
              <a:pathLst>
                <a:path w="226060" h="205739">
                  <a:moveTo>
                    <a:pt x="71627" y="92963"/>
                  </a:moveTo>
                  <a:lnTo>
                    <a:pt x="0" y="92963"/>
                  </a:lnTo>
                  <a:lnTo>
                    <a:pt x="30479" y="123443"/>
                  </a:lnTo>
                  <a:lnTo>
                    <a:pt x="30479" y="118871"/>
                  </a:lnTo>
                  <a:lnTo>
                    <a:pt x="39623" y="97535"/>
                  </a:lnTo>
                  <a:lnTo>
                    <a:pt x="59435" y="117347"/>
                  </a:lnTo>
                  <a:lnTo>
                    <a:pt x="59435" y="105155"/>
                  </a:lnTo>
                  <a:lnTo>
                    <a:pt x="71627" y="92963"/>
                  </a:lnTo>
                  <a:close/>
                </a:path>
                <a:path w="226060" h="205739">
                  <a:moveTo>
                    <a:pt x="60959" y="118871"/>
                  </a:moveTo>
                  <a:lnTo>
                    <a:pt x="39623" y="97535"/>
                  </a:lnTo>
                  <a:lnTo>
                    <a:pt x="30479" y="118871"/>
                  </a:lnTo>
                  <a:lnTo>
                    <a:pt x="60959" y="118871"/>
                  </a:lnTo>
                  <a:close/>
                </a:path>
                <a:path w="226060" h="205739">
                  <a:moveTo>
                    <a:pt x="112775" y="170687"/>
                  </a:moveTo>
                  <a:lnTo>
                    <a:pt x="60959" y="118871"/>
                  </a:lnTo>
                  <a:lnTo>
                    <a:pt x="30479" y="118871"/>
                  </a:lnTo>
                  <a:lnTo>
                    <a:pt x="30479" y="123443"/>
                  </a:lnTo>
                  <a:lnTo>
                    <a:pt x="103631" y="196595"/>
                  </a:lnTo>
                  <a:lnTo>
                    <a:pt x="103631" y="179831"/>
                  </a:lnTo>
                  <a:lnTo>
                    <a:pt x="112775" y="170687"/>
                  </a:lnTo>
                  <a:close/>
                </a:path>
                <a:path w="226060" h="205739">
                  <a:moveTo>
                    <a:pt x="85343" y="118871"/>
                  </a:moveTo>
                  <a:lnTo>
                    <a:pt x="85343" y="0"/>
                  </a:lnTo>
                  <a:lnTo>
                    <a:pt x="59435" y="0"/>
                  </a:lnTo>
                  <a:lnTo>
                    <a:pt x="59435" y="92963"/>
                  </a:lnTo>
                  <a:lnTo>
                    <a:pt x="71627" y="92963"/>
                  </a:lnTo>
                  <a:lnTo>
                    <a:pt x="71627" y="118871"/>
                  </a:lnTo>
                  <a:lnTo>
                    <a:pt x="85343" y="118871"/>
                  </a:lnTo>
                  <a:close/>
                </a:path>
                <a:path w="226060" h="205739">
                  <a:moveTo>
                    <a:pt x="71627" y="118871"/>
                  </a:moveTo>
                  <a:lnTo>
                    <a:pt x="71627" y="92963"/>
                  </a:lnTo>
                  <a:lnTo>
                    <a:pt x="59435" y="105155"/>
                  </a:lnTo>
                  <a:lnTo>
                    <a:pt x="59435" y="117347"/>
                  </a:lnTo>
                  <a:lnTo>
                    <a:pt x="60959" y="118871"/>
                  </a:lnTo>
                  <a:lnTo>
                    <a:pt x="71627" y="118871"/>
                  </a:lnTo>
                  <a:close/>
                </a:path>
                <a:path w="226060" h="205739">
                  <a:moveTo>
                    <a:pt x="121919" y="179831"/>
                  </a:moveTo>
                  <a:lnTo>
                    <a:pt x="112775" y="170687"/>
                  </a:lnTo>
                  <a:lnTo>
                    <a:pt x="103631" y="179831"/>
                  </a:lnTo>
                  <a:lnTo>
                    <a:pt x="121919" y="179831"/>
                  </a:lnTo>
                  <a:close/>
                </a:path>
                <a:path w="226060" h="205739">
                  <a:moveTo>
                    <a:pt x="121919" y="196595"/>
                  </a:moveTo>
                  <a:lnTo>
                    <a:pt x="121919" y="179831"/>
                  </a:lnTo>
                  <a:lnTo>
                    <a:pt x="103631" y="179831"/>
                  </a:lnTo>
                  <a:lnTo>
                    <a:pt x="103631" y="196595"/>
                  </a:lnTo>
                  <a:lnTo>
                    <a:pt x="112775" y="205739"/>
                  </a:lnTo>
                  <a:lnTo>
                    <a:pt x="121919" y="196595"/>
                  </a:lnTo>
                  <a:close/>
                </a:path>
                <a:path w="226060" h="205739">
                  <a:moveTo>
                    <a:pt x="195071" y="123443"/>
                  </a:moveTo>
                  <a:lnTo>
                    <a:pt x="195071" y="118871"/>
                  </a:lnTo>
                  <a:lnTo>
                    <a:pt x="164591" y="118871"/>
                  </a:lnTo>
                  <a:lnTo>
                    <a:pt x="112775" y="170687"/>
                  </a:lnTo>
                  <a:lnTo>
                    <a:pt x="121919" y="179831"/>
                  </a:lnTo>
                  <a:lnTo>
                    <a:pt x="121919" y="196595"/>
                  </a:lnTo>
                  <a:lnTo>
                    <a:pt x="195071" y="123443"/>
                  </a:lnTo>
                  <a:close/>
                </a:path>
                <a:path w="226060" h="205739">
                  <a:moveTo>
                    <a:pt x="167639" y="92963"/>
                  </a:moveTo>
                  <a:lnTo>
                    <a:pt x="167639" y="0"/>
                  </a:lnTo>
                  <a:lnTo>
                    <a:pt x="141731" y="0"/>
                  </a:lnTo>
                  <a:lnTo>
                    <a:pt x="141731" y="118871"/>
                  </a:lnTo>
                  <a:lnTo>
                    <a:pt x="153923" y="118871"/>
                  </a:lnTo>
                  <a:lnTo>
                    <a:pt x="153923" y="92963"/>
                  </a:lnTo>
                  <a:lnTo>
                    <a:pt x="167639" y="92963"/>
                  </a:lnTo>
                  <a:close/>
                </a:path>
                <a:path w="226060" h="205739">
                  <a:moveTo>
                    <a:pt x="225551" y="92963"/>
                  </a:moveTo>
                  <a:lnTo>
                    <a:pt x="153923" y="92963"/>
                  </a:lnTo>
                  <a:lnTo>
                    <a:pt x="167639" y="105155"/>
                  </a:lnTo>
                  <a:lnTo>
                    <a:pt x="167639" y="115823"/>
                  </a:lnTo>
                  <a:lnTo>
                    <a:pt x="185927" y="97535"/>
                  </a:lnTo>
                  <a:lnTo>
                    <a:pt x="195071" y="118871"/>
                  </a:lnTo>
                  <a:lnTo>
                    <a:pt x="195071" y="123443"/>
                  </a:lnTo>
                  <a:lnTo>
                    <a:pt x="225551" y="92963"/>
                  </a:lnTo>
                  <a:close/>
                </a:path>
                <a:path w="226060" h="205739">
                  <a:moveTo>
                    <a:pt x="167639" y="115823"/>
                  </a:moveTo>
                  <a:lnTo>
                    <a:pt x="167639" y="105155"/>
                  </a:lnTo>
                  <a:lnTo>
                    <a:pt x="153923" y="92963"/>
                  </a:lnTo>
                  <a:lnTo>
                    <a:pt x="153923" y="118871"/>
                  </a:lnTo>
                  <a:lnTo>
                    <a:pt x="164591" y="118871"/>
                  </a:lnTo>
                  <a:lnTo>
                    <a:pt x="167639" y="115823"/>
                  </a:lnTo>
                  <a:close/>
                </a:path>
                <a:path w="226060" h="205739">
                  <a:moveTo>
                    <a:pt x="195071" y="118871"/>
                  </a:moveTo>
                  <a:lnTo>
                    <a:pt x="185927" y="97535"/>
                  </a:lnTo>
                  <a:lnTo>
                    <a:pt x="164591" y="118871"/>
                  </a:lnTo>
                  <a:lnTo>
                    <a:pt x="195071" y="118871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3A4715C-8EB7-01F9-B680-0A78EAF7E1AE}"/>
                </a:ext>
              </a:extLst>
            </p:cNvPr>
            <p:cNvSpPr/>
            <p:nvPr/>
          </p:nvSpPr>
          <p:spPr>
            <a:xfrm>
              <a:off x="8259893" y="6673595"/>
              <a:ext cx="219710" cy="167640"/>
            </a:xfrm>
            <a:custGeom>
              <a:avLst/>
              <a:gdLst/>
              <a:ahLst/>
              <a:cxnLst/>
              <a:rect l="l" t="t" r="r" b="b"/>
              <a:pathLst>
                <a:path w="219709" h="167640">
                  <a:moveTo>
                    <a:pt x="83819" y="167639"/>
                  </a:moveTo>
                  <a:lnTo>
                    <a:pt x="83819" y="0"/>
                  </a:lnTo>
                  <a:lnTo>
                    <a:pt x="0" y="83819"/>
                  </a:lnTo>
                  <a:lnTo>
                    <a:pt x="83819" y="167639"/>
                  </a:lnTo>
                  <a:close/>
                </a:path>
                <a:path w="219709" h="167640">
                  <a:moveTo>
                    <a:pt x="219455" y="126491"/>
                  </a:moveTo>
                  <a:lnTo>
                    <a:pt x="219455" y="42671"/>
                  </a:lnTo>
                  <a:lnTo>
                    <a:pt x="83819" y="42671"/>
                  </a:lnTo>
                  <a:lnTo>
                    <a:pt x="83819" y="126491"/>
                  </a:lnTo>
                  <a:lnTo>
                    <a:pt x="219455" y="126491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EE6CD77-5DC8-4A50-99C7-C7F6BD35B9BF}"/>
                </a:ext>
              </a:extLst>
            </p:cNvPr>
            <p:cNvSpPr/>
            <p:nvPr/>
          </p:nvSpPr>
          <p:spPr>
            <a:xfrm>
              <a:off x="8241605" y="6643117"/>
              <a:ext cx="250190" cy="228600"/>
            </a:xfrm>
            <a:custGeom>
              <a:avLst/>
              <a:gdLst/>
              <a:ahLst/>
              <a:cxnLst/>
              <a:rect l="l" t="t" r="r" b="b"/>
              <a:pathLst>
                <a:path w="250190" h="228600">
                  <a:moveTo>
                    <a:pt x="114299" y="60959"/>
                  </a:moveTo>
                  <a:lnTo>
                    <a:pt x="114299" y="0"/>
                  </a:lnTo>
                  <a:lnTo>
                    <a:pt x="0" y="114299"/>
                  </a:lnTo>
                  <a:lnTo>
                    <a:pt x="27431" y="141731"/>
                  </a:lnTo>
                  <a:lnTo>
                    <a:pt x="27431" y="105155"/>
                  </a:lnTo>
                  <a:lnTo>
                    <a:pt x="36575" y="114299"/>
                  </a:lnTo>
                  <a:lnTo>
                    <a:pt x="88391" y="62483"/>
                  </a:lnTo>
                  <a:lnTo>
                    <a:pt x="88391" y="30479"/>
                  </a:lnTo>
                  <a:lnTo>
                    <a:pt x="111251" y="39623"/>
                  </a:lnTo>
                  <a:lnTo>
                    <a:pt x="111251" y="60959"/>
                  </a:lnTo>
                  <a:lnTo>
                    <a:pt x="114299" y="60959"/>
                  </a:lnTo>
                  <a:close/>
                </a:path>
                <a:path w="250190" h="228600">
                  <a:moveTo>
                    <a:pt x="36575" y="114299"/>
                  </a:moveTo>
                  <a:lnTo>
                    <a:pt x="27431" y="105155"/>
                  </a:lnTo>
                  <a:lnTo>
                    <a:pt x="27431" y="123443"/>
                  </a:lnTo>
                  <a:lnTo>
                    <a:pt x="36575" y="114299"/>
                  </a:lnTo>
                  <a:close/>
                </a:path>
                <a:path w="250190" h="228600">
                  <a:moveTo>
                    <a:pt x="111251" y="188975"/>
                  </a:moveTo>
                  <a:lnTo>
                    <a:pt x="36575" y="114299"/>
                  </a:lnTo>
                  <a:lnTo>
                    <a:pt x="27431" y="123443"/>
                  </a:lnTo>
                  <a:lnTo>
                    <a:pt x="27431" y="141731"/>
                  </a:lnTo>
                  <a:lnTo>
                    <a:pt x="88391" y="202691"/>
                  </a:lnTo>
                  <a:lnTo>
                    <a:pt x="88391" y="198119"/>
                  </a:lnTo>
                  <a:lnTo>
                    <a:pt x="111251" y="188975"/>
                  </a:lnTo>
                  <a:close/>
                </a:path>
                <a:path w="250190" h="228600">
                  <a:moveTo>
                    <a:pt x="111251" y="39623"/>
                  </a:moveTo>
                  <a:lnTo>
                    <a:pt x="88391" y="30479"/>
                  </a:lnTo>
                  <a:lnTo>
                    <a:pt x="88391" y="62483"/>
                  </a:lnTo>
                  <a:lnTo>
                    <a:pt x="111251" y="39623"/>
                  </a:lnTo>
                  <a:close/>
                </a:path>
                <a:path w="250190" h="228600">
                  <a:moveTo>
                    <a:pt x="111251" y="60959"/>
                  </a:moveTo>
                  <a:lnTo>
                    <a:pt x="111251" y="39623"/>
                  </a:lnTo>
                  <a:lnTo>
                    <a:pt x="88391" y="62483"/>
                  </a:lnTo>
                  <a:lnTo>
                    <a:pt x="88391" y="85343"/>
                  </a:lnTo>
                  <a:lnTo>
                    <a:pt x="102107" y="85343"/>
                  </a:lnTo>
                  <a:lnTo>
                    <a:pt x="102107" y="60959"/>
                  </a:lnTo>
                  <a:lnTo>
                    <a:pt x="111251" y="60959"/>
                  </a:lnTo>
                  <a:close/>
                </a:path>
                <a:path w="250190" h="228600">
                  <a:moveTo>
                    <a:pt x="237743" y="143255"/>
                  </a:moveTo>
                  <a:lnTo>
                    <a:pt x="88391" y="143255"/>
                  </a:lnTo>
                  <a:lnTo>
                    <a:pt x="88391" y="166115"/>
                  </a:lnTo>
                  <a:lnTo>
                    <a:pt x="102107" y="179831"/>
                  </a:lnTo>
                  <a:lnTo>
                    <a:pt x="102107" y="169163"/>
                  </a:lnTo>
                  <a:lnTo>
                    <a:pt x="114299" y="156971"/>
                  </a:lnTo>
                  <a:lnTo>
                    <a:pt x="114299" y="169163"/>
                  </a:lnTo>
                  <a:lnTo>
                    <a:pt x="225551" y="169163"/>
                  </a:lnTo>
                  <a:lnTo>
                    <a:pt x="225551" y="156971"/>
                  </a:lnTo>
                  <a:lnTo>
                    <a:pt x="237743" y="143255"/>
                  </a:lnTo>
                  <a:close/>
                </a:path>
                <a:path w="250190" h="228600">
                  <a:moveTo>
                    <a:pt x="111251" y="225551"/>
                  </a:moveTo>
                  <a:lnTo>
                    <a:pt x="111251" y="188975"/>
                  </a:lnTo>
                  <a:lnTo>
                    <a:pt x="88391" y="198119"/>
                  </a:lnTo>
                  <a:lnTo>
                    <a:pt x="88391" y="202691"/>
                  </a:lnTo>
                  <a:lnTo>
                    <a:pt x="111251" y="225551"/>
                  </a:lnTo>
                  <a:close/>
                </a:path>
                <a:path w="250190" h="228600">
                  <a:moveTo>
                    <a:pt x="249935" y="169163"/>
                  </a:moveTo>
                  <a:lnTo>
                    <a:pt x="249935" y="60959"/>
                  </a:lnTo>
                  <a:lnTo>
                    <a:pt x="102107" y="60959"/>
                  </a:lnTo>
                  <a:lnTo>
                    <a:pt x="114299" y="73151"/>
                  </a:lnTo>
                  <a:lnTo>
                    <a:pt x="114299" y="85343"/>
                  </a:lnTo>
                  <a:lnTo>
                    <a:pt x="225551" y="85343"/>
                  </a:lnTo>
                  <a:lnTo>
                    <a:pt x="225551" y="73151"/>
                  </a:lnTo>
                  <a:lnTo>
                    <a:pt x="237743" y="85343"/>
                  </a:lnTo>
                  <a:lnTo>
                    <a:pt x="237743" y="169163"/>
                  </a:lnTo>
                  <a:lnTo>
                    <a:pt x="249935" y="169163"/>
                  </a:lnTo>
                  <a:close/>
                </a:path>
                <a:path w="250190" h="228600">
                  <a:moveTo>
                    <a:pt x="114299" y="85343"/>
                  </a:moveTo>
                  <a:lnTo>
                    <a:pt x="114299" y="73151"/>
                  </a:lnTo>
                  <a:lnTo>
                    <a:pt x="102107" y="60959"/>
                  </a:lnTo>
                  <a:lnTo>
                    <a:pt x="102107" y="85343"/>
                  </a:lnTo>
                  <a:lnTo>
                    <a:pt x="114299" y="85343"/>
                  </a:lnTo>
                  <a:close/>
                </a:path>
                <a:path w="250190" h="228600">
                  <a:moveTo>
                    <a:pt x="114299" y="169163"/>
                  </a:moveTo>
                  <a:lnTo>
                    <a:pt x="114299" y="156971"/>
                  </a:lnTo>
                  <a:lnTo>
                    <a:pt x="102107" y="169163"/>
                  </a:lnTo>
                  <a:lnTo>
                    <a:pt x="114299" y="169163"/>
                  </a:lnTo>
                  <a:close/>
                </a:path>
                <a:path w="250190" h="228600">
                  <a:moveTo>
                    <a:pt x="114299" y="228599"/>
                  </a:moveTo>
                  <a:lnTo>
                    <a:pt x="114299" y="169163"/>
                  </a:lnTo>
                  <a:lnTo>
                    <a:pt x="102107" y="169163"/>
                  </a:lnTo>
                  <a:lnTo>
                    <a:pt x="102107" y="179831"/>
                  </a:lnTo>
                  <a:lnTo>
                    <a:pt x="111251" y="188975"/>
                  </a:lnTo>
                  <a:lnTo>
                    <a:pt x="111251" y="225551"/>
                  </a:lnTo>
                  <a:lnTo>
                    <a:pt x="114299" y="228599"/>
                  </a:lnTo>
                  <a:close/>
                </a:path>
                <a:path w="250190" h="228600">
                  <a:moveTo>
                    <a:pt x="237743" y="85343"/>
                  </a:moveTo>
                  <a:lnTo>
                    <a:pt x="225551" y="73151"/>
                  </a:lnTo>
                  <a:lnTo>
                    <a:pt x="225551" y="85343"/>
                  </a:lnTo>
                  <a:lnTo>
                    <a:pt x="237743" y="85343"/>
                  </a:lnTo>
                  <a:close/>
                </a:path>
                <a:path w="250190" h="228600">
                  <a:moveTo>
                    <a:pt x="237743" y="143255"/>
                  </a:moveTo>
                  <a:lnTo>
                    <a:pt x="237743" y="85343"/>
                  </a:lnTo>
                  <a:lnTo>
                    <a:pt x="225551" y="85343"/>
                  </a:lnTo>
                  <a:lnTo>
                    <a:pt x="225551" y="143255"/>
                  </a:lnTo>
                  <a:lnTo>
                    <a:pt x="237743" y="143255"/>
                  </a:lnTo>
                  <a:close/>
                </a:path>
                <a:path w="250190" h="228600">
                  <a:moveTo>
                    <a:pt x="237743" y="169163"/>
                  </a:moveTo>
                  <a:lnTo>
                    <a:pt x="237743" y="143255"/>
                  </a:lnTo>
                  <a:lnTo>
                    <a:pt x="225551" y="156971"/>
                  </a:lnTo>
                  <a:lnTo>
                    <a:pt x="225551" y="169163"/>
                  </a:lnTo>
                  <a:lnTo>
                    <a:pt x="237743" y="169163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78757599-C062-01D4-DFE8-05CDF6E1CC86}"/>
                </a:ext>
              </a:extLst>
            </p:cNvPr>
            <p:cNvSpPr txBox="1"/>
            <p:nvPr/>
          </p:nvSpPr>
          <p:spPr>
            <a:xfrm>
              <a:off x="8571813" y="6600442"/>
              <a:ext cx="104076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/>
              <a:r>
                <a:rPr spc="-5" dirty="0">
                  <a:latin typeface="Tahoma"/>
                  <a:cs typeface="Tahoma"/>
                </a:rPr>
                <a:t>Goal</a:t>
              </a:r>
              <a:r>
                <a:rPr spc="-80" dirty="0">
                  <a:latin typeface="Tahoma"/>
                  <a:cs typeface="Tahoma"/>
                </a:rPr>
                <a:t> </a:t>
              </a:r>
              <a:r>
                <a:rPr spc="-5" dirty="0">
                  <a:latin typeface="Tahoma"/>
                  <a:cs typeface="Tahoma"/>
                </a:rPr>
                <a:t>state</a:t>
              </a:r>
              <a:endParaRPr>
                <a:latin typeface="Tahoma"/>
                <a:cs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951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5189" y="196850"/>
            <a:ext cx="154813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dirty="0"/>
              <a:t>S</a:t>
            </a:r>
            <a:r>
              <a:rPr sz="4399" spc="5" dirty="0"/>
              <a:t>e</a:t>
            </a:r>
            <a:r>
              <a:rPr sz="4399" spc="-5" dirty="0"/>
              <a:t>a</a:t>
            </a:r>
            <a:r>
              <a:rPr sz="4399" spc="-60" dirty="0"/>
              <a:t>r</a:t>
            </a:r>
            <a:r>
              <a:rPr sz="4399" spc="-10" dirty="0"/>
              <a:t>c</a:t>
            </a:r>
            <a:r>
              <a:rPr sz="4399" dirty="0"/>
              <a:t>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512" y="1365465"/>
            <a:ext cx="12496800" cy="2026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marR="411453" indent="-342878" algn="just">
              <a:buFont typeface="Courier New"/>
              <a:buChar char="•"/>
              <a:tabLst>
                <a:tab pos="355577" algn="l"/>
              </a:tabLst>
            </a:pPr>
            <a:r>
              <a:rPr sz="3200" spc="-55" dirty="0">
                <a:latin typeface="Calibri"/>
                <a:cs typeface="Calibri"/>
              </a:rPr>
              <a:t>We </a:t>
            </a:r>
            <a:r>
              <a:rPr sz="3200" spc="-5" dirty="0">
                <a:latin typeface="Calibri"/>
                <a:cs typeface="Calibri"/>
              </a:rPr>
              <a:t>will consider the </a:t>
            </a:r>
            <a:r>
              <a:rPr sz="3200" spc="-10" dirty="0">
                <a:latin typeface="Calibri"/>
                <a:cs typeface="Calibri"/>
              </a:rPr>
              <a:t>problem </a:t>
            </a:r>
            <a:r>
              <a:rPr sz="3200" spc="-5" dirty="0">
                <a:latin typeface="Calibri"/>
                <a:cs typeface="Calibri"/>
              </a:rPr>
              <a:t>of designing </a:t>
            </a:r>
            <a:r>
              <a:rPr sz="3200" spc="25" dirty="0">
                <a:solidFill>
                  <a:srgbClr val="FF0000"/>
                </a:solidFill>
                <a:latin typeface="Calibri"/>
                <a:cs typeface="Calibri"/>
              </a:rPr>
              <a:t>goal-</a:t>
            </a:r>
            <a:r>
              <a:rPr sz="3200" spc="30" dirty="0">
                <a:solidFill>
                  <a:srgbClr val="FF0000"/>
                </a:solidFill>
                <a:latin typeface="Calibri"/>
                <a:cs typeface="Calibri"/>
              </a:rPr>
              <a:t>based </a:t>
            </a:r>
            <a:r>
              <a:rPr sz="3200" spc="20" dirty="0">
                <a:solidFill>
                  <a:srgbClr val="FF0000"/>
                </a:solidFill>
                <a:latin typeface="Calibri"/>
                <a:cs typeface="Calibri"/>
              </a:rPr>
              <a:t>agents </a:t>
            </a:r>
            <a:r>
              <a:rPr sz="3200" spc="-5" dirty="0">
                <a:latin typeface="Calibri"/>
                <a:cs typeface="Calibri"/>
              </a:rPr>
              <a:t>in </a:t>
            </a:r>
            <a:r>
              <a:rPr sz="3200" spc="45" dirty="0">
                <a:solidFill>
                  <a:srgbClr val="00B04F"/>
                </a:solidFill>
                <a:latin typeface="Calibri"/>
                <a:cs typeface="Calibri"/>
              </a:rPr>
              <a:t>fully </a:t>
            </a:r>
            <a:r>
              <a:rPr sz="3200" spc="25" dirty="0">
                <a:solidFill>
                  <a:srgbClr val="00B04F"/>
                </a:solidFill>
                <a:latin typeface="Calibri"/>
                <a:cs typeface="Calibri"/>
              </a:rPr>
              <a:t>observable,</a:t>
            </a:r>
            <a:r>
              <a:rPr sz="3200" spc="-140" dirty="0">
                <a:solidFill>
                  <a:srgbClr val="00B04F"/>
                </a:solidFill>
                <a:latin typeface="Calibri"/>
                <a:cs typeface="Calibri"/>
              </a:rPr>
              <a:t> </a:t>
            </a:r>
            <a:r>
              <a:rPr sz="3200" spc="20" dirty="0">
                <a:solidFill>
                  <a:srgbClr val="00B04F"/>
                </a:solidFill>
                <a:latin typeface="Calibri"/>
                <a:cs typeface="Calibri"/>
              </a:rPr>
              <a:t>deterministic,  </a:t>
            </a:r>
            <a:r>
              <a:rPr sz="3200" spc="10" dirty="0">
                <a:solidFill>
                  <a:srgbClr val="00B04F"/>
                </a:solidFill>
                <a:latin typeface="Calibri"/>
                <a:cs typeface="Calibri"/>
              </a:rPr>
              <a:t>discrete, </a:t>
            </a:r>
            <a:r>
              <a:rPr sz="3200" spc="50" dirty="0">
                <a:solidFill>
                  <a:srgbClr val="00B04F"/>
                </a:solidFill>
                <a:latin typeface="Calibri"/>
                <a:cs typeface="Calibri"/>
              </a:rPr>
              <a:t>known</a:t>
            </a:r>
            <a:r>
              <a:rPr sz="3200" spc="-75" dirty="0">
                <a:solidFill>
                  <a:srgbClr val="00B04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environments</a:t>
            </a:r>
            <a:endParaRPr sz="3200" dirty="0">
              <a:latin typeface="Calibri"/>
              <a:cs typeface="Calibri"/>
            </a:endParaRPr>
          </a:p>
          <a:p>
            <a:pPr marL="756236" marR="5079" lvl="1" indent="-286367">
              <a:spcBef>
                <a:spcPts val="68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agent </a:t>
            </a:r>
            <a:r>
              <a:rPr sz="2800" spc="-20" dirty="0">
                <a:latin typeface="Calibri"/>
                <a:cs typeface="Calibri"/>
              </a:rPr>
              <a:t>must </a:t>
            </a:r>
            <a:r>
              <a:rPr sz="2800" spc="-10" dirty="0">
                <a:latin typeface="Calibri"/>
                <a:cs typeface="Calibri"/>
              </a:rPr>
              <a:t>find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i="1" spc="-5" dirty="0">
                <a:latin typeface="Calibri"/>
                <a:cs typeface="Calibri"/>
              </a:rPr>
              <a:t>sequence of actions </a:t>
            </a:r>
            <a:r>
              <a:rPr sz="2800" spc="-15" dirty="0">
                <a:latin typeface="Calibri"/>
                <a:cs typeface="Calibri"/>
              </a:rPr>
              <a:t>that </a:t>
            </a:r>
            <a:r>
              <a:rPr sz="2800" spc="-10" dirty="0">
                <a:latin typeface="Calibri"/>
                <a:cs typeface="Calibri"/>
              </a:rPr>
              <a:t>reaches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goal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56236" lvl="1" indent="-286367">
              <a:spcBef>
                <a:spcPts val="670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15" dirty="0">
                <a:latin typeface="Calibri"/>
                <a:cs typeface="Calibri"/>
              </a:rPr>
              <a:t>performance measure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defined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512" y="3883296"/>
            <a:ext cx="11671291" cy="28007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6405" indent="-513047">
              <a:buAutoNum type="alphaUcPeriod"/>
              <a:tabLst>
                <a:tab pos="926405" algn="l"/>
                <a:tab pos="927040" algn="l"/>
              </a:tabLst>
            </a:pPr>
            <a:r>
              <a:rPr sz="3200" spc="-5" dirty="0">
                <a:latin typeface="Calibri"/>
                <a:cs typeface="Calibri"/>
              </a:rPr>
              <a:t>Reaching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goal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</a:p>
          <a:p>
            <a:pPr marL="927040" indent="-513682">
              <a:spcBef>
                <a:spcPts val="575"/>
              </a:spcBef>
              <a:buAutoNum type="alphaUcPeriod"/>
              <a:tabLst>
                <a:tab pos="926405" algn="l"/>
                <a:tab pos="927675" algn="l"/>
              </a:tabLst>
            </a:pPr>
            <a:r>
              <a:rPr sz="3200" spc="-10" dirty="0">
                <a:latin typeface="Calibri"/>
                <a:cs typeface="Calibri"/>
              </a:rPr>
              <a:t>How </a:t>
            </a:r>
            <a:r>
              <a:rPr sz="3200" spc="15" dirty="0">
                <a:latin typeface="Calibri"/>
                <a:cs typeface="Calibri"/>
              </a:rPr>
              <a:t>“</a:t>
            </a:r>
            <a:r>
              <a:rPr sz="3200" spc="15" dirty="0">
                <a:solidFill>
                  <a:srgbClr val="FF0000"/>
                </a:solidFill>
                <a:latin typeface="Calibri"/>
                <a:cs typeface="Calibri"/>
              </a:rPr>
              <a:t>expensive</a:t>
            </a:r>
            <a:r>
              <a:rPr sz="3200" spc="15" dirty="0">
                <a:latin typeface="Calibri"/>
                <a:cs typeface="Calibri"/>
              </a:rPr>
              <a:t>”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path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goal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endParaRPr sz="3200" dirty="0">
              <a:latin typeface="Calibri"/>
              <a:cs typeface="Calibri"/>
            </a:endParaRPr>
          </a:p>
          <a:p>
            <a:pPr marL="299066" marR="5079" indent="-287002">
              <a:spcBef>
                <a:spcPts val="640"/>
              </a:spcBef>
            </a:pPr>
            <a:r>
              <a:rPr sz="3600" spc="-120" dirty="0">
                <a:latin typeface="Courier New"/>
                <a:cs typeface="Courier New"/>
              </a:rPr>
              <a:t>– </a:t>
            </a:r>
            <a:r>
              <a:rPr sz="3600" spc="-60" dirty="0">
                <a:latin typeface="Calibri"/>
                <a:cs typeface="Calibri"/>
              </a:rPr>
              <a:t>We </a:t>
            </a:r>
            <a:r>
              <a:rPr sz="3600" spc="-15" dirty="0">
                <a:latin typeface="Calibri"/>
                <a:cs typeface="Calibri"/>
              </a:rPr>
              <a:t>are focused </a:t>
            </a:r>
            <a:r>
              <a:rPr sz="3600" spc="-5" dirty="0">
                <a:latin typeface="Calibri"/>
                <a:cs typeface="Calibri"/>
              </a:rPr>
              <a:t>on </a:t>
            </a:r>
            <a:r>
              <a:rPr sz="3600" spc="-10" dirty="0">
                <a:latin typeface="Calibri"/>
                <a:cs typeface="Calibri"/>
              </a:rPr>
              <a:t>the </a:t>
            </a:r>
            <a:r>
              <a:rPr sz="3600" spc="-15" dirty="0">
                <a:latin typeface="Calibri"/>
                <a:cs typeface="Calibri"/>
              </a:rPr>
              <a:t>process </a:t>
            </a:r>
            <a:r>
              <a:rPr sz="3600" spc="-5" dirty="0">
                <a:latin typeface="Calibri"/>
                <a:cs typeface="Calibri"/>
              </a:rPr>
              <a:t>of </a:t>
            </a:r>
            <a:r>
              <a:rPr sz="3600" spc="-10" dirty="0">
                <a:latin typeface="Calibri"/>
                <a:cs typeface="Calibri"/>
              </a:rPr>
              <a:t>finding the solution;  </a:t>
            </a:r>
            <a:r>
              <a:rPr sz="3600" spc="-5" dirty="0">
                <a:latin typeface="Calibri"/>
                <a:cs typeface="Calibri"/>
              </a:rPr>
              <a:t>while </a:t>
            </a:r>
            <a:r>
              <a:rPr sz="3600" spc="-20" dirty="0">
                <a:latin typeface="Calibri"/>
                <a:cs typeface="Calibri"/>
              </a:rPr>
              <a:t>executing </a:t>
            </a:r>
            <a:r>
              <a:rPr sz="3600" spc="-10" dirty="0">
                <a:latin typeface="Calibri"/>
                <a:cs typeface="Calibri"/>
              </a:rPr>
              <a:t>the solution, </a:t>
            </a:r>
            <a:r>
              <a:rPr sz="3600" spc="-15" dirty="0">
                <a:latin typeface="Calibri"/>
                <a:cs typeface="Calibri"/>
              </a:rPr>
              <a:t>we </a:t>
            </a:r>
            <a:r>
              <a:rPr sz="3600" spc="-10" dirty="0">
                <a:latin typeface="Calibri"/>
                <a:cs typeface="Calibri"/>
              </a:rPr>
              <a:t>assume </a:t>
            </a:r>
            <a:r>
              <a:rPr sz="3600" spc="-15" dirty="0">
                <a:latin typeface="Calibri"/>
                <a:cs typeface="Calibri"/>
              </a:rPr>
              <a:t>that </a:t>
            </a:r>
            <a:r>
              <a:rPr sz="3600" spc="-10" dirty="0">
                <a:latin typeface="Calibri"/>
                <a:cs typeface="Calibri"/>
              </a:rPr>
              <a:t>the </a:t>
            </a:r>
            <a:r>
              <a:rPr sz="3600" spc="-15" dirty="0">
                <a:latin typeface="Calibri"/>
                <a:cs typeface="Calibri"/>
              </a:rPr>
              <a:t>agent  can </a:t>
            </a:r>
            <a:r>
              <a:rPr sz="3600" spc="-20" dirty="0">
                <a:latin typeface="Calibri"/>
                <a:cs typeface="Calibri"/>
              </a:rPr>
              <a:t>safely </a:t>
            </a:r>
            <a:r>
              <a:rPr sz="3600" spc="-15" dirty="0">
                <a:latin typeface="Calibri"/>
                <a:cs typeface="Calibri"/>
              </a:rPr>
              <a:t>ignore </a:t>
            </a:r>
            <a:r>
              <a:rPr sz="3600" spc="-10" dirty="0">
                <a:latin typeface="Calibri"/>
                <a:cs typeface="Calibri"/>
              </a:rPr>
              <a:t>its </a:t>
            </a:r>
            <a:r>
              <a:rPr sz="3600" spc="-15" dirty="0">
                <a:latin typeface="Calibri"/>
                <a:cs typeface="Calibri"/>
              </a:rPr>
              <a:t>percepts</a:t>
            </a:r>
            <a:r>
              <a:rPr lang="en-US" sz="3600" spc="-15" dirty="0">
                <a:latin typeface="Calibri"/>
                <a:cs typeface="Calibri"/>
              </a:rPr>
              <a:t>.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9795" y="-45052"/>
            <a:ext cx="6553834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0" dirty="0"/>
              <a:t>Search problem</a:t>
            </a:r>
            <a:r>
              <a:rPr sz="4399" spc="-95" dirty="0"/>
              <a:t> </a:t>
            </a:r>
            <a:r>
              <a:rPr sz="4399" spc="-5" dirty="0"/>
              <a:t>components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8333677" y="234075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599" y="190499"/>
                </a:moveTo>
                <a:lnTo>
                  <a:pt x="170687" y="190499"/>
                </a:lnTo>
                <a:lnTo>
                  <a:pt x="170687" y="0"/>
                </a:lnTo>
                <a:lnTo>
                  <a:pt x="56387" y="0"/>
                </a:lnTo>
                <a:lnTo>
                  <a:pt x="56387" y="190499"/>
                </a:lnTo>
                <a:lnTo>
                  <a:pt x="0" y="190499"/>
                </a:lnTo>
                <a:lnTo>
                  <a:pt x="114299" y="304799"/>
                </a:lnTo>
                <a:lnTo>
                  <a:pt x="228599" y="190499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03196" y="2328567"/>
            <a:ext cx="289560" cy="335280"/>
          </a:xfrm>
          <a:custGeom>
            <a:avLst/>
            <a:gdLst/>
            <a:ahLst/>
            <a:cxnLst/>
            <a:rect l="l" t="t" r="r" b="b"/>
            <a:pathLst>
              <a:path w="289560" h="335280">
                <a:moveTo>
                  <a:pt x="86867" y="190499"/>
                </a:moveTo>
                <a:lnTo>
                  <a:pt x="0" y="190499"/>
                </a:lnTo>
                <a:lnTo>
                  <a:pt x="30479" y="220979"/>
                </a:lnTo>
                <a:lnTo>
                  <a:pt x="30479" y="216407"/>
                </a:lnTo>
                <a:lnTo>
                  <a:pt x="39623" y="195071"/>
                </a:lnTo>
                <a:lnTo>
                  <a:pt x="60959" y="216407"/>
                </a:lnTo>
                <a:lnTo>
                  <a:pt x="74675" y="216407"/>
                </a:lnTo>
                <a:lnTo>
                  <a:pt x="74675" y="202691"/>
                </a:lnTo>
                <a:lnTo>
                  <a:pt x="86867" y="190499"/>
                </a:lnTo>
                <a:close/>
              </a:path>
              <a:path w="289560" h="335280">
                <a:moveTo>
                  <a:pt x="60959" y="216407"/>
                </a:moveTo>
                <a:lnTo>
                  <a:pt x="39623" y="195071"/>
                </a:lnTo>
                <a:lnTo>
                  <a:pt x="30479" y="216407"/>
                </a:lnTo>
                <a:lnTo>
                  <a:pt x="60959" y="216407"/>
                </a:lnTo>
                <a:close/>
              </a:path>
              <a:path w="289560" h="335280">
                <a:moveTo>
                  <a:pt x="144779" y="300227"/>
                </a:moveTo>
                <a:lnTo>
                  <a:pt x="60959" y="216407"/>
                </a:lnTo>
                <a:lnTo>
                  <a:pt x="30479" y="216407"/>
                </a:lnTo>
                <a:lnTo>
                  <a:pt x="30479" y="220979"/>
                </a:lnTo>
                <a:lnTo>
                  <a:pt x="135635" y="326135"/>
                </a:lnTo>
                <a:lnTo>
                  <a:pt x="135635" y="309371"/>
                </a:lnTo>
                <a:lnTo>
                  <a:pt x="144779" y="300227"/>
                </a:lnTo>
                <a:close/>
              </a:path>
              <a:path w="289560" h="335280">
                <a:moveTo>
                  <a:pt x="214883" y="190499"/>
                </a:moveTo>
                <a:lnTo>
                  <a:pt x="214883" y="0"/>
                </a:lnTo>
                <a:lnTo>
                  <a:pt x="74675" y="0"/>
                </a:lnTo>
                <a:lnTo>
                  <a:pt x="74675" y="190499"/>
                </a:lnTo>
                <a:lnTo>
                  <a:pt x="86867" y="190499"/>
                </a:lnTo>
                <a:lnTo>
                  <a:pt x="86867" y="25907"/>
                </a:lnTo>
                <a:lnTo>
                  <a:pt x="100583" y="12191"/>
                </a:lnTo>
                <a:lnTo>
                  <a:pt x="100583" y="25907"/>
                </a:lnTo>
                <a:lnTo>
                  <a:pt x="188975" y="25907"/>
                </a:lnTo>
                <a:lnTo>
                  <a:pt x="188975" y="12191"/>
                </a:lnTo>
                <a:lnTo>
                  <a:pt x="201167" y="25907"/>
                </a:lnTo>
                <a:lnTo>
                  <a:pt x="201167" y="190499"/>
                </a:lnTo>
                <a:lnTo>
                  <a:pt x="214883" y="190499"/>
                </a:lnTo>
                <a:close/>
              </a:path>
              <a:path w="289560" h="335280">
                <a:moveTo>
                  <a:pt x="100583" y="216407"/>
                </a:moveTo>
                <a:lnTo>
                  <a:pt x="100583" y="25907"/>
                </a:lnTo>
                <a:lnTo>
                  <a:pt x="86867" y="25907"/>
                </a:lnTo>
                <a:lnTo>
                  <a:pt x="86867" y="190499"/>
                </a:lnTo>
                <a:lnTo>
                  <a:pt x="74675" y="202691"/>
                </a:lnTo>
                <a:lnTo>
                  <a:pt x="74675" y="216407"/>
                </a:lnTo>
                <a:lnTo>
                  <a:pt x="100583" y="216407"/>
                </a:lnTo>
                <a:close/>
              </a:path>
              <a:path w="289560" h="335280">
                <a:moveTo>
                  <a:pt x="100583" y="25907"/>
                </a:moveTo>
                <a:lnTo>
                  <a:pt x="100583" y="12191"/>
                </a:lnTo>
                <a:lnTo>
                  <a:pt x="86867" y="25907"/>
                </a:lnTo>
                <a:lnTo>
                  <a:pt x="100583" y="25907"/>
                </a:lnTo>
                <a:close/>
              </a:path>
              <a:path w="289560" h="335280">
                <a:moveTo>
                  <a:pt x="153923" y="309371"/>
                </a:moveTo>
                <a:lnTo>
                  <a:pt x="144779" y="300227"/>
                </a:lnTo>
                <a:lnTo>
                  <a:pt x="135635" y="309371"/>
                </a:lnTo>
                <a:lnTo>
                  <a:pt x="153923" y="309371"/>
                </a:lnTo>
                <a:close/>
              </a:path>
              <a:path w="289560" h="335280">
                <a:moveTo>
                  <a:pt x="153923" y="326135"/>
                </a:moveTo>
                <a:lnTo>
                  <a:pt x="153923" y="309371"/>
                </a:lnTo>
                <a:lnTo>
                  <a:pt x="135635" y="309371"/>
                </a:lnTo>
                <a:lnTo>
                  <a:pt x="135635" y="326135"/>
                </a:lnTo>
                <a:lnTo>
                  <a:pt x="144779" y="335279"/>
                </a:lnTo>
                <a:lnTo>
                  <a:pt x="153923" y="326135"/>
                </a:lnTo>
                <a:close/>
              </a:path>
              <a:path w="289560" h="335280">
                <a:moveTo>
                  <a:pt x="259079" y="220979"/>
                </a:moveTo>
                <a:lnTo>
                  <a:pt x="259079" y="216407"/>
                </a:lnTo>
                <a:lnTo>
                  <a:pt x="228599" y="216407"/>
                </a:lnTo>
                <a:lnTo>
                  <a:pt x="144779" y="300227"/>
                </a:lnTo>
                <a:lnTo>
                  <a:pt x="153923" y="309371"/>
                </a:lnTo>
                <a:lnTo>
                  <a:pt x="153923" y="326135"/>
                </a:lnTo>
                <a:lnTo>
                  <a:pt x="259079" y="220979"/>
                </a:lnTo>
                <a:close/>
              </a:path>
              <a:path w="289560" h="335280">
                <a:moveTo>
                  <a:pt x="201167" y="25907"/>
                </a:moveTo>
                <a:lnTo>
                  <a:pt x="188975" y="12191"/>
                </a:lnTo>
                <a:lnTo>
                  <a:pt x="188975" y="25907"/>
                </a:lnTo>
                <a:lnTo>
                  <a:pt x="201167" y="25907"/>
                </a:lnTo>
                <a:close/>
              </a:path>
              <a:path w="289560" h="335280">
                <a:moveTo>
                  <a:pt x="214883" y="216407"/>
                </a:moveTo>
                <a:lnTo>
                  <a:pt x="214883" y="202691"/>
                </a:lnTo>
                <a:lnTo>
                  <a:pt x="201167" y="190499"/>
                </a:lnTo>
                <a:lnTo>
                  <a:pt x="201167" y="25907"/>
                </a:lnTo>
                <a:lnTo>
                  <a:pt x="188975" y="25907"/>
                </a:lnTo>
                <a:lnTo>
                  <a:pt x="188975" y="216407"/>
                </a:lnTo>
                <a:lnTo>
                  <a:pt x="214883" y="216407"/>
                </a:lnTo>
                <a:close/>
              </a:path>
              <a:path w="289560" h="335280">
                <a:moveTo>
                  <a:pt x="289559" y="190499"/>
                </a:moveTo>
                <a:lnTo>
                  <a:pt x="201167" y="190499"/>
                </a:lnTo>
                <a:lnTo>
                  <a:pt x="214883" y="202691"/>
                </a:lnTo>
                <a:lnTo>
                  <a:pt x="214883" y="216407"/>
                </a:lnTo>
                <a:lnTo>
                  <a:pt x="228599" y="216407"/>
                </a:lnTo>
                <a:lnTo>
                  <a:pt x="249935" y="195071"/>
                </a:lnTo>
                <a:lnTo>
                  <a:pt x="259079" y="216407"/>
                </a:lnTo>
                <a:lnTo>
                  <a:pt x="259079" y="220979"/>
                </a:lnTo>
                <a:lnTo>
                  <a:pt x="289559" y="190499"/>
                </a:lnTo>
                <a:close/>
              </a:path>
              <a:path w="289560" h="335280">
                <a:moveTo>
                  <a:pt x="259079" y="216407"/>
                </a:moveTo>
                <a:lnTo>
                  <a:pt x="249935" y="195071"/>
                </a:lnTo>
                <a:lnTo>
                  <a:pt x="228599" y="216407"/>
                </a:lnTo>
                <a:lnTo>
                  <a:pt x="259079" y="216407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171632" y="1699155"/>
            <a:ext cx="58991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06" marR="5079" indent="-55241"/>
            <a:r>
              <a:rPr spc="-1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pc="-5" dirty="0">
                <a:solidFill>
                  <a:srgbClr val="006FC0"/>
                </a:solidFill>
                <a:latin typeface="Tahoma"/>
                <a:cs typeface="Tahoma"/>
              </a:rPr>
              <a:t>ni</a:t>
            </a:r>
            <a:r>
              <a:rPr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pc="-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pc="-5" dirty="0">
                <a:solidFill>
                  <a:srgbClr val="006FC0"/>
                </a:solidFill>
                <a:latin typeface="Tahoma"/>
                <a:cs typeface="Tahoma"/>
              </a:rPr>
              <a:t>l  state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712" y="1004095"/>
            <a:ext cx="7315201" cy="4054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buFont typeface="Courier New"/>
              <a:buChar char="•"/>
              <a:tabLst>
                <a:tab pos="355577" algn="l"/>
              </a:tabLst>
            </a:pPr>
            <a:r>
              <a:rPr sz="2800" spc="25" dirty="0">
                <a:solidFill>
                  <a:srgbClr val="CC0099"/>
                </a:solidFill>
                <a:latin typeface="Calibri"/>
                <a:cs typeface="Calibri"/>
              </a:rPr>
              <a:t>Initial</a:t>
            </a:r>
            <a:r>
              <a:rPr sz="2800" spc="-8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state</a:t>
            </a:r>
            <a:endParaRPr sz="2800" dirty="0">
              <a:latin typeface="Calibri"/>
              <a:cs typeface="Calibri"/>
            </a:endParaRPr>
          </a:p>
          <a:p>
            <a:pPr marL="355577" indent="-342878">
              <a:spcBef>
                <a:spcPts val="575"/>
              </a:spcBef>
              <a:buFont typeface="Courier New"/>
              <a:buChar char="•"/>
              <a:tabLst>
                <a:tab pos="355577" algn="l"/>
              </a:tabLst>
            </a:pPr>
            <a:r>
              <a:rPr sz="2800" spc="20" dirty="0">
                <a:solidFill>
                  <a:srgbClr val="CC0099"/>
                </a:solidFill>
                <a:latin typeface="Calibri"/>
                <a:cs typeface="Calibri"/>
              </a:rPr>
              <a:t>Actions</a:t>
            </a:r>
            <a:endParaRPr sz="2800" dirty="0">
              <a:latin typeface="Calibri"/>
              <a:cs typeface="Calibri"/>
            </a:endParaRPr>
          </a:p>
          <a:p>
            <a:pPr marL="355577" indent="-342878">
              <a:spcBef>
                <a:spcPts val="575"/>
              </a:spcBef>
              <a:buFont typeface="Courier New"/>
              <a:buChar char="•"/>
              <a:tabLst>
                <a:tab pos="355577" algn="l"/>
              </a:tabLst>
            </a:pP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Transition</a:t>
            </a:r>
            <a:r>
              <a:rPr sz="2800" spc="-9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25" dirty="0">
                <a:solidFill>
                  <a:srgbClr val="CC0099"/>
                </a:solidFill>
                <a:latin typeface="Calibri"/>
                <a:cs typeface="Calibri"/>
              </a:rPr>
              <a:t>model</a:t>
            </a:r>
            <a:endParaRPr sz="2800" dirty="0">
              <a:latin typeface="Calibri"/>
              <a:cs typeface="Calibri"/>
            </a:endParaRPr>
          </a:p>
          <a:p>
            <a:pPr marL="756236" marR="13969" lvl="1" indent="-286367">
              <a:spcBef>
                <a:spcPts val="50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400" spc="-5" dirty="0">
                <a:latin typeface="Calibri"/>
                <a:cs typeface="Calibri"/>
              </a:rPr>
              <a:t>What </a:t>
            </a:r>
            <a:r>
              <a:rPr sz="2400" spc="-25" dirty="0">
                <a:latin typeface="Calibri"/>
                <a:cs typeface="Calibri"/>
              </a:rPr>
              <a:t>state </a:t>
            </a:r>
            <a:r>
              <a:rPr sz="2400" spc="-10" dirty="0">
                <a:latin typeface="Calibri"/>
                <a:cs typeface="Calibri"/>
              </a:rPr>
              <a:t>results </a:t>
            </a:r>
            <a:r>
              <a:rPr sz="2400" spc="-15" dirty="0">
                <a:latin typeface="Calibri"/>
                <a:cs typeface="Calibri"/>
              </a:rPr>
              <a:t>from  </a:t>
            </a:r>
            <a:r>
              <a:rPr sz="2400" spc="-5" dirty="0">
                <a:latin typeface="Calibri"/>
                <a:cs typeface="Calibri"/>
              </a:rPr>
              <a:t>performing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given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action  in a </a:t>
            </a:r>
            <a:r>
              <a:rPr sz="2400" spc="-10" dirty="0">
                <a:latin typeface="Calibri"/>
                <a:cs typeface="Calibri"/>
              </a:rPr>
              <a:t>given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state?</a:t>
            </a:r>
            <a:endParaRPr sz="2400" dirty="0">
              <a:latin typeface="Calibri"/>
              <a:cs typeface="Calibri"/>
            </a:endParaRPr>
          </a:p>
          <a:p>
            <a:pPr marL="355577" indent="-342878">
              <a:spcBef>
                <a:spcPts val="545"/>
              </a:spcBef>
              <a:buFont typeface="Courier New"/>
              <a:buChar char="•"/>
              <a:tabLst>
                <a:tab pos="355577" algn="l"/>
              </a:tabLst>
            </a:pPr>
            <a:r>
              <a:rPr sz="2800" spc="25" dirty="0">
                <a:solidFill>
                  <a:srgbClr val="CC0099"/>
                </a:solidFill>
                <a:latin typeface="Calibri"/>
                <a:cs typeface="Calibri"/>
              </a:rPr>
              <a:t>Goal</a:t>
            </a:r>
            <a:r>
              <a:rPr sz="2800" spc="-13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state</a:t>
            </a:r>
            <a:endParaRPr sz="2800" dirty="0">
              <a:latin typeface="Calibri"/>
              <a:cs typeface="Calibri"/>
            </a:endParaRPr>
          </a:p>
          <a:p>
            <a:pPr marL="355577" indent="-342878">
              <a:spcBef>
                <a:spcPts val="575"/>
              </a:spcBef>
              <a:buFont typeface="Courier New"/>
              <a:buChar char="•"/>
              <a:tabLst>
                <a:tab pos="355577" algn="l"/>
              </a:tabLst>
            </a:pP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Path</a:t>
            </a:r>
            <a:r>
              <a:rPr sz="2800" spc="-8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cost</a:t>
            </a:r>
            <a:endParaRPr sz="2800" dirty="0">
              <a:latin typeface="Calibri"/>
              <a:cs typeface="Calibri"/>
            </a:endParaRPr>
          </a:p>
          <a:p>
            <a:pPr marL="756236" marR="5079" lvl="1" indent="-286367">
              <a:spcBef>
                <a:spcPts val="505"/>
              </a:spcBef>
              <a:buFont typeface="Courier New"/>
              <a:buChar char="–"/>
              <a:tabLst>
                <a:tab pos="756871" algn="l"/>
              </a:tabLst>
            </a:pPr>
            <a:r>
              <a:rPr lang="en-US" sz="2400" dirty="0"/>
              <a:t>Incurred when moving from one state to another after applying an action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8897" y="5557593"/>
            <a:ext cx="799338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buFont typeface="Courier New"/>
              <a:buChar char="•"/>
              <a:tabLst>
                <a:tab pos="355577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25" dirty="0">
                <a:solidFill>
                  <a:srgbClr val="CC0099"/>
                </a:solidFill>
                <a:latin typeface="Calibri"/>
                <a:cs typeface="Calibri"/>
              </a:rPr>
              <a:t>optimal </a:t>
            </a:r>
            <a:r>
              <a:rPr sz="2400" spc="20" dirty="0">
                <a:solidFill>
                  <a:srgbClr val="CC0099"/>
                </a:solidFill>
                <a:latin typeface="Calibri"/>
                <a:cs typeface="Calibri"/>
              </a:rPr>
              <a:t>solution </a:t>
            </a:r>
            <a:r>
              <a:rPr sz="2400" spc="-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the sequence </a:t>
            </a:r>
            <a:r>
              <a:rPr sz="2400" spc="-5" dirty="0">
                <a:latin typeface="Calibri"/>
                <a:cs typeface="Calibri"/>
              </a:rPr>
              <a:t>of actions </a:t>
            </a:r>
            <a:r>
              <a:rPr sz="2400" spc="-10" dirty="0">
                <a:latin typeface="Calibri"/>
                <a:cs typeface="Calibri"/>
              </a:rPr>
              <a:t>that gives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</a:p>
          <a:p>
            <a:pPr marL="354942"/>
            <a:r>
              <a:rPr sz="2400" i="1" spc="-5" dirty="0">
                <a:latin typeface="Calibri"/>
                <a:cs typeface="Calibri"/>
              </a:rPr>
              <a:t>lowest </a:t>
            </a:r>
            <a:r>
              <a:rPr sz="2400" spc="-10" dirty="0">
                <a:latin typeface="Calibri"/>
                <a:cs typeface="Calibri"/>
              </a:rPr>
              <a:t>path </a:t>
            </a:r>
            <a:r>
              <a:rPr sz="2400" spc="-15" dirty="0">
                <a:latin typeface="Calibri"/>
                <a:cs typeface="Calibri"/>
              </a:rPr>
              <a:t>cost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reaching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goal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983912" y="508396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114299" y="228599"/>
                </a:moveTo>
                <a:lnTo>
                  <a:pt x="114299" y="0"/>
                </a:lnTo>
                <a:lnTo>
                  <a:pt x="0" y="114299"/>
                </a:lnTo>
                <a:lnTo>
                  <a:pt x="114299" y="228599"/>
                </a:lnTo>
                <a:close/>
              </a:path>
              <a:path w="304800" h="228600">
                <a:moveTo>
                  <a:pt x="304799" y="172211"/>
                </a:moveTo>
                <a:lnTo>
                  <a:pt x="304799" y="57911"/>
                </a:lnTo>
                <a:lnTo>
                  <a:pt x="114299" y="57911"/>
                </a:lnTo>
                <a:lnTo>
                  <a:pt x="114299" y="172211"/>
                </a:lnTo>
                <a:lnTo>
                  <a:pt x="304799" y="17221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965624" y="5053481"/>
            <a:ext cx="335280" cy="291465"/>
          </a:xfrm>
          <a:custGeom>
            <a:avLst/>
            <a:gdLst/>
            <a:ahLst/>
            <a:cxnLst/>
            <a:rect l="l" t="t" r="r" b="b"/>
            <a:pathLst>
              <a:path w="335279" h="291464">
                <a:moveTo>
                  <a:pt x="144779" y="76199"/>
                </a:moveTo>
                <a:lnTo>
                  <a:pt x="144779" y="0"/>
                </a:lnTo>
                <a:lnTo>
                  <a:pt x="0" y="144779"/>
                </a:lnTo>
                <a:lnTo>
                  <a:pt x="27431" y="172500"/>
                </a:lnTo>
                <a:lnTo>
                  <a:pt x="27431" y="137159"/>
                </a:lnTo>
                <a:lnTo>
                  <a:pt x="35813" y="145541"/>
                </a:lnTo>
                <a:lnTo>
                  <a:pt x="118871" y="62483"/>
                </a:lnTo>
                <a:lnTo>
                  <a:pt x="118871" y="30479"/>
                </a:lnTo>
                <a:lnTo>
                  <a:pt x="141731" y="39623"/>
                </a:lnTo>
                <a:lnTo>
                  <a:pt x="141731" y="76199"/>
                </a:lnTo>
                <a:lnTo>
                  <a:pt x="144779" y="76199"/>
                </a:lnTo>
                <a:close/>
              </a:path>
              <a:path w="335279" h="291464">
                <a:moveTo>
                  <a:pt x="35813" y="145541"/>
                </a:moveTo>
                <a:lnTo>
                  <a:pt x="27431" y="137159"/>
                </a:lnTo>
                <a:lnTo>
                  <a:pt x="27431" y="153923"/>
                </a:lnTo>
                <a:lnTo>
                  <a:pt x="35813" y="145541"/>
                </a:lnTo>
                <a:close/>
              </a:path>
              <a:path w="335279" h="291464">
                <a:moveTo>
                  <a:pt x="141731" y="251459"/>
                </a:moveTo>
                <a:lnTo>
                  <a:pt x="35813" y="145541"/>
                </a:lnTo>
                <a:lnTo>
                  <a:pt x="27431" y="153923"/>
                </a:lnTo>
                <a:lnTo>
                  <a:pt x="27431" y="172500"/>
                </a:lnTo>
                <a:lnTo>
                  <a:pt x="118871" y="264903"/>
                </a:lnTo>
                <a:lnTo>
                  <a:pt x="118871" y="259079"/>
                </a:lnTo>
                <a:lnTo>
                  <a:pt x="141731" y="251459"/>
                </a:lnTo>
                <a:close/>
              </a:path>
              <a:path w="335279" h="291464">
                <a:moveTo>
                  <a:pt x="141731" y="39623"/>
                </a:moveTo>
                <a:lnTo>
                  <a:pt x="118871" y="30479"/>
                </a:lnTo>
                <a:lnTo>
                  <a:pt x="118871" y="62483"/>
                </a:lnTo>
                <a:lnTo>
                  <a:pt x="141731" y="39623"/>
                </a:lnTo>
                <a:close/>
              </a:path>
              <a:path w="335279" h="291464">
                <a:moveTo>
                  <a:pt x="141731" y="76199"/>
                </a:moveTo>
                <a:lnTo>
                  <a:pt x="141731" y="39623"/>
                </a:lnTo>
                <a:lnTo>
                  <a:pt x="118871" y="62483"/>
                </a:lnTo>
                <a:lnTo>
                  <a:pt x="118871" y="100583"/>
                </a:lnTo>
                <a:lnTo>
                  <a:pt x="132587" y="100583"/>
                </a:lnTo>
                <a:lnTo>
                  <a:pt x="132587" y="76199"/>
                </a:lnTo>
                <a:lnTo>
                  <a:pt x="141731" y="76199"/>
                </a:lnTo>
                <a:close/>
              </a:path>
              <a:path w="335279" h="291464">
                <a:moveTo>
                  <a:pt x="323087" y="190499"/>
                </a:moveTo>
                <a:lnTo>
                  <a:pt x="118871" y="190499"/>
                </a:lnTo>
                <a:lnTo>
                  <a:pt x="118871" y="228599"/>
                </a:lnTo>
                <a:lnTo>
                  <a:pt x="132587" y="242315"/>
                </a:lnTo>
                <a:lnTo>
                  <a:pt x="132587" y="214883"/>
                </a:lnTo>
                <a:lnTo>
                  <a:pt x="144779" y="202691"/>
                </a:lnTo>
                <a:lnTo>
                  <a:pt x="144779" y="214883"/>
                </a:lnTo>
                <a:lnTo>
                  <a:pt x="309371" y="214883"/>
                </a:lnTo>
                <a:lnTo>
                  <a:pt x="309371" y="202691"/>
                </a:lnTo>
                <a:lnTo>
                  <a:pt x="323087" y="190499"/>
                </a:lnTo>
                <a:close/>
              </a:path>
              <a:path w="335279" h="291464">
                <a:moveTo>
                  <a:pt x="141731" y="288003"/>
                </a:moveTo>
                <a:lnTo>
                  <a:pt x="141731" y="251459"/>
                </a:lnTo>
                <a:lnTo>
                  <a:pt x="118871" y="259079"/>
                </a:lnTo>
                <a:lnTo>
                  <a:pt x="118871" y="264903"/>
                </a:lnTo>
                <a:lnTo>
                  <a:pt x="141731" y="288003"/>
                </a:lnTo>
                <a:close/>
              </a:path>
              <a:path w="335279" h="291464">
                <a:moveTo>
                  <a:pt x="335279" y="214883"/>
                </a:moveTo>
                <a:lnTo>
                  <a:pt x="335279" y="76199"/>
                </a:lnTo>
                <a:lnTo>
                  <a:pt x="132587" y="76199"/>
                </a:lnTo>
                <a:lnTo>
                  <a:pt x="144779" y="88391"/>
                </a:lnTo>
                <a:lnTo>
                  <a:pt x="144779" y="100583"/>
                </a:lnTo>
                <a:lnTo>
                  <a:pt x="309371" y="100583"/>
                </a:lnTo>
                <a:lnTo>
                  <a:pt x="309371" y="88391"/>
                </a:lnTo>
                <a:lnTo>
                  <a:pt x="323087" y="100583"/>
                </a:lnTo>
                <a:lnTo>
                  <a:pt x="323087" y="214883"/>
                </a:lnTo>
                <a:lnTo>
                  <a:pt x="335279" y="214883"/>
                </a:lnTo>
                <a:close/>
              </a:path>
              <a:path w="335279" h="291464">
                <a:moveTo>
                  <a:pt x="144779" y="100583"/>
                </a:moveTo>
                <a:lnTo>
                  <a:pt x="144779" y="88391"/>
                </a:lnTo>
                <a:lnTo>
                  <a:pt x="132587" y="76199"/>
                </a:lnTo>
                <a:lnTo>
                  <a:pt x="132587" y="100583"/>
                </a:lnTo>
                <a:lnTo>
                  <a:pt x="144779" y="100583"/>
                </a:lnTo>
                <a:close/>
              </a:path>
              <a:path w="335279" h="291464">
                <a:moveTo>
                  <a:pt x="144779" y="214883"/>
                </a:moveTo>
                <a:lnTo>
                  <a:pt x="144779" y="202691"/>
                </a:lnTo>
                <a:lnTo>
                  <a:pt x="132587" y="214883"/>
                </a:lnTo>
                <a:lnTo>
                  <a:pt x="144779" y="214883"/>
                </a:lnTo>
                <a:close/>
              </a:path>
              <a:path w="335279" h="291464">
                <a:moveTo>
                  <a:pt x="144779" y="291083"/>
                </a:moveTo>
                <a:lnTo>
                  <a:pt x="144779" y="214883"/>
                </a:lnTo>
                <a:lnTo>
                  <a:pt x="132587" y="214883"/>
                </a:lnTo>
                <a:lnTo>
                  <a:pt x="132587" y="242315"/>
                </a:lnTo>
                <a:lnTo>
                  <a:pt x="141731" y="251459"/>
                </a:lnTo>
                <a:lnTo>
                  <a:pt x="141731" y="288003"/>
                </a:lnTo>
                <a:lnTo>
                  <a:pt x="144779" y="291083"/>
                </a:lnTo>
                <a:close/>
              </a:path>
              <a:path w="335279" h="291464">
                <a:moveTo>
                  <a:pt x="323087" y="100583"/>
                </a:moveTo>
                <a:lnTo>
                  <a:pt x="309371" y="88391"/>
                </a:lnTo>
                <a:lnTo>
                  <a:pt x="309371" y="100583"/>
                </a:lnTo>
                <a:lnTo>
                  <a:pt x="323087" y="100583"/>
                </a:lnTo>
                <a:close/>
              </a:path>
              <a:path w="335279" h="291464">
                <a:moveTo>
                  <a:pt x="323087" y="190499"/>
                </a:moveTo>
                <a:lnTo>
                  <a:pt x="323087" y="100583"/>
                </a:lnTo>
                <a:lnTo>
                  <a:pt x="309371" y="100583"/>
                </a:lnTo>
                <a:lnTo>
                  <a:pt x="309371" y="190499"/>
                </a:lnTo>
                <a:lnTo>
                  <a:pt x="323087" y="190499"/>
                </a:lnTo>
                <a:close/>
              </a:path>
              <a:path w="335279" h="291464">
                <a:moveTo>
                  <a:pt x="323087" y="214883"/>
                </a:moveTo>
                <a:lnTo>
                  <a:pt x="323087" y="190499"/>
                </a:lnTo>
                <a:lnTo>
                  <a:pt x="309371" y="202691"/>
                </a:lnTo>
                <a:lnTo>
                  <a:pt x="309371" y="214883"/>
                </a:lnTo>
                <a:lnTo>
                  <a:pt x="323087" y="21488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390316" y="4899553"/>
            <a:ext cx="5334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4" marR="5079" indent="-12699"/>
            <a:r>
              <a:rPr spc="-5" dirty="0">
                <a:solidFill>
                  <a:srgbClr val="006FC0"/>
                </a:solidFill>
                <a:latin typeface="Tahoma"/>
                <a:cs typeface="Tahoma"/>
              </a:rPr>
              <a:t>Goal  </a:t>
            </a:r>
            <a:r>
              <a:rPr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40712" y="2721759"/>
            <a:ext cx="2667000" cy="27066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0425" y="59944"/>
            <a:ext cx="421132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5" dirty="0"/>
              <a:t>Example:</a:t>
            </a:r>
            <a:r>
              <a:rPr sz="4399" spc="-70" dirty="0"/>
              <a:t> </a:t>
            </a:r>
            <a:r>
              <a:rPr sz="4399" spc="-15" dirty="0"/>
              <a:t>Romania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9612312" y="1094160"/>
            <a:ext cx="2665754" cy="21210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4085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812849" y="3625850"/>
            <a:ext cx="5609917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8766" y="733619"/>
            <a:ext cx="7238999" cy="6456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buFont typeface="Courier New"/>
              <a:buChar char="•"/>
              <a:tabLst>
                <a:tab pos="355577" algn="l"/>
              </a:tabLst>
            </a:pPr>
            <a:r>
              <a:rPr sz="3200" spc="-10" dirty="0">
                <a:latin typeface="Calibri"/>
                <a:cs typeface="Calibri"/>
              </a:rPr>
              <a:t>On </a:t>
            </a:r>
            <a:r>
              <a:rPr sz="3200" spc="-15" dirty="0">
                <a:latin typeface="Calibri"/>
                <a:cs typeface="Calibri"/>
              </a:rPr>
              <a:t>vacation </a:t>
            </a:r>
            <a:r>
              <a:rPr sz="3200" dirty="0">
                <a:latin typeface="Calibri"/>
                <a:cs typeface="Calibri"/>
              </a:rPr>
              <a:t>in </a:t>
            </a:r>
            <a:r>
              <a:rPr sz="3200" spc="-5" dirty="0">
                <a:latin typeface="Calibri"/>
                <a:cs typeface="Calibri"/>
              </a:rPr>
              <a:t>Romania; </a:t>
            </a:r>
            <a:r>
              <a:rPr sz="3200" spc="-10" dirty="0">
                <a:latin typeface="Calibri"/>
                <a:cs typeface="Calibri"/>
              </a:rPr>
              <a:t>currently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Arad</a:t>
            </a:r>
            <a:endParaRPr sz="3200" dirty="0">
              <a:latin typeface="Calibri"/>
              <a:cs typeface="Calibri"/>
            </a:endParaRPr>
          </a:p>
          <a:p>
            <a:pPr marL="355577" indent="-342878">
              <a:spcBef>
                <a:spcPts val="28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-5" dirty="0">
                <a:latin typeface="Calibri"/>
                <a:cs typeface="Calibri"/>
              </a:rPr>
              <a:t>Flight </a:t>
            </a:r>
            <a:r>
              <a:rPr sz="3200" spc="-10" dirty="0">
                <a:latin typeface="Calibri"/>
                <a:cs typeface="Calibri"/>
              </a:rPr>
              <a:t>leaves </a:t>
            </a:r>
            <a:r>
              <a:rPr sz="3200" spc="-15" dirty="0">
                <a:latin typeface="Calibri"/>
                <a:cs typeface="Calibri"/>
              </a:rPr>
              <a:t>tomorrow from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Bucharest</a:t>
            </a:r>
            <a:endParaRPr sz="3200" dirty="0">
              <a:latin typeface="Calibri"/>
              <a:cs typeface="Calibri"/>
            </a:endParaRPr>
          </a:p>
          <a:p>
            <a:pPr marL="812777" lvl="1" indent="-342878">
              <a:spcBef>
                <a:spcPts val="114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25" dirty="0">
                <a:solidFill>
                  <a:srgbClr val="CC0099"/>
                </a:solidFill>
                <a:latin typeface="Calibri"/>
                <a:cs typeface="Calibri"/>
              </a:rPr>
              <a:t>Initial</a:t>
            </a:r>
            <a:r>
              <a:rPr sz="3200" spc="-8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state</a:t>
            </a:r>
            <a:endParaRPr sz="3200" dirty="0">
              <a:latin typeface="Calibri"/>
              <a:cs typeface="Calibri"/>
            </a:endParaRPr>
          </a:p>
          <a:p>
            <a:pPr marL="1213436" lvl="2" indent="-286367">
              <a:spcBef>
                <a:spcPts val="260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spc="-10" dirty="0">
                <a:latin typeface="Calibri"/>
                <a:cs typeface="Calibri"/>
              </a:rPr>
              <a:t>Arad</a:t>
            </a:r>
            <a:endParaRPr sz="2800" dirty="0">
              <a:latin typeface="Calibri"/>
              <a:cs typeface="Calibri"/>
            </a:endParaRPr>
          </a:p>
          <a:p>
            <a:pPr marL="812777" lvl="1" indent="-342878">
              <a:spcBef>
                <a:spcPts val="254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20" dirty="0">
                <a:solidFill>
                  <a:srgbClr val="CC0099"/>
                </a:solidFill>
                <a:latin typeface="Calibri"/>
                <a:cs typeface="Calibri"/>
              </a:rPr>
              <a:t>Actions</a:t>
            </a:r>
            <a:endParaRPr sz="3200" dirty="0">
              <a:latin typeface="Calibri"/>
              <a:cs typeface="Calibri"/>
            </a:endParaRPr>
          </a:p>
          <a:p>
            <a:pPr marL="1213436" lvl="2" indent="-286367">
              <a:spcBef>
                <a:spcPts val="26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spc="-5" dirty="0">
                <a:latin typeface="Calibri"/>
                <a:cs typeface="Calibri"/>
              </a:rPr>
              <a:t>Go </a:t>
            </a:r>
            <a:r>
              <a:rPr sz="2800" spc="-15" dirty="0">
                <a:latin typeface="Calibri"/>
                <a:cs typeface="Calibri"/>
              </a:rPr>
              <a:t>from </a:t>
            </a:r>
            <a:r>
              <a:rPr sz="2800" dirty="0">
                <a:latin typeface="Calibri"/>
                <a:cs typeface="Calibri"/>
              </a:rPr>
              <a:t>one city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another</a:t>
            </a:r>
          </a:p>
          <a:p>
            <a:pPr marL="812777" lvl="1" indent="-342878">
              <a:spcBef>
                <a:spcPts val="254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Transition</a:t>
            </a:r>
            <a:r>
              <a:rPr sz="3200" spc="-9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200" spc="25" dirty="0">
                <a:solidFill>
                  <a:srgbClr val="CC0099"/>
                </a:solidFill>
                <a:latin typeface="Calibri"/>
                <a:cs typeface="Calibri"/>
              </a:rPr>
              <a:t>model</a:t>
            </a:r>
            <a:endParaRPr sz="3200" dirty="0">
              <a:latin typeface="Calibri"/>
              <a:cs typeface="Calibri"/>
            </a:endParaRPr>
          </a:p>
          <a:p>
            <a:pPr marL="1213436" marR="2041393" lvl="2" indent="-286367">
              <a:lnSpc>
                <a:spcPts val="2160"/>
              </a:lnSpc>
              <a:spcBef>
                <a:spcPts val="53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spc="-5" dirty="0">
                <a:latin typeface="Calibri"/>
                <a:cs typeface="Calibri"/>
              </a:rPr>
              <a:t>If you go </a:t>
            </a:r>
            <a:r>
              <a:rPr sz="2800" spc="-15" dirty="0">
                <a:latin typeface="Calibri"/>
                <a:cs typeface="Calibri"/>
              </a:rPr>
              <a:t>from </a:t>
            </a:r>
            <a:r>
              <a:rPr sz="2800" dirty="0">
                <a:latin typeface="Calibri"/>
                <a:cs typeface="Calibri"/>
              </a:rPr>
              <a:t>city </a:t>
            </a:r>
            <a:r>
              <a:rPr sz="2800" spc="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to  </a:t>
            </a:r>
            <a:r>
              <a:rPr sz="2800" dirty="0">
                <a:latin typeface="Calibri"/>
                <a:cs typeface="Calibri"/>
              </a:rPr>
              <a:t>city </a:t>
            </a:r>
            <a:r>
              <a:rPr sz="2800" spc="-10" dirty="0">
                <a:latin typeface="Calibri"/>
                <a:cs typeface="Calibri"/>
              </a:rPr>
              <a:t>B, </a:t>
            </a:r>
            <a:r>
              <a:rPr sz="2800" spc="-5" dirty="0">
                <a:latin typeface="Calibri"/>
                <a:cs typeface="Calibri"/>
              </a:rPr>
              <a:t>you </a:t>
            </a:r>
            <a:r>
              <a:rPr sz="2800" dirty="0">
                <a:latin typeface="Calibri"/>
                <a:cs typeface="Calibri"/>
              </a:rPr>
              <a:t>end </a:t>
            </a:r>
            <a:r>
              <a:rPr sz="2800" spc="5" dirty="0">
                <a:latin typeface="Calibri"/>
                <a:cs typeface="Calibri"/>
              </a:rPr>
              <a:t>up </a:t>
            </a:r>
            <a:r>
              <a:rPr sz="2800" dirty="0">
                <a:latin typeface="Calibri"/>
                <a:cs typeface="Calibri"/>
              </a:rPr>
              <a:t>in city</a:t>
            </a:r>
            <a:r>
              <a:rPr sz="2800" spc="-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</a:t>
            </a:r>
          </a:p>
          <a:p>
            <a:pPr marL="812777" lvl="1" indent="-342878">
              <a:spcBef>
                <a:spcPts val="22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25" dirty="0">
                <a:solidFill>
                  <a:srgbClr val="CC0099"/>
                </a:solidFill>
                <a:latin typeface="Calibri"/>
                <a:cs typeface="Calibri"/>
              </a:rPr>
              <a:t>Goal</a:t>
            </a:r>
            <a:r>
              <a:rPr sz="3200" spc="-13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lang="en-US" sz="3200" spc="5" dirty="0">
                <a:solidFill>
                  <a:srgbClr val="CC0099"/>
                </a:solidFill>
                <a:latin typeface="Calibri"/>
                <a:cs typeface="Calibri"/>
              </a:rPr>
              <a:t>test</a:t>
            </a:r>
            <a:endParaRPr sz="3200" dirty="0">
              <a:latin typeface="Calibri"/>
              <a:cs typeface="Calibri"/>
            </a:endParaRPr>
          </a:p>
          <a:p>
            <a:pPr marL="1213436" lvl="2" indent="-286367">
              <a:spcBef>
                <a:spcPts val="265"/>
              </a:spcBef>
              <a:buFont typeface="Courier New"/>
              <a:buChar char="–"/>
              <a:tabLst>
                <a:tab pos="756871" algn="l"/>
              </a:tabLst>
            </a:pPr>
            <a:r>
              <a:rPr lang="en-US" sz="2800" spc="-5" dirty="0">
                <a:latin typeface="Calibri"/>
                <a:cs typeface="Calibri"/>
              </a:rPr>
              <a:t>Is state == </a:t>
            </a:r>
            <a:r>
              <a:rPr sz="2800" spc="-5" dirty="0">
                <a:latin typeface="Calibri"/>
                <a:cs typeface="Calibri"/>
              </a:rPr>
              <a:t>Bucharest</a:t>
            </a:r>
            <a:endParaRPr sz="2800" dirty="0">
              <a:latin typeface="Calibri"/>
              <a:cs typeface="Calibri"/>
            </a:endParaRPr>
          </a:p>
          <a:p>
            <a:pPr marL="812777" lvl="1" indent="-342878">
              <a:spcBef>
                <a:spcPts val="254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Path</a:t>
            </a:r>
            <a:r>
              <a:rPr sz="3200" spc="-8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cost</a:t>
            </a:r>
            <a:endParaRPr sz="3200" dirty="0">
              <a:latin typeface="Calibri"/>
              <a:cs typeface="Calibri"/>
            </a:endParaRPr>
          </a:p>
          <a:p>
            <a:pPr marL="1213436" marR="1345478" lvl="2" indent="-286367">
              <a:lnSpc>
                <a:spcPts val="2160"/>
              </a:lnSpc>
              <a:spcBef>
                <a:spcPts val="53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dirty="0">
                <a:latin typeface="Calibri"/>
                <a:cs typeface="Calibri"/>
              </a:rPr>
              <a:t>Sum of </a:t>
            </a:r>
            <a:r>
              <a:rPr sz="2800" spc="-5" dirty="0">
                <a:latin typeface="Calibri"/>
                <a:cs typeface="Calibri"/>
              </a:rPr>
              <a:t>edge </a:t>
            </a:r>
            <a:r>
              <a:rPr sz="2800" spc="-10" dirty="0">
                <a:latin typeface="Calibri"/>
                <a:cs typeface="Calibri"/>
              </a:rPr>
              <a:t>costs (total distance  </a:t>
            </a:r>
            <a:r>
              <a:rPr sz="2800" spc="-15" dirty="0">
                <a:latin typeface="Calibri"/>
                <a:cs typeface="Calibri"/>
              </a:rPr>
              <a:t>traveled)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F303F4-B47D-350C-F430-BC9D96A64D54}"/>
              </a:ext>
            </a:extLst>
          </p:cNvPr>
          <p:cNvSpPr/>
          <p:nvPr/>
        </p:nvSpPr>
        <p:spPr>
          <a:xfrm>
            <a:off x="9612312" y="5835652"/>
            <a:ext cx="581968" cy="611141"/>
          </a:xfrm>
          <a:prstGeom prst="ellipse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8712" y="0"/>
            <a:ext cx="541655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5" dirty="0"/>
              <a:t>Problem-Solving</a:t>
            </a:r>
            <a:r>
              <a:rPr sz="4399" spc="-105" dirty="0"/>
              <a:t> </a:t>
            </a:r>
            <a:r>
              <a:rPr sz="4399" spc="-10" dirty="0"/>
              <a:t>Agents</a:t>
            </a:r>
            <a:endParaRPr sz="4399" dirty="0"/>
          </a:p>
        </p:txBody>
      </p:sp>
      <p:sp>
        <p:nvSpPr>
          <p:cNvPr id="3" name="object 3"/>
          <p:cNvSpPr txBox="1"/>
          <p:nvPr/>
        </p:nvSpPr>
        <p:spPr>
          <a:xfrm>
            <a:off x="315912" y="1060451"/>
            <a:ext cx="10823575" cy="3444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marR="480028" indent="-342878">
              <a:lnSpc>
                <a:spcPts val="2590"/>
              </a:lnSpc>
              <a:buFont typeface="Courier New"/>
              <a:buChar char="•"/>
              <a:tabLst>
                <a:tab pos="355577" algn="l"/>
              </a:tabLst>
            </a:pPr>
            <a:r>
              <a:rPr sz="2800" spc="15" dirty="0">
                <a:latin typeface="Calibri"/>
                <a:cs typeface="Calibri"/>
              </a:rPr>
              <a:t>Intelligent </a:t>
            </a:r>
            <a:r>
              <a:rPr sz="2800" spc="10" dirty="0">
                <a:latin typeface="Calibri"/>
                <a:cs typeface="Calibri"/>
              </a:rPr>
              <a:t>agents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10" dirty="0">
                <a:solidFill>
                  <a:srgbClr val="00B0F0"/>
                </a:solidFill>
                <a:latin typeface="Calibri"/>
                <a:cs typeface="Calibri"/>
              </a:rPr>
              <a:t>solve </a:t>
            </a:r>
            <a:r>
              <a:rPr sz="2800" spc="-5" dirty="0">
                <a:solidFill>
                  <a:srgbClr val="00B0F0"/>
                </a:solidFill>
                <a:latin typeface="Calibri"/>
                <a:cs typeface="Calibri"/>
              </a:rPr>
              <a:t>problems </a:t>
            </a:r>
            <a:r>
              <a:rPr sz="2800" spc="-10" dirty="0">
                <a:solidFill>
                  <a:srgbClr val="00B0F0"/>
                </a:solidFill>
                <a:latin typeface="Calibri"/>
                <a:cs typeface="Calibri"/>
              </a:rPr>
              <a:t>by </a:t>
            </a:r>
            <a:r>
              <a:rPr sz="2800" spc="-5" dirty="0">
                <a:solidFill>
                  <a:srgbClr val="00B0F0"/>
                </a:solidFill>
                <a:latin typeface="Calibri"/>
                <a:cs typeface="Calibri"/>
              </a:rPr>
              <a:t>searching </a:t>
            </a:r>
            <a:r>
              <a:rPr sz="2800" dirty="0">
                <a:solidFill>
                  <a:srgbClr val="00B0F0"/>
                </a:solidFill>
                <a:latin typeface="Calibri"/>
                <a:cs typeface="Calibri"/>
              </a:rPr>
              <a:t>a </a:t>
            </a:r>
            <a:r>
              <a:rPr sz="2800" spc="-20" dirty="0">
                <a:solidFill>
                  <a:srgbClr val="00B0F0"/>
                </a:solidFill>
                <a:latin typeface="Calibri"/>
                <a:cs typeface="Calibri"/>
              </a:rPr>
              <a:t>state-  </a:t>
            </a:r>
            <a:r>
              <a:rPr sz="2800" dirty="0">
                <a:solidFill>
                  <a:srgbClr val="00B0F0"/>
                </a:solidFill>
                <a:latin typeface="Calibri"/>
                <a:cs typeface="Calibri"/>
              </a:rPr>
              <a:t>space</a:t>
            </a:r>
          </a:p>
          <a:p>
            <a:pPr marL="355577" indent="-342878">
              <a:spcBef>
                <a:spcPts val="250"/>
              </a:spcBef>
              <a:buFont typeface="Courier New"/>
              <a:buChar char="•"/>
              <a:tabLst>
                <a:tab pos="355577" algn="l"/>
              </a:tabLst>
            </a:pPr>
            <a:r>
              <a:rPr sz="2800" spc="10" dirty="0">
                <a:latin typeface="Calibri"/>
                <a:cs typeface="Calibri"/>
              </a:rPr>
              <a:t>State-space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25" dirty="0">
                <a:latin typeface="Calibri"/>
                <a:cs typeface="Calibri"/>
              </a:rPr>
              <a:t>Model</a:t>
            </a:r>
            <a:endParaRPr sz="2800" dirty="0">
              <a:latin typeface="Calibri"/>
              <a:cs typeface="Calibri"/>
            </a:endParaRPr>
          </a:p>
          <a:p>
            <a:pPr marL="756236" lvl="1" indent="-286367">
              <a:spcBef>
                <a:spcPts val="26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agent’s </a:t>
            </a:r>
            <a:r>
              <a:rPr sz="2400" spc="-5" dirty="0">
                <a:latin typeface="Calibri"/>
                <a:cs typeface="Calibri"/>
              </a:rPr>
              <a:t>model </a:t>
            </a:r>
            <a:r>
              <a:rPr sz="2400" dirty="0">
                <a:latin typeface="Calibri"/>
                <a:cs typeface="Calibri"/>
              </a:rPr>
              <a:t>of 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world</a:t>
            </a:r>
            <a:endParaRPr sz="2400" dirty="0">
              <a:latin typeface="Calibri"/>
              <a:cs typeface="Calibri"/>
            </a:endParaRPr>
          </a:p>
          <a:p>
            <a:pPr marL="756236" lvl="1" indent="-286367">
              <a:spcBef>
                <a:spcPts val="23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400" dirty="0">
                <a:latin typeface="Calibri"/>
                <a:cs typeface="Calibri"/>
              </a:rPr>
              <a:t>usually a </a:t>
            </a:r>
            <a:r>
              <a:rPr sz="2400" spc="-10" dirty="0">
                <a:latin typeface="Calibri"/>
                <a:cs typeface="Calibri"/>
              </a:rPr>
              <a:t>set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discrete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states</a:t>
            </a:r>
            <a:endParaRPr sz="2400" dirty="0">
              <a:latin typeface="Calibri"/>
              <a:cs typeface="Calibri"/>
            </a:endParaRPr>
          </a:p>
          <a:p>
            <a:pPr marL="756236" lvl="1" indent="-286367">
              <a:spcBef>
                <a:spcPts val="23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400" dirty="0">
                <a:latin typeface="Calibri"/>
                <a:cs typeface="Calibri"/>
              </a:rPr>
              <a:t>e.g., in driving, the </a:t>
            </a:r>
            <a:r>
              <a:rPr sz="2400" spc="-20" dirty="0">
                <a:latin typeface="Calibri"/>
                <a:cs typeface="Calibri"/>
              </a:rPr>
              <a:t>states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5" dirty="0">
                <a:latin typeface="Calibri"/>
                <a:cs typeface="Calibri"/>
              </a:rPr>
              <a:t>model </a:t>
            </a:r>
            <a:r>
              <a:rPr sz="2400" dirty="0">
                <a:latin typeface="Calibri"/>
                <a:cs typeface="Calibri"/>
              </a:rPr>
              <a:t>could 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towns/cities</a:t>
            </a:r>
            <a:endParaRPr sz="2400" dirty="0">
              <a:latin typeface="Calibri"/>
              <a:cs typeface="Calibri"/>
            </a:endParaRPr>
          </a:p>
          <a:p>
            <a:pPr marL="355577" indent="-342878">
              <a:spcBef>
                <a:spcPts val="250"/>
              </a:spcBef>
              <a:buFont typeface="Courier New"/>
              <a:buChar char="•"/>
              <a:tabLst>
                <a:tab pos="355577" algn="l"/>
              </a:tabLst>
            </a:pPr>
            <a:r>
              <a:rPr sz="2800" spc="5" dirty="0">
                <a:latin typeface="Calibri"/>
                <a:cs typeface="Calibri"/>
              </a:rPr>
              <a:t>Operators </a:t>
            </a:r>
            <a:r>
              <a:rPr sz="2800" spc="20" dirty="0">
                <a:latin typeface="Calibri"/>
                <a:cs typeface="Calibri"/>
              </a:rPr>
              <a:t>(actions, </a:t>
            </a:r>
            <a:r>
              <a:rPr sz="2800" spc="10" dirty="0">
                <a:latin typeface="Calibri"/>
                <a:cs typeface="Calibri"/>
              </a:rPr>
              <a:t>successor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15" dirty="0">
                <a:latin typeface="Calibri"/>
                <a:cs typeface="Calibri"/>
              </a:rPr>
              <a:t>function)</a:t>
            </a:r>
            <a:endParaRPr sz="2800" dirty="0">
              <a:latin typeface="Calibri"/>
              <a:cs typeface="Calibri"/>
            </a:endParaRPr>
          </a:p>
          <a:p>
            <a:pPr marL="756236" marR="36828" lvl="1" indent="-286367">
              <a:lnSpc>
                <a:spcPts val="2160"/>
              </a:lnSpc>
              <a:spcBef>
                <a:spcPts val="540"/>
              </a:spcBef>
              <a:buFont typeface="Courier New"/>
              <a:buChar char="–"/>
              <a:tabLst>
                <a:tab pos="756871" algn="l"/>
              </a:tabLst>
            </a:pPr>
            <a:r>
              <a:rPr sz="2400" spc="-15" dirty="0">
                <a:latin typeface="Calibri"/>
                <a:cs typeface="Calibri"/>
              </a:rPr>
              <a:t>operators </a:t>
            </a:r>
            <a:r>
              <a:rPr sz="2400" spc="-10" dirty="0">
                <a:latin typeface="Calibri"/>
                <a:cs typeface="Calibri"/>
              </a:rPr>
              <a:t>are legal </a:t>
            </a:r>
            <a:r>
              <a:rPr sz="2400" dirty="0">
                <a:latin typeface="Calibri"/>
                <a:cs typeface="Calibri"/>
              </a:rPr>
              <a:t>actions which the </a:t>
            </a:r>
            <a:r>
              <a:rPr sz="2400" spc="-10" dirty="0">
                <a:latin typeface="Calibri"/>
                <a:cs typeface="Calibri"/>
              </a:rPr>
              <a:t>agent </a:t>
            </a:r>
            <a:r>
              <a:rPr sz="2400" spc="-5" dirty="0">
                <a:latin typeface="Calibri"/>
                <a:cs typeface="Calibri"/>
              </a:rPr>
              <a:t>can </a:t>
            </a:r>
            <a:r>
              <a:rPr sz="2400" spc="-25" dirty="0">
                <a:latin typeface="Calibri"/>
                <a:cs typeface="Calibri"/>
              </a:rPr>
              <a:t>take </a:t>
            </a:r>
            <a:r>
              <a:rPr sz="2400" spc="-15" dirty="0">
                <a:latin typeface="Calibri"/>
                <a:cs typeface="Calibri"/>
              </a:rPr>
              <a:t>to move from </a:t>
            </a:r>
            <a:r>
              <a:rPr sz="2400" dirty="0">
                <a:latin typeface="Calibri"/>
                <a:cs typeface="Calibri"/>
              </a:rPr>
              <a:t>one  </a:t>
            </a:r>
            <a:r>
              <a:rPr sz="2400" spc="-25" dirty="0">
                <a:latin typeface="Calibri"/>
                <a:cs typeface="Calibri"/>
              </a:rPr>
              <a:t>state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</a:p>
          <a:p>
            <a:pPr marR="5079" algn="r">
              <a:lnSpc>
                <a:spcPts val="1315"/>
              </a:lnSpc>
              <a:spcBef>
                <a:spcPts val="1390"/>
              </a:spcBef>
            </a:pPr>
            <a:endParaRPr sz="1400" dirty="0">
              <a:latin typeface="Gill Sans MT"/>
              <a:cs typeface="Gill Sans 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2608C3-62EF-FAC1-AD32-D900269E9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312" y="1518402"/>
            <a:ext cx="6367172" cy="7424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7C0F63-C376-A34C-E9AB-83ACE059B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712" y="4203738"/>
            <a:ext cx="3402555" cy="23633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455554-1EC5-AD14-48DE-B86FA2839217}"/>
              </a:ext>
            </a:extLst>
          </p:cNvPr>
          <p:cNvSpPr txBox="1"/>
          <p:nvPr/>
        </p:nvSpPr>
        <p:spPr>
          <a:xfrm>
            <a:off x="163512" y="4179256"/>
            <a:ext cx="7618927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577" indent="-342878">
              <a:spcBef>
                <a:spcPts val="250"/>
              </a:spcBef>
              <a:buFont typeface="Courier New"/>
              <a:buChar char="•"/>
              <a:tabLst>
                <a:tab pos="355577" algn="l"/>
              </a:tabLst>
            </a:pPr>
            <a:r>
              <a:rPr lang="en-US" sz="2800" spc="5" dirty="0">
                <a:latin typeface="Calibri"/>
                <a:cs typeface="Calibri"/>
              </a:rPr>
              <a:t>Goal State(s)</a:t>
            </a:r>
          </a:p>
          <a:p>
            <a:pPr marL="756236" lvl="1" indent="-286367">
              <a:spcBef>
                <a:spcPts val="265"/>
              </a:spcBef>
              <a:buFont typeface="Courier New"/>
              <a:buChar char="–"/>
              <a:tabLst>
                <a:tab pos="756871" algn="l"/>
              </a:tabLst>
            </a:pPr>
            <a:r>
              <a:rPr lang="en-US" sz="2400" dirty="0">
                <a:latin typeface="Calibri"/>
                <a:cs typeface="Calibri"/>
              </a:rPr>
              <a:t>a </a:t>
            </a:r>
            <a:r>
              <a:rPr lang="en-US" sz="2400" spc="-5" dirty="0">
                <a:latin typeface="Calibri"/>
                <a:cs typeface="Calibri"/>
              </a:rPr>
              <a:t>goal is defined as </a:t>
            </a:r>
            <a:r>
              <a:rPr lang="en-US" sz="2400" dirty="0">
                <a:latin typeface="Calibri"/>
                <a:cs typeface="Calibri"/>
              </a:rPr>
              <a:t>a </a:t>
            </a:r>
            <a:r>
              <a:rPr lang="en-US" sz="2400" spc="-10" dirty="0">
                <a:latin typeface="Calibri"/>
                <a:cs typeface="Calibri"/>
              </a:rPr>
              <a:t>desirable </a:t>
            </a:r>
            <a:r>
              <a:rPr lang="en-US" sz="2400" spc="-25" dirty="0">
                <a:latin typeface="Calibri"/>
                <a:cs typeface="Calibri"/>
              </a:rPr>
              <a:t>state </a:t>
            </a:r>
            <a:r>
              <a:rPr lang="en-US" sz="2400" spc="-15" dirty="0">
                <a:latin typeface="Calibri"/>
                <a:cs typeface="Calibri"/>
              </a:rPr>
              <a:t>for </a:t>
            </a:r>
            <a:r>
              <a:rPr lang="en-US" sz="2400" dirty="0">
                <a:latin typeface="Calibri"/>
                <a:cs typeface="Calibri"/>
              </a:rPr>
              <a:t>an</a:t>
            </a:r>
            <a:r>
              <a:rPr lang="en-US" sz="2400" spc="1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agent</a:t>
            </a:r>
            <a:endParaRPr lang="en-US" sz="2400" dirty="0">
              <a:latin typeface="Calibri"/>
              <a:cs typeface="Calibri"/>
            </a:endParaRPr>
          </a:p>
          <a:p>
            <a:pPr marL="756236" lvl="1" indent="-286367">
              <a:spcBef>
                <a:spcPts val="240"/>
              </a:spcBef>
              <a:buFont typeface="Courier New"/>
              <a:buChar char="–"/>
              <a:tabLst>
                <a:tab pos="756871" algn="l"/>
              </a:tabLst>
            </a:pPr>
            <a:r>
              <a:rPr lang="en-US" sz="2400" spc="-10" dirty="0">
                <a:latin typeface="Calibri"/>
                <a:cs typeface="Calibri"/>
              </a:rPr>
              <a:t>there </a:t>
            </a:r>
            <a:r>
              <a:rPr lang="en-US" sz="2400" spc="-15" dirty="0">
                <a:latin typeface="Calibri"/>
                <a:cs typeface="Calibri"/>
              </a:rPr>
              <a:t>may </a:t>
            </a:r>
            <a:r>
              <a:rPr lang="en-US" sz="2400" dirty="0">
                <a:latin typeface="Calibri"/>
                <a:cs typeface="Calibri"/>
              </a:rPr>
              <a:t>be </a:t>
            </a:r>
            <a:r>
              <a:rPr lang="en-US" sz="2400" spc="-10" dirty="0">
                <a:latin typeface="Calibri"/>
                <a:cs typeface="Calibri"/>
              </a:rPr>
              <a:t>many </a:t>
            </a:r>
            <a:r>
              <a:rPr lang="en-US" sz="2400" spc="-20" dirty="0">
                <a:latin typeface="Calibri"/>
                <a:cs typeface="Calibri"/>
              </a:rPr>
              <a:t>states </a:t>
            </a:r>
            <a:r>
              <a:rPr lang="en-US" sz="2400" dirty="0">
                <a:latin typeface="Calibri"/>
                <a:cs typeface="Calibri"/>
              </a:rPr>
              <a:t>which </a:t>
            </a:r>
            <a:r>
              <a:rPr lang="en-US" sz="2400" spc="-10" dirty="0">
                <a:latin typeface="Calibri"/>
                <a:cs typeface="Calibri"/>
              </a:rPr>
              <a:t>satisfy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lang="en-US" sz="2400" spc="-5" dirty="0">
                <a:latin typeface="Calibri"/>
                <a:cs typeface="Calibri"/>
              </a:rPr>
              <a:t>goal</a:t>
            </a:r>
            <a:r>
              <a:rPr lang="en-US" sz="2400" spc="4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test</a:t>
            </a:r>
            <a:endParaRPr lang="en-US" sz="2400" dirty="0">
              <a:latin typeface="Calibri"/>
              <a:cs typeface="Calibri"/>
            </a:endParaRPr>
          </a:p>
          <a:p>
            <a:pPr marL="1155625" lvl="2" indent="-228585">
              <a:spcBef>
                <a:spcPts val="225"/>
              </a:spcBef>
              <a:buFont typeface="Courier New"/>
              <a:buChar char="•"/>
              <a:tabLst>
                <a:tab pos="1155625" algn="l"/>
              </a:tabLst>
            </a:pPr>
            <a:r>
              <a:rPr lang="en-US" sz="2000" dirty="0">
                <a:latin typeface="Calibri"/>
                <a:cs typeface="Calibri"/>
              </a:rPr>
              <a:t>e.g., </a:t>
            </a:r>
            <a:r>
              <a:rPr lang="en-US" sz="2000" spc="-5" dirty="0">
                <a:latin typeface="Calibri"/>
                <a:cs typeface="Calibri"/>
              </a:rPr>
              <a:t>drive </a:t>
            </a:r>
            <a:r>
              <a:rPr lang="en-US" sz="2000" spc="-10" dirty="0">
                <a:latin typeface="Calibri"/>
                <a:cs typeface="Calibri"/>
              </a:rPr>
              <a:t>to </a:t>
            </a:r>
            <a:r>
              <a:rPr lang="en-US" sz="2000" dirty="0">
                <a:latin typeface="Calibri"/>
                <a:cs typeface="Calibri"/>
              </a:rPr>
              <a:t>a </a:t>
            </a:r>
            <a:r>
              <a:rPr lang="en-US" sz="2000" spc="-10" dirty="0">
                <a:latin typeface="Calibri"/>
                <a:cs typeface="Calibri"/>
              </a:rPr>
              <a:t>town </a:t>
            </a:r>
            <a:r>
              <a:rPr lang="en-US" sz="2000" spc="-5" dirty="0">
                <a:latin typeface="Calibri"/>
                <a:cs typeface="Calibri"/>
              </a:rPr>
              <a:t>with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" dirty="0">
                <a:latin typeface="Calibri"/>
                <a:cs typeface="Calibri"/>
              </a:rPr>
              <a:t> ski-resort</a:t>
            </a:r>
            <a:endParaRPr lang="en-US" sz="2000" dirty="0">
              <a:latin typeface="Calibri"/>
              <a:cs typeface="Calibri"/>
            </a:endParaRPr>
          </a:p>
          <a:p>
            <a:pPr marL="756236" lvl="1" indent="-286367">
              <a:spcBef>
                <a:spcPts val="229"/>
              </a:spcBef>
              <a:buFont typeface="Courier New"/>
              <a:buChar char="–"/>
              <a:tabLst>
                <a:tab pos="756871" algn="l"/>
              </a:tabLst>
            </a:pPr>
            <a:r>
              <a:rPr lang="en-US" sz="2400" spc="-5" dirty="0">
                <a:latin typeface="Calibri"/>
                <a:cs typeface="Calibri"/>
              </a:rPr>
              <a:t>or just </a:t>
            </a:r>
            <a:r>
              <a:rPr lang="en-US" sz="2400" dirty="0">
                <a:latin typeface="Calibri"/>
                <a:cs typeface="Calibri"/>
              </a:rPr>
              <a:t>one </a:t>
            </a:r>
            <a:r>
              <a:rPr lang="en-US" sz="2400" spc="-25" dirty="0">
                <a:latin typeface="Calibri"/>
                <a:cs typeface="Calibri"/>
              </a:rPr>
              <a:t>state </a:t>
            </a:r>
            <a:r>
              <a:rPr lang="en-US" sz="2400" dirty="0">
                <a:latin typeface="Calibri"/>
                <a:cs typeface="Calibri"/>
              </a:rPr>
              <a:t>which </a:t>
            </a:r>
            <a:r>
              <a:rPr lang="en-US" sz="2400" spc="-10" dirty="0">
                <a:latin typeface="Calibri"/>
                <a:cs typeface="Calibri"/>
              </a:rPr>
              <a:t>satisfies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4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goal</a:t>
            </a:r>
            <a:endParaRPr lang="en-US" sz="2400" dirty="0">
              <a:latin typeface="Calibri"/>
              <a:cs typeface="Calibri"/>
            </a:endParaRPr>
          </a:p>
          <a:p>
            <a:pPr marL="1155625" lvl="2" indent="-228585">
              <a:spcBef>
                <a:spcPts val="220"/>
              </a:spcBef>
              <a:buFont typeface="Courier New"/>
              <a:buChar char="•"/>
              <a:tabLst>
                <a:tab pos="1155625" algn="l"/>
              </a:tabLst>
            </a:pPr>
            <a:r>
              <a:rPr lang="en-US" sz="2000" dirty="0">
                <a:latin typeface="Calibri"/>
                <a:cs typeface="Calibri"/>
              </a:rPr>
              <a:t>e.g., </a:t>
            </a:r>
            <a:r>
              <a:rPr lang="en-US" sz="2000" spc="-5" dirty="0">
                <a:latin typeface="Calibri"/>
                <a:cs typeface="Calibri"/>
              </a:rPr>
              <a:t>drive </a:t>
            </a:r>
            <a:r>
              <a:rPr lang="en-US" sz="2000" spc="-10" dirty="0">
                <a:latin typeface="Calibri"/>
                <a:cs typeface="Calibri"/>
              </a:rPr>
              <a:t>to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5" dirty="0">
                <a:latin typeface="Calibri"/>
                <a:cs typeface="Calibri"/>
              </a:rPr>
              <a:t>Karachi</a:t>
            </a:r>
            <a:endParaRPr lang="en-US"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54920" y="14225"/>
            <a:ext cx="2780993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30" dirty="0"/>
              <a:t>State</a:t>
            </a:r>
            <a:r>
              <a:rPr sz="4399" spc="-100" dirty="0"/>
              <a:t> </a:t>
            </a:r>
            <a:r>
              <a:rPr sz="4399" dirty="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684785"/>
            <a:ext cx="13346112" cy="1992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marR="714964" indent="-342878">
              <a:buFont typeface="Courier New"/>
              <a:buChar char="•"/>
              <a:tabLst>
                <a:tab pos="355577" algn="l"/>
              </a:tabLst>
            </a:pPr>
            <a:r>
              <a:rPr sz="2800" spc="-5" dirty="0">
                <a:latin typeface="Calibri"/>
                <a:cs typeface="Calibri"/>
              </a:rPr>
              <a:t>The initial </a:t>
            </a:r>
            <a:r>
              <a:rPr sz="2800" spc="-25" dirty="0">
                <a:latin typeface="Calibri"/>
                <a:cs typeface="Calibri"/>
              </a:rPr>
              <a:t>state, </a:t>
            </a:r>
            <a:r>
              <a:rPr sz="2800" spc="-5" dirty="0">
                <a:latin typeface="Calibri"/>
                <a:cs typeface="Calibri"/>
              </a:rPr>
              <a:t>actions, and </a:t>
            </a:r>
            <a:r>
              <a:rPr sz="2800" spc="-10" dirty="0">
                <a:latin typeface="Calibri"/>
                <a:cs typeface="Calibri"/>
              </a:rPr>
              <a:t>transition </a:t>
            </a:r>
            <a:r>
              <a:rPr sz="2800" spc="-5" dirty="0">
                <a:latin typeface="Calibri"/>
                <a:cs typeface="Calibri"/>
              </a:rPr>
              <a:t>model  </a:t>
            </a:r>
            <a:r>
              <a:rPr sz="2800" spc="-10" dirty="0">
                <a:latin typeface="Calibri"/>
                <a:cs typeface="Calibri"/>
              </a:rPr>
              <a:t>define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state </a:t>
            </a:r>
            <a:r>
              <a:rPr sz="2800" spc="20" dirty="0">
                <a:solidFill>
                  <a:srgbClr val="CC0099"/>
                </a:solidFill>
                <a:latin typeface="Calibri"/>
                <a:cs typeface="Calibri"/>
              </a:rPr>
              <a:t>space </a:t>
            </a:r>
            <a:r>
              <a:rPr sz="2800" spc="-5" dirty="0">
                <a:latin typeface="Calibri"/>
                <a:cs typeface="Calibri"/>
              </a:rPr>
              <a:t>of the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56236" marR="126991" lvl="1" indent="-286367">
              <a:spcBef>
                <a:spcPts val="68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all </a:t>
            </a:r>
            <a:r>
              <a:rPr sz="2800" spc="-25" dirty="0">
                <a:latin typeface="Calibri"/>
                <a:cs typeface="Calibri"/>
              </a:rPr>
              <a:t>states </a:t>
            </a:r>
            <a:r>
              <a:rPr sz="2800" spc="-10" dirty="0">
                <a:latin typeface="Calibri"/>
                <a:cs typeface="Calibri"/>
              </a:rPr>
              <a:t>reachable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10" dirty="0">
                <a:latin typeface="Calibri"/>
                <a:cs typeface="Calibri"/>
              </a:rPr>
              <a:t>initial </a:t>
            </a:r>
            <a:r>
              <a:rPr sz="2800" spc="-30" dirty="0">
                <a:latin typeface="Calibri"/>
                <a:cs typeface="Calibri"/>
              </a:rPr>
              <a:t>state </a:t>
            </a:r>
            <a:r>
              <a:rPr sz="2800" spc="-25" dirty="0">
                <a:latin typeface="Calibri"/>
                <a:cs typeface="Calibri"/>
              </a:rPr>
              <a:t>by any  </a:t>
            </a:r>
            <a:r>
              <a:rPr sz="2800" spc="-10" dirty="0">
                <a:latin typeface="Calibri"/>
                <a:cs typeface="Calibri"/>
              </a:rPr>
              <a:t>sequence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actions</a:t>
            </a:r>
            <a:r>
              <a:rPr lang="en-US" sz="2800" spc="-5" dirty="0">
                <a:latin typeface="Calibri"/>
                <a:cs typeface="Calibri"/>
              </a:rPr>
              <a:t>.</a:t>
            </a:r>
          </a:p>
          <a:p>
            <a:pPr marL="756236" marR="126991" lvl="1" indent="-286367">
              <a:spcBef>
                <a:spcPts val="685"/>
              </a:spcBef>
              <a:buFont typeface="Courier New"/>
              <a:buChar char="–"/>
              <a:tabLst>
                <a:tab pos="756871" algn="l"/>
              </a:tabLst>
            </a:pPr>
            <a:r>
              <a:rPr lang="en-US" sz="2800" spc="-5" dirty="0">
                <a:latin typeface="Calibri"/>
                <a:cs typeface="Calibri"/>
              </a:rPr>
              <a:t>Distinguish between </a:t>
            </a:r>
            <a:r>
              <a:rPr lang="en-US" sz="2800" spc="-5" dirty="0">
                <a:solidFill>
                  <a:srgbClr val="FF0000"/>
                </a:solidFill>
                <a:latin typeface="Calibri"/>
                <a:cs typeface="Calibri"/>
              </a:rPr>
              <a:t>world state </a:t>
            </a:r>
            <a:r>
              <a:rPr lang="en-US" sz="2800" spc="-5" dirty="0">
                <a:latin typeface="Calibri"/>
                <a:cs typeface="Calibri"/>
              </a:rPr>
              <a:t>and </a:t>
            </a:r>
            <a:r>
              <a:rPr lang="en-US" sz="2800" spc="-5" dirty="0">
                <a:solidFill>
                  <a:srgbClr val="FF0000"/>
                </a:solidFill>
                <a:latin typeface="Calibri"/>
                <a:cs typeface="Calibri"/>
              </a:rPr>
              <a:t>Search state </a:t>
            </a:r>
          </a:p>
          <a:p>
            <a:pPr marL="756236" marR="126991" lvl="1" indent="-286367">
              <a:spcBef>
                <a:spcPts val="685"/>
              </a:spcBef>
              <a:buFont typeface="Courier New"/>
              <a:buChar char="–"/>
              <a:tabLst>
                <a:tab pos="756871" algn="l"/>
              </a:tabLst>
            </a:pPr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world state </a:t>
            </a:r>
            <a:r>
              <a:rPr lang="en-US" sz="2800" dirty="0"/>
              <a:t>includes every last detail of the environment.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94DA3B-6EE5-FCB5-D335-89683B8F0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0" y="5030300"/>
            <a:ext cx="3539211" cy="18249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47D6499-94C8-DF31-0AA3-BB3B33AFD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449" y="4878863"/>
            <a:ext cx="3016526" cy="24239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C53A5F-0FD2-4E8C-5C5B-816A7C2BD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7303" y="2677637"/>
            <a:ext cx="3886200" cy="38455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7CA0F4-0DCB-53CD-23FD-79A5C85E8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3FF33E-E67F-4532-6CD9-CB56FDDFDE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4920" y="14225"/>
            <a:ext cx="2780993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30" dirty="0"/>
              <a:t>State</a:t>
            </a:r>
            <a:r>
              <a:rPr sz="4399" spc="-100" dirty="0"/>
              <a:t> </a:t>
            </a:r>
            <a:r>
              <a:rPr sz="4399" dirty="0"/>
              <a:t>space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030BAE-1E87-6AC8-4562-1C932F84B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2" y="2353382"/>
            <a:ext cx="8027480" cy="25678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3B707E-F675-66BC-A8D8-617B79DA2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8912" y="1985989"/>
            <a:ext cx="3343275" cy="3352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750F75-E7A3-529A-9EAC-5A53D4866ED7}"/>
              </a:ext>
            </a:extLst>
          </p:cNvPr>
          <p:cNvSpPr txBox="1"/>
          <p:nvPr/>
        </p:nvSpPr>
        <p:spPr>
          <a:xfrm>
            <a:off x="163512" y="600994"/>
            <a:ext cx="13030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Consider a variation of the game in which the maze contains only Pacman and food pellets.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can pose two distinct search problems in this scenario: pathing and eat-all-dots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8ECD47-EC4E-F347-330C-A1CF8855C3B0}"/>
              </a:ext>
            </a:extLst>
          </p:cNvPr>
          <p:cNvSpPr txBox="1"/>
          <p:nvPr/>
        </p:nvSpPr>
        <p:spPr>
          <a:xfrm>
            <a:off x="468312" y="5288643"/>
            <a:ext cx="12420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pathing, states contain less information than states for eat-all-dots.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eat-all-dots we must maintain an array of </a:t>
            </a:r>
            <a:r>
              <a:rPr lang="en-US" sz="2400" dirty="0" err="1"/>
              <a:t>booleans</a:t>
            </a:r>
            <a:r>
              <a:rPr lang="en-US" sz="2400" dirty="0"/>
              <a:t> corresponding to each food pellet and whether or not it’s been eaten in the given state</a:t>
            </a:r>
          </a:p>
        </p:txBody>
      </p:sp>
    </p:spTree>
    <p:extLst>
      <p:ext uri="{BB962C8B-B14F-4D97-AF65-F5344CB8AC3E}">
        <p14:creationId xmlns:p14="http://schemas.microsoft.com/office/powerpoint/2010/main" val="1426193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8912" y="0"/>
            <a:ext cx="263525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5" dirty="0"/>
              <a:t>Abstraction</a:t>
            </a:r>
            <a:endParaRPr sz="4399" dirty="0"/>
          </a:p>
        </p:txBody>
      </p:sp>
      <p:sp>
        <p:nvSpPr>
          <p:cNvPr id="3" name="object 3"/>
          <p:cNvSpPr txBox="1"/>
          <p:nvPr/>
        </p:nvSpPr>
        <p:spPr>
          <a:xfrm>
            <a:off x="239712" y="633799"/>
            <a:ext cx="13030200" cy="6288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buFont typeface="Courier New"/>
              <a:buChar char="•"/>
              <a:tabLst>
                <a:tab pos="355577" algn="l"/>
              </a:tabLst>
            </a:pPr>
            <a:r>
              <a:rPr sz="3200" spc="20" dirty="0">
                <a:latin typeface="Calibri"/>
                <a:cs typeface="Calibri"/>
              </a:rPr>
              <a:t>Definition:</a:t>
            </a:r>
            <a:endParaRPr sz="3200" dirty="0">
              <a:latin typeface="Calibri"/>
              <a:cs typeface="Calibri"/>
            </a:endParaRPr>
          </a:p>
          <a:p>
            <a:pPr marL="354942" marR="593052"/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Process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removing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irrelevant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detail </a:t>
            </a:r>
            <a:r>
              <a:rPr sz="3200" spc="-20" dirty="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create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an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abstract representation: </a:t>
            </a:r>
            <a:r>
              <a:rPr lang="en-US" sz="3200" spc="-10" dirty="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sz="3200" spc="-25" dirty="0">
                <a:solidFill>
                  <a:srgbClr val="0000FF"/>
                </a:solidFill>
                <a:latin typeface="Calibri"/>
                <a:cs typeface="Calibri"/>
              </a:rPr>
              <a:t>``high-level”,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ignores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irrelevant</a:t>
            </a:r>
            <a:r>
              <a:rPr sz="3200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details</a:t>
            </a:r>
            <a:endParaRPr sz="3200" dirty="0">
              <a:latin typeface="Calibri"/>
              <a:cs typeface="Calibri"/>
            </a:endParaRPr>
          </a:p>
          <a:p>
            <a:pPr marL="355577" indent="-342878">
              <a:spcBef>
                <a:spcPts val="57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15" dirty="0">
                <a:latin typeface="Calibri"/>
                <a:cs typeface="Calibri"/>
              </a:rPr>
              <a:t>Navigation </a:t>
            </a:r>
            <a:r>
              <a:rPr sz="3200" spc="20" dirty="0">
                <a:latin typeface="Calibri"/>
                <a:cs typeface="Calibri"/>
              </a:rPr>
              <a:t>Example: </a:t>
            </a:r>
            <a:r>
              <a:rPr sz="3200" spc="35" dirty="0">
                <a:latin typeface="Calibri"/>
                <a:cs typeface="Calibri"/>
              </a:rPr>
              <a:t>how </a:t>
            </a:r>
            <a:r>
              <a:rPr sz="3200" spc="20" dirty="0">
                <a:latin typeface="Calibri"/>
                <a:cs typeface="Calibri"/>
              </a:rPr>
              <a:t>do </a:t>
            </a:r>
            <a:r>
              <a:rPr sz="3200" spc="30" dirty="0">
                <a:latin typeface="Calibri"/>
                <a:cs typeface="Calibri"/>
              </a:rPr>
              <a:t>we </a:t>
            </a:r>
            <a:r>
              <a:rPr sz="3200" spc="15" dirty="0">
                <a:latin typeface="Calibri"/>
                <a:cs typeface="Calibri"/>
              </a:rPr>
              <a:t>define </a:t>
            </a:r>
            <a:r>
              <a:rPr sz="3200" spc="5" dirty="0">
                <a:latin typeface="Calibri"/>
                <a:cs typeface="Calibri"/>
              </a:rPr>
              <a:t>states </a:t>
            </a:r>
            <a:r>
              <a:rPr sz="3200" spc="25" dirty="0">
                <a:latin typeface="Calibri"/>
                <a:cs typeface="Calibri"/>
              </a:rPr>
              <a:t>and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operators?</a:t>
            </a:r>
            <a:endParaRPr sz="3200" dirty="0">
              <a:latin typeface="Calibri"/>
              <a:cs typeface="Calibri"/>
            </a:endParaRPr>
          </a:p>
          <a:p>
            <a:pPr marL="756236" lvl="1" indent="-286367">
              <a:spcBef>
                <a:spcPts val="54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spc="-15" dirty="0">
                <a:latin typeface="Calibri"/>
                <a:cs typeface="Calibri"/>
              </a:rPr>
              <a:t>First </a:t>
            </a:r>
            <a:r>
              <a:rPr sz="2800" spc="-20" dirty="0">
                <a:latin typeface="Calibri"/>
                <a:cs typeface="Calibri"/>
              </a:rPr>
              <a:t>step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abstract </a:t>
            </a:r>
            <a:r>
              <a:rPr sz="2800" spc="-5" dirty="0">
                <a:latin typeface="Calibri"/>
                <a:cs typeface="Calibri"/>
              </a:rPr>
              <a:t>“the </a:t>
            </a:r>
            <a:r>
              <a:rPr sz="2800" spc="-10" dirty="0">
                <a:latin typeface="Calibri"/>
                <a:cs typeface="Calibri"/>
              </a:rPr>
              <a:t>big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picture”</a:t>
            </a:r>
            <a:endParaRPr sz="2800" dirty="0">
              <a:latin typeface="Calibri"/>
              <a:cs typeface="Calibri"/>
            </a:endParaRPr>
          </a:p>
          <a:p>
            <a:pPr marL="1155625" lvl="2" indent="-228585">
              <a:spcBef>
                <a:spcPts val="445"/>
              </a:spcBef>
              <a:buFont typeface="Courier New"/>
              <a:buChar char="•"/>
              <a:tabLst>
                <a:tab pos="1155625" algn="l"/>
              </a:tabLst>
            </a:pPr>
            <a:r>
              <a:rPr sz="2400" spc="-5" dirty="0">
                <a:latin typeface="Calibri"/>
                <a:cs typeface="Calibri"/>
              </a:rPr>
              <a:t>i.e., solve </a:t>
            </a:r>
            <a:r>
              <a:rPr sz="2400" dirty="0">
                <a:latin typeface="Calibri"/>
                <a:cs typeface="Calibri"/>
              </a:rPr>
              <a:t>a map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problem</a:t>
            </a:r>
            <a:endParaRPr sz="2400" dirty="0">
              <a:latin typeface="Calibri"/>
              <a:cs typeface="Calibri"/>
            </a:endParaRPr>
          </a:p>
          <a:p>
            <a:pPr marL="1155625" lvl="2" indent="-228585">
              <a:spcBef>
                <a:spcPts val="430"/>
              </a:spcBef>
              <a:buFont typeface="Courier New"/>
              <a:buChar char="•"/>
              <a:tabLst>
                <a:tab pos="1155625" algn="l"/>
              </a:tabLst>
            </a:pPr>
            <a:r>
              <a:rPr sz="2400" dirty="0">
                <a:latin typeface="Calibri"/>
                <a:cs typeface="Calibri"/>
              </a:rPr>
              <a:t>nodes = </a:t>
            </a:r>
            <a:r>
              <a:rPr sz="2400" spc="-5" dirty="0">
                <a:latin typeface="Calibri"/>
                <a:cs typeface="Calibri"/>
              </a:rPr>
              <a:t>cities, links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10" dirty="0">
                <a:latin typeface="Calibri"/>
                <a:cs typeface="Calibri"/>
              </a:rPr>
              <a:t>freeways/roads </a:t>
            </a:r>
            <a:r>
              <a:rPr sz="2400" spc="-5" dirty="0">
                <a:latin typeface="Calibri"/>
                <a:cs typeface="Calibri"/>
              </a:rPr>
              <a:t>(a high-level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description)</a:t>
            </a:r>
            <a:endParaRPr sz="2400" dirty="0">
              <a:latin typeface="Calibri"/>
              <a:cs typeface="Calibri"/>
            </a:endParaRPr>
          </a:p>
          <a:p>
            <a:pPr marL="1155625" lvl="2" indent="-228585">
              <a:spcBef>
                <a:spcPts val="430"/>
              </a:spcBef>
              <a:buFont typeface="Courier New"/>
              <a:buChar char="•"/>
              <a:tabLst>
                <a:tab pos="1155625" algn="l"/>
              </a:tabLst>
            </a:pPr>
            <a:r>
              <a:rPr sz="2400" spc="-5" dirty="0">
                <a:latin typeface="Calibri"/>
                <a:cs typeface="Calibri"/>
              </a:rPr>
              <a:t>this description is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abstraction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real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problem</a:t>
            </a:r>
            <a:endParaRPr sz="2400" dirty="0">
              <a:latin typeface="Calibri"/>
              <a:cs typeface="Calibri"/>
            </a:endParaRPr>
          </a:p>
          <a:p>
            <a:pPr marL="756236" lvl="1" indent="-286367">
              <a:spcBef>
                <a:spcPts val="509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dirty="0">
                <a:latin typeface="Calibri"/>
                <a:cs typeface="Calibri"/>
              </a:rPr>
              <a:t>Can </a:t>
            </a:r>
            <a:r>
              <a:rPr sz="2800" spc="-15" dirty="0">
                <a:latin typeface="Calibri"/>
                <a:cs typeface="Calibri"/>
              </a:rPr>
              <a:t>later </a:t>
            </a:r>
            <a:r>
              <a:rPr sz="2800" spc="-5" dirty="0">
                <a:latin typeface="Calibri"/>
                <a:cs typeface="Calibri"/>
              </a:rPr>
              <a:t>worry about </a:t>
            </a:r>
            <a:r>
              <a:rPr sz="2800" spc="-10" dirty="0">
                <a:latin typeface="Calibri"/>
                <a:cs typeface="Calibri"/>
              </a:rPr>
              <a:t>details </a:t>
            </a:r>
            <a:r>
              <a:rPr sz="2800" spc="-25" dirty="0">
                <a:latin typeface="Calibri"/>
                <a:cs typeface="Calibri"/>
              </a:rPr>
              <a:t>like scenery, </a:t>
            </a:r>
            <a:r>
              <a:rPr sz="2800" spc="-10" dirty="0">
                <a:latin typeface="Calibri"/>
                <a:cs typeface="Calibri"/>
              </a:rPr>
              <a:t>refueling,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etc</a:t>
            </a:r>
            <a:endParaRPr sz="2800" dirty="0">
              <a:latin typeface="Calibri"/>
              <a:cs typeface="Calibri"/>
            </a:endParaRPr>
          </a:p>
          <a:p>
            <a:pPr marL="355577" indent="-342878">
              <a:spcBef>
                <a:spcPts val="55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15" dirty="0">
                <a:latin typeface="Calibri"/>
                <a:cs typeface="Calibri"/>
              </a:rPr>
              <a:t>Abstraction </a:t>
            </a:r>
            <a:r>
              <a:rPr sz="3200" spc="25" dirty="0">
                <a:latin typeface="Calibri"/>
                <a:cs typeface="Calibri"/>
              </a:rPr>
              <a:t>is </a:t>
            </a:r>
            <a:r>
              <a:rPr sz="3200" spc="15" dirty="0">
                <a:latin typeface="Calibri"/>
                <a:cs typeface="Calibri"/>
              </a:rPr>
              <a:t>critical </a:t>
            </a:r>
            <a:r>
              <a:rPr sz="3200" spc="5" dirty="0">
                <a:latin typeface="Calibri"/>
                <a:cs typeface="Calibri"/>
              </a:rPr>
              <a:t>for </a:t>
            </a:r>
            <a:r>
              <a:rPr sz="3200" spc="15" dirty="0">
                <a:latin typeface="Calibri"/>
                <a:cs typeface="Calibri"/>
              </a:rPr>
              <a:t>automated </a:t>
            </a:r>
            <a:r>
              <a:rPr sz="3200" spc="20" dirty="0">
                <a:latin typeface="Calibri"/>
                <a:cs typeface="Calibri"/>
              </a:rPr>
              <a:t>problem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solving</a:t>
            </a:r>
            <a:endParaRPr sz="3200" dirty="0">
              <a:latin typeface="Calibri"/>
              <a:cs typeface="Calibri"/>
            </a:endParaRPr>
          </a:p>
          <a:p>
            <a:pPr marL="756236" marR="104132" lvl="1" indent="-286367">
              <a:spcBef>
                <a:spcPts val="52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spc="-10" dirty="0">
                <a:latin typeface="Calibri"/>
                <a:cs typeface="Calibri"/>
              </a:rPr>
              <a:t>must </a:t>
            </a:r>
            <a:r>
              <a:rPr sz="2800" spc="-15" dirty="0">
                <a:latin typeface="Calibri"/>
                <a:cs typeface="Calibri"/>
              </a:rPr>
              <a:t>create </a:t>
            </a:r>
            <a:r>
              <a:rPr sz="2800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approximate, </a:t>
            </a:r>
            <a:r>
              <a:rPr sz="2800" spc="-5" dirty="0">
                <a:latin typeface="Calibri"/>
                <a:cs typeface="Calibri"/>
              </a:rPr>
              <a:t>simplified, model of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world </a:t>
            </a:r>
            <a:r>
              <a:rPr sz="2800" spc="-20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the  </a:t>
            </a:r>
            <a:r>
              <a:rPr sz="2800" spc="-5" dirty="0">
                <a:latin typeface="Calibri"/>
                <a:cs typeface="Calibri"/>
              </a:rPr>
              <a:t>computer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deal </a:t>
            </a:r>
            <a:r>
              <a:rPr sz="2800" spc="-5" dirty="0">
                <a:latin typeface="Calibri"/>
                <a:cs typeface="Calibri"/>
              </a:rPr>
              <a:t>with: </a:t>
            </a:r>
            <a:r>
              <a:rPr sz="2800" spc="-10" dirty="0">
                <a:latin typeface="Calibri"/>
                <a:cs typeface="Calibri"/>
              </a:rPr>
              <a:t>real-world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too </a:t>
            </a:r>
            <a:r>
              <a:rPr sz="2800" spc="-5" dirty="0">
                <a:latin typeface="Calibri"/>
                <a:cs typeface="Calibri"/>
              </a:rPr>
              <a:t>detailed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model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exactly</a:t>
            </a:r>
            <a:endParaRPr sz="2800" dirty="0">
              <a:latin typeface="Calibri"/>
              <a:cs typeface="Calibri"/>
            </a:endParaRPr>
          </a:p>
          <a:p>
            <a:pPr marL="756236" lvl="1" indent="-286367">
              <a:spcBef>
                <a:spcPts val="500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spc="5" dirty="0">
                <a:latin typeface="Calibri"/>
                <a:cs typeface="Calibri"/>
              </a:rPr>
              <a:t>good </a:t>
            </a:r>
            <a:r>
              <a:rPr sz="2800" spc="10" dirty="0">
                <a:latin typeface="Calibri"/>
                <a:cs typeface="Calibri"/>
              </a:rPr>
              <a:t>abstractions retain </a:t>
            </a:r>
            <a:r>
              <a:rPr sz="2800" spc="30" dirty="0">
                <a:latin typeface="Calibri"/>
                <a:cs typeface="Calibri"/>
              </a:rPr>
              <a:t>all </a:t>
            </a:r>
            <a:r>
              <a:rPr sz="2800" spc="15" dirty="0">
                <a:latin typeface="Calibri"/>
                <a:cs typeface="Calibri"/>
              </a:rPr>
              <a:t>important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15" dirty="0">
                <a:latin typeface="Calibri"/>
                <a:cs typeface="Calibri"/>
              </a:rPr>
              <a:t>details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0912" y="0"/>
            <a:ext cx="763778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5" dirty="0"/>
              <a:t>State-Space </a:t>
            </a:r>
            <a:r>
              <a:rPr sz="4399" spc="-10" dirty="0"/>
              <a:t>Problem</a:t>
            </a:r>
            <a:r>
              <a:rPr sz="4399" spc="-50" dirty="0"/>
              <a:t> </a:t>
            </a:r>
            <a:r>
              <a:rPr sz="4399" spc="-10" dirty="0"/>
              <a:t>Formulation</a:t>
            </a:r>
            <a:endParaRPr sz="4399" dirty="0"/>
          </a:p>
        </p:txBody>
      </p:sp>
      <p:sp>
        <p:nvSpPr>
          <p:cNvPr id="4" name="object 4"/>
          <p:cNvSpPr txBox="1"/>
          <p:nvPr/>
        </p:nvSpPr>
        <p:spPr>
          <a:xfrm>
            <a:off x="392112" y="685514"/>
            <a:ext cx="12725400" cy="6360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2800" dirty="0">
                <a:latin typeface="Calibri"/>
                <a:cs typeface="Calibri"/>
              </a:rPr>
              <a:t>A </a:t>
            </a:r>
            <a:r>
              <a:rPr sz="2800" spc="20" dirty="0">
                <a:solidFill>
                  <a:srgbClr val="FF0000"/>
                </a:solidFill>
                <a:latin typeface="Calibri"/>
                <a:cs typeface="Calibri"/>
              </a:rPr>
              <a:t>problem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defined by </a:t>
            </a:r>
            <a:r>
              <a:rPr sz="2800" spc="-20" dirty="0">
                <a:latin typeface="Calibri"/>
                <a:cs typeface="Calibri"/>
              </a:rPr>
              <a:t>four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items:</a:t>
            </a:r>
            <a:endParaRPr sz="2800" dirty="0">
              <a:latin typeface="Calibri"/>
              <a:cs typeface="Calibri"/>
            </a:endParaRPr>
          </a:p>
          <a:p>
            <a:pPr marL="465138" lvl="2">
              <a:spcBef>
                <a:spcPts val="605"/>
              </a:spcBef>
              <a:buClr>
                <a:srgbClr val="000000"/>
              </a:buClr>
              <a:buAutoNum type="arabicPeriod"/>
              <a:tabLst>
                <a:tab pos="798513" algn="l"/>
              </a:tabLst>
            </a:pPr>
            <a:r>
              <a:rPr sz="2400" spc="25" dirty="0">
                <a:solidFill>
                  <a:srgbClr val="FF0000"/>
                </a:solidFill>
                <a:latin typeface="Calibri"/>
                <a:cs typeface="Calibri"/>
              </a:rPr>
              <a:t>Initial 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state </a:t>
            </a:r>
            <a:r>
              <a:rPr sz="2400" dirty="0">
                <a:latin typeface="Calibri"/>
                <a:cs typeface="Calibri"/>
              </a:rPr>
              <a:t>e.g., </a:t>
            </a:r>
            <a:r>
              <a:rPr sz="2400" spc="-10" dirty="0">
                <a:latin typeface="Calibri"/>
                <a:cs typeface="Calibri"/>
              </a:rPr>
              <a:t>"at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Arad“</a:t>
            </a:r>
            <a:endParaRPr sz="2400" dirty="0">
              <a:latin typeface="Calibri"/>
              <a:cs typeface="Calibri"/>
            </a:endParaRPr>
          </a:p>
          <a:p>
            <a:pPr marL="465138" lvl="2">
              <a:spcBef>
                <a:spcPts val="575"/>
              </a:spcBef>
              <a:buClr>
                <a:srgbClr val="000000"/>
              </a:buClr>
              <a:buAutoNum type="arabicPeriod"/>
              <a:tabLst>
                <a:tab pos="798513" algn="l"/>
              </a:tabLst>
            </a:pPr>
            <a:r>
              <a:rPr sz="2400" spc="20" dirty="0">
                <a:solidFill>
                  <a:srgbClr val="FF0000"/>
                </a:solidFill>
                <a:latin typeface="Calibri"/>
                <a:cs typeface="Calibri"/>
              </a:rPr>
              <a:t>Actions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successor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endParaRPr sz="2400" dirty="0">
              <a:latin typeface="Calibri"/>
              <a:cs typeface="Calibri"/>
            </a:endParaRPr>
          </a:p>
          <a:p>
            <a:pPr marL="922338" lvl="3">
              <a:spcBef>
                <a:spcPts val="575"/>
              </a:spcBef>
              <a:tabLst>
                <a:tab pos="798513" algn="l"/>
              </a:tabLst>
            </a:pPr>
            <a:r>
              <a:rPr sz="2400" i="1" spc="-5" dirty="0">
                <a:latin typeface="Calibri"/>
                <a:cs typeface="Calibri"/>
              </a:rPr>
              <a:t>S(x)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10" dirty="0">
                <a:latin typeface="Calibri"/>
                <a:cs typeface="Calibri"/>
              </a:rPr>
              <a:t>set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action–state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pairs</a:t>
            </a:r>
            <a:endParaRPr sz="2400" dirty="0">
              <a:latin typeface="Calibri"/>
              <a:cs typeface="Calibri"/>
            </a:endParaRPr>
          </a:p>
          <a:p>
            <a:pPr marL="922338" lvl="3">
              <a:spcBef>
                <a:spcPts val="25"/>
              </a:spcBef>
              <a:tabLst>
                <a:tab pos="798513" algn="l"/>
              </a:tabLst>
            </a:pPr>
            <a:r>
              <a:rPr sz="2400" dirty="0">
                <a:latin typeface="Calibri"/>
                <a:cs typeface="Calibri"/>
              </a:rPr>
              <a:t>e.g., </a:t>
            </a:r>
            <a:r>
              <a:rPr sz="2400" i="1" spc="-5" dirty="0">
                <a:latin typeface="Calibri"/>
                <a:cs typeface="Calibri"/>
              </a:rPr>
              <a:t>S(Arad) </a:t>
            </a:r>
            <a:r>
              <a:rPr sz="2400" i="1" dirty="0">
                <a:latin typeface="Calibri"/>
                <a:cs typeface="Calibri"/>
              </a:rPr>
              <a:t>= </a:t>
            </a:r>
            <a:r>
              <a:rPr sz="2400" dirty="0">
                <a:latin typeface="Calibri"/>
                <a:cs typeface="Calibri"/>
              </a:rPr>
              <a:t>{</a:t>
            </a:r>
            <a:r>
              <a:rPr sz="2400" i="1" dirty="0">
                <a:latin typeface="Calibri"/>
                <a:cs typeface="Calibri"/>
              </a:rPr>
              <a:t>&lt;Arad </a:t>
            </a:r>
            <a:r>
              <a:rPr lang="en-US" sz="2400" i="1" spc="1515" dirty="0">
                <a:latin typeface="Courier New"/>
                <a:cs typeface="Courier New"/>
              </a:rPr>
              <a:t>,</a:t>
            </a:r>
            <a:r>
              <a:rPr sz="2400" spc="-990" dirty="0">
                <a:latin typeface="Courier New"/>
                <a:cs typeface="Courier New"/>
              </a:rPr>
              <a:t> </a:t>
            </a:r>
            <a:r>
              <a:rPr sz="2400" i="1" spc="-5" dirty="0" err="1">
                <a:latin typeface="Calibri"/>
                <a:cs typeface="Calibri"/>
              </a:rPr>
              <a:t>Zerind</a:t>
            </a:r>
            <a:r>
              <a:rPr lang="en-US" sz="2400" i="1" spc="-5" dirty="0">
                <a:latin typeface="Calibri"/>
                <a:cs typeface="Calibri"/>
              </a:rPr>
              <a:t>&gt;</a:t>
            </a:r>
            <a:r>
              <a:rPr sz="2400" i="1" spc="-5" dirty="0">
                <a:latin typeface="Calibri"/>
                <a:cs typeface="Calibri"/>
              </a:rPr>
              <a:t>,</a:t>
            </a:r>
            <a:r>
              <a:rPr lang="en-US" sz="2400" i="1" spc="-5" dirty="0">
                <a:latin typeface="Calibri"/>
                <a:cs typeface="Calibri"/>
              </a:rPr>
              <a:t>&lt;Arad, Timisoara</a:t>
            </a:r>
            <a:r>
              <a:rPr sz="2400" i="1" spc="-5" dirty="0">
                <a:latin typeface="Calibri"/>
                <a:cs typeface="Calibri"/>
              </a:rPr>
              <a:t>&gt;, </a:t>
            </a:r>
            <a:r>
              <a:rPr sz="2400" i="1" dirty="0">
                <a:latin typeface="Calibri"/>
                <a:cs typeface="Calibri"/>
              </a:rPr>
              <a:t>… </a:t>
            </a:r>
            <a:r>
              <a:rPr sz="2400" dirty="0">
                <a:latin typeface="Calibri"/>
                <a:cs typeface="Calibri"/>
              </a:rPr>
              <a:t>}</a:t>
            </a:r>
            <a:endParaRPr lang="en-US" sz="2400" dirty="0">
              <a:latin typeface="Calibri"/>
              <a:cs typeface="Calibri"/>
            </a:endParaRPr>
          </a:p>
          <a:p>
            <a:pPr marL="922338" lvl="3">
              <a:spcBef>
                <a:spcPts val="25"/>
              </a:spcBef>
              <a:tabLst>
                <a:tab pos="798513" algn="l"/>
              </a:tabLst>
            </a:pPr>
            <a:r>
              <a:rPr lang="en-US" sz="2400" dirty="0">
                <a:latin typeface="Calibri"/>
                <a:cs typeface="Calibri"/>
              </a:rPr>
              <a:t>Function </a:t>
            </a:r>
            <a:r>
              <a:rPr lang="en-US" sz="2400" i="1" spc="-5" dirty="0">
                <a:latin typeface="Calibri"/>
                <a:cs typeface="Calibri"/>
              </a:rPr>
              <a:t>S(x) </a:t>
            </a:r>
            <a:r>
              <a:rPr lang="en-US" sz="2400" spc="-10" dirty="0">
                <a:latin typeface="Calibri"/>
                <a:cs typeface="Calibri"/>
              </a:rPr>
              <a:t>takes a state x as input and returns a set of action-state pairs</a:t>
            </a:r>
            <a:endParaRPr sz="2400" spc="-10" dirty="0">
              <a:latin typeface="Calibri"/>
              <a:cs typeface="Calibri"/>
            </a:endParaRPr>
          </a:p>
          <a:p>
            <a:pPr marL="465138" lvl="2">
              <a:spcBef>
                <a:spcPts val="550"/>
              </a:spcBef>
              <a:tabLst>
                <a:tab pos="798513" algn="l"/>
              </a:tabLst>
            </a:pP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3.</a:t>
            </a:r>
            <a:r>
              <a:rPr lang="en-US" sz="2400" spc="-1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400" spc="25" dirty="0">
                <a:solidFill>
                  <a:srgbClr val="FF0000"/>
                </a:solidFill>
                <a:latin typeface="Calibri"/>
                <a:cs typeface="Calibri"/>
              </a:rPr>
              <a:t>Goal 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test </a:t>
            </a:r>
            <a:r>
              <a:rPr sz="2400" spc="-5" dirty="0">
                <a:latin typeface="Calibri"/>
                <a:cs typeface="Calibri"/>
              </a:rPr>
              <a:t>(or </a:t>
            </a:r>
            <a:r>
              <a:rPr sz="2400" spc="-10" dirty="0">
                <a:latin typeface="Calibri"/>
                <a:cs typeface="Calibri"/>
              </a:rPr>
              <a:t>set </a:t>
            </a:r>
            <a:r>
              <a:rPr sz="2400" spc="-5" dirty="0">
                <a:latin typeface="Calibri"/>
                <a:cs typeface="Calibri"/>
              </a:rPr>
              <a:t>of goal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states)</a:t>
            </a:r>
            <a:endParaRPr sz="2400" dirty="0">
              <a:latin typeface="Calibri"/>
              <a:cs typeface="Calibri"/>
            </a:endParaRPr>
          </a:p>
          <a:p>
            <a:pPr marL="922338" lvl="3">
              <a:spcBef>
                <a:spcPts val="570"/>
              </a:spcBef>
              <a:tabLst>
                <a:tab pos="798513" algn="l"/>
              </a:tabLst>
            </a:pPr>
            <a:r>
              <a:rPr sz="2400" dirty="0">
                <a:latin typeface="Calibri"/>
                <a:cs typeface="Calibri"/>
              </a:rPr>
              <a:t>e.g., </a:t>
            </a:r>
            <a:r>
              <a:rPr sz="2400" i="1" dirty="0">
                <a:latin typeface="Calibri"/>
                <a:cs typeface="Calibri"/>
              </a:rPr>
              <a:t>x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10" dirty="0">
                <a:latin typeface="Calibri"/>
                <a:cs typeface="Calibri"/>
              </a:rPr>
              <a:t>"at </a:t>
            </a:r>
            <a:r>
              <a:rPr sz="2400" spc="-20" dirty="0">
                <a:latin typeface="Calibri"/>
                <a:cs typeface="Calibri"/>
              </a:rPr>
              <a:t>Bucharest”,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Checkmate(x)</a:t>
            </a:r>
            <a:endParaRPr sz="2400" dirty="0">
              <a:latin typeface="Calibri"/>
              <a:cs typeface="Calibri"/>
            </a:endParaRPr>
          </a:p>
          <a:p>
            <a:pPr marL="465138" lvl="2">
              <a:spcBef>
                <a:spcPts val="570"/>
              </a:spcBef>
              <a:buClr>
                <a:srgbClr val="252525"/>
              </a:buClr>
              <a:buAutoNum type="arabicPeriod" startAt="4"/>
              <a:tabLst>
                <a:tab pos="798513" algn="l"/>
              </a:tabLst>
            </a:pP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Transition </a:t>
            </a:r>
            <a:r>
              <a:rPr sz="2400" spc="2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sz="2400" spc="20" dirty="0">
                <a:solidFill>
                  <a:srgbClr val="252525"/>
                </a:solidFill>
                <a:latin typeface="Calibri"/>
                <a:cs typeface="Calibri"/>
              </a:rPr>
              <a:t>:</a:t>
            </a:r>
            <a:r>
              <a:rPr sz="2400" spc="-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Result(</a:t>
            </a:r>
            <a:r>
              <a:rPr sz="2400" spc="-5" dirty="0" err="1">
                <a:solidFill>
                  <a:srgbClr val="252525"/>
                </a:solidFill>
                <a:latin typeface="Calibri"/>
                <a:cs typeface="Calibri"/>
              </a:rPr>
              <a:t>s,a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)</a:t>
            </a:r>
            <a:endParaRPr lang="en-US" sz="2400" spc="-5" dirty="0">
              <a:solidFill>
                <a:srgbClr val="252525"/>
              </a:solidFill>
              <a:latin typeface="Calibri"/>
              <a:cs typeface="Calibri"/>
            </a:endParaRPr>
          </a:p>
          <a:p>
            <a:pPr marL="922338" lvl="3">
              <a:spcBef>
                <a:spcPts val="570"/>
              </a:spcBef>
              <a:buClr>
                <a:srgbClr val="252525"/>
              </a:buClr>
              <a:tabLst>
                <a:tab pos="798513" algn="l"/>
              </a:tabLst>
            </a:pPr>
            <a:r>
              <a:rPr lang="en-US" sz="2400" dirty="0">
                <a:latin typeface="Calibri"/>
                <a:cs typeface="Calibri"/>
              </a:rPr>
              <a:t>	how the state changes when an action is taken. The result</a:t>
            </a:r>
            <a:r>
              <a:rPr lang="en-US" sz="2400" i="1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Calibri"/>
                <a:cs typeface="Calibri"/>
              </a:rPr>
              <a:t>s,a</a:t>
            </a:r>
            <a:r>
              <a:rPr lang="en-US" sz="2400" i="1" dirty="0">
                <a:solidFill>
                  <a:srgbClr val="FF0000"/>
                </a:solidFill>
                <a:latin typeface="Calibri"/>
                <a:cs typeface="Calibri"/>
              </a:rPr>
              <a:t>)</a:t>
            </a:r>
            <a:r>
              <a:rPr lang="en-US" sz="2400" dirty="0">
                <a:latin typeface="Calibri"/>
                <a:cs typeface="Calibri"/>
              </a:rPr>
              <a:t> represents the state that results  from taking action </a:t>
            </a:r>
            <a:r>
              <a:rPr lang="en-US" sz="24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2400" dirty="0">
                <a:latin typeface="Calibri"/>
                <a:cs typeface="Calibri"/>
              </a:rPr>
              <a:t> in state </a:t>
            </a:r>
            <a:r>
              <a:rPr lang="en-US" sz="2400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465138" lvl="2">
              <a:spcBef>
                <a:spcPts val="570"/>
              </a:spcBef>
              <a:buClr>
                <a:srgbClr val="252525"/>
              </a:buClr>
              <a:buAutoNum type="arabicPeriod" startAt="4"/>
              <a:tabLst>
                <a:tab pos="798513" algn="l"/>
              </a:tabLst>
            </a:pP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Path cost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(additive)</a:t>
            </a:r>
            <a:endParaRPr sz="2400" dirty="0">
              <a:latin typeface="Calibri"/>
              <a:cs typeface="Calibri"/>
            </a:endParaRPr>
          </a:p>
          <a:p>
            <a:pPr marL="922338" lvl="3">
              <a:spcBef>
                <a:spcPts val="505"/>
              </a:spcBef>
              <a:tabLst>
                <a:tab pos="798513" algn="l"/>
              </a:tabLst>
            </a:pPr>
            <a:r>
              <a:rPr sz="2000" dirty="0">
                <a:latin typeface="Calibri"/>
                <a:cs typeface="Calibri"/>
              </a:rPr>
              <a:t>e.g., </a:t>
            </a:r>
            <a:r>
              <a:rPr sz="2000" spc="-5" dirty="0">
                <a:latin typeface="Calibri"/>
                <a:cs typeface="Calibri"/>
              </a:rPr>
              <a:t>sum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5" dirty="0">
                <a:latin typeface="Calibri"/>
                <a:cs typeface="Calibri"/>
              </a:rPr>
              <a:t>distances, </a:t>
            </a:r>
            <a:r>
              <a:rPr sz="2000" dirty="0">
                <a:latin typeface="Calibri"/>
                <a:cs typeface="Calibri"/>
              </a:rPr>
              <a:t>number of actions </a:t>
            </a:r>
            <a:r>
              <a:rPr sz="2000" spc="-15" dirty="0">
                <a:latin typeface="Calibri"/>
                <a:cs typeface="Calibri"/>
              </a:rPr>
              <a:t>executed,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922338" lvl="3">
              <a:spcBef>
                <a:spcPts val="480"/>
              </a:spcBef>
              <a:tabLst>
                <a:tab pos="798513" algn="l"/>
              </a:tabLst>
            </a:pPr>
            <a:r>
              <a:rPr sz="2000" i="1" spc="-5" dirty="0">
                <a:latin typeface="Calibri"/>
                <a:cs typeface="Calibri"/>
              </a:rPr>
              <a:t>c(x,a,y)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step </a:t>
            </a:r>
            <a:r>
              <a:rPr sz="2000" spc="-10" dirty="0">
                <a:latin typeface="Calibri"/>
                <a:cs typeface="Calibri"/>
              </a:rPr>
              <a:t>cost, </a:t>
            </a:r>
            <a:r>
              <a:rPr sz="2000" spc="-5" dirty="0">
                <a:latin typeface="Calibri"/>
                <a:cs typeface="Calibri"/>
              </a:rPr>
              <a:t>assumed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be ≥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0</a:t>
            </a:r>
            <a:endParaRPr sz="2000" dirty="0">
              <a:latin typeface="Calibri"/>
              <a:cs typeface="Calibri"/>
            </a:endParaRPr>
          </a:p>
          <a:p>
            <a:pPr marL="465138" marR="5079" lvl="2">
              <a:spcBef>
                <a:spcPts val="615"/>
              </a:spcBef>
              <a:tabLst>
                <a:tab pos="798513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30" dirty="0">
                <a:solidFill>
                  <a:srgbClr val="FF0000"/>
                </a:solidFill>
                <a:latin typeface="Calibri"/>
                <a:cs typeface="Calibri"/>
              </a:rPr>
              <a:t>solution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sequence </a:t>
            </a:r>
            <a:r>
              <a:rPr sz="2800" spc="-5" dirty="0">
                <a:latin typeface="Calibri"/>
                <a:cs typeface="Calibri"/>
              </a:rPr>
              <a:t>of actions </a:t>
            </a:r>
            <a:r>
              <a:rPr sz="2800" spc="-10" dirty="0">
                <a:latin typeface="Calibri"/>
                <a:cs typeface="Calibri"/>
              </a:rPr>
              <a:t>leading </a:t>
            </a:r>
            <a:r>
              <a:rPr sz="2800" spc="-20" dirty="0">
                <a:latin typeface="Calibri"/>
                <a:cs typeface="Calibri"/>
              </a:rPr>
              <a:t>from  </a:t>
            </a:r>
            <a:r>
              <a:rPr sz="2800" spc="-10" dirty="0">
                <a:latin typeface="Calibri"/>
                <a:cs typeface="Calibri"/>
              </a:rPr>
              <a:t>the initial </a:t>
            </a:r>
            <a:r>
              <a:rPr sz="2800" spc="-30" dirty="0">
                <a:latin typeface="Calibri"/>
                <a:cs typeface="Calibri"/>
              </a:rPr>
              <a:t>state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goal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state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3492" y="130954"/>
            <a:ext cx="8738619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43633" marR="5079" indent="-2331569"/>
            <a:r>
              <a:rPr spc="-15" dirty="0"/>
              <a:t>Example: </a:t>
            </a:r>
            <a:r>
              <a:rPr spc="-55" dirty="0"/>
              <a:t>Traveling </a:t>
            </a:r>
            <a:r>
              <a:rPr spc="-10" dirty="0"/>
              <a:t>Salesperson  </a:t>
            </a:r>
            <a:r>
              <a:rPr spc="-15" dirty="0"/>
              <a:t>Problem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68312" y="989211"/>
            <a:ext cx="12192000" cy="1886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marR="5079" indent="-342878">
              <a:buFont typeface="Courier New"/>
              <a:buChar char="•"/>
              <a:tabLst>
                <a:tab pos="355577" algn="l"/>
              </a:tabLst>
            </a:pPr>
            <a:r>
              <a:rPr spc="-10" dirty="0"/>
              <a:t>Find the </a:t>
            </a:r>
            <a:r>
              <a:rPr spc="-15" dirty="0"/>
              <a:t>shortest tour that </a:t>
            </a:r>
            <a:r>
              <a:rPr spc="-5" dirty="0"/>
              <a:t>visits </a:t>
            </a:r>
            <a:r>
              <a:rPr spc="-10" dirty="0"/>
              <a:t>all </a:t>
            </a:r>
            <a:r>
              <a:rPr spc="-5" dirty="0"/>
              <a:t>cities </a:t>
            </a:r>
            <a:r>
              <a:rPr spc="-10" dirty="0"/>
              <a:t>without  visiting </a:t>
            </a:r>
            <a:r>
              <a:rPr spc="-25" dirty="0"/>
              <a:t>any </a:t>
            </a:r>
            <a:r>
              <a:rPr spc="-5" dirty="0"/>
              <a:t>city twice </a:t>
            </a:r>
            <a:r>
              <a:rPr spc="-10" dirty="0"/>
              <a:t>and </a:t>
            </a:r>
            <a:r>
              <a:rPr spc="-15" dirty="0"/>
              <a:t>return to starting</a:t>
            </a:r>
            <a:r>
              <a:rPr spc="165" dirty="0"/>
              <a:t> </a:t>
            </a:r>
            <a:r>
              <a:rPr spc="-10" dirty="0"/>
              <a:t>point.</a:t>
            </a:r>
          </a:p>
          <a:p>
            <a:pPr marL="355577" indent="-342878">
              <a:spcBef>
                <a:spcPts val="670"/>
              </a:spcBef>
              <a:buFont typeface="Courier New"/>
              <a:buChar char="•"/>
              <a:tabLst>
                <a:tab pos="355577" algn="l"/>
              </a:tabLst>
            </a:pPr>
            <a:r>
              <a:rPr spc="-20" dirty="0"/>
              <a:t>State: </a:t>
            </a:r>
            <a:r>
              <a:rPr spc="-10" dirty="0"/>
              <a:t>sequence </a:t>
            </a:r>
            <a:r>
              <a:rPr spc="-5" dirty="0"/>
              <a:t>of cities</a:t>
            </a:r>
            <a:r>
              <a:rPr spc="35" dirty="0"/>
              <a:t> </a:t>
            </a:r>
            <a:r>
              <a:rPr spc="-10" dirty="0"/>
              <a:t>visited</a:t>
            </a:r>
          </a:p>
          <a:p>
            <a:pPr marL="355577" indent="-342878">
              <a:spcBef>
                <a:spcPts val="670"/>
              </a:spcBef>
              <a:buFont typeface="Courier New"/>
              <a:buChar char="•"/>
              <a:tabLst>
                <a:tab pos="355577" algn="l"/>
              </a:tabLst>
            </a:pPr>
            <a:r>
              <a:rPr dirty="0"/>
              <a:t>S</a:t>
            </a:r>
            <a:r>
              <a:rPr sz="2775" baseline="-21021" dirty="0"/>
              <a:t>0 </a:t>
            </a:r>
            <a:r>
              <a:rPr spc="-5" dirty="0"/>
              <a:t>=</a:t>
            </a:r>
            <a:r>
              <a:rPr spc="120" dirty="0"/>
              <a:t> </a:t>
            </a:r>
            <a:r>
              <a:rPr dirty="0"/>
              <a:t>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87512" y="6263781"/>
            <a:ext cx="322961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buFont typeface="Courier New"/>
              <a:buChar char="•"/>
              <a:tabLst>
                <a:tab pos="355577" algn="l"/>
              </a:tabLst>
            </a:pPr>
            <a:r>
              <a:rPr sz="2800" spc="-5" dirty="0">
                <a:latin typeface="Calibri"/>
                <a:cs typeface="Calibri"/>
              </a:rPr>
              <a:t>G =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complete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tour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3670275-0141-C882-28C6-D411911F3AC1}"/>
              </a:ext>
            </a:extLst>
          </p:cNvPr>
          <p:cNvGrpSpPr/>
          <p:nvPr/>
        </p:nvGrpSpPr>
        <p:grpSpPr>
          <a:xfrm>
            <a:off x="5250682" y="2577242"/>
            <a:ext cx="4857115" cy="3675220"/>
            <a:chOff x="5164652" y="3353816"/>
            <a:chExt cx="4857115" cy="3675220"/>
          </a:xfrm>
        </p:grpSpPr>
        <p:sp>
          <p:nvSpPr>
            <p:cNvPr id="4" name="object 4"/>
            <p:cNvSpPr/>
            <p:nvPr/>
          </p:nvSpPr>
          <p:spPr>
            <a:xfrm>
              <a:off x="7417600" y="3604259"/>
              <a:ext cx="422909" cy="173990"/>
            </a:xfrm>
            <a:custGeom>
              <a:avLst/>
              <a:gdLst/>
              <a:ahLst/>
              <a:cxnLst/>
              <a:rect l="l" t="t" r="r" b="b"/>
              <a:pathLst>
                <a:path w="422910" h="173989">
                  <a:moveTo>
                    <a:pt x="422719" y="173736"/>
                  </a:moveTo>
                  <a:lnTo>
                    <a:pt x="211359" y="0"/>
                  </a:lnTo>
                  <a:lnTo>
                    <a:pt x="0" y="173736"/>
                  </a:lnTo>
                  <a:lnTo>
                    <a:pt x="30238" y="173736"/>
                  </a:lnTo>
                  <a:lnTo>
                    <a:pt x="205263" y="29835"/>
                  </a:lnTo>
                  <a:lnTo>
                    <a:pt x="205263" y="19811"/>
                  </a:lnTo>
                  <a:lnTo>
                    <a:pt x="217455" y="19811"/>
                  </a:lnTo>
                  <a:lnTo>
                    <a:pt x="217455" y="29835"/>
                  </a:lnTo>
                  <a:lnTo>
                    <a:pt x="392481" y="173736"/>
                  </a:lnTo>
                  <a:lnTo>
                    <a:pt x="422719" y="173736"/>
                  </a:lnTo>
                  <a:close/>
                </a:path>
                <a:path w="422910" h="173989">
                  <a:moveTo>
                    <a:pt x="217455" y="19811"/>
                  </a:moveTo>
                  <a:lnTo>
                    <a:pt x="205263" y="19811"/>
                  </a:lnTo>
                  <a:lnTo>
                    <a:pt x="211359" y="24823"/>
                  </a:lnTo>
                  <a:lnTo>
                    <a:pt x="217455" y="19811"/>
                  </a:lnTo>
                  <a:close/>
                </a:path>
                <a:path w="422910" h="173989">
                  <a:moveTo>
                    <a:pt x="211359" y="24823"/>
                  </a:moveTo>
                  <a:lnTo>
                    <a:pt x="205263" y="19811"/>
                  </a:lnTo>
                  <a:lnTo>
                    <a:pt x="205263" y="29835"/>
                  </a:lnTo>
                  <a:lnTo>
                    <a:pt x="211359" y="24823"/>
                  </a:lnTo>
                  <a:close/>
                </a:path>
                <a:path w="422910" h="173989">
                  <a:moveTo>
                    <a:pt x="217455" y="29835"/>
                  </a:moveTo>
                  <a:lnTo>
                    <a:pt x="217455" y="19811"/>
                  </a:lnTo>
                  <a:lnTo>
                    <a:pt x="211359" y="24823"/>
                  </a:lnTo>
                  <a:lnTo>
                    <a:pt x="217455" y="29835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26851" y="3529584"/>
              <a:ext cx="193675" cy="161925"/>
            </a:xfrm>
            <a:custGeom>
              <a:avLst/>
              <a:gdLst/>
              <a:ahLst/>
              <a:cxnLst/>
              <a:rect l="l" t="t" r="r" b="b"/>
              <a:pathLst>
                <a:path w="193675" h="161925">
                  <a:moveTo>
                    <a:pt x="193547" y="80771"/>
                  </a:moveTo>
                  <a:lnTo>
                    <a:pt x="186023" y="49506"/>
                  </a:lnTo>
                  <a:lnTo>
                    <a:pt x="165353" y="23812"/>
                  </a:lnTo>
                  <a:lnTo>
                    <a:pt x="134397" y="6405"/>
                  </a:lnTo>
                  <a:lnTo>
                    <a:pt x="96011" y="0"/>
                  </a:lnTo>
                  <a:lnTo>
                    <a:pt x="58507" y="6405"/>
                  </a:lnTo>
                  <a:lnTo>
                    <a:pt x="28003" y="23812"/>
                  </a:lnTo>
                  <a:lnTo>
                    <a:pt x="7500" y="49506"/>
                  </a:lnTo>
                  <a:lnTo>
                    <a:pt x="0" y="80771"/>
                  </a:lnTo>
                  <a:lnTo>
                    <a:pt x="7500" y="112037"/>
                  </a:lnTo>
                  <a:lnTo>
                    <a:pt x="28003" y="137731"/>
                  </a:lnTo>
                  <a:lnTo>
                    <a:pt x="58507" y="155138"/>
                  </a:lnTo>
                  <a:lnTo>
                    <a:pt x="96011" y="161543"/>
                  </a:lnTo>
                  <a:lnTo>
                    <a:pt x="134397" y="155138"/>
                  </a:lnTo>
                  <a:lnTo>
                    <a:pt x="165353" y="137731"/>
                  </a:lnTo>
                  <a:lnTo>
                    <a:pt x="186023" y="112037"/>
                  </a:lnTo>
                  <a:lnTo>
                    <a:pt x="193547" y="80771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17707" y="3520439"/>
              <a:ext cx="212090" cy="180340"/>
            </a:xfrm>
            <a:custGeom>
              <a:avLst/>
              <a:gdLst/>
              <a:ahLst/>
              <a:cxnLst/>
              <a:rect l="l" t="t" r="r" b="b"/>
              <a:pathLst>
                <a:path w="212089" h="180339">
                  <a:moveTo>
                    <a:pt x="211835" y="99059"/>
                  </a:moveTo>
                  <a:lnTo>
                    <a:pt x="211835" y="79247"/>
                  </a:lnTo>
                  <a:lnTo>
                    <a:pt x="210311" y="71627"/>
                  </a:lnTo>
                  <a:lnTo>
                    <a:pt x="187451" y="32003"/>
                  </a:lnTo>
                  <a:lnTo>
                    <a:pt x="155447" y="10667"/>
                  </a:lnTo>
                  <a:lnTo>
                    <a:pt x="146303" y="6095"/>
                  </a:lnTo>
                  <a:lnTo>
                    <a:pt x="137159" y="3047"/>
                  </a:lnTo>
                  <a:lnTo>
                    <a:pt x="115823" y="0"/>
                  </a:lnTo>
                  <a:lnTo>
                    <a:pt x="94487" y="0"/>
                  </a:lnTo>
                  <a:lnTo>
                    <a:pt x="54863" y="10667"/>
                  </a:lnTo>
                  <a:lnTo>
                    <a:pt x="47243" y="15239"/>
                  </a:lnTo>
                  <a:lnTo>
                    <a:pt x="38099" y="19811"/>
                  </a:lnTo>
                  <a:lnTo>
                    <a:pt x="7619" y="54863"/>
                  </a:lnTo>
                  <a:lnTo>
                    <a:pt x="0" y="80771"/>
                  </a:lnTo>
                  <a:lnTo>
                    <a:pt x="0" y="100583"/>
                  </a:lnTo>
                  <a:lnTo>
                    <a:pt x="1523" y="109727"/>
                  </a:lnTo>
                  <a:lnTo>
                    <a:pt x="4571" y="117347"/>
                  </a:lnTo>
                  <a:lnTo>
                    <a:pt x="7619" y="126491"/>
                  </a:lnTo>
                  <a:lnTo>
                    <a:pt x="12191" y="134111"/>
                  </a:lnTo>
                  <a:lnTo>
                    <a:pt x="18287" y="141731"/>
                  </a:lnTo>
                  <a:lnTo>
                    <a:pt x="18287" y="82295"/>
                  </a:lnTo>
                  <a:lnTo>
                    <a:pt x="19811" y="76199"/>
                  </a:lnTo>
                  <a:lnTo>
                    <a:pt x="56387" y="30479"/>
                  </a:lnTo>
                  <a:lnTo>
                    <a:pt x="97535" y="18287"/>
                  </a:lnTo>
                  <a:lnTo>
                    <a:pt x="115823" y="18287"/>
                  </a:lnTo>
                  <a:lnTo>
                    <a:pt x="124967" y="19811"/>
                  </a:lnTo>
                  <a:lnTo>
                    <a:pt x="132587" y="21335"/>
                  </a:lnTo>
                  <a:lnTo>
                    <a:pt x="140207" y="24383"/>
                  </a:lnTo>
                  <a:lnTo>
                    <a:pt x="149351" y="27431"/>
                  </a:lnTo>
                  <a:lnTo>
                    <a:pt x="155447" y="32003"/>
                  </a:lnTo>
                  <a:lnTo>
                    <a:pt x="163067" y="35051"/>
                  </a:lnTo>
                  <a:lnTo>
                    <a:pt x="169163" y="39623"/>
                  </a:lnTo>
                  <a:lnTo>
                    <a:pt x="173735" y="45719"/>
                  </a:lnTo>
                  <a:lnTo>
                    <a:pt x="179831" y="51815"/>
                  </a:lnTo>
                  <a:lnTo>
                    <a:pt x="182879" y="56387"/>
                  </a:lnTo>
                  <a:lnTo>
                    <a:pt x="187451" y="62483"/>
                  </a:lnTo>
                  <a:lnTo>
                    <a:pt x="190499" y="70103"/>
                  </a:lnTo>
                  <a:lnTo>
                    <a:pt x="192023" y="76199"/>
                  </a:lnTo>
                  <a:lnTo>
                    <a:pt x="193547" y="83819"/>
                  </a:lnTo>
                  <a:lnTo>
                    <a:pt x="193547" y="140207"/>
                  </a:lnTo>
                  <a:lnTo>
                    <a:pt x="199643" y="132587"/>
                  </a:lnTo>
                  <a:lnTo>
                    <a:pt x="204215" y="124967"/>
                  </a:lnTo>
                  <a:lnTo>
                    <a:pt x="207263" y="117347"/>
                  </a:lnTo>
                  <a:lnTo>
                    <a:pt x="210311" y="108203"/>
                  </a:lnTo>
                  <a:lnTo>
                    <a:pt x="211835" y="99059"/>
                  </a:lnTo>
                  <a:close/>
                </a:path>
                <a:path w="212089" h="180339">
                  <a:moveTo>
                    <a:pt x="193547" y="140207"/>
                  </a:moveTo>
                  <a:lnTo>
                    <a:pt x="193547" y="97535"/>
                  </a:lnTo>
                  <a:lnTo>
                    <a:pt x="192023" y="105155"/>
                  </a:lnTo>
                  <a:lnTo>
                    <a:pt x="182879" y="123443"/>
                  </a:lnTo>
                  <a:lnTo>
                    <a:pt x="173735" y="135635"/>
                  </a:lnTo>
                  <a:lnTo>
                    <a:pt x="155447" y="149351"/>
                  </a:lnTo>
                  <a:lnTo>
                    <a:pt x="132587" y="158495"/>
                  </a:lnTo>
                  <a:lnTo>
                    <a:pt x="114299" y="161543"/>
                  </a:lnTo>
                  <a:lnTo>
                    <a:pt x="96011" y="161543"/>
                  </a:lnTo>
                  <a:lnTo>
                    <a:pt x="88391" y="160019"/>
                  </a:lnTo>
                  <a:lnTo>
                    <a:pt x="79247" y="158495"/>
                  </a:lnTo>
                  <a:lnTo>
                    <a:pt x="71627" y="155447"/>
                  </a:lnTo>
                  <a:lnTo>
                    <a:pt x="62483" y="152399"/>
                  </a:lnTo>
                  <a:lnTo>
                    <a:pt x="56387" y="147827"/>
                  </a:lnTo>
                  <a:lnTo>
                    <a:pt x="48767" y="144779"/>
                  </a:lnTo>
                  <a:lnTo>
                    <a:pt x="42671" y="140207"/>
                  </a:lnTo>
                  <a:lnTo>
                    <a:pt x="38099" y="134111"/>
                  </a:lnTo>
                  <a:lnTo>
                    <a:pt x="32003" y="128015"/>
                  </a:lnTo>
                  <a:lnTo>
                    <a:pt x="28955" y="123443"/>
                  </a:lnTo>
                  <a:lnTo>
                    <a:pt x="24383" y="117347"/>
                  </a:lnTo>
                  <a:lnTo>
                    <a:pt x="21335" y="109727"/>
                  </a:lnTo>
                  <a:lnTo>
                    <a:pt x="19811" y="103631"/>
                  </a:lnTo>
                  <a:lnTo>
                    <a:pt x="18287" y="96011"/>
                  </a:lnTo>
                  <a:lnTo>
                    <a:pt x="18287" y="141731"/>
                  </a:lnTo>
                  <a:lnTo>
                    <a:pt x="32003" y="155447"/>
                  </a:lnTo>
                  <a:lnTo>
                    <a:pt x="39623" y="160019"/>
                  </a:lnTo>
                  <a:lnTo>
                    <a:pt x="47243" y="166115"/>
                  </a:lnTo>
                  <a:lnTo>
                    <a:pt x="56387" y="169163"/>
                  </a:lnTo>
                  <a:lnTo>
                    <a:pt x="65531" y="173735"/>
                  </a:lnTo>
                  <a:lnTo>
                    <a:pt x="74675" y="176783"/>
                  </a:lnTo>
                  <a:lnTo>
                    <a:pt x="96011" y="179831"/>
                  </a:lnTo>
                  <a:lnTo>
                    <a:pt x="117347" y="179831"/>
                  </a:lnTo>
                  <a:lnTo>
                    <a:pt x="156971" y="169163"/>
                  </a:lnTo>
                  <a:lnTo>
                    <a:pt x="164591" y="164591"/>
                  </a:lnTo>
                  <a:lnTo>
                    <a:pt x="173735" y="160019"/>
                  </a:lnTo>
                  <a:lnTo>
                    <a:pt x="181355" y="153923"/>
                  </a:lnTo>
                  <a:lnTo>
                    <a:pt x="187451" y="147827"/>
                  </a:lnTo>
                  <a:lnTo>
                    <a:pt x="193547" y="140207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751899" y="3353816"/>
              <a:ext cx="16129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/>
              <a:r>
                <a:rPr sz="1600" dirty="0">
                  <a:latin typeface="Times New Roman"/>
                  <a:cs typeface="Times New Roman"/>
                </a:rPr>
                <a:t>C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506767" y="3605784"/>
              <a:ext cx="116205" cy="172720"/>
            </a:xfrm>
            <a:custGeom>
              <a:avLst/>
              <a:gdLst/>
              <a:ahLst/>
              <a:cxnLst/>
              <a:rect l="l" t="t" r="r" b="b"/>
              <a:pathLst>
                <a:path w="116204" h="172720">
                  <a:moveTo>
                    <a:pt x="116096" y="9143"/>
                  </a:moveTo>
                  <a:lnTo>
                    <a:pt x="99332" y="0"/>
                  </a:lnTo>
                  <a:lnTo>
                    <a:pt x="0" y="172212"/>
                  </a:lnTo>
                  <a:lnTo>
                    <a:pt x="21782" y="172212"/>
                  </a:lnTo>
                  <a:lnTo>
                    <a:pt x="116096" y="9143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02623" y="3777996"/>
              <a:ext cx="3853179" cy="2992120"/>
            </a:xfrm>
            <a:custGeom>
              <a:avLst/>
              <a:gdLst/>
              <a:ahLst/>
              <a:cxnLst/>
              <a:rect l="l" t="t" r="r" b="b"/>
              <a:pathLst>
                <a:path w="3853179" h="2992120">
                  <a:moveTo>
                    <a:pt x="1745214" y="0"/>
                  </a:moveTo>
                  <a:lnTo>
                    <a:pt x="1714976" y="0"/>
                  </a:lnTo>
                  <a:lnTo>
                    <a:pt x="0" y="1409699"/>
                  </a:lnTo>
                  <a:lnTo>
                    <a:pt x="21335" y="1427220"/>
                  </a:lnTo>
                  <a:lnTo>
                    <a:pt x="21335" y="1402079"/>
                  </a:lnTo>
                  <a:lnTo>
                    <a:pt x="30608" y="1409695"/>
                  </a:lnTo>
                  <a:lnTo>
                    <a:pt x="1745214" y="0"/>
                  </a:lnTo>
                  <a:close/>
                </a:path>
                <a:path w="3853179" h="2992120">
                  <a:moveTo>
                    <a:pt x="30608" y="1409695"/>
                  </a:moveTo>
                  <a:lnTo>
                    <a:pt x="21335" y="1402079"/>
                  </a:lnTo>
                  <a:lnTo>
                    <a:pt x="21335" y="1417319"/>
                  </a:lnTo>
                  <a:lnTo>
                    <a:pt x="30608" y="1409695"/>
                  </a:lnTo>
                  <a:close/>
                </a:path>
                <a:path w="3853179" h="2992120">
                  <a:moveTo>
                    <a:pt x="1926335" y="2966792"/>
                  </a:moveTo>
                  <a:lnTo>
                    <a:pt x="30608" y="1409695"/>
                  </a:lnTo>
                  <a:lnTo>
                    <a:pt x="21335" y="1417319"/>
                  </a:lnTo>
                  <a:lnTo>
                    <a:pt x="21335" y="1427220"/>
                  </a:lnTo>
                  <a:lnTo>
                    <a:pt x="1920239" y="2986605"/>
                  </a:lnTo>
                  <a:lnTo>
                    <a:pt x="1920239" y="2971799"/>
                  </a:lnTo>
                  <a:lnTo>
                    <a:pt x="1926335" y="2966792"/>
                  </a:lnTo>
                  <a:close/>
                </a:path>
                <a:path w="3853179" h="2992120">
                  <a:moveTo>
                    <a:pt x="1932431" y="2971799"/>
                  </a:moveTo>
                  <a:lnTo>
                    <a:pt x="1926335" y="2966792"/>
                  </a:lnTo>
                  <a:lnTo>
                    <a:pt x="1920239" y="2971799"/>
                  </a:lnTo>
                  <a:lnTo>
                    <a:pt x="1932431" y="2971799"/>
                  </a:lnTo>
                  <a:close/>
                </a:path>
                <a:path w="3853179" h="2992120">
                  <a:moveTo>
                    <a:pt x="1932431" y="2986605"/>
                  </a:moveTo>
                  <a:lnTo>
                    <a:pt x="1932431" y="2971799"/>
                  </a:lnTo>
                  <a:lnTo>
                    <a:pt x="1920239" y="2971799"/>
                  </a:lnTo>
                  <a:lnTo>
                    <a:pt x="1920239" y="2986605"/>
                  </a:lnTo>
                  <a:lnTo>
                    <a:pt x="1926335" y="2991611"/>
                  </a:lnTo>
                  <a:lnTo>
                    <a:pt x="1932431" y="2986605"/>
                  </a:lnTo>
                  <a:close/>
                </a:path>
                <a:path w="3853179" h="2992120">
                  <a:moveTo>
                    <a:pt x="3831335" y="1427220"/>
                  </a:moveTo>
                  <a:lnTo>
                    <a:pt x="3831335" y="1417319"/>
                  </a:lnTo>
                  <a:lnTo>
                    <a:pt x="3822063" y="1409695"/>
                  </a:lnTo>
                  <a:lnTo>
                    <a:pt x="1926335" y="2966792"/>
                  </a:lnTo>
                  <a:lnTo>
                    <a:pt x="1932431" y="2971799"/>
                  </a:lnTo>
                  <a:lnTo>
                    <a:pt x="1932431" y="2986605"/>
                  </a:lnTo>
                  <a:lnTo>
                    <a:pt x="3831335" y="1427220"/>
                  </a:lnTo>
                  <a:close/>
                </a:path>
                <a:path w="3853179" h="2992120">
                  <a:moveTo>
                    <a:pt x="3852671" y="1409699"/>
                  </a:moveTo>
                  <a:lnTo>
                    <a:pt x="2137695" y="0"/>
                  </a:lnTo>
                  <a:lnTo>
                    <a:pt x="2107457" y="0"/>
                  </a:lnTo>
                  <a:lnTo>
                    <a:pt x="3822063" y="1409695"/>
                  </a:lnTo>
                  <a:lnTo>
                    <a:pt x="3831335" y="1402079"/>
                  </a:lnTo>
                  <a:lnTo>
                    <a:pt x="3831335" y="1427220"/>
                  </a:lnTo>
                  <a:lnTo>
                    <a:pt x="3852671" y="1409699"/>
                  </a:lnTo>
                  <a:close/>
                </a:path>
                <a:path w="3853179" h="2992120">
                  <a:moveTo>
                    <a:pt x="3831335" y="1417319"/>
                  </a:moveTo>
                  <a:lnTo>
                    <a:pt x="3831335" y="1402079"/>
                  </a:lnTo>
                  <a:lnTo>
                    <a:pt x="3822063" y="1409695"/>
                  </a:lnTo>
                  <a:lnTo>
                    <a:pt x="3831335" y="1417319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99576" y="5187695"/>
              <a:ext cx="3858895" cy="0"/>
            </a:xfrm>
            <a:custGeom>
              <a:avLst/>
              <a:gdLst/>
              <a:ahLst/>
              <a:cxnLst/>
              <a:rect l="l" t="t" r="r" b="b"/>
              <a:pathLst>
                <a:path w="3858895">
                  <a:moveTo>
                    <a:pt x="0" y="0"/>
                  </a:moveTo>
                  <a:lnTo>
                    <a:pt x="3858767" y="0"/>
                  </a:lnTo>
                </a:path>
              </a:pathLst>
            </a:custGeom>
            <a:ln w="18287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31850" y="5102353"/>
              <a:ext cx="196850" cy="161925"/>
            </a:xfrm>
            <a:custGeom>
              <a:avLst/>
              <a:gdLst/>
              <a:ahLst/>
              <a:cxnLst/>
              <a:rect l="l" t="t" r="r" b="b"/>
              <a:pathLst>
                <a:path w="196850" h="161925">
                  <a:moveTo>
                    <a:pt x="196595" y="80771"/>
                  </a:moveTo>
                  <a:lnTo>
                    <a:pt x="188833" y="49506"/>
                  </a:lnTo>
                  <a:lnTo>
                    <a:pt x="167639" y="23812"/>
                  </a:lnTo>
                  <a:lnTo>
                    <a:pt x="136159" y="6405"/>
                  </a:lnTo>
                  <a:lnTo>
                    <a:pt x="97535" y="0"/>
                  </a:lnTo>
                  <a:lnTo>
                    <a:pt x="59150" y="6405"/>
                  </a:lnTo>
                  <a:lnTo>
                    <a:pt x="28193" y="23812"/>
                  </a:lnTo>
                  <a:lnTo>
                    <a:pt x="7524" y="49506"/>
                  </a:lnTo>
                  <a:lnTo>
                    <a:pt x="0" y="80771"/>
                  </a:lnTo>
                  <a:lnTo>
                    <a:pt x="7524" y="112037"/>
                  </a:lnTo>
                  <a:lnTo>
                    <a:pt x="28193" y="137731"/>
                  </a:lnTo>
                  <a:lnTo>
                    <a:pt x="59150" y="155138"/>
                  </a:lnTo>
                  <a:lnTo>
                    <a:pt x="97535" y="161543"/>
                  </a:lnTo>
                  <a:lnTo>
                    <a:pt x="136159" y="155138"/>
                  </a:lnTo>
                  <a:lnTo>
                    <a:pt x="167639" y="137731"/>
                  </a:lnTo>
                  <a:lnTo>
                    <a:pt x="188833" y="112037"/>
                  </a:lnTo>
                  <a:lnTo>
                    <a:pt x="196595" y="80771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21183" y="5093207"/>
              <a:ext cx="216535" cy="180340"/>
            </a:xfrm>
            <a:custGeom>
              <a:avLst/>
              <a:gdLst/>
              <a:ahLst/>
              <a:cxnLst/>
              <a:rect l="l" t="t" r="r" b="b"/>
              <a:pathLst>
                <a:path w="216534" h="180339">
                  <a:moveTo>
                    <a:pt x="216407" y="99059"/>
                  </a:moveTo>
                  <a:lnTo>
                    <a:pt x="216407" y="79247"/>
                  </a:lnTo>
                  <a:lnTo>
                    <a:pt x="213359" y="70103"/>
                  </a:lnTo>
                  <a:lnTo>
                    <a:pt x="211835" y="62483"/>
                  </a:lnTo>
                  <a:lnTo>
                    <a:pt x="207263" y="53339"/>
                  </a:lnTo>
                  <a:lnTo>
                    <a:pt x="202691" y="45719"/>
                  </a:lnTo>
                  <a:lnTo>
                    <a:pt x="196595" y="38099"/>
                  </a:lnTo>
                  <a:lnTo>
                    <a:pt x="190499" y="32003"/>
                  </a:lnTo>
                  <a:lnTo>
                    <a:pt x="184403" y="24383"/>
                  </a:lnTo>
                  <a:lnTo>
                    <a:pt x="176783" y="19811"/>
                  </a:lnTo>
                  <a:lnTo>
                    <a:pt x="167639" y="13715"/>
                  </a:lnTo>
                  <a:lnTo>
                    <a:pt x="158495" y="9143"/>
                  </a:lnTo>
                  <a:lnTo>
                    <a:pt x="140207" y="3047"/>
                  </a:lnTo>
                  <a:lnTo>
                    <a:pt x="118871" y="0"/>
                  </a:lnTo>
                  <a:lnTo>
                    <a:pt x="97535" y="0"/>
                  </a:lnTo>
                  <a:lnTo>
                    <a:pt x="39623" y="19811"/>
                  </a:lnTo>
                  <a:lnTo>
                    <a:pt x="19811" y="39623"/>
                  </a:lnTo>
                  <a:lnTo>
                    <a:pt x="13715" y="45719"/>
                  </a:lnTo>
                  <a:lnTo>
                    <a:pt x="9143" y="54863"/>
                  </a:lnTo>
                  <a:lnTo>
                    <a:pt x="4571" y="62483"/>
                  </a:lnTo>
                  <a:lnTo>
                    <a:pt x="0" y="89915"/>
                  </a:lnTo>
                  <a:lnTo>
                    <a:pt x="13715" y="134111"/>
                  </a:lnTo>
                  <a:lnTo>
                    <a:pt x="19811" y="141731"/>
                  </a:lnTo>
                  <a:lnTo>
                    <a:pt x="19811" y="82295"/>
                  </a:lnTo>
                  <a:lnTo>
                    <a:pt x="21335" y="74675"/>
                  </a:lnTo>
                  <a:lnTo>
                    <a:pt x="57911" y="30479"/>
                  </a:lnTo>
                  <a:lnTo>
                    <a:pt x="99059" y="18287"/>
                  </a:lnTo>
                  <a:lnTo>
                    <a:pt x="118871" y="18287"/>
                  </a:lnTo>
                  <a:lnTo>
                    <a:pt x="126491" y="19811"/>
                  </a:lnTo>
                  <a:lnTo>
                    <a:pt x="135635" y="21335"/>
                  </a:lnTo>
                  <a:lnTo>
                    <a:pt x="143255" y="24383"/>
                  </a:lnTo>
                  <a:lnTo>
                    <a:pt x="152399" y="27431"/>
                  </a:lnTo>
                  <a:lnTo>
                    <a:pt x="158495" y="32003"/>
                  </a:lnTo>
                  <a:lnTo>
                    <a:pt x="166115" y="35051"/>
                  </a:lnTo>
                  <a:lnTo>
                    <a:pt x="172211" y="39623"/>
                  </a:lnTo>
                  <a:lnTo>
                    <a:pt x="178307" y="45719"/>
                  </a:lnTo>
                  <a:lnTo>
                    <a:pt x="182879" y="51815"/>
                  </a:lnTo>
                  <a:lnTo>
                    <a:pt x="187451" y="56387"/>
                  </a:lnTo>
                  <a:lnTo>
                    <a:pt x="190499" y="62483"/>
                  </a:lnTo>
                  <a:lnTo>
                    <a:pt x="193547" y="70103"/>
                  </a:lnTo>
                  <a:lnTo>
                    <a:pt x="195071" y="76199"/>
                  </a:lnTo>
                  <a:lnTo>
                    <a:pt x="196595" y="83819"/>
                  </a:lnTo>
                  <a:lnTo>
                    <a:pt x="196595" y="142112"/>
                  </a:lnTo>
                  <a:lnTo>
                    <a:pt x="198119" y="140207"/>
                  </a:lnTo>
                  <a:lnTo>
                    <a:pt x="211835" y="117347"/>
                  </a:lnTo>
                  <a:lnTo>
                    <a:pt x="214883" y="108203"/>
                  </a:lnTo>
                  <a:lnTo>
                    <a:pt x="216407" y="99059"/>
                  </a:lnTo>
                  <a:close/>
                </a:path>
                <a:path w="216534" h="180339">
                  <a:moveTo>
                    <a:pt x="196595" y="142112"/>
                  </a:moveTo>
                  <a:lnTo>
                    <a:pt x="196595" y="97535"/>
                  </a:lnTo>
                  <a:lnTo>
                    <a:pt x="195071" y="103631"/>
                  </a:lnTo>
                  <a:lnTo>
                    <a:pt x="193547" y="111251"/>
                  </a:lnTo>
                  <a:lnTo>
                    <a:pt x="187451" y="123443"/>
                  </a:lnTo>
                  <a:lnTo>
                    <a:pt x="182879" y="129539"/>
                  </a:lnTo>
                  <a:lnTo>
                    <a:pt x="176783" y="134111"/>
                  </a:lnTo>
                  <a:lnTo>
                    <a:pt x="172211" y="140207"/>
                  </a:lnTo>
                  <a:lnTo>
                    <a:pt x="164591" y="144779"/>
                  </a:lnTo>
                  <a:lnTo>
                    <a:pt x="158495" y="149351"/>
                  </a:lnTo>
                  <a:lnTo>
                    <a:pt x="135635" y="158495"/>
                  </a:lnTo>
                  <a:lnTo>
                    <a:pt x="117347" y="161543"/>
                  </a:lnTo>
                  <a:lnTo>
                    <a:pt x="108203" y="161543"/>
                  </a:lnTo>
                  <a:lnTo>
                    <a:pt x="99059" y="160019"/>
                  </a:lnTo>
                  <a:lnTo>
                    <a:pt x="89915" y="160019"/>
                  </a:lnTo>
                  <a:lnTo>
                    <a:pt x="80771" y="156971"/>
                  </a:lnTo>
                  <a:lnTo>
                    <a:pt x="73151" y="155447"/>
                  </a:lnTo>
                  <a:lnTo>
                    <a:pt x="65531" y="152399"/>
                  </a:lnTo>
                  <a:lnTo>
                    <a:pt x="57911" y="147827"/>
                  </a:lnTo>
                  <a:lnTo>
                    <a:pt x="50291" y="144779"/>
                  </a:lnTo>
                  <a:lnTo>
                    <a:pt x="28955" y="123443"/>
                  </a:lnTo>
                  <a:lnTo>
                    <a:pt x="25907" y="115823"/>
                  </a:lnTo>
                  <a:lnTo>
                    <a:pt x="22859" y="109727"/>
                  </a:lnTo>
                  <a:lnTo>
                    <a:pt x="21335" y="103631"/>
                  </a:lnTo>
                  <a:lnTo>
                    <a:pt x="19811" y="96011"/>
                  </a:lnTo>
                  <a:lnTo>
                    <a:pt x="19811" y="141731"/>
                  </a:lnTo>
                  <a:lnTo>
                    <a:pt x="67055" y="173735"/>
                  </a:lnTo>
                  <a:lnTo>
                    <a:pt x="97535" y="179831"/>
                  </a:lnTo>
                  <a:lnTo>
                    <a:pt x="120395" y="179831"/>
                  </a:lnTo>
                  <a:lnTo>
                    <a:pt x="129539" y="178307"/>
                  </a:lnTo>
                  <a:lnTo>
                    <a:pt x="140207" y="176783"/>
                  </a:lnTo>
                  <a:lnTo>
                    <a:pt x="150875" y="173735"/>
                  </a:lnTo>
                  <a:lnTo>
                    <a:pt x="169163" y="164591"/>
                  </a:lnTo>
                  <a:lnTo>
                    <a:pt x="176783" y="160019"/>
                  </a:lnTo>
                  <a:lnTo>
                    <a:pt x="192023" y="147827"/>
                  </a:lnTo>
                  <a:lnTo>
                    <a:pt x="196595" y="142112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18801" y="5102353"/>
              <a:ext cx="196850" cy="161925"/>
            </a:xfrm>
            <a:custGeom>
              <a:avLst/>
              <a:gdLst/>
              <a:ahLst/>
              <a:cxnLst/>
              <a:rect l="l" t="t" r="r" b="b"/>
              <a:pathLst>
                <a:path w="196850" h="161925">
                  <a:moveTo>
                    <a:pt x="196595" y="80771"/>
                  </a:moveTo>
                  <a:lnTo>
                    <a:pt x="188856" y="49506"/>
                  </a:lnTo>
                  <a:lnTo>
                    <a:pt x="167830" y="23812"/>
                  </a:lnTo>
                  <a:lnTo>
                    <a:pt x="136802" y="6405"/>
                  </a:lnTo>
                  <a:lnTo>
                    <a:pt x="99059" y="0"/>
                  </a:lnTo>
                  <a:lnTo>
                    <a:pt x="60436" y="6405"/>
                  </a:lnTo>
                  <a:lnTo>
                    <a:pt x="28955" y="23812"/>
                  </a:lnTo>
                  <a:lnTo>
                    <a:pt x="7762" y="49506"/>
                  </a:lnTo>
                  <a:lnTo>
                    <a:pt x="0" y="80771"/>
                  </a:lnTo>
                  <a:lnTo>
                    <a:pt x="7762" y="112037"/>
                  </a:lnTo>
                  <a:lnTo>
                    <a:pt x="28955" y="137731"/>
                  </a:lnTo>
                  <a:lnTo>
                    <a:pt x="60436" y="155138"/>
                  </a:lnTo>
                  <a:lnTo>
                    <a:pt x="99059" y="161543"/>
                  </a:lnTo>
                  <a:lnTo>
                    <a:pt x="136802" y="155138"/>
                  </a:lnTo>
                  <a:lnTo>
                    <a:pt x="167830" y="137731"/>
                  </a:lnTo>
                  <a:lnTo>
                    <a:pt x="188856" y="112037"/>
                  </a:lnTo>
                  <a:lnTo>
                    <a:pt x="196595" y="80771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09659" y="5093207"/>
              <a:ext cx="216535" cy="180340"/>
            </a:xfrm>
            <a:custGeom>
              <a:avLst/>
              <a:gdLst/>
              <a:ahLst/>
              <a:cxnLst/>
              <a:rect l="l" t="t" r="r" b="b"/>
              <a:pathLst>
                <a:path w="216535" h="180339">
                  <a:moveTo>
                    <a:pt x="216407" y="89915"/>
                  </a:moveTo>
                  <a:lnTo>
                    <a:pt x="214883" y="79247"/>
                  </a:lnTo>
                  <a:lnTo>
                    <a:pt x="213359" y="70103"/>
                  </a:lnTo>
                  <a:lnTo>
                    <a:pt x="210311" y="62483"/>
                  </a:lnTo>
                  <a:lnTo>
                    <a:pt x="207263" y="53339"/>
                  </a:lnTo>
                  <a:lnTo>
                    <a:pt x="202691" y="45719"/>
                  </a:lnTo>
                  <a:lnTo>
                    <a:pt x="196595" y="38099"/>
                  </a:lnTo>
                  <a:lnTo>
                    <a:pt x="182879" y="24383"/>
                  </a:lnTo>
                  <a:lnTo>
                    <a:pt x="175259" y="19811"/>
                  </a:lnTo>
                  <a:lnTo>
                    <a:pt x="167639" y="13715"/>
                  </a:lnTo>
                  <a:lnTo>
                    <a:pt x="129539" y="1523"/>
                  </a:lnTo>
                  <a:lnTo>
                    <a:pt x="118871" y="0"/>
                  </a:lnTo>
                  <a:lnTo>
                    <a:pt x="96011" y="0"/>
                  </a:lnTo>
                  <a:lnTo>
                    <a:pt x="86867" y="1523"/>
                  </a:lnTo>
                  <a:lnTo>
                    <a:pt x="76199" y="3047"/>
                  </a:lnTo>
                  <a:lnTo>
                    <a:pt x="39623" y="19811"/>
                  </a:lnTo>
                  <a:lnTo>
                    <a:pt x="9143" y="54863"/>
                  </a:lnTo>
                  <a:lnTo>
                    <a:pt x="4571" y="62483"/>
                  </a:lnTo>
                  <a:lnTo>
                    <a:pt x="1523" y="71627"/>
                  </a:lnTo>
                  <a:lnTo>
                    <a:pt x="0" y="80771"/>
                  </a:lnTo>
                  <a:lnTo>
                    <a:pt x="0" y="100583"/>
                  </a:lnTo>
                  <a:lnTo>
                    <a:pt x="3047" y="108203"/>
                  </a:lnTo>
                  <a:lnTo>
                    <a:pt x="4571" y="117347"/>
                  </a:lnTo>
                  <a:lnTo>
                    <a:pt x="9143" y="126491"/>
                  </a:lnTo>
                  <a:lnTo>
                    <a:pt x="13715" y="134111"/>
                  </a:lnTo>
                  <a:lnTo>
                    <a:pt x="19811" y="141731"/>
                  </a:lnTo>
                  <a:lnTo>
                    <a:pt x="19811" y="82295"/>
                  </a:lnTo>
                  <a:lnTo>
                    <a:pt x="21335" y="74675"/>
                  </a:lnTo>
                  <a:lnTo>
                    <a:pt x="44195" y="39623"/>
                  </a:lnTo>
                  <a:lnTo>
                    <a:pt x="51815" y="35051"/>
                  </a:lnTo>
                  <a:lnTo>
                    <a:pt x="57911" y="30479"/>
                  </a:lnTo>
                  <a:lnTo>
                    <a:pt x="80771" y="21335"/>
                  </a:lnTo>
                  <a:lnTo>
                    <a:pt x="99059" y="18287"/>
                  </a:lnTo>
                  <a:lnTo>
                    <a:pt x="117347" y="18287"/>
                  </a:lnTo>
                  <a:lnTo>
                    <a:pt x="135635" y="21335"/>
                  </a:lnTo>
                  <a:lnTo>
                    <a:pt x="150875" y="27431"/>
                  </a:lnTo>
                  <a:lnTo>
                    <a:pt x="158495" y="32003"/>
                  </a:lnTo>
                  <a:lnTo>
                    <a:pt x="166115" y="35051"/>
                  </a:lnTo>
                  <a:lnTo>
                    <a:pt x="172211" y="39623"/>
                  </a:lnTo>
                  <a:lnTo>
                    <a:pt x="176783" y="45719"/>
                  </a:lnTo>
                  <a:lnTo>
                    <a:pt x="187451" y="56387"/>
                  </a:lnTo>
                  <a:lnTo>
                    <a:pt x="190499" y="62483"/>
                  </a:lnTo>
                  <a:lnTo>
                    <a:pt x="193547" y="70103"/>
                  </a:lnTo>
                  <a:lnTo>
                    <a:pt x="195071" y="76199"/>
                  </a:lnTo>
                  <a:lnTo>
                    <a:pt x="196595" y="83819"/>
                  </a:lnTo>
                  <a:lnTo>
                    <a:pt x="196595" y="140207"/>
                  </a:lnTo>
                  <a:lnTo>
                    <a:pt x="202691" y="132587"/>
                  </a:lnTo>
                  <a:lnTo>
                    <a:pt x="211835" y="117347"/>
                  </a:lnTo>
                  <a:lnTo>
                    <a:pt x="216407" y="89915"/>
                  </a:lnTo>
                  <a:close/>
                </a:path>
                <a:path w="216535" h="180339">
                  <a:moveTo>
                    <a:pt x="196595" y="140207"/>
                  </a:moveTo>
                  <a:lnTo>
                    <a:pt x="196595" y="97535"/>
                  </a:lnTo>
                  <a:lnTo>
                    <a:pt x="195071" y="103631"/>
                  </a:lnTo>
                  <a:lnTo>
                    <a:pt x="193547" y="111251"/>
                  </a:lnTo>
                  <a:lnTo>
                    <a:pt x="190499" y="117347"/>
                  </a:lnTo>
                  <a:lnTo>
                    <a:pt x="158495" y="149351"/>
                  </a:lnTo>
                  <a:lnTo>
                    <a:pt x="117347" y="161543"/>
                  </a:lnTo>
                  <a:lnTo>
                    <a:pt x="108203" y="161543"/>
                  </a:lnTo>
                  <a:lnTo>
                    <a:pt x="97535" y="160019"/>
                  </a:lnTo>
                  <a:lnTo>
                    <a:pt x="89915" y="160019"/>
                  </a:lnTo>
                  <a:lnTo>
                    <a:pt x="80771" y="156971"/>
                  </a:lnTo>
                  <a:lnTo>
                    <a:pt x="73151" y="155447"/>
                  </a:lnTo>
                  <a:lnTo>
                    <a:pt x="64007" y="152399"/>
                  </a:lnTo>
                  <a:lnTo>
                    <a:pt x="57911" y="147827"/>
                  </a:lnTo>
                  <a:lnTo>
                    <a:pt x="50291" y="144779"/>
                  </a:lnTo>
                  <a:lnTo>
                    <a:pt x="44195" y="138683"/>
                  </a:lnTo>
                  <a:lnTo>
                    <a:pt x="38099" y="134111"/>
                  </a:lnTo>
                  <a:lnTo>
                    <a:pt x="33527" y="128015"/>
                  </a:lnTo>
                  <a:lnTo>
                    <a:pt x="28955" y="123443"/>
                  </a:lnTo>
                  <a:lnTo>
                    <a:pt x="25907" y="115823"/>
                  </a:lnTo>
                  <a:lnTo>
                    <a:pt x="22859" y="109727"/>
                  </a:lnTo>
                  <a:lnTo>
                    <a:pt x="21335" y="103631"/>
                  </a:lnTo>
                  <a:lnTo>
                    <a:pt x="19811" y="96011"/>
                  </a:lnTo>
                  <a:lnTo>
                    <a:pt x="19811" y="141731"/>
                  </a:lnTo>
                  <a:lnTo>
                    <a:pt x="67055" y="173735"/>
                  </a:lnTo>
                  <a:lnTo>
                    <a:pt x="97535" y="179831"/>
                  </a:lnTo>
                  <a:lnTo>
                    <a:pt x="118871" y="179831"/>
                  </a:lnTo>
                  <a:lnTo>
                    <a:pt x="176783" y="160019"/>
                  </a:lnTo>
                  <a:lnTo>
                    <a:pt x="190499" y="147827"/>
                  </a:lnTo>
                  <a:lnTo>
                    <a:pt x="196595" y="140207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34469" y="6675120"/>
              <a:ext cx="196850" cy="158750"/>
            </a:xfrm>
            <a:custGeom>
              <a:avLst/>
              <a:gdLst/>
              <a:ahLst/>
              <a:cxnLst/>
              <a:rect l="l" t="t" r="r" b="b"/>
              <a:pathLst>
                <a:path w="196850" h="158750">
                  <a:moveTo>
                    <a:pt x="196595" y="79247"/>
                  </a:moveTo>
                  <a:lnTo>
                    <a:pt x="188856" y="48220"/>
                  </a:lnTo>
                  <a:lnTo>
                    <a:pt x="167830" y="23050"/>
                  </a:lnTo>
                  <a:lnTo>
                    <a:pt x="136802" y="6167"/>
                  </a:lnTo>
                  <a:lnTo>
                    <a:pt x="99059" y="0"/>
                  </a:lnTo>
                  <a:lnTo>
                    <a:pt x="60436" y="6167"/>
                  </a:lnTo>
                  <a:lnTo>
                    <a:pt x="28955" y="23050"/>
                  </a:lnTo>
                  <a:lnTo>
                    <a:pt x="7762" y="48220"/>
                  </a:lnTo>
                  <a:lnTo>
                    <a:pt x="0" y="79247"/>
                  </a:lnTo>
                  <a:lnTo>
                    <a:pt x="7762" y="110275"/>
                  </a:lnTo>
                  <a:lnTo>
                    <a:pt x="28955" y="135445"/>
                  </a:lnTo>
                  <a:lnTo>
                    <a:pt x="60436" y="152328"/>
                  </a:lnTo>
                  <a:lnTo>
                    <a:pt x="99059" y="158495"/>
                  </a:lnTo>
                  <a:lnTo>
                    <a:pt x="136802" y="152328"/>
                  </a:lnTo>
                  <a:lnTo>
                    <a:pt x="167830" y="135445"/>
                  </a:lnTo>
                  <a:lnTo>
                    <a:pt x="188856" y="110275"/>
                  </a:lnTo>
                  <a:lnTo>
                    <a:pt x="196595" y="79247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25327" y="6665978"/>
              <a:ext cx="215265" cy="178435"/>
            </a:xfrm>
            <a:custGeom>
              <a:avLst/>
              <a:gdLst/>
              <a:ahLst/>
              <a:cxnLst/>
              <a:rect l="l" t="t" r="r" b="b"/>
              <a:pathLst>
                <a:path w="215264" h="178434">
                  <a:moveTo>
                    <a:pt x="214883" y="97535"/>
                  </a:moveTo>
                  <a:lnTo>
                    <a:pt x="214883" y="79247"/>
                  </a:lnTo>
                  <a:lnTo>
                    <a:pt x="213359" y="70103"/>
                  </a:lnTo>
                  <a:lnTo>
                    <a:pt x="207263" y="51815"/>
                  </a:lnTo>
                  <a:lnTo>
                    <a:pt x="201167" y="44195"/>
                  </a:lnTo>
                  <a:lnTo>
                    <a:pt x="196595" y="38099"/>
                  </a:lnTo>
                  <a:lnTo>
                    <a:pt x="190499" y="30479"/>
                  </a:lnTo>
                  <a:lnTo>
                    <a:pt x="175259" y="18287"/>
                  </a:lnTo>
                  <a:lnTo>
                    <a:pt x="166115" y="13715"/>
                  </a:lnTo>
                  <a:lnTo>
                    <a:pt x="158495" y="9143"/>
                  </a:lnTo>
                  <a:lnTo>
                    <a:pt x="147827" y="6095"/>
                  </a:lnTo>
                  <a:lnTo>
                    <a:pt x="138683" y="3047"/>
                  </a:lnTo>
                  <a:lnTo>
                    <a:pt x="117347" y="0"/>
                  </a:lnTo>
                  <a:lnTo>
                    <a:pt x="96011" y="0"/>
                  </a:lnTo>
                  <a:lnTo>
                    <a:pt x="85343" y="1523"/>
                  </a:lnTo>
                  <a:lnTo>
                    <a:pt x="47243" y="13715"/>
                  </a:lnTo>
                  <a:lnTo>
                    <a:pt x="39623" y="19811"/>
                  </a:lnTo>
                  <a:lnTo>
                    <a:pt x="32003" y="24383"/>
                  </a:lnTo>
                  <a:lnTo>
                    <a:pt x="18287" y="38099"/>
                  </a:lnTo>
                  <a:lnTo>
                    <a:pt x="12191" y="45719"/>
                  </a:lnTo>
                  <a:lnTo>
                    <a:pt x="7619" y="53339"/>
                  </a:lnTo>
                  <a:lnTo>
                    <a:pt x="4571" y="62483"/>
                  </a:lnTo>
                  <a:lnTo>
                    <a:pt x="1523" y="70103"/>
                  </a:lnTo>
                  <a:lnTo>
                    <a:pt x="0" y="79247"/>
                  </a:lnTo>
                  <a:lnTo>
                    <a:pt x="0" y="99059"/>
                  </a:lnTo>
                  <a:lnTo>
                    <a:pt x="1523" y="108203"/>
                  </a:lnTo>
                  <a:lnTo>
                    <a:pt x="4571" y="115823"/>
                  </a:lnTo>
                  <a:lnTo>
                    <a:pt x="9143" y="124967"/>
                  </a:lnTo>
                  <a:lnTo>
                    <a:pt x="18287" y="140207"/>
                  </a:lnTo>
                  <a:lnTo>
                    <a:pt x="18287" y="88391"/>
                  </a:lnTo>
                  <a:lnTo>
                    <a:pt x="19811" y="80771"/>
                  </a:lnTo>
                  <a:lnTo>
                    <a:pt x="19811" y="74675"/>
                  </a:lnTo>
                  <a:lnTo>
                    <a:pt x="22859" y="67055"/>
                  </a:lnTo>
                  <a:lnTo>
                    <a:pt x="28955" y="54863"/>
                  </a:lnTo>
                  <a:lnTo>
                    <a:pt x="33527" y="50291"/>
                  </a:lnTo>
                  <a:lnTo>
                    <a:pt x="38099" y="44195"/>
                  </a:lnTo>
                  <a:lnTo>
                    <a:pt x="50291" y="35051"/>
                  </a:lnTo>
                  <a:lnTo>
                    <a:pt x="57911" y="30479"/>
                  </a:lnTo>
                  <a:lnTo>
                    <a:pt x="80771" y="21335"/>
                  </a:lnTo>
                  <a:lnTo>
                    <a:pt x="99059" y="18287"/>
                  </a:lnTo>
                  <a:lnTo>
                    <a:pt x="117347" y="18287"/>
                  </a:lnTo>
                  <a:lnTo>
                    <a:pt x="158495" y="30479"/>
                  </a:lnTo>
                  <a:lnTo>
                    <a:pt x="185927" y="56387"/>
                  </a:lnTo>
                  <a:lnTo>
                    <a:pt x="190499" y="62483"/>
                  </a:lnTo>
                  <a:lnTo>
                    <a:pt x="193547" y="68579"/>
                  </a:lnTo>
                  <a:lnTo>
                    <a:pt x="195071" y="74675"/>
                  </a:lnTo>
                  <a:lnTo>
                    <a:pt x="196595" y="82295"/>
                  </a:lnTo>
                  <a:lnTo>
                    <a:pt x="196595" y="138683"/>
                  </a:lnTo>
                  <a:lnTo>
                    <a:pt x="202691" y="131063"/>
                  </a:lnTo>
                  <a:lnTo>
                    <a:pt x="207263" y="123443"/>
                  </a:lnTo>
                  <a:lnTo>
                    <a:pt x="210311" y="115823"/>
                  </a:lnTo>
                  <a:lnTo>
                    <a:pt x="213359" y="106679"/>
                  </a:lnTo>
                  <a:lnTo>
                    <a:pt x="214883" y="97535"/>
                  </a:lnTo>
                  <a:close/>
                </a:path>
                <a:path w="215264" h="178434">
                  <a:moveTo>
                    <a:pt x="196595" y="138683"/>
                  </a:moveTo>
                  <a:lnTo>
                    <a:pt x="196595" y="96011"/>
                  </a:lnTo>
                  <a:lnTo>
                    <a:pt x="195071" y="102107"/>
                  </a:lnTo>
                  <a:lnTo>
                    <a:pt x="192023" y="109727"/>
                  </a:lnTo>
                  <a:lnTo>
                    <a:pt x="158495" y="146303"/>
                  </a:lnTo>
                  <a:lnTo>
                    <a:pt x="141731" y="152399"/>
                  </a:lnTo>
                  <a:lnTo>
                    <a:pt x="134111" y="155447"/>
                  </a:lnTo>
                  <a:lnTo>
                    <a:pt x="115823" y="158495"/>
                  </a:lnTo>
                  <a:lnTo>
                    <a:pt x="97535" y="158495"/>
                  </a:lnTo>
                  <a:lnTo>
                    <a:pt x="56387" y="146303"/>
                  </a:lnTo>
                  <a:lnTo>
                    <a:pt x="24383" y="114299"/>
                  </a:lnTo>
                  <a:lnTo>
                    <a:pt x="22859" y="108203"/>
                  </a:lnTo>
                  <a:lnTo>
                    <a:pt x="19811" y="102107"/>
                  </a:lnTo>
                  <a:lnTo>
                    <a:pt x="18287" y="94487"/>
                  </a:lnTo>
                  <a:lnTo>
                    <a:pt x="18287" y="140207"/>
                  </a:lnTo>
                  <a:lnTo>
                    <a:pt x="25907" y="146303"/>
                  </a:lnTo>
                  <a:lnTo>
                    <a:pt x="32003" y="152399"/>
                  </a:lnTo>
                  <a:lnTo>
                    <a:pt x="39623" y="158495"/>
                  </a:lnTo>
                  <a:lnTo>
                    <a:pt x="57911" y="167639"/>
                  </a:lnTo>
                  <a:lnTo>
                    <a:pt x="76199" y="173735"/>
                  </a:lnTo>
                  <a:lnTo>
                    <a:pt x="86867" y="176783"/>
                  </a:lnTo>
                  <a:lnTo>
                    <a:pt x="97535" y="176783"/>
                  </a:lnTo>
                  <a:lnTo>
                    <a:pt x="108203" y="178307"/>
                  </a:lnTo>
                  <a:lnTo>
                    <a:pt x="140207" y="173735"/>
                  </a:lnTo>
                  <a:lnTo>
                    <a:pt x="158495" y="167639"/>
                  </a:lnTo>
                  <a:lnTo>
                    <a:pt x="167639" y="163067"/>
                  </a:lnTo>
                  <a:lnTo>
                    <a:pt x="175259" y="156971"/>
                  </a:lnTo>
                  <a:lnTo>
                    <a:pt x="182879" y="152399"/>
                  </a:lnTo>
                  <a:lnTo>
                    <a:pt x="190499" y="146303"/>
                  </a:lnTo>
                  <a:lnTo>
                    <a:pt x="196595" y="138683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64493" y="4509516"/>
              <a:ext cx="195580" cy="160020"/>
            </a:xfrm>
            <a:custGeom>
              <a:avLst/>
              <a:gdLst/>
              <a:ahLst/>
              <a:cxnLst/>
              <a:rect l="l" t="t" r="r" b="b"/>
              <a:pathLst>
                <a:path w="195579" h="160020">
                  <a:moveTo>
                    <a:pt x="195071" y="80771"/>
                  </a:moveTo>
                  <a:lnTo>
                    <a:pt x="187332" y="49506"/>
                  </a:lnTo>
                  <a:lnTo>
                    <a:pt x="166306" y="23812"/>
                  </a:lnTo>
                  <a:lnTo>
                    <a:pt x="135278" y="6405"/>
                  </a:lnTo>
                  <a:lnTo>
                    <a:pt x="97535" y="0"/>
                  </a:lnTo>
                  <a:lnTo>
                    <a:pt x="59793" y="6405"/>
                  </a:lnTo>
                  <a:lnTo>
                    <a:pt x="28765" y="23812"/>
                  </a:lnTo>
                  <a:lnTo>
                    <a:pt x="7739" y="49506"/>
                  </a:lnTo>
                  <a:lnTo>
                    <a:pt x="0" y="80771"/>
                  </a:lnTo>
                  <a:lnTo>
                    <a:pt x="7739" y="111799"/>
                  </a:lnTo>
                  <a:lnTo>
                    <a:pt x="28765" y="136969"/>
                  </a:lnTo>
                  <a:lnTo>
                    <a:pt x="59793" y="153852"/>
                  </a:lnTo>
                  <a:lnTo>
                    <a:pt x="97535" y="160019"/>
                  </a:lnTo>
                  <a:lnTo>
                    <a:pt x="135278" y="153852"/>
                  </a:lnTo>
                  <a:lnTo>
                    <a:pt x="166306" y="136969"/>
                  </a:lnTo>
                  <a:lnTo>
                    <a:pt x="187332" y="111799"/>
                  </a:lnTo>
                  <a:lnTo>
                    <a:pt x="195071" y="80771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55350" y="4500373"/>
              <a:ext cx="213360" cy="178435"/>
            </a:xfrm>
            <a:custGeom>
              <a:avLst/>
              <a:gdLst/>
              <a:ahLst/>
              <a:cxnLst/>
              <a:rect l="l" t="t" r="r" b="b"/>
              <a:pathLst>
                <a:path w="213360" h="178435">
                  <a:moveTo>
                    <a:pt x="213359" y="99059"/>
                  </a:moveTo>
                  <a:lnTo>
                    <a:pt x="213359" y="79247"/>
                  </a:lnTo>
                  <a:lnTo>
                    <a:pt x="211835" y="70103"/>
                  </a:lnTo>
                  <a:lnTo>
                    <a:pt x="188975" y="32003"/>
                  </a:lnTo>
                  <a:lnTo>
                    <a:pt x="156971" y="10667"/>
                  </a:lnTo>
                  <a:lnTo>
                    <a:pt x="137159" y="4571"/>
                  </a:lnTo>
                  <a:lnTo>
                    <a:pt x="128015" y="1523"/>
                  </a:lnTo>
                  <a:lnTo>
                    <a:pt x="117347" y="0"/>
                  </a:lnTo>
                  <a:lnTo>
                    <a:pt x="106679" y="0"/>
                  </a:lnTo>
                  <a:lnTo>
                    <a:pt x="96011" y="1523"/>
                  </a:lnTo>
                  <a:lnTo>
                    <a:pt x="85343" y="1523"/>
                  </a:lnTo>
                  <a:lnTo>
                    <a:pt x="47243" y="15239"/>
                  </a:lnTo>
                  <a:lnTo>
                    <a:pt x="4571" y="62483"/>
                  </a:lnTo>
                  <a:lnTo>
                    <a:pt x="0" y="89915"/>
                  </a:lnTo>
                  <a:lnTo>
                    <a:pt x="3047" y="108203"/>
                  </a:lnTo>
                  <a:lnTo>
                    <a:pt x="6095" y="117347"/>
                  </a:lnTo>
                  <a:lnTo>
                    <a:pt x="9143" y="124967"/>
                  </a:lnTo>
                  <a:lnTo>
                    <a:pt x="13715" y="132587"/>
                  </a:lnTo>
                  <a:lnTo>
                    <a:pt x="19811" y="140207"/>
                  </a:lnTo>
                  <a:lnTo>
                    <a:pt x="19811" y="82295"/>
                  </a:lnTo>
                  <a:lnTo>
                    <a:pt x="21335" y="74675"/>
                  </a:lnTo>
                  <a:lnTo>
                    <a:pt x="22859" y="68579"/>
                  </a:lnTo>
                  <a:lnTo>
                    <a:pt x="25907" y="62483"/>
                  </a:lnTo>
                  <a:lnTo>
                    <a:pt x="30479" y="56387"/>
                  </a:lnTo>
                  <a:lnTo>
                    <a:pt x="33527" y="50291"/>
                  </a:lnTo>
                  <a:lnTo>
                    <a:pt x="39623" y="45719"/>
                  </a:lnTo>
                  <a:lnTo>
                    <a:pt x="44195" y="39623"/>
                  </a:lnTo>
                  <a:lnTo>
                    <a:pt x="50291" y="35051"/>
                  </a:lnTo>
                  <a:lnTo>
                    <a:pt x="57911" y="32003"/>
                  </a:lnTo>
                  <a:lnTo>
                    <a:pt x="65531" y="27431"/>
                  </a:lnTo>
                  <a:lnTo>
                    <a:pt x="73151" y="24383"/>
                  </a:lnTo>
                  <a:lnTo>
                    <a:pt x="80771" y="22859"/>
                  </a:lnTo>
                  <a:lnTo>
                    <a:pt x="99059" y="19811"/>
                  </a:lnTo>
                  <a:lnTo>
                    <a:pt x="115823" y="19811"/>
                  </a:lnTo>
                  <a:lnTo>
                    <a:pt x="134111" y="22859"/>
                  </a:lnTo>
                  <a:lnTo>
                    <a:pt x="156971" y="32003"/>
                  </a:lnTo>
                  <a:lnTo>
                    <a:pt x="163067" y="36575"/>
                  </a:lnTo>
                  <a:lnTo>
                    <a:pt x="170687" y="41147"/>
                  </a:lnTo>
                  <a:lnTo>
                    <a:pt x="175259" y="45719"/>
                  </a:lnTo>
                  <a:lnTo>
                    <a:pt x="188975" y="64007"/>
                  </a:lnTo>
                  <a:lnTo>
                    <a:pt x="190499" y="70103"/>
                  </a:lnTo>
                  <a:lnTo>
                    <a:pt x="193547" y="76199"/>
                  </a:lnTo>
                  <a:lnTo>
                    <a:pt x="193547" y="83819"/>
                  </a:lnTo>
                  <a:lnTo>
                    <a:pt x="195071" y="89915"/>
                  </a:lnTo>
                  <a:lnTo>
                    <a:pt x="195071" y="140207"/>
                  </a:lnTo>
                  <a:lnTo>
                    <a:pt x="201167" y="132587"/>
                  </a:lnTo>
                  <a:lnTo>
                    <a:pt x="205739" y="124967"/>
                  </a:lnTo>
                  <a:lnTo>
                    <a:pt x="208787" y="115823"/>
                  </a:lnTo>
                  <a:lnTo>
                    <a:pt x="211835" y="108203"/>
                  </a:lnTo>
                  <a:lnTo>
                    <a:pt x="213359" y="99059"/>
                  </a:lnTo>
                  <a:close/>
                </a:path>
                <a:path w="213360" h="178435">
                  <a:moveTo>
                    <a:pt x="195071" y="140207"/>
                  </a:moveTo>
                  <a:lnTo>
                    <a:pt x="195071" y="89915"/>
                  </a:lnTo>
                  <a:lnTo>
                    <a:pt x="193547" y="97535"/>
                  </a:lnTo>
                  <a:lnTo>
                    <a:pt x="190499" y="109727"/>
                  </a:lnTo>
                  <a:lnTo>
                    <a:pt x="187451" y="117347"/>
                  </a:lnTo>
                  <a:lnTo>
                    <a:pt x="184403" y="123443"/>
                  </a:lnTo>
                  <a:lnTo>
                    <a:pt x="179831" y="128015"/>
                  </a:lnTo>
                  <a:lnTo>
                    <a:pt x="175259" y="134111"/>
                  </a:lnTo>
                  <a:lnTo>
                    <a:pt x="141731" y="153923"/>
                  </a:lnTo>
                  <a:lnTo>
                    <a:pt x="115823" y="160019"/>
                  </a:lnTo>
                  <a:lnTo>
                    <a:pt x="97535" y="160019"/>
                  </a:lnTo>
                  <a:lnTo>
                    <a:pt x="56387" y="147827"/>
                  </a:lnTo>
                  <a:lnTo>
                    <a:pt x="22859" y="109727"/>
                  </a:lnTo>
                  <a:lnTo>
                    <a:pt x="21335" y="102107"/>
                  </a:lnTo>
                  <a:lnTo>
                    <a:pt x="19811" y="96011"/>
                  </a:lnTo>
                  <a:lnTo>
                    <a:pt x="19811" y="140207"/>
                  </a:lnTo>
                  <a:lnTo>
                    <a:pt x="25907" y="147827"/>
                  </a:lnTo>
                  <a:lnTo>
                    <a:pt x="32003" y="153923"/>
                  </a:lnTo>
                  <a:lnTo>
                    <a:pt x="39623" y="158495"/>
                  </a:lnTo>
                  <a:lnTo>
                    <a:pt x="48767" y="164591"/>
                  </a:lnTo>
                  <a:lnTo>
                    <a:pt x="57911" y="169163"/>
                  </a:lnTo>
                  <a:lnTo>
                    <a:pt x="76199" y="175259"/>
                  </a:lnTo>
                  <a:lnTo>
                    <a:pt x="86867" y="176783"/>
                  </a:lnTo>
                  <a:lnTo>
                    <a:pt x="96011" y="178307"/>
                  </a:lnTo>
                  <a:lnTo>
                    <a:pt x="118871" y="178307"/>
                  </a:lnTo>
                  <a:lnTo>
                    <a:pt x="128015" y="176783"/>
                  </a:lnTo>
                  <a:lnTo>
                    <a:pt x="138683" y="175259"/>
                  </a:lnTo>
                  <a:lnTo>
                    <a:pt x="147827" y="172211"/>
                  </a:lnTo>
                  <a:lnTo>
                    <a:pt x="166115" y="163067"/>
                  </a:lnTo>
                  <a:lnTo>
                    <a:pt x="173735" y="158495"/>
                  </a:lnTo>
                  <a:lnTo>
                    <a:pt x="188975" y="146303"/>
                  </a:lnTo>
                  <a:lnTo>
                    <a:pt x="195071" y="140207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09602" y="5532120"/>
              <a:ext cx="198120" cy="161925"/>
            </a:xfrm>
            <a:custGeom>
              <a:avLst/>
              <a:gdLst/>
              <a:ahLst/>
              <a:cxnLst/>
              <a:rect l="l" t="t" r="r" b="b"/>
              <a:pathLst>
                <a:path w="198120" h="161925">
                  <a:moveTo>
                    <a:pt x="198119" y="80771"/>
                  </a:moveTo>
                  <a:lnTo>
                    <a:pt x="190357" y="49506"/>
                  </a:lnTo>
                  <a:lnTo>
                    <a:pt x="169163" y="23812"/>
                  </a:lnTo>
                  <a:lnTo>
                    <a:pt x="137683" y="6405"/>
                  </a:lnTo>
                  <a:lnTo>
                    <a:pt x="99059" y="0"/>
                  </a:lnTo>
                  <a:lnTo>
                    <a:pt x="60436" y="6405"/>
                  </a:lnTo>
                  <a:lnTo>
                    <a:pt x="28955" y="23812"/>
                  </a:lnTo>
                  <a:lnTo>
                    <a:pt x="7762" y="49506"/>
                  </a:lnTo>
                  <a:lnTo>
                    <a:pt x="0" y="80771"/>
                  </a:lnTo>
                  <a:lnTo>
                    <a:pt x="7762" y="112680"/>
                  </a:lnTo>
                  <a:lnTo>
                    <a:pt x="28955" y="138302"/>
                  </a:lnTo>
                  <a:lnTo>
                    <a:pt x="60436" y="155352"/>
                  </a:lnTo>
                  <a:lnTo>
                    <a:pt x="99059" y="161543"/>
                  </a:lnTo>
                  <a:lnTo>
                    <a:pt x="137683" y="155352"/>
                  </a:lnTo>
                  <a:lnTo>
                    <a:pt x="169163" y="138302"/>
                  </a:lnTo>
                  <a:lnTo>
                    <a:pt x="190357" y="112680"/>
                  </a:lnTo>
                  <a:lnTo>
                    <a:pt x="198119" y="80771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00459" y="5522976"/>
              <a:ext cx="216535" cy="181610"/>
            </a:xfrm>
            <a:custGeom>
              <a:avLst/>
              <a:gdLst/>
              <a:ahLst/>
              <a:cxnLst/>
              <a:rect l="l" t="t" r="r" b="b"/>
              <a:pathLst>
                <a:path w="216534" h="181610">
                  <a:moveTo>
                    <a:pt x="216407" y="89915"/>
                  </a:moveTo>
                  <a:lnTo>
                    <a:pt x="202691" y="45719"/>
                  </a:lnTo>
                  <a:lnTo>
                    <a:pt x="167639" y="15239"/>
                  </a:lnTo>
                  <a:lnTo>
                    <a:pt x="129539" y="1523"/>
                  </a:lnTo>
                  <a:lnTo>
                    <a:pt x="118871" y="0"/>
                  </a:lnTo>
                  <a:lnTo>
                    <a:pt x="97535" y="0"/>
                  </a:lnTo>
                  <a:lnTo>
                    <a:pt x="86867" y="1523"/>
                  </a:lnTo>
                  <a:lnTo>
                    <a:pt x="76199" y="4571"/>
                  </a:lnTo>
                  <a:lnTo>
                    <a:pt x="67055" y="7619"/>
                  </a:lnTo>
                  <a:lnTo>
                    <a:pt x="56387" y="10667"/>
                  </a:lnTo>
                  <a:lnTo>
                    <a:pt x="48767" y="15239"/>
                  </a:lnTo>
                  <a:lnTo>
                    <a:pt x="39623" y="19811"/>
                  </a:lnTo>
                  <a:lnTo>
                    <a:pt x="32003" y="25907"/>
                  </a:lnTo>
                  <a:lnTo>
                    <a:pt x="18287" y="39623"/>
                  </a:lnTo>
                  <a:lnTo>
                    <a:pt x="9143" y="54863"/>
                  </a:lnTo>
                  <a:lnTo>
                    <a:pt x="4571" y="64007"/>
                  </a:lnTo>
                  <a:lnTo>
                    <a:pt x="3047" y="71627"/>
                  </a:lnTo>
                  <a:lnTo>
                    <a:pt x="0" y="80771"/>
                  </a:lnTo>
                  <a:lnTo>
                    <a:pt x="0" y="91439"/>
                  </a:lnTo>
                  <a:lnTo>
                    <a:pt x="3047" y="109727"/>
                  </a:lnTo>
                  <a:lnTo>
                    <a:pt x="6095" y="118871"/>
                  </a:lnTo>
                  <a:lnTo>
                    <a:pt x="9143" y="126491"/>
                  </a:lnTo>
                  <a:lnTo>
                    <a:pt x="13715" y="134111"/>
                  </a:lnTo>
                  <a:lnTo>
                    <a:pt x="19811" y="141731"/>
                  </a:lnTo>
                  <a:lnTo>
                    <a:pt x="19811" y="82295"/>
                  </a:lnTo>
                  <a:lnTo>
                    <a:pt x="21335" y="76199"/>
                  </a:lnTo>
                  <a:lnTo>
                    <a:pt x="22859" y="68579"/>
                  </a:lnTo>
                  <a:lnTo>
                    <a:pt x="25907" y="62483"/>
                  </a:lnTo>
                  <a:lnTo>
                    <a:pt x="30479" y="56387"/>
                  </a:lnTo>
                  <a:lnTo>
                    <a:pt x="33527" y="50291"/>
                  </a:lnTo>
                  <a:lnTo>
                    <a:pt x="39623" y="45719"/>
                  </a:lnTo>
                  <a:lnTo>
                    <a:pt x="44195" y="39623"/>
                  </a:lnTo>
                  <a:lnTo>
                    <a:pt x="51815" y="35051"/>
                  </a:lnTo>
                  <a:lnTo>
                    <a:pt x="57911" y="32003"/>
                  </a:lnTo>
                  <a:lnTo>
                    <a:pt x="65531" y="27431"/>
                  </a:lnTo>
                  <a:lnTo>
                    <a:pt x="73151" y="24383"/>
                  </a:lnTo>
                  <a:lnTo>
                    <a:pt x="82295" y="22859"/>
                  </a:lnTo>
                  <a:lnTo>
                    <a:pt x="89915" y="19811"/>
                  </a:lnTo>
                  <a:lnTo>
                    <a:pt x="99059" y="19811"/>
                  </a:lnTo>
                  <a:lnTo>
                    <a:pt x="108203" y="18287"/>
                  </a:lnTo>
                  <a:lnTo>
                    <a:pt x="117347" y="19811"/>
                  </a:lnTo>
                  <a:lnTo>
                    <a:pt x="126491" y="19811"/>
                  </a:lnTo>
                  <a:lnTo>
                    <a:pt x="135635" y="22859"/>
                  </a:lnTo>
                  <a:lnTo>
                    <a:pt x="143255" y="24383"/>
                  </a:lnTo>
                  <a:lnTo>
                    <a:pt x="152399" y="27431"/>
                  </a:lnTo>
                  <a:lnTo>
                    <a:pt x="158495" y="32003"/>
                  </a:lnTo>
                  <a:lnTo>
                    <a:pt x="166115" y="36575"/>
                  </a:lnTo>
                  <a:lnTo>
                    <a:pt x="178307" y="45719"/>
                  </a:lnTo>
                  <a:lnTo>
                    <a:pt x="187451" y="57911"/>
                  </a:lnTo>
                  <a:lnTo>
                    <a:pt x="193547" y="70103"/>
                  </a:lnTo>
                  <a:lnTo>
                    <a:pt x="195071" y="76199"/>
                  </a:lnTo>
                  <a:lnTo>
                    <a:pt x="196595" y="83819"/>
                  </a:lnTo>
                  <a:lnTo>
                    <a:pt x="196595" y="142951"/>
                  </a:lnTo>
                  <a:lnTo>
                    <a:pt x="198119" y="141731"/>
                  </a:lnTo>
                  <a:lnTo>
                    <a:pt x="202691" y="134111"/>
                  </a:lnTo>
                  <a:lnTo>
                    <a:pt x="207263" y="124967"/>
                  </a:lnTo>
                  <a:lnTo>
                    <a:pt x="211835" y="117347"/>
                  </a:lnTo>
                  <a:lnTo>
                    <a:pt x="216407" y="89915"/>
                  </a:lnTo>
                  <a:close/>
                </a:path>
                <a:path w="216534" h="181610">
                  <a:moveTo>
                    <a:pt x="196595" y="142951"/>
                  </a:moveTo>
                  <a:lnTo>
                    <a:pt x="196595" y="97535"/>
                  </a:lnTo>
                  <a:lnTo>
                    <a:pt x="195071" y="105155"/>
                  </a:lnTo>
                  <a:lnTo>
                    <a:pt x="193547" y="111251"/>
                  </a:lnTo>
                  <a:lnTo>
                    <a:pt x="158495" y="149351"/>
                  </a:lnTo>
                  <a:lnTo>
                    <a:pt x="117347" y="161543"/>
                  </a:lnTo>
                  <a:lnTo>
                    <a:pt x="99059" y="161543"/>
                  </a:lnTo>
                  <a:lnTo>
                    <a:pt x="80771" y="158495"/>
                  </a:lnTo>
                  <a:lnTo>
                    <a:pt x="73151" y="155447"/>
                  </a:lnTo>
                  <a:lnTo>
                    <a:pt x="64007" y="152399"/>
                  </a:lnTo>
                  <a:lnTo>
                    <a:pt x="28955" y="123443"/>
                  </a:lnTo>
                  <a:lnTo>
                    <a:pt x="19811" y="97535"/>
                  </a:lnTo>
                  <a:lnTo>
                    <a:pt x="19811" y="141731"/>
                  </a:lnTo>
                  <a:lnTo>
                    <a:pt x="25907" y="149351"/>
                  </a:lnTo>
                  <a:lnTo>
                    <a:pt x="33527" y="155447"/>
                  </a:lnTo>
                  <a:lnTo>
                    <a:pt x="41147" y="160019"/>
                  </a:lnTo>
                  <a:lnTo>
                    <a:pt x="48767" y="166115"/>
                  </a:lnTo>
                  <a:lnTo>
                    <a:pt x="57911" y="170687"/>
                  </a:lnTo>
                  <a:lnTo>
                    <a:pt x="76199" y="176783"/>
                  </a:lnTo>
                  <a:lnTo>
                    <a:pt x="108203" y="181355"/>
                  </a:lnTo>
                  <a:lnTo>
                    <a:pt x="140207" y="176783"/>
                  </a:lnTo>
                  <a:lnTo>
                    <a:pt x="149351" y="173735"/>
                  </a:lnTo>
                  <a:lnTo>
                    <a:pt x="160019" y="169163"/>
                  </a:lnTo>
                  <a:lnTo>
                    <a:pt x="167639" y="166115"/>
                  </a:lnTo>
                  <a:lnTo>
                    <a:pt x="176783" y="160019"/>
                  </a:lnTo>
                  <a:lnTo>
                    <a:pt x="184403" y="153923"/>
                  </a:lnTo>
                  <a:lnTo>
                    <a:pt x="190499" y="147827"/>
                  </a:lnTo>
                  <a:lnTo>
                    <a:pt x="196595" y="142951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24514" y="4652771"/>
              <a:ext cx="1123315" cy="897890"/>
            </a:xfrm>
            <a:custGeom>
              <a:avLst/>
              <a:gdLst/>
              <a:ahLst/>
              <a:cxnLst/>
              <a:rect l="l" t="t" r="r" b="b"/>
              <a:pathLst>
                <a:path w="1123315" h="897889">
                  <a:moveTo>
                    <a:pt x="1123187" y="882395"/>
                  </a:moveTo>
                  <a:lnTo>
                    <a:pt x="12191" y="0"/>
                  </a:lnTo>
                  <a:lnTo>
                    <a:pt x="0" y="15239"/>
                  </a:lnTo>
                  <a:lnTo>
                    <a:pt x="1110995" y="897635"/>
                  </a:lnTo>
                  <a:lnTo>
                    <a:pt x="1123187" y="882395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91444" y="5681471"/>
              <a:ext cx="559435" cy="1005840"/>
            </a:xfrm>
            <a:custGeom>
              <a:avLst/>
              <a:gdLst/>
              <a:ahLst/>
              <a:cxnLst/>
              <a:rect l="l" t="t" r="r" b="b"/>
              <a:pathLst>
                <a:path w="559434" h="1005840">
                  <a:moveTo>
                    <a:pt x="559307" y="9143"/>
                  </a:moveTo>
                  <a:lnTo>
                    <a:pt x="542543" y="0"/>
                  </a:lnTo>
                  <a:lnTo>
                    <a:pt x="0" y="998219"/>
                  </a:lnTo>
                  <a:lnTo>
                    <a:pt x="16763" y="1005839"/>
                  </a:lnTo>
                  <a:lnTo>
                    <a:pt x="559307" y="9143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13291" y="4582667"/>
              <a:ext cx="1351915" cy="609600"/>
            </a:xfrm>
            <a:custGeom>
              <a:avLst/>
              <a:gdLst/>
              <a:ahLst/>
              <a:cxnLst/>
              <a:rect l="l" t="t" r="r" b="b"/>
              <a:pathLst>
                <a:path w="1351914" h="609600">
                  <a:moveTo>
                    <a:pt x="1351787" y="16763"/>
                  </a:moveTo>
                  <a:lnTo>
                    <a:pt x="1344167" y="0"/>
                  </a:lnTo>
                  <a:lnTo>
                    <a:pt x="0" y="591311"/>
                  </a:lnTo>
                  <a:lnTo>
                    <a:pt x="7619" y="609599"/>
                  </a:lnTo>
                  <a:lnTo>
                    <a:pt x="1351787" y="16763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07194" y="5158739"/>
              <a:ext cx="2603500" cy="472440"/>
            </a:xfrm>
            <a:custGeom>
              <a:avLst/>
              <a:gdLst/>
              <a:ahLst/>
              <a:cxnLst/>
              <a:rect l="l" t="t" r="r" b="b"/>
              <a:pathLst>
                <a:path w="2603500" h="472439">
                  <a:moveTo>
                    <a:pt x="2602991" y="454151"/>
                  </a:moveTo>
                  <a:lnTo>
                    <a:pt x="4571" y="0"/>
                  </a:lnTo>
                  <a:lnTo>
                    <a:pt x="0" y="18287"/>
                  </a:lnTo>
                  <a:lnTo>
                    <a:pt x="2599943" y="472439"/>
                  </a:lnTo>
                  <a:lnTo>
                    <a:pt x="2602991" y="454151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9573080" y="4877816"/>
              <a:ext cx="17208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/>
              <a:r>
                <a:rPr sz="1600" spc="-5" dirty="0">
                  <a:latin typeface="Times New Roman"/>
                  <a:cs typeface="Times New Roman"/>
                </a:rPr>
                <a:t>D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5438469" y="4955539"/>
              <a:ext cx="17208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/>
              <a:r>
                <a:rPr sz="1600" spc="-5" dirty="0">
                  <a:latin typeface="Times New Roman"/>
                  <a:cs typeface="Times New Roman"/>
                </a:rPr>
                <a:t>A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7759520" y="6782815"/>
              <a:ext cx="14922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/>
              <a:r>
                <a:rPr sz="1600" spc="-10" dirty="0">
                  <a:latin typeface="Times New Roman"/>
                  <a:cs typeface="Times New Roman"/>
                </a:rPr>
                <a:t>E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8420936" y="5335015"/>
              <a:ext cx="13843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/>
              <a:r>
                <a:rPr sz="1600" spc="-5" dirty="0">
                  <a:latin typeface="Times New Roman"/>
                  <a:cs typeface="Times New Roman"/>
                </a:rPr>
                <a:t>F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7259647" y="4345940"/>
              <a:ext cx="16129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/>
              <a:r>
                <a:rPr sz="1600" dirty="0">
                  <a:latin typeface="Times New Roman"/>
                  <a:cs typeface="Times New Roman"/>
                </a:rPr>
                <a:t>B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7045266" y="3777998"/>
              <a:ext cx="483870" cy="809625"/>
            </a:xfrm>
            <a:custGeom>
              <a:avLst/>
              <a:gdLst/>
              <a:ahLst/>
              <a:cxnLst/>
              <a:rect l="l" t="t" r="r" b="b"/>
              <a:pathLst>
                <a:path w="483870" h="809625">
                  <a:moveTo>
                    <a:pt x="483282" y="0"/>
                  </a:moveTo>
                  <a:lnTo>
                    <a:pt x="461499" y="0"/>
                  </a:lnTo>
                  <a:lnTo>
                    <a:pt x="0" y="800099"/>
                  </a:lnTo>
                  <a:lnTo>
                    <a:pt x="15239" y="809243"/>
                  </a:lnTo>
                  <a:lnTo>
                    <a:pt x="483282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51364" y="4588763"/>
              <a:ext cx="581025" cy="2176780"/>
            </a:xfrm>
            <a:custGeom>
              <a:avLst/>
              <a:gdLst/>
              <a:ahLst/>
              <a:cxnLst/>
              <a:rect l="l" t="t" r="r" b="b"/>
              <a:pathLst>
                <a:path w="581025" h="2176779">
                  <a:moveTo>
                    <a:pt x="580643" y="2171699"/>
                  </a:moveTo>
                  <a:lnTo>
                    <a:pt x="18287" y="0"/>
                  </a:lnTo>
                  <a:lnTo>
                    <a:pt x="0" y="4571"/>
                  </a:lnTo>
                  <a:lnTo>
                    <a:pt x="562355" y="2176271"/>
                  </a:lnTo>
                  <a:lnTo>
                    <a:pt x="580643" y="2171699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51362" y="4573525"/>
              <a:ext cx="2499360" cy="619125"/>
            </a:xfrm>
            <a:custGeom>
              <a:avLst/>
              <a:gdLst/>
              <a:ahLst/>
              <a:cxnLst/>
              <a:rect l="l" t="t" r="r" b="b"/>
              <a:pathLst>
                <a:path w="2499359" h="619125">
                  <a:moveTo>
                    <a:pt x="2499359" y="600455"/>
                  </a:moveTo>
                  <a:lnTo>
                    <a:pt x="4571" y="0"/>
                  </a:lnTo>
                  <a:lnTo>
                    <a:pt x="0" y="18287"/>
                  </a:lnTo>
                  <a:lnTo>
                    <a:pt x="2494787" y="618743"/>
                  </a:lnTo>
                  <a:lnTo>
                    <a:pt x="2499359" y="600455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164652" y="4664964"/>
              <a:ext cx="970915" cy="970915"/>
            </a:xfrm>
            <a:custGeom>
              <a:avLst/>
              <a:gdLst/>
              <a:ahLst/>
              <a:cxnLst/>
              <a:rect l="l" t="t" r="r" b="b"/>
              <a:pathLst>
                <a:path w="970914" h="970914">
                  <a:moveTo>
                    <a:pt x="86867" y="327659"/>
                  </a:moveTo>
                  <a:lnTo>
                    <a:pt x="33527" y="307847"/>
                  </a:lnTo>
                  <a:lnTo>
                    <a:pt x="28955" y="318515"/>
                  </a:lnTo>
                  <a:lnTo>
                    <a:pt x="21335" y="341375"/>
                  </a:lnTo>
                  <a:lnTo>
                    <a:pt x="9143" y="388619"/>
                  </a:lnTo>
                  <a:lnTo>
                    <a:pt x="1523" y="435863"/>
                  </a:lnTo>
                  <a:lnTo>
                    <a:pt x="0" y="461771"/>
                  </a:lnTo>
                  <a:lnTo>
                    <a:pt x="0" y="484631"/>
                  </a:lnTo>
                  <a:lnTo>
                    <a:pt x="28193" y="485393"/>
                  </a:lnTo>
                  <a:lnTo>
                    <a:pt x="56387" y="484631"/>
                  </a:lnTo>
                  <a:lnTo>
                    <a:pt x="56438" y="485343"/>
                  </a:lnTo>
                  <a:lnTo>
                    <a:pt x="59435" y="440435"/>
                  </a:lnTo>
                  <a:lnTo>
                    <a:pt x="65531" y="397763"/>
                  </a:lnTo>
                  <a:lnTo>
                    <a:pt x="76199" y="356615"/>
                  </a:lnTo>
                  <a:lnTo>
                    <a:pt x="82295" y="336803"/>
                  </a:lnTo>
                  <a:lnTo>
                    <a:pt x="86867" y="327659"/>
                  </a:lnTo>
                  <a:close/>
                </a:path>
                <a:path w="970914" h="970914">
                  <a:moveTo>
                    <a:pt x="73151" y="605027"/>
                  </a:moveTo>
                  <a:lnTo>
                    <a:pt x="65531" y="571499"/>
                  </a:lnTo>
                  <a:lnTo>
                    <a:pt x="60959" y="550163"/>
                  </a:lnTo>
                  <a:lnTo>
                    <a:pt x="56438" y="485343"/>
                  </a:lnTo>
                  <a:lnTo>
                    <a:pt x="56387" y="486155"/>
                  </a:lnTo>
                  <a:lnTo>
                    <a:pt x="28193" y="485393"/>
                  </a:lnTo>
                  <a:lnTo>
                    <a:pt x="0" y="486155"/>
                  </a:lnTo>
                  <a:lnTo>
                    <a:pt x="0" y="510539"/>
                  </a:lnTo>
                  <a:lnTo>
                    <a:pt x="1523" y="534923"/>
                  </a:lnTo>
                  <a:lnTo>
                    <a:pt x="4571" y="560831"/>
                  </a:lnTo>
                  <a:lnTo>
                    <a:pt x="9143" y="583691"/>
                  </a:lnTo>
                  <a:lnTo>
                    <a:pt x="18287" y="620267"/>
                  </a:lnTo>
                  <a:lnTo>
                    <a:pt x="73151" y="605027"/>
                  </a:lnTo>
                  <a:close/>
                </a:path>
                <a:path w="970914" h="970914">
                  <a:moveTo>
                    <a:pt x="56438" y="485343"/>
                  </a:moveTo>
                  <a:lnTo>
                    <a:pt x="56387" y="484631"/>
                  </a:lnTo>
                  <a:lnTo>
                    <a:pt x="28193" y="485393"/>
                  </a:lnTo>
                  <a:lnTo>
                    <a:pt x="56387" y="486155"/>
                  </a:lnTo>
                  <a:lnTo>
                    <a:pt x="56438" y="485343"/>
                  </a:lnTo>
                  <a:close/>
                </a:path>
                <a:path w="970914" h="970914">
                  <a:moveTo>
                    <a:pt x="210311" y="155447"/>
                  </a:moveTo>
                  <a:lnTo>
                    <a:pt x="173735" y="112775"/>
                  </a:lnTo>
                  <a:lnTo>
                    <a:pt x="158495" y="126491"/>
                  </a:lnTo>
                  <a:lnTo>
                    <a:pt x="141731" y="141731"/>
                  </a:lnTo>
                  <a:lnTo>
                    <a:pt x="109727" y="176783"/>
                  </a:lnTo>
                  <a:lnTo>
                    <a:pt x="82295" y="214883"/>
                  </a:lnTo>
                  <a:lnTo>
                    <a:pt x="70103" y="234695"/>
                  </a:lnTo>
                  <a:lnTo>
                    <a:pt x="59435" y="251459"/>
                  </a:lnTo>
                  <a:lnTo>
                    <a:pt x="108203" y="280415"/>
                  </a:lnTo>
                  <a:lnTo>
                    <a:pt x="118871" y="262127"/>
                  </a:lnTo>
                  <a:lnTo>
                    <a:pt x="129539" y="245363"/>
                  </a:lnTo>
                  <a:lnTo>
                    <a:pt x="141731" y="228599"/>
                  </a:lnTo>
                  <a:lnTo>
                    <a:pt x="155447" y="211835"/>
                  </a:lnTo>
                  <a:lnTo>
                    <a:pt x="182879" y="181355"/>
                  </a:lnTo>
                  <a:lnTo>
                    <a:pt x="198119" y="167639"/>
                  </a:lnTo>
                  <a:lnTo>
                    <a:pt x="210311" y="155447"/>
                  </a:lnTo>
                  <a:close/>
                </a:path>
                <a:path w="970914" h="970914">
                  <a:moveTo>
                    <a:pt x="400811" y="65531"/>
                  </a:moveTo>
                  <a:lnTo>
                    <a:pt x="391667" y="9143"/>
                  </a:lnTo>
                  <a:lnTo>
                    <a:pt x="387095" y="9143"/>
                  </a:lnTo>
                  <a:lnTo>
                    <a:pt x="339851" y="21335"/>
                  </a:lnTo>
                  <a:lnTo>
                    <a:pt x="274319" y="47243"/>
                  </a:lnTo>
                  <a:lnTo>
                    <a:pt x="233171" y="70103"/>
                  </a:lnTo>
                  <a:lnTo>
                    <a:pt x="222503" y="76199"/>
                  </a:lnTo>
                  <a:lnTo>
                    <a:pt x="254507" y="124967"/>
                  </a:lnTo>
                  <a:lnTo>
                    <a:pt x="263651" y="118871"/>
                  </a:lnTo>
                  <a:lnTo>
                    <a:pt x="281939" y="108203"/>
                  </a:lnTo>
                  <a:lnTo>
                    <a:pt x="318515" y="89915"/>
                  </a:lnTo>
                  <a:lnTo>
                    <a:pt x="358139" y="76199"/>
                  </a:lnTo>
                  <a:lnTo>
                    <a:pt x="399287" y="65531"/>
                  </a:lnTo>
                  <a:lnTo>
                    <a:pt x="400811" y="65531"/>
                  </a:lnTo>
                  <a:close/>
                </a:path>
                <a:path w="970914" h="970914">
                  <a:moveTo>
                    <a:pt x="485393" y="56438"/>
                  </a:moveTo>
                  <a:lnTo>
                    <a:pt x="484631" y="56387"/>
                  </a:lnTo>
                  <a:lnTo>
                    <a:pt x="484631" y="0"/>
                  </a:lnTo>
                  <a:lnTo>
                    <a:pt x="460247" y="0"/>
                  </a:lnTo>
                  <a:lnTo>
                    <a:pt x="451103" y="1523"/>
                  </a:lnTo>
                  <a:lnTo>
                    <a:pt x="455675" y="57911"/>
                  </a:lnTo>
                  <a:lnTo>
                    <a:pt x="463295" y="57911"/>
                  </a:lnTo>
                  <a:lnTo>
                    <a:pt x="484631" y="56489"/>
                  </a:lnTo>
                  <a:lnTo>
                    <a:pt x="485393" y="28193"/>
                  </a:lnTo>
                  <a:lnTo>
                    <a:pt x="485393" y="56438"/>
                  </a:lnTo>
                  <a:close/>
                </a:path>
                <a:path w="970914" h="970914">
                  <a:moveTo>
                    <a:pt x="486155" y="56387"/>
                  </a:moveTo>
                  <a:lnTo>
                    <a:pt x="485393" y="28193"/>
                  </a:lnTo>
                  <a:lnTo>
                    <a:pt x="484631" y="56387"/>
                  </a:lnTo>
                  <a:lnTo>
                    <a:pt x="485393" y="56438"/>
                  </a:lnTo>
                  <a:lnTo>
                    <a:pt x="486155" y="56387"/>
                  </a:lnTo>
                  <a:close/>
                </a:path>
                <a:path w="970914" h="970914">
                  <a:moveTo>
                    <a:pt x="630935" y="21335"/>
                  </a:moveTo>
                  <a:lnTo>
                    <a:pt x="629411" y="21335"/>
                  </a:lnTo>
                  <a:lnTo>
                    <a:pt x="606551" y="15239"/>
                  </a:lnTo>
                  <a:lnTo>
                    <a:pt x="582167" y="9143"/>
                  </a:lnTo>
                  <a:lnTo>
                    <a:pt x="557783" y="4571"/>
                  </a:lnTo>
                  <a:lnTo>
                    <a:pt x="534923" y="1523"/>
                  </a:lnTo>
                  <a:lnTo>
                    <a:pt x="509015" y="0"/>
                  </a:lnTo>
                  <a:lnTo>
                    <a:pt x="486155" y="0"/>
                  </a:lnTo>
                  <a:lnTo>
                    <a:pt x="485393" y="28193"/>
                  </a:lnTo>
                  <a:lnTo>
                    <a:pt x="486155" y="56387"/>
                  </a:lnTo>
                  <a:lnTo>
                    <a:pt x="530351" y="59435"/>
                  </a:lnTo>
                  <a:lnTo>
                    <a:pt x="573023" y="65531"/>
                  </a:lnTo>
                  <a:lnTo>
                    <a:pt x="592835" y="70103"/>
                  </a:lnTo>
                  <a:lnTo>
                    <a:pt x="612647" y="76199"/>
                  </a:lnTo>
                  <a:lnTo>
                    <a:pt x="630935" y="21335"/>
                  </a:lnTo>
                  <a:close/>
                </a:path>
                <a:path w="970914" h="970914">
                  <a:moveTo>
                    <a:pt x="486155" y="56489"/>
                  </a:moveTo>
                  <a:lnTo>
                    <a:pt x="485393" y="56438"/>
                  </a:lnTo>
                  <a:lnTo>
                    <a:pt x="486155" y="56489"/>
                  </a:lnTo>
                  <a:close/>
                </a:path>
                <a:path w="970914" h="970914">
                  <a:moveTo>
                    <a:pt x="835151" y="147827"/>
                  </a:moveTo>
                  <a:lnTo>
                    <a:pt x="794003" y="109727"/>
                  </a:lnTo>
                  <a:lnTo>
                    <a:pt x="755903" y="82295"/>
                  </a:lnTo>
                  <a:lnTo>
                    <a:pt x="716279" y="57911"/>
                  </a:lnTo>
                  <a:lnTo>
                    <a:pt x="687323" y="44195"/>
                  </a:lnTo>
                  <a:lnTo>
                    <a:pt x="664463" y="96011"/>
                  </a:lnTo>
                  <a:lnTo>
                    <a:pt x="672083" y="99059"/>
                  </a:lnTo>
                  <a:lnTo>
                    <a:pt x="690371" y="108203"/>
                  </a:lnTo>
                  <a:lnTo>
                    <a:pt x="708659" y="118871"/>
                  </a:lnTo>
                  <a:lnTo>
                    <a:pt x="725423" y="131063"/>
                  </a:lnTo>
                  <a:lnTo>
                    <a:pt x="742187" y="141731"/>
                  </a:lnTo>
                  <a:lnTo>
                    <a:pt x="758951" y="155447"/>
                  </a:lnTo>
                  <a:lnTo>
                    <a:pt x="789431" y="182879"/>
                  </a:lnTo>
                  <a:lnTo>
                    <a:pt x="794003" y="187451"/>
                  </a:lnTo>
                  <a:lnTo>
                    <a:pt x="835151" y="147827"/>
                  </a:lnTo>
                  <a:close/>
                </a:path>
                <a:path w="970914" h="970914">
                  <a:moveTo>
                    <a:pt x="954023" y="356615"/>
                  </a:moveTo>
                  <a:lnTo>
                    <a:pt x="941831" y="316991"/>
                  </a:lnTo>
                  <a:lnTo>
                    <a:pt x="923543" y="274319"/>
                  </a:lnTo>
                  <a:lnTo>
                    <a:pt x="888491" y="213359"/>
                  </a:lnTo>
                  <a:lnTo>
                    <a:pt x="874775" y="193547"/>
                  </a:lnTo>
                  <a:lnTo>
                    <a:pt x="829055" y="228599"/>
                  </a:lnTo>
                  <a:lnTo>
                    <a:pt x="829055" y="230123"/>
                  </a:lnTo>
                  <a:lnTo>
                    <a:pt x="841247" y="246887"/>
                  </a:lnTo>
                  <a:lnTo>
                    <a:pt x="851915" y="263651"/>
                  </a:lnTo>
                  <a:lnTo>
                    <a:pt x="862583" y="281939"/>
                  </a:lnTo>
                  <a:lnTo>
                    <a:pt x="880871" y="318515"/>
                  </a:lnTo>
                  <a:lnTo>
                    <a:pt x="888491" y="338327"/>
                  </a:lnTo>
                  <a:lnTo>
                    <a:pt x="899159" y="373379"/>
                  </a:lnTo>
                  <a:lnTo>
                    <a:pt x="954023" y="356615"/>
                  </a:lnTo>
                  <a:close/>
                </a:path>
                <a:path w="970914" h="970914">
                  <a:moveTo>
                    <a:pt x="970787" y="509015"/>
                  </a:moveTo>
                  <a:lnTo>
                    <a:pt x="970787" y="486155"/>
                  </a:lnTo>
                  <a:lnTo>
                    <a:pt x="942593" y="485393"/>
                  </a:lnTo>
                  <a:lnTo>
                    <a:pt x="914399" y="486155"/>
                  </a:lnTo>
                  <a:lnTo>
                    <a:pt x="914349" y="485393"/>
                  </a:lnTo>
                  <a:lnTo>
                    <a:pt x="911351" y="530351"/>
                  </a:lnTo>
                  <a:lnTo>
                    <a:pt x="905255" y="573023"/>
                  </a:lnTo>
                  <a:lnTo>
                    <a:pt x="902207" y="585215"/>
                  </a:lnTo>
                  <a:lnTo>
                    <a:pt x="958595" y="597407"/>
                  </a:lnTo>
                  <a:lnTo>
                    <a:pt x="961643" y="582167"/>
                  </a:lnTo>
                  <a:lnTo>
                    <a:pt x="966215" y="557783"/>
                  </a:lnTo>
                  <a:lnTo>
                    <a:pt x="969263" y="534923"/>
                  </a:lnTo>
                  <a:lnTo>
                    <a:pt x="970787" y="509015"/>
                  </a:lnTo>
                  <a:close/>
                </a:path>
                <a:path w="970914" h="970914">
                  <a:moveTo>
                    <a:pt x="970787" y="484631"/>
                  </a:moveTo>
                  <a:lnTo>
                    <a:pt x="970787" y="460247"/>
                  </a:lnTo>
                  <a:lnTo>
                    <a:pt x="969263" y="434339"/>
                  </a:lnTo>
                  <a:lnTo>
                    <a:pt x="966215" y="417575"/>
                  </a:lnTo>
                  <a:lnTo>
                    <a:pt x="909827" y="425195"/>
                  </a:lnTo>
                  <a:lnTo>
                    <a:pt x="911351" y="441959"/>
                  </a:lnTo>
                  <a:lnTo>
                    <a:pt x="914349" y="485393"/>
                  </a:lnTo>
                  <a:lnTo>
                    <a:pt x="914399" y="484631"/>
                  </a:lnTo>
                  <a:lnTo>
                    <a:pt x="942593" y="485393"/>
                  </a:lnTo>
                  <a:lnTo>
                    <a:pt x="970787" y="484631"/>
                  </a:lnTo>
                  <a:close/>
                </a:path>
                <a:path w="970914" h="970914">
                  <a:moveTo>
                    <a:pt x="942593" y="485393"/>
                  </a:moveTo>
                  <a:lnTo>
                    <a:pt x="914399" y="484631"/>
                  </a:lnTo>
                  <a:lnTo>
                    <a:pt x="914349" y="485393"/>
                  </a:lnTo>
                  <a:lnTo>
                    <a:pt x="914399" y="486155"/>
                  </a:lnTo>
                  <a:lnTo>
                    <a:pt x="942593" y="485393"/>
                  </a:lnTo>
                  <a:close/>
                </a:path>
                <a:path w="970914" h="970914">
                  <a:moveTo>
                    <a:pt x="803147" y="853439"/>
                  </a:moveTo>
                  <a:lnTo>
                    <a:pt x="765047" y="809243"/>
                  </a:lnTo>
                  <a:lnTo>
                    <a:pt x="757427" y="816863"/>
                  </a:lnTo>
                  <a:lnTo>
                    <a:pt x="723899" y="841247"/>
                  </a:lnTo>
                  <a:lnTo>
                    <a:pt x="688847" y="862583"/>
                  </a:lnTo>
                  <a:lnTo>
                    <a:pt x="652271" y="880871"/>
                  </a:lnTo>
                  <a:lnTo>
                    <a:pt x="627887" y="890015"/>
                  </a:lnTo>
                  <a:lnTo>
                    <a:pt x="646175" y="943355"/>
                  </a:lnTo>
                  <a:lnTo>
                    <a:pt x="696467" y="923543"/>
                  </a:lnTo>
                  <a:lnTo>
                    <a:pt x="737615" y="900683"/>
                  </a:lnTo>
                  <a:lnTo>
                    <a:pt x="757427" y="886967"/>
                  </a:lnTo>
                  <a:lnTo>
                    <a:pt x="777239" y="874775"/>
                  </a:lnTo>
                  <a:lnTo>
                    <a:pt x="795527" y="859535"/>
                  </a:lnTo>
                  <a:lnTo>
                    <a:pt x="803147" y="853439"/>
                  </a:lnTo>
                  <a:close/>
                </a:path>
                <a:path w="970914" h="970914">
                  <a:moveTo>
                    <a:pt x="940307" y="656843"/>
                  </a:moveTo>
                  <a:lnTo>
                    <a:pt x="886967" y="635507"/>
                  </a:lnTo>
                  <a:lnTo>
                    <a:pt x="879347" y="652271"/>
                  </a:lnTo>
                  <a:lnTo>
                    <a:pt x="871727" y="672083"/>
                  </a:lnTo>
                  <a:lnTo>
                    <a:pt x="862583" y="690371"/>
                  </a:lnTo>
                  <a:lnTo>
                    <a:pt x="851915" y="708659"/>
                  </a:lnTo>
                  <a:lnTo>
                    <a:pt x="839723" y="725423"/>
                  </a:lnTo>
                  <a:lnTo>
                    <a:pt x="829055" y="742187"/>
                  </a:lnTo>
                  <a:lnTo>
                    <a:pt x="815339" y="758951"/>
                  </a:lnTo>
                  <a:lnTo>
                    <a:pt x="803147" y="772667"/>
                  </a:lnTo>
                  <a:lnTo>
                    <a:pt x="845819" y="810767"/>
                  </a:lnTo>
                  <a:lnTo>
                    <a:pt x="874775" y="775715"/>
                  </a:lnTo>
                  <a:lnTo>
                    <a:pt x="912875" y="716279"/>
                  </a:lnTo>
                  <a:lnTo>
                    <a:pt x="932687" y="673607"/>
                  </a:lnTo>
                  <a:lnTo>
                    <a:pt x="940307" y="656843"/>
                  </a:lnTo>
                  <a:close/>
                </a:path>
                <a:path w="970914" h="970914">
                  <a:moveTo>
                    <a:pt x="485369" y="914350"/>
                  </a:moveTo>
                  <a:lnTo>
                    <a:pt x="461771" y="912875"/>
                  </a:lnTo>
                  <a:lnTo>
                    <a:pt x="440435" y="911351"/>
                  </a:lnTo>
                  <a:lnTo>
                    <a:pt x="419099" y="908303"/>
                  </a:lnTo>
                  <a:lnTo>
                    <a:pt x="416051" y="908303"/>
                  </a:lnTo>
                  <a:lnTo>
                    <a:pt x="406907" y="964691"/>
                  </a:lnTo>
                  <a:lnTo>
                    <a:pt x="411479" y="966215"/>
                  </a:lnTo>
                  <a:lnTo>
                    <a:pt x="435863" y="969263"/>
                  </a:lnTo>
                  <a:lnTo>
                    <a:pt x="461771" y="970787"/>
                  </a:lnTo>
                  <a:lnTo>
                    <a:pt x="484631" y="970787"/>
                  </a:lnTo>
                  <a:lnTo>
                    <a:pt x="484631" y="914399"/>
                  </a:lnTo>
                  <a:lnTo>
                    <a:pt x="485369" y="914350"/>
                  </a:lnTo>
                  <a:close/>
                </a:path>
                <a:path w="970914" h="970914">
                  <a:moveTo>
                    <a:pt x="486155" y="914399"/>
                  </a:moveTo>
                  <a:lnTo>
                    <a:pt x="485369" y="914350"/>
                  </a:lnTo>
                  <a:lnTo>
                    <a:pt x="484631" y="914399"/>
                  </a:lnTo>
                  <a:lnTo>
                    <a:pt x="485393" y="942593"/>
                  </a:lnTo>
                  <a:lnTo>
                    <a:pt x="486155" y="914399"/>
                  </a:lnTo>
                  <a:close/>
                </a:path>
                <a:path w="970914" h="970914">
                  <a:moveTo>
                    <a:pt x="485393" y="942593"/>
                  </a:moveTo>
                  <a:lnTo>
                    <a:pt x="484631" y="914399"/>
                  </a:lnTo>
                  <a:lnTo>
                    <a:pt x="484631" y="970787"/>
                  </a:lnTo>
                  <a:lnTo>
                    <a:pt x="485393" y="942593"/>
                  </a:lnTo>
                  <a:close/>
                </a:path>
                <a:path w="970914" h="970914">
                  <a:moveTo>
                    <a:pt x="588263" y="960119"/>
                  </a:moveTo>
                  <a:lnTo>
                    <a:pt x="576071" y="903731"/>
                  </a:lnTo>
                  <a:lnTo>
                    <a:pt x="571499" y="905255"/>
                  </a:lnTo>
                  <a:lnTo>
                    <a:pt x="550163" y="909827"/>
                  </a:lnTo>
                  <a:lnTo>
                    <a:pt x="507491" y="912875"/>
                  </a:lnTo>
                  <a:lnTo>
                    <a:pt x="485369" y="914350"/>
                  </a:lnTo>
                  <a:lnTo>
                    <a:pt x="486155" y="914399"/>
                  </a:lnTo>
                  <a:lnTo>
                    <a:pt x="486155" y="970787"/>
                  </a:lnTo>
                  <a:lnTo>
                    <a:pt x="510539" y="970787"/>
                  </a:lnTo>
                  <a:lnTo>
                    <a:pt x="536447" y="969263"/>
                  </a:lnTo>
                  <a:lnTo>
                    <a:pt x="559307" y="964691"/>
                  </a:lnTo>
                  <a:lnTo>
                    <a:pt x="583691" y="961643"/>
                  </a:lnTo>
                  <a:lnTo>
                    <a:pt x="588263" y="960119"/>
                  </a:lnTo>
                  <a:close/>
                </a:path>
                <a:path w="970914" h="970914">
                  <a:moveTo>
                    <a:pt x="486155" y="970787"/>
                  </a:moveTo>
                  <a:lnTo>
                    <a:pt x="486155" y="914399"/>
                  </a:lnTo>
                  <a:lnTo>
                    <a:pt x="485393" y="942593"/>
                  </a:lnTo>
                  <a:lnTo>
                    <a:pt x="486155" y="970787"/>
                  </a:lnTo>
                  <a:close/>
                </a:path>
                <a:path w="970914" h="970914">
                  <a:moveTo>
                    <a:pt x="364235" y="896111"/>
                  </a:moveTo>
                  <a:lnTo>
                    <a:pt x="356615" y="894587"/>
                  </a:lnTo>
                  <a:lnTo>
                    <a:pt x="336803" y="888491"/>
                  </a:lnTo>
                  <a:lnTo>
                    <a:pt x="318515" y="879347"/>
                  </a:lnTo>
                  <a:lnTo>
                    <a:pt x="298703" y="871727"/>
                  </a:lnTo>
                  <a:lnTo>
                    <a:pt x="280415" y="862583"/>
                  </a:lnTo>
                  <a:lnTo>
                    <a:pt x="262127" y="851915"/>
                  </a:lnTo>
                  <a:lnTo>
                    <a:pt x="245363" y="839723"/>
                  </a:lnTo>
                  <a:lnTo>
                    <a:pt x="228599" y="829055"/>
                  </a:lnTo>
                  <a:lnTo>
                    <a:pt x="222503" y="822959"/>
                  </a:lnTo>
                  <a:lnTo>
                    <a:pt x="185927" y="868679"/>
                  </a:lnTo>
                  <a:lnTo>
                    <a:pt x="195071" y="874775"/>
                  </a:lnTo>
                  <a:lnTo>
                    <a:pt x="214883" y="888491"/>
                  </a:lnTo>
                  <a:lnTo>
                    <a:pt x="254507" y="912875"/>
                  </a:lnTo>
                  <a:lnTo>
                    <a:pt x="318515" y="941831"/>
                  </a:lnTo>
                  <a:lnTo>
                    <a:pt x="347471" y="950975"/>
                  </a:lnTo>
                  <a:lnTo>
                    <a:pt x="364235" y="896111"/>
                  </a:lnTo>
                  <a:close/>
                </a:path>
                <a:path w="970914" h="970914">
                  <a:moveTo>
                    <a:pt x="181355" y="787907"/>
                  </a:moveTo>
                  <a:lnTo>
                    <a:pt x="153923" y="757427"/>
                  </a:lnTo>
                  <a:lnTo>
                    <a:pt x="129539" y="723899"/>
                  </a:lnTo>
                  <a:lnTo>
                    <a:pt x="108203" y="688847"/>
                  </a:lnTo>
                  <a:lnTo>
                    <a:pt x="91439" y="655319"/>
                  </a:lnTo>
                  <a:lnTo>
                    <a:pt x="39623" y="678179"/>
                  </a:lnTo>
                  <a:lnTo>
                    <a:pt x="57911" y="717803"/>
                  </a:lnTo>
                  <a:lnTo>
                    <a:pt x="82295" y="757427"/>
                  </a:lnTo>
                  <a:lnTo>
                    <a:pt x="111251" y="795527"/>
                  </a:lnTo>
                  <a:lnTo>
                    <a:pt x="140207" y="827531"/>
                  </a:lnTo>
                  <a:lnTo>
                    <a:pt x="181355" y="787907"/>
                  </a:lnTo>
                  <a:close/>
                </a:path>
              </a:pathLst>
            </a:custGeom>
            <a:solidFill>
              <a:srgbClr val="FF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050852" y="4664964"/>
              <a:ext cx="970915" cy="970915"/>
            </a:xfrm>
            <a:custGeom>
              <a:avLst/>
              <a:gdLst/>
              <a:ahLst/>
              <a:cxnLst/>
              <a:rect l="l" t="t" r="r" b="b"/>
              <a:pathLst>
                <a:path w="970915" h="970914">
                  <a:moveTo>
                    <a:pt x="86867" y="327659"/>
                  </a:moveTo>
                  <a:lnTo>
                    <a:pt x="33527" y="307847"/>
                  </a:lnTo>
                  <a:lnTo>
                    <a:pt x="28955" y="318515"/>
                  </a:lnTo>
                  <a:lnTo>
                    <a:pt x="21335" y="341375"/>
                  </a:lnTo>
                  <a:lnTo>
                    <a:pt x="9143" y="388619"/>
                  </a:lnTo>
                  <a:lnTo>
                    <a:pt x="1523" y="435863"/>
                  </a:lnTo>
                  <a:lnTo>
                    <a:pt x="0" y="461771"/>
                  </a:lnTo>
                  <a:lnTo>
                    <a:pt x="0" y="484631"/>
                  </a:lnTo>
                  <a:lnTo>
                    <a:pt x="28193" y="485393"/>
                  </a:lnTo>
                  <a:lnTo>
                    <a:pt x="56387" y="484631"/>
                  </a:lnTo>
                  <a:lnTo>
                    <a:pt x="56438" y="485343"/>
                  </a:lnTo>
                  <a:lnTo>
                    <a:pt x="59435" y="440435"/>
                  </a:lnTo>
                  <a:lnTo>
                    <a:pt x="65531" y="397763"/>
                  </a:lnTo>
                  <a:lnTo>
                    <a:pt x="76199" y="356615"/>
                  </a:lnTo>
                  <a:lnTo>
                    <a:pt x="82295" y="336803"/>
                  </a:lnTo>
                  <a:lnTo>
                    <a:pt x="86867" y="327659"/>
                  </a:lnTo>
                  <a:close/>
                </a:path>
                <a:path w="970915" h="970914">
                  <a:moveTo>
                    <a:pt x="73151" y="605027"/>
                  </a:moveTo>
                  <a:lnTo>
                    <a:pt x="65531" y="571499"/>
                  </a:lnTo>
                  <a:lnTo>
                    <a:pt x="60959" y="550163"/>
                  </a:lnTo>
                  <a:lnTo>
                    <a:pt x="56438" y="485343"/>
                  </a:lnTo>
                  <a:lnTo>
                    <a:pt x="56387" y="486155"/>
                  </a:lnTo>
                  <a:lnTo>
                    <a:pt x="28193" y="485393"/>
                  </a:lnTo>
                  <a:lnTo>
                    <a:pt x="0" y="486155"/>
                  </a:lnTo>
                  <a:lnTo>
                    <a:pt x="0" y="510539"/>
                  </a:lnTo>
                  <a:lnTo>
                    <a:pt x="1523" y="534923"/>
                  </a:lnTo>
                  <a:lnTo>
                    <a:pt x="4571" y="560831"/>
                  </a:lnTo>
                  <a:lnTo>
                    <a:pt x="9143" y="583691"/>
                  </a:lnTo>
                  <a:lnTo>
                    <a:pt x="18287" y="620267"/>
                  </a:lnTo>
                  <a:lnTo>
                    <a:pt x="73151" y="605027"/>
                  </a:lnTo>
                  <a:close/>
                </a:path>
                <a:path w="970915" h="970914">
                  <a:moveTo>
                    <a:pt x="56438" y="485343"/>
                  </a:moveTo>
                  <a:lnTo>
                    <a:pt x="56387" y="484631"/>
                  </a:lnTo>
                  <a:lnTo>
                    <a:pt x="28193" y="485393"/>
                  </a:lnTo>
                  <a:lnTo>
                    <a:pt x="56387" y="486155"/>
                  </a:lnTo>
                  <a:lnTo>
                    <a:pt x="56438" y="485343"/>
                  </a:lnTo>
                  <a:close/>
                </a:path>
                <a:path w="970915" h="970914">
                  <a:moveTo>
                    <a:pt x="210311" y="155447"/>
                  </a:moveTo>
                  <a:lnTo>
                    <a:pt x="173735" y="112775"/>
                  </a:lnTo>
                  <a:lnTo>
                    <a:pt x="158495" y="126491"/>
                  </a:lnTo>
                  <a:lnTo>
                    <a:pt x="141731" y="141731"/>
                  </a:lnTo>
                  <a:lnTo>
                    <a:pt x="109727" y="176783"/>
                  </a:lnTo>
                  <a:lnTo>
                    <a:pt x="82295" y="214883"/>
                  </a:lnTo>
                  <a:lnTo>
                    <a:pt x="70103" y="234695"/>
                  </a:lnTo>
                  <a:lnTo>
                    <a:pt x="59435" y="251459"/>
                  </a:lnTo>
                  <a:lnTo>
                    <a:pt x="108203" y="280415"/>
                  </a:lnTo>
                  <a:lnTo>
                    <a:pt x="118871" y="262127"/>
                  </a:lnTo>
                  <a:lnTo>
                    <a:pt x="129539" y="245363"/>
                  </a:lnTo>
                  <a:lnTo>
                    <a:pt x="141731" y="228599"/>
                  </a:lnTo>
                  <a:lnTo>
                    <a:pt x="155447" y="211835"/>
                  </a:lnTo>
                  <a:lnTo>
                    <a:pt x="182879" y="181355"/>
                  </a:lnTo>
                  <a:lnTo>
                    <a:pt x="198119" y="167639"/>
                  </a:lnTo>
                  <a:lnTo>
                    <a:pt x="210311" y="155447"/>
                  </a:lnTo>
                  <a:close/>
                </a:path>
                <a:path w="970915" h="970914">
                  <a:moveTo>
                    <a:pt x="400811" y="65531"/>
                  </a:moveTo>
                  <a:lnTo>
                    <a:pt x="391667" y="9143"/>
                  </a:lnTo>
                  <a:lnTo>
                    <a:pt x="387095" y="9143"/>
                  </a:lnTo>
                  <a:lnTo>
                    <a:pt x="339851" y="21335"/>
                  </a:lnTo>
                  <a:lnTo>
                    <a:pt x="274319" y="47243"/>
                  </a:lnTo>
                  <a:lnTo>
                    <a:pt x="233171" y="70103"/>
                  </a:lnTo>
                  <a:lnTo>
                    <a:pt x="222503" y="76199"/>
                  </a:lnTo>
                  <a:lnTo>
                    <a:pt x="254507" y="124967"/>
                  </a:lnTo>
                  <a:lnTo>
                    <a:pt x="263651" y="118871"/>
                  </a:lnTo>
                  <a:lnTo>
                    <a:pt x="281939" y="108203"/>
                  </a:lnTo>
                  <a:lnTo>
                    <a:pt x="318515" y="89915"/>
                  </a:lnTo>
                  <a:lnTo>
                    <a:pt x="358139" y="76199"/>
                  </a:lnTo>
                  <a:lnTo>
                    <a:pt x="399287" y="65531"/>
                  </a:lnTo>
                  <a:lnTo>
                    <a:pt x="400811" y="65531"/>
                  </a:lnTo>
                  <a:close/>
                </a:path>
                <a:path w="970915" h="970914">
                  <a:moveTo>
                    <a:pt x="485393" y="56438"/>
                  </a:moveTo>
                  <a:lnTo>
                    <a:pt x="484631" y="56387"/>
                  </a:lnTo>
                  <a:lnTo>
                    <a:pt x="484631" y="0"/>
                  </a:lnTo>
                  <a:lnTo>
                    <a:pt x="460247" y="0"/>
                  </a:lnTo>
                  <a:lnTo>
                    <a:pt x="451103" y="1523"/>
                  </a:lnTo>
                  <a:lnTo>
                    <a:pt x="455675" y="57911"/>
                  </a:lnTo>
                  <a:lnTo>
                    <a:pt x="463295" y="57911"/>
                  </a:lnTo>
                  <a:lnTo>
                    <a:pt x="484631" y="56489"/>
                  </a:lnTo>
                  <a:lnTo>
                    <a:pt x="485393" y="28193"/>
                  </a:lnTo>
                  <a:lnTo>
                    <a:pt x="485393" y="56438"/>
                  </a:lnTo>
                  <a:close/>
                </a:path>
                <a:path w="970915" h="970914">
                  <a:moveTo>
                    <a:pt x="486155" y="56387"/>
                  </a:moveTo>
                  <a:lnTo>
                    <a:pt x="485393" y="28193"/>
                  </a:lnTo>
                  <a:lnTo>
                    <a:pt x="484631" y="56387"/>
                  </a:lnTo>
                  <a:lnTo>
                    <a:pt x="485393" y="56438"/>
                  </a:lnTo>
                  <a:lnTo>
                    <a:pt x="486155" y="56387"/>
                  </a:lnTo>
                  <a:close/>
                </a:path>
                <a:path w="970915" h="970914">
                  <a:moveTo>
                    <a:pt x="630935" y="21335"/>
                  </a:moveTo>
                  <a:lnTo>
                    <a:pt x="629411" y="21335"/>
                  </a:lnTo>
                  <a:lnTo>
                    <a:pt x="606551" y="15239"/>
                  </a:lnTo>
                  <a:lnTo>
                    <a:pt x="582167" y="9143"/>
                  </a:lnTo>
                  <a:lnTo>
                    <a:pt x="557783" y="4571"/>
                  </a:lnTo>
                  <a:lnTo>
                    <a:pt x="534923" y="1523"/>
                  </a:lnTo>
                  <a:lnTo>
                    <a:pt x="509015" y="0"/>
                  </a:lnTo>
                  <a:lnTo>
                    <a:pt x="486155" y="0"/>
                  </a:lnTo>
                  <a:lnTo>
                    <a:pt x="485393" y="28193"/>
                  </a:lnTo>
                  <a:lnTo>
                    <a:pt x="486155" y="56387"/>
                  </a:lnTo>
                  <a:lnTo>
                    <a:pt x="530351" y="59435"/>
                  </a:lnTo>
                  <a:lnTo>
                    <a:pt x="573023" y="65531"/>
                  </a:lnTo>
                  <a:lnTo>
                    <a:pt x="592835" y="70103"/>
                  </a:lnTo>
                  <a:lnTo>
                    <a:pt x="612647" y="76199"/>
                  </a:lnTo>
                  <a:lnTo>
                    <a:pt x="630935" y="21335"/>
                  </a:lnTo>
                  <a:close/>
                </a:path>
                <a:path w="970915" h="970914">
                  <a:moveTo>
                    <a:pt x="486155" y="56489"/>
                  </a:moveTo>
                  <a:lnTo>
                    <a:pt x="485393" y="56438"/>
                  </a:lnTo>
                  <a:lnTo>
                    <a:pt x="486155" y="56489"/>
                  </a:lnTo>
                  <a:close/>
                </a:path>
                <a:path w="970915" h="970914">
                  <a:moveTo>
                    <a:pt x="835151" y="147827"/>
                  </a:moveTo>
                  <a:lnTo>
                    <a:pt x="794003" y="109727"/>
                  </a:lnTo>
                  <a:lnTo>
                    <a:pt x="755903" y="82295"/>
                  </a:lnTo>
                  <a:lnTo>
                    <a:pt x="716279" y="57911"/>
                  </a:lnTo>
                  <a:lnTo>
                    <a:pt x="687323" y="44195"/>
                  </a:lnTo>
                  <a:lnTo>
                    <a:pt x="664463" y="96011"/>
                  </a:lnTo>
                  <a:lnTo>
                    <a:pt x="672083" y="99059"/>
                  </a:lnTo>
                  <a:lnTo>
                    <a:pt x="690371" y="108203"/>
                  </a:lnTo>
                  <a:lnTo>
                    <a:pt x="708659" y="118871"/>
                  </a:lnTo>
                  <a:lnTo>
                    <a:pt x="725423" y="131063"/>
                  </a:lnTo>
                  <a:lnTo>
                    <a:pt x="742187" y="141731"/>
                  </a:lnTo>
                  <a:lnTo>
                    <a:pt x="758951" y="155447"/>
                  </a:lnTo>
                  <a:lnTo>
                    <a:pt x="789431" y="182879"/>
                  </a:lnTo>
                  <a:lnTo>
                    <a:pt x="794003" y="187451"/>
                  </a:lnTo>
                  <a:lnTo>
                    <a:pt x="835151" y="147827"/>
                  </a:lnTo>
                  <a:close/>
                </a:path>
                <a:path w="970915" h="970914">
                  <a:moveTo>
                    <a:pt x="954023" y="356615"/>
                  </a:moveTo>
                  <a:lnTo>
                    <a:pt x="941831" y="316991"/>
                  </a:lnTo>
                  <a:lnTo>
                    <a:pt x="923543" y="274319"/>
                  </a:lnTo>
                  <a:lnTo>
                    <a:pt x="888491" y="213359"/>
                  </a:lnTo>
                  <a:lnTo>
                    <a:pt x="874775" y="193547"/>
                  </a:lnTo>
                  <a:lnTo>
                    <a:pt x="829055" y="230123"/>
                  </a:lnTo>
                  <a:lnTo>
                    <a:pt x="841247" y="246887"/>
                  </a:lnTo>
                  <a:lnTo>
                    <a:pt x="851915" y="263651"/>
                  </a:lnTo>
                  <a:lnTo>
                    <a:pt x="862583" y="281939"/>
                  </a:lnTo>
                  <a:lnTo>
                    <a:pt x="880871" y="318515"/>
                  </a:lnTo>
                  <a:lnTo>
                    <a:pt x="888491" y="338327"/>
                  </a:lnTo>
                  <a:lnTo>
                    <a:pt x="899159" y="373379"/>
                  </a:lnTo>
                  <a:lnTo>
                    <a:pt x="954023" y="356615"/>
                  </a:lnTo>
                  <a:close/>
                </a:path>
                <a:path w="970915" h="970914">
                  <a:moveTo>
                    <a:pt x="970787" y="509015"/>
                  </a:moveTo>
                  <a:lnTo>
                    <a:pt x="970787" y="486155"/>
                  </a:lnTo>
                  <a:lnTo>
                    <a:pt x="942593" y="485393"/>
                  </a:lnTo>
                  <a:lnTo>
                    <a:pt x="914399" y="486155"/>
                  </a:lnTo>
                  <a:lnTo>
                    <a:pt x="914349" y="485393"/>
                  </a:lnTo>
                  <a:lnTo>
                    <a:pt x="911351" y="530351"/>
                  </a:lnTo>
                  <a:lnTo>
                    <a:pt x="905255" y="573023"/>
                  </a:lnTo>
                  <a:lnTo>
                    <a:pt x="902207" y="585215"/>
                  </a:lnTo>
                  <a:lnTo>
                    <a:pt x="958595" y="597407"/>
                  </a:lnTo>
                  <a:lnTo>
                    <a:pt x="961643" y="582167"/>
                  </a:lnTo>
                  <a:lnTo>
                    <a:pt x="966215" y="557783"/>
                  </a:lnTo>
                  <a:lnTo>
                    <a:pt x="969263" y="534923"/>
                  </a:lnTo>
                  <a:lnTo>
                    <a:pt x="970787" y="509015"/>
                  </a:lnTo>
                  <a:close/>
                </a:path>
                <a:path w="970915" h="970914">
                  <a:moveTo>
                    <a:pt x="970787" y="484631"/>
                  </a:moveTo>
                  <a:lnTo>
                    <a:pt x="970787" y="460247"/>
                  </a:lnTo>
                  <a:lnTo>
                    <a:pt x="967739" y="434339"/>
                  </a:lnTo>
                  <a:lnTo>
                    <a:pt x="966215" y="417575"/>
                  </a:lnTo>
                  <a:lnTo>
                    <a:pt x="909827" y="425195"/>
                  </a:lnTo>
                  <a:lnTo>
                    <a:pt x="911351" y="441959"/>
                  </a:lnTo>
                  <a:lnTo>
                    <a:pt x="914349" y="485393"/>
                  </a:lnTo>
                  <a:lnTo>
                    <a:pt x="914399" y="484631"/>
                  </a:lnTo>
                  <a:lnTo>
                    <a:pt x="942593" y="485393"/>
                  </a:lnTo>
                  <a:lnTo>
                    <a:pt x="970787" y="484631"/>
                  </a:lnTo>
                  <a:close/>
                </a:path>
                <a:path w="970915" h="970914">
                  <a:moveTo>
                    <a:pt x="942593" y="485393"/>
                  </a:moveTo>
                  <a:lnTo>
                    <a:pt x="914399" y="484631"/>
                  </a:lnTo>
                  <a:lnTo>
                    <a:pt x="914349" y="485393"/>
                  </a:lnTo>
                  <a:lnTo>
                    <a:pt x="914399" y="486155"/>
                  </a:lnTo>
                  <a:lnTo>
                    <a:pt x="942593" y="485393"/>
                  </a:lnTo>
                  <a:close/>
                </a:path>
                <a:path w="970915" h="970914">
                  <a:moveTo>
                    <a:pt x="803147" y="853439"/>
                  </a:moveTo>
                  <a:lnTo>
                    <a:pt x="765047" y="809243"/>
                  </a:lnTo>
                  <a:lnTo>
                    <a:pt x="757427" y="816863"/>
                  </a:lnTo>
                  <a:lnTo>
                    <a:pt x="723899" y="841247"/>
                  </a:lnTo>
                  <a:lnTo>
                    <a:pt x="688847" y="862583"/>
                  </a:lnTo>
                  <a:lnTo>
                    <a:pt x="652271" y="880871"/>
                  </a:lnTo>
                  <a:lnTo>
                    <a:pt x="627887" y="890015"/>
                  </a:lnTo>
                  <a:lnTo>
                    <a:pt x="646175" y="943355"/>
                  </a:lnTo>
                  <a:lnTo>
                    <a:pt x="696467" y="923543"/>
                  </a:lnTo>
                  <a:lnTo>
                    <a:pt x="737615" y="900683"/>
                  </a:lnTo>
                  <a:lnTo>
                    <a:pt x="757427" y="886967"/>
                  </a:lnTo>
                  <a:lnTo>
                    <a:pt x="777239" y="874775"/>
                  </a:lnTo>
                  <a:lnTo>
                    <a:pt x="795527" y="859535"/>
                  </a:lnTo>
                  <a:lnTo>
                    <a:pt x="803147" y="853439"/>
                  </a:lnTo>
                  <a:close/>
                </a:path>
                <a:path w="970915" h="970914">
                  <a:moveTo>
                    <a:pt x="940307" y="656843"/>
                  </a:moveTo>
                  <a:lnTo>
                    <a:pt x="886967" y="635507"/>
                  </a:lnTo>
                  <a:lnTo>
                    <a:pt x="879347" y="652271"/>
                  </a:lnTo>
                  <a:lnTo>
                    <a:pt x="871727" y="672083"/>
                  </a:lnTo>
                  <a:lnTo>
                    <a:pt x="862583" y="690371"/>
                  </a:lnTo>
                  <a:lnTo>
                    <a:pt x="851915" y="708659"/>
                  </a:lnTo>
                  <a:lnTo>
                    <a:pt x="839723" y="725423"/>
                  </a:lnTo>
                  <a:lnTo>
                    <a:pt x="829055" y="742187"/>
                  </a:lnTo>
                  <a:lnTo>
                    <a:pt x="815339" y="758951"/>
                  </a:lnTo>
                  <a:lnTo>
                    <a:pt x="803147" y="772667"/>
                  </a:lnTo>
                  <a:lnTo>
                    <a:pt x="845819" y="810767"/>
                  </a:lnTo>
                  <a:lnTo>
                    <a:pt x="874775" y="775715"/>
                  </a:lnTo>
                  <a:lnTo>
                    <a:pt x="912875" y="716279"/>
                  </a:lnTo>
                  <a:lnTo>
                    <a:pt x="932687" y="673607"/>
                  </a:lnTo>
                  <a:lnTo>
                    <a:pt x="940307" y="656843"/>
                  </a:lnTo>
                  <a:close/>
                </a:path>
                <a:path w="970915" h="970914">
                  <a:moveTo>
                    <a:pt x="485369" y="914350"/>
                  </a:moveTo>
                  <a:lnTo>
                    <a:pt x="461771" y="912875"/>
                  </a:lnTo>
                  <a:lnTo>
                    <a:pt x="440435" y="911351"/>
                  </a:lnTo>
                  <a:lnTo>
                    <a:pt x="419099" y="908303"/>
                  </a:lnTo>
                  <a:lnTo>
                    <a:pt x="416051" y="908303"/>
                  </a:lnTo>
                  <a:lnTo>
                    <a:pt x="406907" y="964691"/>
                  </a:lnTo>
                  <a:lnTo>
                    <a:pt x="411479" y="966215"/>
                  </a:lnTo>
                  <a:lnTo>
                    <a:pt x="435863" y="969263"/>
                  </a:lnTo>
                  <a:lnTo>
                    <a:pt x="461771" y="970787"/>
                  </a:lnTo>
                  <a:lnTo>
                    <a:pt x="484631" y="970787"/>
                  </a:lnTo>
                  <a:lnTo>
                    <a:pt x="484631" y="914399"/>
                  </a:lnTo>
                  <a:lnTo>
                    <a:pt x="485369" y="914350"/>
                  </a:lnTo>
                  <a:close/>
                </a:path>
                <a:path w="970915" h="970914">
                  <a:moveTo>
                    <a:pt x="486155" y="914399"/>
                  </a:moveTo>
                  <a:lnTo>
                    <a:pt x="485369" y="914350"/>
                  </a:lnTo>
                  <a:lnTo>
                    <a:pt x="484631" y="914399"/>
                  </a:lnTo>
                  <a:lnTo>
                    <a:pt x="485393" y="942593"/>
                  </a:lnTo>
                  <a:lnTo>
                    <a:pt x="486155" y="914399"/>
                  </a:lnTo>
                  <a:close/>
                </a:path>
                <a:path w="970915" h="970914">
                  <a:moveTo>
                    <a:pt x="485393" y="942593"/>
                  </a:moveTo>
                  <a:lnTo>
                    <a:pt x="484631" y="914399"/>
                  </a:lnTo>
                  <a:lnTo>
                    <a:pt x="484631" y="970787"/>
                  </a:lnTo>
                  <a:lnTo>
                    <a:pt x="485393" y="942593"/>
                  </a:lnTo>
                  <a:close/>
                </a:path>
                <a:path w="970915" h="970914">
                  <a:moveTo>
                    <a:pt x="588263" y="960119"/>
                  </a:moveTo>
                  <a:lnTo>
                    <a:pt x="576071" y="903731"/>
                  </a:lnTo>
                  <a:lnTo>
                    <a:pt x="571499" y="905255"/>
                  </a:lnTo>
                  <a:lnTo>
                    <a:pt x="550163" y="909827"/>
                  </a:lnTo>
                  <a:lnTo>
                    <a:pt x="507491" y="912875"/>
                  </a:lnTo>
                  <a:lnTo>
                    <a:pt x="485369" y="914350"/>
                  </a:lnTo>
                  <a:lnTo>
                    <a:pt x="486155" y="914399"/>
                  </a:lnTo>
                  <a:lnTo>
                    <a:pt x="486155" y="970787"/>
                  </a:lnTo>
                  <a:lnTo>
                    <a:pt x="510539" y="970787"/>
                  </a:lnTo>
                  <a:lnTo>
                    <a:pt x="536447" y="969263"/>
                  </a:lnTo>
                  <a:lnTo>
                    <a:pt x="559307" y="964691"/>
                  </a:lnTo>
                  <a:lnTo>
                    <a:pt x="583691" y="961643"/>
                  </a:lnTo>
                  <a:lnTo>
                    <a:pt x="588263" y="960119"/>
                  </a:lnTo>
                  <a:close/>
                </a:path>
                <a:path w="970915" h="970914">
                  <a:moveTo>
                    <a:pt x="486155" y="970787"/>
                  </a:moveTo>
                  <a:lnTo>
                    <a:pt x="486155" y="914399"/>
                  </a:lnTo>
                  <a:lnTo>
                    <a:pt x="485393" y="942593"/>
                  </a:lnTo>
                  <a:lnTo>
                    <a:pt x="486155" y="970787"/>
                  </a:lnTo>
                  <a:close/>
                </a:path>
                <a:path w="970915" h="970914">
                  <a:moveTo>
                    <a:pt x="364235" y="896111"/>
                  </a:moveTo>
                  <a:lnTo>
                    <a:pt x="356615" y="894587"/>
                  </a:lnTo>
                  <a:lnTo>
                    <a:pt x="336803" y="888491"/>
                  </a:lnTo>
                  <a:lnTo>
                    <a:pt x="318515" y="879347"/>
                  </a:lnTo>
                  <a:lnTo>
                    <a:pt x="298703" y="871727"/>
                  </a:lnTo>
                  <a:lnTo>
                    <a:pt x="280415" y="862583"/>
                  </a:lnTo>
                  <a:lnTo>
                    <a:pt x="262127" y="851915"/>
                  </a:lnTo>
                  <a:lnTo>
                    <a:pt x="245363" y="839723"/>
                  </a:lnTo>
                  <a:lnTo>
                    <a:pt x="228599" y="829055"/>
                  </a:lnTo>
                  <a:lnTo>
                    <a:pt x="222503" y="822959"/>
                  </a:lnTo>
                  <a:lnTo>
                    <a:pt x="185927" y="868679"/>
                  </a:lnTo>
                  <a:lnTo>
                    <a:pt x="195071" y="874775"/>
                  </a:lnTo>
                  <a:lnTo>
                    <a:pt x="214883" y="888491"/>
                  </a:lnTo>
                  <a:lnTo>
                    <a:pt x="254507" y="912875"/>
                  </a:lnTo>
                  <a:lnTo>
                    <a:pt x="318515" y="941831"/>
                  </a:lnTo>
                  <a:lnTo>
                    <a:pt x="347471" y="950975"/>
                  </a:lnTo>
                  <a:lnTo>
                    <a:pt x="364235" y="896111"/>
                  </a:lnTo>
                  <a:close/>
                </a:path>
                <a:path w="970915" h="970914">
                  <a:moveTo>
                    <a:pt x="181355" y="787907"/>
                  </a:moveTo>
                  <a:lnTo>
                    <a:pt x="153923" y="757427"/>
                  </a:lnTo>
                  <a:lnTo>
                    <a:pt x="129539" y="723899"/>
                  </a:lnTo>
                  <a:lnTo>
                    <a:pt x="108203" y="688847"/>
                  </a:lnTo>
                  <a:lnTo>
                    <a:pt x="91439" y="655319"/>
                  </a:lnTo>
                  <a:lnTo>
                    <a:pt x="39623" y="678179"/>
                  </a:lnTo>
                  <a:lnTo>
                    <a:pt x="57911" y="717803"/>
                  </a:lnTo>
                  <a:lnTo>
                    <a:pt x="82295" y="757427"/>
                  </a:lnTo>
                  <a:lnTo>
                    <a:pt x="111251" y="795527"/>
                  </a:lnTo>
                  <a:lnTo>
                    <a:pt x="140207" y="827531"/>
                  </a:lnTo>
                  <a:lnTo>
                    <a:pt x="181355" y="787907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1312" y="0"/>
            <a:ext cx="5478145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5" dirty="0"/>
              <a:t>Example: </a:t>
            </a:r>
            <a:r>
              <a:rPr sz="4399" spc="-45" dirty="0"/>
              <a:t>Vacuum</a:t>
            </a:r>
            <a:r>
              <a:rPr sz="4399" spc="-40" dirty="0"/>
              <a:t> </a:t>
            </a:r>
            <a:r>
              <a:rPr sz="4399" spc="-10" dirty="0"/>
              <a:t>world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4971744" y="601370"/>
            <a:ext cx="3276599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1312" y="2277770"/>
            <a:ext cx="7555230" cy="46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buFont typeface="Courier New"/>
              <a:buChar char="•"/>
              <a:tabLst>
                <a:tab pos="355577" algn="l"/>
              </a:tabLst>
            </a:pPr>
            <a:r>
              <a:rPr sz="2400" spc="10" dirty="0">
                <a:solidFill>
                  <a:srgbClr val="CC0099"/>
                </a:solidFill>
                <a:latin typeface="Calibri"/>
                <a:cs typeface="Calibri"/>
              </a:rPr>
              <a:t>States</a:t>
            </a:r>
            <a:endParaRPr sz="2400" dirty="0">
              <a:latin typeface="Calibri"/>
              <a:cs typeface="Calibri"/>
            </a:endParaRPr>
          </a:p>
          <a:p>
            <a:pPr marL="756236" lvl="1" indent="-286367">
              <a:spcBef>
                <a:spcPts val="57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400" spc="-10" dirty="0">
                <a:latin typeface="Calibri"/>
                <a:cs typeface="Calibri"/>
              </a:rPr>
              <a:t>Agent location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dirt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</a:t>
            </a:r>
            <a:endParaRPr sz="2400" dirty="0">
              <a:latin typeface="Calibri"/>
              <a:cs typeface="Calibri"/>
            </a:endParaRPr>
          </a:p>
          <a:p>
            <a:pPr marL="756236" lvl="1" indent="-286367">
              <a:spcBef>
                <a:spcPts val="57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400" spc="-10" dirty="0">
                <a:latin typeface="Calibri"/>
                <a:cs typeface="Calibri"/>
              </a:rPr>
              <a:t>How </a:t>
            </a:r>
            <a:r>
              <a:rPr sz="2400" spc="-15" dirty="0">
                <a:latin typeface="Calibri"/>
                <a:cs typeface="Calibri"/>
              </a:rPr>
              <a:t>many </a:t>
            </a:r>
            <a:r>
              <a:rPr sz="2400" spc="-5" dirty="0">
                <a:latin typeface="Calibri"/>
                <a:cs typeface="Calibri"/>
              </a:rPr>
              <a:t>possible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states?</a:t>
            </a:r>
            <a:endParaRPr sz="2400" dirty="0">
              <a:latin typeface="Calibri"/>
              <a:cs typeface="Calibri"/>
            </a:endParaRPr>
          </a:p>
          <a:p>
            <a:pPr marL="756236" lvl="1" indent="-286367">
              <a:spcBef>
                <a:spcPts val="57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spc="-10" dirty="0">
                <a:latin typeface="Calibri"/>
                <a:cs typeface="Calibri"/>
              </a:rPr>
              <a:t>there are </a:t>
            </a:r>
            <a:r>
              <a:rPr sz="2400" i="1" dirty="0">
                <a:latin typeface="Calibri"/>
                <a:cs typeface="Calibri"/>
              </a:rPr>
              <a:t>n </a:t>
            </a:r>
            <a:r>
              <a:rPr sz="2400" spc="-5" dirty="0">
                <a:latin typeface="Calibri"/>
                <a:cs typeface="Calibri"/>
              </a:rPr>
              <a:t>possible </a:t>
            </a:r>
            <a:r>
              <a:rPr sz="2400" spc="-10" dirty="0">
                <a:latin typeface="Calibri"/>
                <a:cs typeface="Calibri"/>
              </a:rPr>
              <a:t>locations?</a:t>
            </a:r>
            <a:endParaRPr sz="2400" dirty="0">
              <a:latin typeface="Calibri"/>
              <a:cs typeface="Calibri"/>
            </a:endParaRPr>
          </a:p>
          <a:p>
            <a:pPr marL="1155625" marR="5079" lvl="2" indent="-228585">
              <a:spcBef>
                <a:spcPts val="505"/>
              </a:spcBef>
              <a:buFont typeface="Courier New"/>
              <a:buChar char="•"/>
              <a:tabLst>
                <a:tab pos="1155625" algn="l"/>
              </a:tabLst>
            </a:pP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size </a:t>
            </a:r>
            <a:r>
              <a:rPr sz="2000" dirty="0">
                <a:latin typeface="Calibri"/>
                <a:cs typeface="Calibri"/>
              </a:rPr>
              <a:t>of the </a:t>
            </a:r>
            <a:r>
              <a:rPr sz="2000" spc="-25" dirty="0">
                <a:latin typeface="Calibri"/>
                <a:cs typeface="Calibri"/>
              </a:rPr>
              <a:t>state </a:t>
            </a:r>
            <a:r>
              <a:rPr sz="2000" dirty="0">
                <a:latin typeface="Calibri"/>
                <a:cs typeface="Calibri"/>
              </a:rPr>
              <a:t>space </a:t>
            </a:r>
            <a:r>
              <a:rPr sz="2000" spc="-15" dirty="0">
                <a:latin typeface="Calibri"/>
                <a:cs typeface="Calibri"/>
              </a:rPr>
              <a:t>grows </a:t>
            </a:r>
            <a:r>
              <a:rPr sz="2000" spc="-5" dirty="0">
                <a:latin typeface="Calibri"/>
                <a:cs typeface="Calibri"/>
              </a:rPr>
              <a:t>exponentially with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20" dirty="0">
                <a:latin typeface="Calibri"/>
                <a:cs typeface="Calibri"/>
              </a:rPr>
              <a:t>“size”  </a:t>
            </a:r>
            <a:r>
              <a:rPr sz="2000" dirty="0">
                <a:latin typeface="Calibri"/>
                <a:cs typeface="Calibri"/>
              </a:rPr>
              <a:t>of the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world!</a:t>
            </a:r>
            <a:endParaRPr sz="2000" dirty="0">
              <a:latin typeface="Calibri"/>
              <a:cs typeface="Calibri"/>
            </a:endParaRPr>
          </a:p>
          <a:p>
            <a:pPr marL="355577" indent="-342878">
              <a:spcBef>
                <a:spcPts val="545"/>
              </a:spcBef>
              <a:buFont typeface="Courier New"/>
              <a:buChar char="•"/>
              <a:tabLst>
                <a:tab pos="355577" algn="l"/>
              </a:tabLst>
            </a:pPr>
            <a:r>
              <a:rPr sz="2400" spc="20" dirty="0">
                <a:solidFill>
                  <a:srgbClr val="CC0099"/>
                </a:solidFill>
                <a:latin typeface="Calibri"/>
                <a:cs typeface="Calibri"/>
              </a:rPr>
              <a:t>Actions</a:t>
            </a:r>
            <a:endParaRPr sz="2400" dirty="0">
              <a:latin typeface="Calibri"/>
              <a:cs typeface="Calibri"/>
            </a:endParaRPr>
          </a:p>
          <a:p>
            <a:pPr marL="756236" lvl="1" indent="-286367">
              <a:spcBef>
                <a:spcPts val="575"/>
              </a:spcBef>
              <a:buFont typeface="Courier New"/>
              <a:buChar char="–"/>
              <a:tabLst>
                <a:tab pos="756871" algn="l"/>
              </a:tabLst>
            </a:pPr>
            <a:r>
              <a:rPr sz="2400" spc="-5" dirty="0">
                <a:latin typeface="Calibri"/>
                <a:cs typeface="Calibri"/>
              </a:rPr>
              <a:t>Left, </a:t>
            </a:r>
            <a:r>
              <a:rPr sz="2400" spc="-10" dirty="0">
                <a:latin typeface="Calibri"/>
                <a:cs typeface="Calibri"/>
              </a:rPr>
              <a:t>right,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suck</a:t>
            </a:r>
            <a:endParaRPr sz="2400" dirty="0">
              <a:latin typeface="Calibri"/>
              <a:cs typeface="Calibri"/>
            </a:endParaRPr>
          </a:p>
          <a:p>
            <a:pPr marL="355577" indent="-342878">
              <a:spcBef>
                <a:spcPts val="575"/>
              </a:spcBef>
              <a:buFont typeface="Courier New"/>
              <a:buChar char="•"/>
              <a:tabLst>
                <a:tab pos="355577" algn="l"/>
              </a:tabLst>
            </a:pPr>
            <a:r>
              <a:rPr sz="2400" spc="5" dirty="0">
                <a:solidFill>
                  <a:srgbClr val="CC0099"/>
                </a:solidFill>
                <a:latin typeface="Calibri"/>
                <a:cs typeface="Calibri"/>
              </a:rPr>
              <a:t>Transition</a:t>
            </a:r>
            <a:r>
              <a:rPr sz="2400" spc="-9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400" spc="25" dirty="0">
                <a:solidFill>
                  <a:srgbClr val="CC0099"/>
                </a:solidFill>
                <a:latin typeface="Calibri"/>
                <a:cs typeface="Calibri"/>
              </a:rPr>
              <a:t>model</a:t>
            </a:r>
            <a:endParaRPr lang="en-US" sz="2400" spc="25" dirty="0">
              <a:solidFill>
                <a:srgbClr val="CC0099"/>
              </a:solidFill>
              <a:latin typeface="Calibri"/>
              <a:cs typeface="Calibri"/>
            </a:endParaRPr>
          </a:p>
          <a:p>
            <a:pPr marL="355577" indent="-342878">
              <a:spcBef>
                <a:spcPts val="575"/>
              </a:spcBef>
              <a:buFont typeface="Courier New"/>
              <a:buChar char="•"/>
              <a:tabLst>
                <a:tab pos="355577" algn="l"/>
              </a:tabLst>
            </a:pPr>
            <a:r>
              <a:rPr lang="en-US" sz="2400" spc="5" dirty="0">
                <a:solidFill>
                  <a:srgbClr val="CC0099"/>
                </a:solidFill>
                <a:latin typeface="Calibri"/>
                <a:cs typeface="Calibri"/>
              </a:rPr>
              <a:t>Goal states</a:t>
            </a:r>
          </a:p>
          <a:p>
            <a:pPr marL="355577" indent="-342878">
              <a:spcBef>
                <a:spcPts val="575"/>
              </a:spcBef>
              <a:buFont typeface="Courier New"/>
              <a:buChar char="•"/>
              <a:tabLst>
                <a:tab pos="355577" algn="l"/>
              </a:tabLst>
            </a:pPr>
            <a:r>
              <a:rPr lang="en-US" sz="2400" spc="5" dirty="0">
                <a:solidFill>
                  <a:srgbClr val="CC0099"/>
                </a:solidFill>
                <a:latin typeface="Calibri"/>
                <a:cs typeface="Calibri"/>
              </a:rPr>
              <a:t>Action cost:</a:t>
            </a:r>
            <a:endParaRPr sz="2400" spc="5" dirty="0">
              <a:solidFill>
                <a:srgbClr val="CC0099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7353" y="583184"/>
            <a:ext cx="669226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45" dirty="0"/>
              <a:t>Vacuum </a:t>
            </a:r>
            <a:r>
              <a:rPr spc="-15" dirty="0"/>
              <a:t>world </a:t>
            </a:r>
            <a:r>
              <a:rPr spc="-40" dirty="0"/>
              <a:t>state </a:t>
            </a:r>
            <a:r>
              <a:rPr spc="-5" dirty="0"/>
              <a:t>space</a:t>
            </a:r>
            <a:r>
              <a:rPr spc="20" dirty="0"/>
              <a:t> </a:t>
            </a:r>
            <a:r>
              <a:rPr spc="-20" dirty="0"/>
              <a:t>graph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32F24-E2B1-0136-CFEC-4E7B8B67D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782" y="1871980"/>
            <a:ext cx="10551860" cy="51000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5442" y="255448"/>
            <a:ext cx="508254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5" dirty="0"/>
              <a:t>Example: </a:t>
            </a:r>
            <a:r>
              <a:rPr sz="4399" dirty="0"/>
              <a:t>The</a:t>
            </a:r>
            <a:r>
              <a:rPr sz="4399" spc="-30" dirty="0"/>
              <a:t> </a:t>
            </a:r>
            <a:r>
              <a:rPr sz="4399" spc="-5" dirty="0"/>
              <a:t>8-puzzle</a:t>
            </a:r>
            <a:endParaRPr sz="4399" dirty="0"/>
          </a:p>
        </p:txBody>
      </p:sp>
      <p:sp>
        <p:nvSpPr>
          <p:cNvPr id="3" name="object 3"/>
          <p:cNvSpPr txBox="1"/>
          <p:nvPr/>
        </p:nvSpPr>
        <p:spPr>
          <a:xfrm>
            <a:off x="544512" y="1130089"/>
            <a:ext cx="5886450" cy="5296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buFont typeface="Courier New"/>
              <a:buChar char="•"/>
              <a:tabLst>
                <a:tab pos="355577" algn="l"/>
              </a:tabLst>
            </a:pPr>
            <a:r>
              <a:rPr sz="3100" spc="10" dirty="0">
                <a:solidFill>
                  <a:srgbClr val="CC0099"/>
                </a:solidFill>
                <a:latin typeface="Calibri"/>
                <a:cs typeface="Calibri"/>
              </a:rPr>
              <a:t>States</a:t>
            </a:r>
            <a:endParaRPr sz="3100" dirty="0">
              <a:latin typeface="Calibri"/>
              <a:cs typeface="Calibri"/>
            </a:endParaRPr>
          </a:p>
          <a:p>
            <a:pPr marL="756236" lvl="1" indent="-286367">
              <a:spcBef>
                <a:spcPts val="1390"/>
              </a:spcBef>
              <a:buFont typeface="Courier New"/>
              <a:buChar char="–"/>
              <a:tabLst>
                <a:tab pos="756871" algn="l"/>
              </a:tabLst>
            </a:pPr>
            <a:r>
              <a:rPr sz="2800" spc="-10" dirty="0">
                <a:latin typeface="Calibri"/>
                <a:cs typeface="Calibri"/>
              </a:rPr>
              <a:t>Locations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tiles</a:t>
            </a:r>
            <a:endParaRPr sz="2800" dirty="0">
              <a:latin typeface="Calibri"/>
              <a:cs typeface="Calibri"/>
            </a:endParaRPr>
          </a:p>
          <a:p>
            <a:pPr marL="927040">
              <a:spcBef>
                <a:spcPts val="1210"/>
              </a:spcBef>
            </a:pPr>
            <a:r>
              <a:rPr sz="2400" spc="-600" dirty="0">
                <a:latin typeface="Courier New"/>
                <a:cs typeface="Courier New"/>
              </a:rPr>
              <a:t>• </a:t>
            </a:r>
            <a:r>
              <a:rPr sz="2400" spc="-5" dirty="0">
                <a:latin typeface="Calibri"/>
                <a:cs typeface="Calibri"/>
              </a:rPr>
              <a:t>8-puzzle: 181,440 </a:t>
            </a:r>
            <a:r>
              <a:rPr sz="2400" spc="-20" dirty="0">
                <a:latin typeface="Calibri"/>
                <a:cs typeface="Calibri"/>
              </a:rPr>
              <a:t>states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(9!/2)</a:t>
            </a:r>
            <a:endParaRPr sz="2400" dirty="0">
              <a:latin typeface="Calibri"/>
              <a:cs typeface="Calibri"/>
            </a:endParaRPr>
          </a:p>
          <a:p>
            <a:pPr marL="1155625" lvl="2" indent="-228585">
              <a:spcBef>
                <a:spcPts val="1145"/>
              </a:spcBef>
              <a:buFont typeface="Courier New"/>
              <a:buChar char="•"/>
              <a:tabLst>
                <a:tab pos="1155625" algn="l"/>
              </a:tabLst>
            </a:pPr>
            <a:r>
              <a:rPr sz="2400" spc="-5" dirty="0">
                <a:latin typeface="Calibri"/>
                <a:cs typeface="Calibri"/>
              </a:rPr>
              <a:t>15-puzzle: ~10 trillion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states</a:t>
            </a:r>
            <a:endParaRPr sz="2400" dirty="0">
              <a:latin typeface="Calibri"/>
              <a:cs typeface="Calibri"/>
            </a:endParaRPr>
          </a:p>
          <a:p>
            <a:pPr marL="1155625" lvl="2" indent="-228585">
              <a:spcBef>
                <a:spcPts val="1145"/>
              </a:spcBef>
              <a:buFont typeface="Courier New"/>
              <a:buChar char="•"/>
              <a:tabLst>
                <a:tab pos="1155625" algn="l"/>
              </a:tabLst>
            </a:pPr>
            <a:r>
              <a:rPr sz="2400" spc="-5" dirty="0">
                <a:latin typeface="Calibri"/>
                <a:cs typeface="Calibri"/>
              </a:rPr>
              <a:t>24-puzzle: ~10</a:t>
            </a:r>
            <a:r>
              <a:rPr sz="2400" spc="-7" baseline="24305" dirty="0">
                <a:latin typeface="Calibri"/>
                <a:cs typeface="Calibri"/>
              </a:rPr>
              <a:t>25</a:t>
            </a:r>
            <a:r>
              <a:rPr sz="2400" spc="217" baseline="243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states</a:t>
            </a:r>
            <a:endParaRPr sz="2400" dirty="0">
              <a:latin typeface="Calibri"/>
              <a:cs typeface="Calibri"/>
            </a:endParaRPr>
          </a:p>
          <a:p>
            <a:pPr marL="355577" indent="-342878">
              <a:spcBef>
                <a:spcPts val="1370"/>
              </a:spcBef>
              <a:buFont typeface="Courier New"/>
              <a:buChar char="•"/>
              <a:tabLst>
                <a:tab pos="355577" algn="l"/>
              </a:tabLst>
            </a:pPr>
            <a:r>
              <a:rPr sz="3100" spc="25" dirty="0">
                <a:solidFill>
                  <a:srgbClr val="CC0099"/>
                </a:solidFill>
                <a:latin typeface="Calibri"/>
                <a:cs typeface="Calibri"/>
              </a:rPr>
              <a:t>Actions</a:t>
            </a:r>
            <a:endParaRPr sz="3100" dirty="0">
              <a:latin typeface="Calibri"/>
              <a:cs typeface="Calibri"/>
            </a:endParaRPr>
          </a:p>
          <a:p>
            <a:pPr marL="756236" lvl="1" indent="-286367">
              <a:spcBef>
                <a:spcPts val="1485"/>
              </a:spcBef>
              <a:buFont typeface="Courier New"/>
              <a:buChar char="–"/>
              <a:tabLst>
                <a:tab pos="756871" algn="l"/>
              </a:tabLst>
            </a:pPr>
            <a:r>
              <a:rPr sz="3100" spc="-20" dirty="0">
                <a:latin typeface="Calibri"/>
                <a:cs typeface="Calibri"/>
              </a:rPr>
              <a:t>Move </a:t>
            </a:r>
            <a:r>
              <a:rPr sz="3100" spc="-5" dirty="0">
                <a:latin typeface="Calibri"/>
                <a:cs typeface="Calibri"/>
              </a:rPr>
              <a:t>blank </a:t>
            </a:r>
            <a:r>
              <a:rPr sz="3100" spc="-15" dirty="0">
                <a:latin typeface="Calibri"/>
                <a:cs typeface="Calibri"/>
              </a:rPr>
              <a:t>left, </a:t>
            </a:r>
            <a:r>
              <a:rPr sz="3100" spc="-10" dirty="0">
                <a:latin typeface="Calibri"/>
                <a:cs typeface="Calibri"/>
              </a:rPr>
              <a:t>right, </a:t>
            </a:r>
            <a:r>
              <a:rPr sz="3100" spc="-5" dirty="0">
                <a:latin typeface="Calibri"/>
                <a:cs typeface="Calibri"/>
              </a:rPr>
              <a:t>up,</a:t>
            </a:r>
            <a:r>
              <a:rPr sz="3100" spc="3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down</a:t>
            </a:r>
            <a:endParaRPr sz="3100" dirty="0">
              <a:latin typeface="Calibri"/>
              <a:cs typeface="Calibri"/>
            </a:endParaRPr>
          </a:p>
          <a:p>
            <a:pPr marL="355577" indent="-342878">
              <a:spcBef>
                <a:spcPts val="148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100" spc="10" dirty="0">
                <a:solidFill>
                  <a:srgbClr val="CC0099"/>
                </a:solidFill>
                <a:latin typeface="Calibri"/>
                <a:cs typeface="Calibri"/>
              </a:rPr>
              <a:t>Path</a:t>
            </a:r>
            <a:r>
              <a:rPr sz="3100" spc="-7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CC0099"/>
                </a:solidFill>
                <a:latin typeface="Calibri"/>
                <a:cs typeface="Calibri"/>
              </a:rPr>
              <a:t>cost</a:t>
            </a:r>
            <a:endParaRPr sz="3100" dirty="0">
              <a:latin typeface="Calibri"/>
              <a:cs typeface="Calibri"/>
            </a:endParaRPr>
          </a:p>
          <a:p>
            <a:pPr marL="756236" lvl="1" indent="-286367">
              <a:spcBef>
                <a:spcPts val="1485"/>
              </a:spcBef>
              <a:buFont typeface="Courier New"/>
              <a:buChar char="–"/>
              <a:tabLst>
                <a:tab pos="756871" algn="l"/>
              </a:tabLst>
            </a:pPr>
            <a:r>
              <a:rPr sz="3100" dirty="0">
                <a:latin typeface="Calibri"/>
                <a:cs typeface="Calibri"/>
              </a:rPr>
              <a:t>1 </a:t>
            </a:r>
            <a:r>
              <a:rPr sz="3100" spc="-5" dirty="0">
                <a:latin typeface="Calibri"/>
                <a:cs typeface="Calibri"/>
              </a:rPr>
              <a:t>per</a:t>
            </a:r>
            <a:r>
              <a:rPr sz="3100" spc="-110" dirty="0">
                <a:latin typeface="Calibri"/>
                <a:cs typeface="Calibri"/>
              </a:rPr>
              <a:t> </a:t>
            </a:r>
            <a:r>
              <a:rPr sz="3100" spc="-20" dirty="0">
                <a:latin typeface="Calibri"/>
                <a:cs typeface="Calibri"/>
              </a:rPr>
              <a:t>move</a:t>
            </a:r>
            <a:endParaRPr sz="31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3671" y="1796797"/>
            <a:ext cx="2153411" cy="21625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68683" y="4158998"/>
            <a:ext cx="2154935" cy="21625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9112" y="196851"/>
            <a:ext cx="6852284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5" dirty="0"/>
              <a:t>State-Space problem</a:t>
            </a:r>
            <a:r>
              <a:rPr spc="-90" dirty="0"/>
              <a:t> </a:t>
            </a:r>
            <a:r>
              <a:rPr spc="-15" dirty="0"/>
              <a:t>formulation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179498" y="806452"/>
            <a:ext cx="2694431" cy="2209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9712" y="777159"/>
            <a:ext cx="8939786" cy="4909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buClr>
                <a:srgbClr val="000000"/>
              </a:buClr>
              <a:buFont typeface="Courier New"/>
              <a:buChar char="•"/>
              <a:tabLst>
                <a:tab pos="355577" algn="l"/>
              </a:tabLst>
            </a:pPr>
            <a:r>
              <a:rPr sz="3600" u="heavy" spc="-25" dirty="0">
                <a:solidFill>
                  <a:srgbClr val="CC0099"/>
                </a:solidFill>
                <a:latin typeface="Calibri"/>
                <a:cs typeface="Calibri"/>
              </a:rPr>
              <a:t>states?</a:t>
            </a:r>
            <a:endParaRPr sz="3600" dirty="0">
              <a:latin typeface="Calibri"/>
              <a:cs typeface="Calibri"/>
            </a:endParaRPr>
          </a:p>
          <a:p>
            <a:pPr marL="870557" lvl="1">
              <a:spcBef>
                <a:spcPts val="295"/>
              </a:spcBef>
            </a:pPr>
            <a:r>
              <a:rPr lang="en-US" sz="2800" spc="-10" dirty="0">
                <a:latin typeface="Calibri"/>
                <a:cs typeface="Calibri"/>
              </a:rPr>
              <a:t>-</a:t>
            </a:r>
            <a:r>
              <a:rPr lang="en-US" sz="2800" spc="-5" dirty="0">
                <a:latin typeface="Calibri"/>
                <a:cs typeface="Calibri"/>
              </a:rPr>
              <a:t>-</a:t>
            </a:r>
            <a:r>
              <a:rPr lang="en-US" sz="2800" i="1" spc="-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arrangements </a:t>
            </a:r>
            <a:r>
              <a:rPr lang="en-US" sz="2800" dirty="0">
                <a:latin typeface="Calibri"/>
                <a:cs typeface="Calibri"/>
              </a:rPr>
              <a:t>of n&lt;=8 queens</a:t>
            </a:r>
            <a:r>
              <a:rPr lang="en-US" sz="2800" spc="-5" dirty="0">
                <a:latin typeface="Calibri"/>
                <a:cs typeface="Calibri"/>
              </a:rPr>
              <a:t>, </a:t>
            </a:r>
            <a:r>
              <a:rPr lang="en-US" sz="2800" dirty="0">
                <a:latin typeface="Calibri"/>
                <a:cs typeface="Calibri"/>
              </a:rPr>
              <a:t>such </a:t>
            </a:r>
            <a:r>
              <a:rPr lang="en-US" sz="2800" spc="-5" dirty="0">
                <a:latin typeface="Calibri"/>
                <a:cs typeface="Calibri"/>
              </a:rPr>
              <a:t>that </a:t>
            </a:r>
            <a:r>
              <a:rPr lang="en-US" sz="2800" dirty="0">
                <a:latin typeface="Calibri"/>
                <a:cs typeface="Calibri"/>
              </a:rPr>
              <a:t>no queen  </a:t>
            </a:r>
            <a:r>
              <a:rPr lang="en-US" sz="2800" spc="-15" dirty="0">
                <a:latin typeface="Calibri"/>
                <a:cs typeface="Calibri"/>
              </a:rPr>
              <a:t>attacks </a:t>
            </a:r>
            <a:r>
              <a:rPr lang="en-US" sz="2800" spc="-10" dirty="0">
                <a:latin typeface="Calibri"/>
                <a:cs typeface="Calibri"/>
              </a:rPr>
              <a:t>any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spc="-35" dirty="0">
                <a:latin typeface="Calibri"/>
                <a:cs typeface="Calibri"/>
              </a:rPr>
              <a:t>other.</a:t>
            </a:r>
            <a:endParaRPr lang="en-US" sz="2800" dirty="0">
              <a:latin typeface="Calibri"/>
              <a:cs typeface="Calibri"/>
            </a:endParaRPr>
          </a:p>
          <a:p>
            <a:pPr marL="355577" indent="-342878">
              <a:spcBef>
                <a:spcPts val="280"/>
              </a:spcBef>
              <a:buClr>
                <a:srgbClr val="000000"/>
              </a:buClr>
              <a:buFont typeface="Courier New"/>
              <a:buChar char="•"/>
              <a:tabLst>
                <a:tab pos="355577" algn="l"/>
              </a:tabLst>
            </a:pPr>
            <a:r>
              <a:rPr sz="3600" u="heavy" spc="-10" dirty="0">
                <a:solidFill>
                  <a:srgbClr val="CC0099"/>
                </a:solidFill>
                <a:latin typeface="Calibri"/>
                <a:cs typeface="Calibri"/>
              </a:rPr>
              <a:t>initial </a:t>
            </a:r>
            <a:r>
              <a:rPr sz="3600" u="heavy" spc="-25" dirty="0">
                <a:solidFill>
                  <a:srgbClr val="CC0099"/>
                </a:solidFill>
                <a:latin typeface="Calibri"/>
                <a:cs typeface="Calibri"/>
              </a:rPr>
              <a:t>state? </a:t>
            </a:r>
            <a:r>
              <a:rPr sz="2800" dirty="0">
                <a:latin typeface="Calibri"/>
                <a:cs typeface="Calibri"/>
              </a:rPr>
              <a:t>no queens on 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board</a:t>
            </a:r>
            <a:endParaRPr sz="2800" dirty="0">
              <a:latin typeface="Calibri"/>
              <a:cs typeface="Calibri"/>
            </a:endParaRPr>
          </a:p>
          <a:p>
            <a:pPr marL="355577" indent="-342878">
              <a:spcBef>
                <a:spcPts val="335"/>
              </a:spcBef>
              <a:buClr>
                <a:srgbClr val="000000"/>
              </a:buClr>
              <a:buFont typeface="Courier New"/>
              <a:buChar char="•"/>
              <a:tabLst>
                <a:tab pos="355577" algn="l"/>
              </a:tabLst>
            </a:pPr>
            <a:r>
              <a:rPr sz="3600" u="heavy" spc="-5" dirty="0">
                <a:solidFill>
                  <a:srgbClr val="CC0099"/>
                </a:solidFill>
                <a:latin typeface="Calibri"/>
                <a:cs typeface="Calibri"/>
              </a:rPr>
              <a:t>actions?</a:t>
            </a:r>
            <a:endParaRPr sz="3600" dirty="0">
              <a:latin typeface="Calibri"/>
              <a:cs typeface="Calibri"/>
            </a:endParaRPr>
          </a:p>
          <a:p>
            <a:pPr marL="812142" lvl="1">
              <a:spcBef>
                <a:spcPts val="295"/>
              </a:spcBef>
            </a:pPr>
            <a:r>
              <a:rPr dirty="0">
                <a:latin typeface="Maiandra GD"/>
                <a:cs typeface="Maiandra GD"/>
              </a:rPr>
              <a:t>-</a:t>
            </a:r>
            <a:r>
              <a:rPr sz="2800" dirty="0">
                <a:latin typeface="Calibri"/>
                <a:cs typeface="Calibri"/>
              </a:rPr>
              <a:t>add queen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any </a:t>
            </a:r>
            <a:r>
              <a:rPr sz="2800" spc="-5" dirty="0">
                <a:latin typeface="Calibri"/>
                <a:cs typeface="Calibri"/>
              </a:rPr>
              <a:t>empty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square</a:t>
            </a:r>
            <a:endParaRPr sz="2800" dirty="0">
              <a:latin typeface="Calibri"/>
              <a:cs typeface="Calibri"/>
            </a:endParaRPr>
          </a:p>
          <a:p>
            <a:pPr marL="812142" marR="5079" lvl="1" indent="54606">
              <a:lnSpc>
                <a:spcPts val="2160"/>
              </a:lnSpc>
              <a:spcBef>
                <a:spcPts val="509"/>
              </a:spcBef>
            </a:pPr>
            <a:r>
              <a:rPr sz="2800" spc="-5" dirty="0">
                <a:latin typeface="Calibri"/>
                <a:cs typeface="Calibri"/>
              </a:rPr>
              <a:t>-</a:t>
            </a:r>
            <a:r>
              <a:rPr sz="2800" i="1" spc="-5" dirty="0">
                <a:latin typeface="Calibri"/>
                <a:cs typeface="Calibri"/>
              </a:rPr>
              <a:t>or </a:t>
            </a:r>
            <a:r>
              <a:rPr sz="2800" dirty="0">
                <a:latin typeface="Calibri"/>
                <a:cs typeface="Calibri"/>
              </a:rPr>
              <a:t>add queen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leftmost </a:t>
            </a:r>
            <a:r>
              <a:rPr sz="2800" spc="-5" dirty="0">
                <a:latin typeface="Calibri"/>
                <a:cs typeface="Calibri"/>
              </a:rPr>
              <a:t>empty square </a:t>
            </a:r>
            <a:r>
              <a:rPr sz="2800" dirty="0">
                <a:latin typeface="Calibri"/>
                <a:cs typeface="Calibri"/>
              </a:rPr>
              <a:t>such </a:t>
            </a:r>
            <a:r>
              <a:rPr sz="2800" spc="-5" dirty="0">
                <a:latin typeface="Calibri"/>
                <a:cs typeface="Calibri"/>
              </a:rPr>
              <a:t>that it is </a:t>
            </a:r>
            <a:r>
              <a:rPr sz="2800" dirty="0">
                <a:latin typeface="Calibri"/>
                <a:cs typeface="Calibri"/>
              </a:rPr>
              <a:t>not </a:t>
            </a:r>
            <a:r>
              <a:rPr sz="2800" spc="-20" dirty="0">
                <a:latin typeface="Calibri"/>
                <a:cs typeface="Calibri"/>
              </a:rPr>
              <a:t>attacked </a:t>
            </a:r>
            <a:r>
              <a:rPr sz="2800" spc="-5" dirty="0">
                <a:latin typeface="Calibri"/>
                <a:cs typeface="Calibri"/>
              </a:rPr>
              <a:t>by  other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queens.</a:t>
            </a:r>
            <a:endParaRPr sz="2800" dirty="0">
              <a:latin typeface="Calibri"/>
              <a:cs typeface="Calibri"/>
            </a:endParaRPr>
          </a:p>
          <a:p>
            <a:pPr marL="355577" indent="-342878">
              <a:spcBef>
                <a:spcPts val="245"/>
              </a:spcBef>
              <a:buClr>
                <a:srgbClr val="000000"/>
              </a:buClr>
              <a:buFont typeface="Courier New"/>
              <a:buChar char="•"/>
              <a:tabLst>
                <a:tab pos="355577" algn="l"/>
              </a:tabLst>
            </a:pPr>
            <a:r>
              <a:rPr sz="3600" u="heavy" spc="-10" dirty="0">
                <a:solidFill>
                  <a:srgbClr val="CC0099"/>
                </a:solidFill>
                <a:latin typeface="Calibri"/>
                <a:cs typeface="Calibri"/>
              </a:rPr>
              <a:t>goal </a:t>
            </a:r>
            <a:r>
              <a:rPr sz="3600" u="heavy" spc="-20" dirty="0">
                <a:solidFill>
                  <a:srgbClr val="CC0099"/>
                </a:solidFill>
                <a:latin typeface="Calibri"/>
                <a:cs typeface="Calibri"/>
              </a:rPr>
              <a:t>test? </a:t>
            </a:r>
            <a:r>
              <a:rPr sz="2800" spc="5" dirty="0">
                <a:latin typeface="Calibri"/>
                <a:cs typeface="Calibri"/>
              </a:rPr>
              <a:t>8 </a:t>
            </a:r>
            <a:r>
              <a:rPr sz="2800" dirty="0">
                <a:latin typeface="Calibri"/>
                <a:cs typeface="Calibri"/>
              </a:rPr>
              <a:t>queens on the </a:t>
            </a:r>
            <a:r>
              <a:rPr sz="2800" spc="-5" dirty="0">
                <a:latin typeface="Calibri"/>
                <a:cs typeface="Calibri"/>
              </a:rPr>
              <a:t>board, </a:t>
            </a:r>
            <a:r>
              <a:rPr sz="2800" dirty="0">
                <a:latin typeface="Calibri"/>
                <a:cs typeface="Calibri"/>
              </a:rPr>
              <a:t>none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attacked.</a:t>
            </a:r>
            <a:endParaRPr sz="2800" dirty="0">
              <a:latin typeface="Calibri"/>
              <a:cs typeface="Calibri"/>
            </a:endParaRPr>
          </a:p>
          <a:p>
            <a:pPr marL="355577" indent="-342878">
              <a:spcBef>
                <a:spcPts val="334"/>
              </a:spcBef>
              <a:buClr>
                <a:srgbClr val="000000"/>
              </a:buClr>
              <a:buFont typeface="Courier New"/>
              <a:buChar char="•"/>
              <a:tabLst>
                <a:tab pos="355577" algn="l"/>
              </a:tabLst>
            </a:pPr>
            <a:r>
              <a:rPr sz="3600" u="heavy" spc="-15" dirty="0">
                <a:solidFill>
                  <a:srgbClr val="CC0099"/>
                </a:solidFill>
                <a:latin typeface="Calibri"/>
                <a:cs typeface="Calibri"/>
              </a:rPr>
              <a:t>path cost? </a:t>
            </a:r>
            <a:r>
              <a:rPr sz="2800" spc="5" dirty="0">
                <a:latin typeface="Calibri"/>
                <a:cs typeface="Calibri"/>
              </a:rPr>
              <a:t>1 </a:t>
            </a:r>
            <a:r>
              <a:rPr sz="2800" spc="-5" dirty="0">
                <a:latin typeface="Calibri"/>
                <a:cs typeface="Calibri"/>
              </a:rPr>
              <a:t>per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move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6BC140-EB55-5C40-CFEA-ED1371EB5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890" y="4271477"/>
            <a:ext cx="3084823" cy="28294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0925" y="823468"/>
            <a:ext cx="744728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5" dirty="0"/>
              <a:t>Example: Robot </a:t>
            </a:r>
            <a:r>
              <a:rPr sz="4399" dirty="0"/>
              <a:t>motion</a:t>
            </a:r>
            <a:r>
              <a:rPr sz="4399" spc="-45" dirty="0"/>
              <a:t> </a:t>
            </a:r>
            <a:r>
              <a:rPr sz="4399" dirty="0"/>
              <a:t>planning</a:t>
            </a:r>
            <a:endParaRPr sz="4399"/>
          </a:p>
        </p:txBody>
      </p:sp>
      <p:sp>
        <p:nvSpPr>
          <p:cNvPr id="3" name="object 3"/>
          <p:cNvSpPr txBox="1"/>
          <p:nvPr/>
        </p:nvSpPr>
        <p:spPr>
          <a:xfrm>
            <a:off x="2680030" y="4083303"/>
            <a:ext cx="6741795" cy="2705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lnSpc>
                <a:spcPts val="2990"/>
              </a:lnSpc>
              <a:buFont typeface="Courier New"/>
              <a:buChar char="•"/>
              <a:tabLst>
                <a:tab pos="355577" algn="l"/>
              </a:tabLst>
            </a:pPr>
            <a:r>
              <a:rPr sz="2600" spc="10" dirty="0">
                <a:solidFill>
                  <a:srgbClr val="CC0099"/>
                </a:solidFill>
                <a:latin typeface="Calibri"/>
                <a:cs typeface="Calibri"/>
              </a:rPr>
              <a:t>States</a:t>
            </a:r>
            <a:endParaRPr sz="2600">
              <a:latin typeface="Calibri"/>
              <a:cs typeface="Calibri"/>
            </a:endParaRPr>
          </a:p>
          <a:p>
            <a:pPr marL="756236" lvl="1" indent="-286367">
              <a:lnSpc>
                <a:spcPts val="2350"/>
              </a:lnSpc>
              <a:buFont typeface="Courier New"/>
              <a:buChar char="–"/>
              <a:tabLst>
                <a:tab pos="756871" algn="l"/>
              </a:tabLst>
            </a:pPr>
            <a:r>
              <a:rPr sz="2200" spc="-15" dirty="0">
                <a:latin typeface="Calibri"/>
                <a:cs typeface="Calibri"/>
              </a:rPr>
              <a:t>Real-valued </a:t>
            </a:r>
            <a:r>
              <a:rPr sz="2200" spc="-10" dirty="0">
                <a:latin typeface="Calibri"/>
                <a:cs typeface="Calibri"/>
              </a:rPr>
              <a:t>joint </a:t>
            </a:r>
            <a:r>
              <a:rPr sz="2200" spc="-15" dirty="0">
                <a:latin typeface="Calibri"/>
                <a:cs typeface="Calibri"/>
              </a:rPr>
              <a:t>parameters </a:t>
            </a:r>
            <a:r>
              <a:rPr sz="2200" spc="-5" dirty="0">
                <a:latin typeface="Calibri"/>
                <a:cs typeface="Calibri"/>
              </a:rPr>
              <a:t>(angles,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displacements)</a:t>
            </a:r>
            <a:endParaRPr sz="2200">
              <a:latin typeface="Calibri"/>
              <a:cs typeface="Calibri"/>
            </a:endParaRPr>
          </a:p>
          <a:p>
            <a:pPr marL="355577" indent="-342878">
              <a:lnSpc>
                <a:spcPts val="2830"/>
              </a:lnSpc>
              <a:buFont typeface="Courier New"/>
              <a:buChar char="•"/>
              <a:tabLst>
                <a:tab pos="355577" algn="l"/>
              </a:tabLst>
            </a:pPr>
            <a:r>
              <a:rPr sz="2600" spc="30" dirty="0">
                <a:solidFill>
                  <a:srgbClr val="CC0099"/>
                </a:solidFill>
                <a:latin typeface="Calibri"/>
                <a:cs typeface="Calibri"/>
              </a:rPr>
              <a:t>Actions</a:t>
            </a:r>
            <a:endParaRPr sz="2600">
              <a:latin typeface="Calibri"/>
              <a:cs typeface="Calibri"/>
            </a:endParaRPr>
          </a:p>
          <a:p>
            <a:pPr marL="756236" lvl="1" indent="-286367">
              <a:lnSpc>
                <a:spcPts val="2350"/>
              </a:lnSpc>
              <a:buFont typeface="Courier New"/>
              <a:buChar char="–"/>
              <a:tabLst>
                <a:tab pos="756871" algn="l"/>
              </a:tabLst>
            </a:pPr>
            <a:r>
              <a:rPr sz="2200" spc="-10" dirty="0">
                <a:latin typeface="Calibri"/>
                <a:cs typeface="Calibri"/>
              </a:rPr>
              <a:t>Continuous </a:t>
            </a:r>
            <a:r>
              <a:rPr sz="2200" spc="-5" dirty="0">
                <a:latin typeface="Calibri"/>
                <a:cs typeface="Calibri"/>
              </a:rPr>
              <a:t>motions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robot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joints</a:t>
            </a:r>
            <a:endParaRPr sz="2200">
              <a:latin typeface="Calibri"/>
              <a:cs typeface="Calibri"/>
            </a:endParaRPr>
          </a:p>
          <a:p>
            <a:pPr marL="355577" indent="-342878">
              <a:lnSpc>
                <a:spcPts val="2830"/>
              </a:lnSpc>
              <a:buFont typeface="Courier New"/>
              <a:buChar char="•"/>
              <a:tabLst>
                <a:tab pos="355577" algn="l"/>
              </a:tabLst>
            </a:pPr>
            <a:r>
              <a:rPr sz="2600" spc="30" dirty="0">
                <a:solidFill>
                  <a:srgbClr val="CC0099"/>
                </a:solidFill>
                <a:latin typeface="Calibri"/>
                <a:cs typeface="Calibri"/>
              </a:rPr>
              <a:t>Goal</a:t>
            </a:r>
            <a:r>
              <a:rPr sz="2600" spc="-8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C0099"/>
                </a:solidFill>
                <a:latin typeface="Calibri"/>
                <a:cs typeface="Calibri"/>
              </a:rPr>
              <a:t>state</a:t>
            </a:r>
            <a:endParaRPr sz="2600">
              <a:latin typeface="Calibri"/>
              <a:cs typeface="Calibri"/>
            </a:endParaRPr>
          </a:p>
          <a:p>
            <a:pPr marL="756236" lvl="1" indent="-286367">
              <a:lnSpc>
                <a:spcPts val="2350"/>
              </a:lnSpc>
              <a:buFont typeface="Courier New"/>
              <a:buChar char="–"/>
              <a:tabLst>
                <a:tab pos="756871" algn="l"/>
              </a:tabLst>
            </a:pPr>
            <a:r>
              <a:rPr sz="2200" spc="-15" dirty="0">
                <a:latin typeface="Calibri"/>
                <a:cs typeface="Calibri"/>
              </a:rPr>
              <a:t>Configuration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which </a:t>
            </a:r>
            <a:r>
              <a:rPr sz="2200" spc="-5" dirty="0">
                <a:latin typeface="Calibri"/>
                <a:cs typeface="Calibri"/>
              </a:rPr>
              <a:t>object 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grasped</a:t>
            </a:r>
            <a:endParaRPr sz="2200">
              <a:latin typeface="Calibri"/>
              <a:cs typeface="Calibri"/>
            </a:endParaRPr>
          </a:p>
          <a:p>
            <a:pPr marL="355577" indent="-342878">
              <a:lnSpc>
                <a:spcPts val="2830"/>
              </a:lnSpc>
              <a:buFont typeface="Courier New"/>
              <a:buChar char="•"/>
              <a:tabLst>
                <a:tab pos="355577" algn="l"/>
              </a:tabLst>
            </a:pPr>
            <a:r>
              <a:rPr sz="2600" spc="15" dirty="0">
                <a:solidFill>
                  <a:srgbClr val="CC0099"/>
                </a:solidFill>
                <a:latin typeface="Calibri"/>
                <a:cs typeface="Calibri"/>
              </a:rPr>
              <a:t>Path</a:t>
            </a:r>
            <a:r>
              <a:rPr sz="2600" spc="-10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600" spc="10" dirty="0">
                <a:solidFill>
                  <a:srgbClr val="CC0099"/>
                </a:solidFill>
                <a:latin typeface="Calibri"/>
                <a:cs typeface="Calibri"/>
              </a:rPr>
              <a:t>cost</a:t>
            </a:r>
            <a:endParaRPr sz="2600">
              <a:latin typeface="Calibri"/>
              <a:cs typeface="Calibri"/>
            </a:endParaRPr>
          </a:p>
          <a:p>
            <a:pPr marL="756236" lvl="1" indent="-286367">
              <a:lnSpc>
                <a:spcPts val="2510"/>
              </a:lnSpc>
              <a:buFont typeface="Courier New"/>
              <a:buChar char="–"/>
              <a:tabLst>
                <a:tab pos="756871" algn="l"/>
              </a:tabLst>
            </a:pPr>
            <a:r>
              <a:rPr sz="2200" spc="-10" dirty="0">
                <a:latin typeface="Calibri"/>
                <a:cs typeface="Calibri"/>
              </a:rPr>
              <a:t>Time </a:t>
            </a:r>
            <a:r>
              <a:rPr sz="2200" spc="-20" dirty="0">
                <a:latin typeface="Calibri"/>
                <a:cs typeface="Calibri"/>
              </a:rPr>
              <a:t>to execute, </a:t>
            </a:r>
            <a:r>
              <a:rPr sz="2200" spc="-5" dirty="0">
                <a:latin typeface="Calibri"/>
                <a:cs typeface="Calibri"/>
              </a:rPr>
              <a:t>smoothness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path,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etc.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20483" y="1644398"/>
            <a:ext cx="5801867" cy="2324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5912" y="196850"/>
            <a:ext cx="632460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dirty="0"/>
              <a:t>S</a:t>
            </a:r>
            <a:r>
              <a:rPr sz="4399" spc="5" dirty="0"/>
              <a:t>e</a:t>
            </a:r>
            <a:r>
              <a:rPr sz="4399" spc="-5" dirty="0"/>
              <a:t>a</a:t>
            </a:r>
            <a:r>
              <a:rPr sz="4399" spc="-60" dirty="0"/>
              <a:t>r</a:t>
            </a:r>
            <a:r>
              <a:rPr sz="4399" spc="-10" dirty="0"/>
              <a:t>c</a:t>
            </a:r>
            <a:r>
              <a:rPr sz="4399" dirty="0"/>
              <a:t>h</a:t>
            </a:r>
            <a:r>
              <a:rPr lang="en-US" sz="4399" dirty="0"/>
              <a:t> problem solution </a:t>
            </a:r>
            <a:endParaRPr sz="4399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2F351-2D47-10F9-DA25-DD0509445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713" y="1263652"/>
            <a:ext cx="5478736" cy="4731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466F1B-4AD3-761D-C592-F67574F4C04E}"/>
              </a:ext>
            </a:extLst>
          </p:cNvPr>
          <p:cNvSpPr txBox="1"/>
          <p:nvPr/>
        </p:nvSpPr>
        <p:spPr>
          <a:xfrm>
            <a:off x="3744912" y="6429660"/>
            <a:ext cx="6477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State Space Graphs and Search Trees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506DE2-D318-1CE7-1C66-723A50654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15D4AA-4110-F515-A343-217DD8657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11713" y="-14748"/>
            <a:ext cx="2780993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lang="en-US" sz="4399" spc="-30" dirty="0"/>
              <a:t>State</a:t>
            </a:r>
            <a:r>
              <a:rPr lang="en-US" sz="4399" spc="-100" dirty="0"/>
              <a:t> </a:t>
            </a:r>
            <a:r>
              <a:rPr lang="en-US" sz="4399" dirty="0"/>
              <a:t>space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58B5097-4B27-5DC1-8DB6-0B71A67BCFC5}"/>
              </a:ext>
            </a:extLst>
          </p:cNvPr>
          <p:cNvSpPr txBox="1"/>
          <p:nvPr/>
        </p:nvSpPr>
        <p:spPr>
          <a:xfrm>
            <a:off x="0" y="662232"/>
            <a:ext cx="7055369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236" marR="181598" lvl="1" indent="-286367">
              <a:spcBef>
                <a:spcPts val="670"/>
              </a:spcBef>
              <a:buFont typeface="Courier New"/>
              <a:buChar char="–"/>
              <a:tabLst>
                <a:tab pos="756871" algn="l"/>
              </a:tabLst>
            </a:pPr>
            <a:r>
              <a:rPr lang="en-US" sz="2800" spc="-10" dirty="0">
                <a:latin typeface="Calibri"/>
                <a:cs typeface="Calibri"/>
              </a:rPr>
              <a:t>Can be </a:t>
            </a:r>
            <a:r>
              <a:rPr lang="en-US" sz="2800" spc="-20" dirty="0">
                <a:latin typeface="Calibri"/>
                <a:cs typeface="Calibri"/>
              </a:rPr>
              <a:t>represented </a:t>
            </a:r>
            <a:r>
              <a:rPr lang="en-US" sz="2800" spc="-5" dirty="0">
                <a:latin typeface="Calibri"/>
                <a:cs typeface="Calibri"/>
              </a:rPr>
              <a:t>as </a:t>
            </a:r>
            <a:r>
              <a:rPr lang="en-US" sz="2800" dirty="0">
                <a:latin typeface="Calibri"/>
                <a:cs typeface="Calibri"/>
              </a:rPr>
              <a:t>a </a:t>
            </a:r>
            <a:r>
              <a:rPr lang="en-US" sz="2800" spc="10" dirty="0">
                <a:solidFill>
                  <a:srgbClr val="CC0099"/>
                </a:solidFill>
                <a:latin typeface="Calibri"/>
                <a:cs typeface="Calibri"/>
              </a:rPr>
              <a:t>directed graph </a:t>
            </a:r>
            <a:r>
              <a:rPr lang="en-US" sz="2800" spc="-15" dirty="0">
                <a:latin typeface="Calibri"/>
                <a:cs typeface="Calibri"/>
              </a:rPr>
              <a:t>where </a:t>
            </a:r>
            <a:r>
              <a:rPr lang="en-US" sz="2800" spc="-10" dirty="0">
                <a:latin typeface="Calibri"/>
                <a:cs typeface="Calibri"/>
              </a:rPr>
              <a:t>the  </a:t>
            </a:r>
            <a:r>
              <a:rPr lang="en-US" sz="2800" spc="-10" dirty="0">
                <a:solidFill>
                  <a:srgbClr val="FF0000"/>
                </a:solidFill>
                <a:latin typeface="Calibri"/>
                <a:cs typeface="Calibri"/>
              </a:rPr>
              <a:t>nodes </a:t>
            </a:r>
            <a:r>
              <a:rPr lang="en-US" sz="2800" spc="-15" dirty="0">
                <a:latin typeface="Calibri"/>
                <a:cs typeface="Calibri"/>
              </a:rPr>
              <a:t>are </a:t>
            </a:r>
            <a:r>
              <a:rPr lang="en-US" sz="2800" spc="-25" dirty="0">
                <a:solidFill>
                  <a:srgbClr val="FF0000"/>
                </a:solidFill>
                <a:latin typeface="Calibri"/>
                <a:cs typeface="Calibri"/>
              </a:rPr>
              <a:t>states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and </a:t>
            </a:r>
            <a:r>
              <a:rPr lang="en-US" sz="2800" spc="-15" dirty="0">
                <a:latin typeface="Calibri"/>
                <a:cs typeface="Calibri"/>
              </a:rPr>
              <a:t>links between </a:t>
            </a:r>
            <a:r>
              <a:rPr lang="en-US" sz="2800" spc="-10" dirty="0">
                <a:latin typeface="Calibri"/>
                <a:cs typeface="Calibri"/>
              </a:rPr>
              <a:t>nodes </a:t>
            </a:r>
            <a:r>
              <a:rPr lang="en-US" sz="2800" spc="-15" dirty="0">
                <a:latin typeface="Calibri"/>
                <a:cs typeface="Calibri"/>
              </a:rPr>
              <a:t>are</a:t>
            </a:r>
            <a:r>
              <a:rPr lang="en-US" sz="2800" spc="200" dirty="0">
                <a:latin typeface="Calibri"/>
                <a:cs typeface="Calibri"/>
              </a:rPr>
              <a:t> </a:t>
            </a:r>
            <a:r>
              <a:rPr lang="en-US" sz="2800" spc="-5" dirty="0">
                <a:solidFill>
                  <a:srgbClr val="FF0000"/>
                </a:solidFill>
                <a:latin typeface="Calibri"/>
                <a:cs typeface="Calibri"/>
              </a:rPr>
              <a:t>actions</a:t>
            </a:r>
            <a:endParaRPr lang="en-US" sz="2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0BF9BE-2139-5049-612D-4BF1BA8DE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630" y="73100"/>
            <a:ext cx="3873989" cy="44954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F811E0-8173-BA5A-BFD3-C7D14573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707" y="4768850"/>
            <a:ext cx="3156695" cy="24661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AC5805-302E-88C5-4E39-31983FCE12DA}"/>
              </a:ext>
            </a:extLst>
          </p:cNvPr>
          <p:cNvSpPr txBox="1"/>
          <p:nvPr/>
        </p:nvSpPr>
        <p:spPr>
          <a:xfrm>
            <a:off x="1535112" y="6015904"/>
            <a:ext cx="7543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state space graphs are much too large to store in memory (a simple Pacman example from above has ≈ 10</a:t>
            </a:r>
            <a:r>
              <a:rPr lang="en-US" sz="2800" baseline="30000" dirty="0">
                <a:solidFill>
                  <a:srgbClr val="FF0000"/>
                </a:solidFill>
              </a:rPr>
              <a:t>13 </a:t>
            </a:r>
            <a:r>
              <a:rPr lang="en-US" sz="2800" dirty="0">
                <a:solidFill>
                  <a:srgbClr val="FF0000"/>
                </a:solidFill>
              </a:rPr>
              <a:t>possible states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C04A16-6127-6E62-8141-89813A56C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47" y="2320842"/>
            <a:ext cx="7093986" cy="353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10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D07E57-1817-FF86-538C-5E99307C5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13" y="1618719"/>
            <a:ext cx="3810000" cy="4182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C3ACC3-769F-25E7-2AE7-24A8A7F67B3C}"/>
              </a:ext>
            </a:extLst>
          </p:cNvPr>
          <p:cNvSpPr txBox="1"/>
          <p:nvPr/>
        </p:nvSpPr>
        <p:spPr>
          <a:xfrm>
            <a:off x="733107" y="5801344"/>
            <a:ext cx="31280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Possible solution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(S → d → e → r → f → G)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A121F22-B305-0B7F-848F-F429D7AFE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047" y="331152"/>
            <a:ext cx="8796865" cy="689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State space graphs can be enormous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even for simple problems.</a:t>
            </a:r>
            <a:endParaRPr lang="en-US" altLang="en-US" sz="26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Challenge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Performing useful computations when the state space is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too large to fit in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Solution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Compute children of the current state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on-demand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using methods like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getNextState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getAction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, and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getActionCost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Only store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states being worked with immediately, rather than the entire graph.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Search problems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are typically solved using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search trees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Search trees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store only a few nodes at a time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replacing them with their children iteratively.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process continues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until a goal state is reached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295D5A-3A6F-82B3-5D25-12E9C697C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3496"/>
            <a:ext cx="4125911" cy="77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82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9712" y="273050"/>
            <a:ext cx="407289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0" dirty="0"/>
              <a:t>Search</a:t>
            </a:r>
            <a:r>
              <a:rPr lang="en-US" sz="4399" spc="-10" dirty="0"/>
              <a:t>: </a:t>
            </a:r>
            <a:r>
              <a:rPr lang="en-US" sz="4399" dirty="0"/>
              <a:t>Basic</a:t>
            </a:r>
            <a:r>
              <a:rPr lang="en-US" sz="4399" spc="-90" dirty="0"/>
              <a:t> </a:t>
            </a:r>
            <a:r>
              <a:rPr lang="en-US" sz="4399" dirty="0"/>
              <a:t>idea</a:t>
            </a:r>
            <a:endParaRPr sz="4399" dirty="0"/>
          </a:p>
        </p:txBody>
      </p:sp>
      <p:sp>
        <p:nvSpPr>
          <p:cNvPr id="3" name="object 3"/>
          <p:cNvSpPr txBox="1"/>
          <p:nvPr/>
        </p:nvSpPr>
        <p:spPr>
          <a:xfrm>
            <a:off x="239712" y="1339850"/>
            <a:ext cx="12573000" cy="3365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marR="5079" indent="-342878">
              <a:buFont typeface="Courier New"/>
              <a:buChar char="•"/>
              <a:tabLst>
                <a:tab pos="355577" algn="l"/>
              </a:tabLst>
            </a:pPr>
            <a:r>
              <a:rPr sz="3200" spc="-25" dirty="0">
                <a:latin typeface="Calibri"/>
                <a:cs typeface="Calibri"/>
              </a:rPr>
              <a:t>Let’s </a:t>
            </a:r>
            <a:r>
              <a:rPr sz="3200" spc="-5" dirty="0">
                <a:latin typeface="Calibri"/>
                <a:cs typeface="Calibri"/>
              </a:rPr>
              <a:t>begin </a:t>
            </a:r>
            <a:r>
              <a:rPr sz="3200" spc="-15" dirty="0">
                <a:latin typeface="Calibri"/>
                <a:cs typeface="Calibri"/>
              </a:rPr>
              <a:t>at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start </a:t>
            </a:r>
            <a:r>
              <a:rPr sz="3200" spc="-35" dirty="0">
                <a:latin typeface="Calibri"/>
                <a:cs typeface="Calibri"/>
              </a:rPr>
              <a:t>state </a:t>
            </a:r>
            <a:r>
              <a:rPr sz="3200" spc="-5" dirty="0">
                <a:latin typeface="Calibri"/>
                <a:cs typeface="Calibri"/>
              </a:rPr>
              <a:t>and </a:t>
            </a:r>
            <a:r>
              <a:rPr sz="3200" spc="30" dirty="0">
                <a:latin typeface="Calibri"/>
                <a:cs typeface="Calibri"/>
              </a:rPr>
              <a:t>expand </a:t>
            </a:r>
            <a:r>
              <a:rPr sz="3200" spc="-5" dirty="0">
                <a:latin typeface="Calibri"/>
                <a:cs typeface="Calibri"/>
              </a:rPr>
              <a:t>it </a:t>
            </a:r>
            <a:r>
              <a:rPr sz="3200" spc="-10" dirty="0">
                <a:latin typeface="Calibri"/>
                <a:cs typeface="Calibri"/>
              </a:rPr>
              <a:t>by  </a:t>
            </a:r>
            <a:r>
              <a:rPr sz="3200" spc="-5" dirty="0">
                <a:latin typeface="Calibri"/>
                <a:cs typeface="Calibri"/>
              </a:rPr>
              <a:t>making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list </a:t>
            </a:r>
            <a:r>
              <a:rPr sz="3200" spc="-5" dirty="0">
                <a:latin typeface="Calibri"/>
                <a:cs typeface="Calibri"/>
              </a:rPr>
              <a:t>of all possible successor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states</a:t>
            </a:r>
            <a:r>
              <a:rPr lang="en-US" sz="3200" spc="-3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  <a:p>
            <a:pPr marL="355577" marR="413357" indent="-342878">
              <a:spcBef>
                <a:spcPts val="76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-15" dirty="0">
                <a:latin typeface="Calibri"/>
                <a:cs typeface="Calibri"/>
              </a:rPr>
              <a:t>Maintain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20" dirty="0">
                <a:solidFill>
                  <a:srgbClr val="FF0000"/>
                </a:solidFill>
                <a:latin typeface="Calibri"/>
                <a:cs typeface="Calibri"/>
              </a:rPr>
              <a:t>frontier </a:t>
            </a:r>
            <a:r>
              <a:rPr lang="en-US" sz="3200" spc="20" dirty="0">
                <a:solidFill>
                  <a:srgbClr val="FF0000"/>
                </a:solidFill>
                <a:latin typeface="Calibri"/>
                <a:cs typeface="Calibri"/>
              </a:rPr>
              <a:t>( fringe ) </a:t>
            </a:r>
            <a:r>
              <a:rPr sz="3200" dirty="0">
                <a:latin typeface="Calibri"/>
                <a:cs typeface="Calibri"/>
              </a:rPr>
              <a:t>or a </a:t>
            </a:r>
            <a:r>
              <a:rPr sz="3200" spc="-15" dirty="0">
                <a:latin typeface="Calibri"/>
                <a:cs typeface="Calibri"/>
              </a:rPr>
              <a:t>list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unexpanded  </a:t>
            </a:r>
            <a:r>
              <a:rPr sz="3200" spc="-30" dirty="0">
                <a:latin typeface="Calibri"/>
                <a:cs typeface="Calibri"/>
              </a:rPr>
              <a:t>states</a:t>
            </a:r>
            <a:endParaRPr sz="3200" dirty="0">
              <a:latin typeface="Calibri"/>
              <a:cs typeface="Calibri"/>
            </a:endParaRPr>
          </a:p>
          <a:p>
            <a:pPr marL="355577" marR="47622" indent="-342878">
              <a:spcBef>
                <a:spcPts val="76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-50" dirty="0">
                <a:latin typeface="Calibri"/>
                <a:cs typeface="Calibri"/>
              </a:rPr>
              <a:t>At </a:t>
            </a:r>
            <a:r>
              <a:rPr sz="3200" spc="-5" dirty="0">
                <a:latin typeface="Calibri"/>
                <a:cs typeface="Calibri"/>
              </a:rPr>
              <a:t>each </a:t>
            </a:r>
            <a:r>
              <a:rPr sz="3200" spc="-20" dirty="0">
                <a:latin typeface="Calibri"/>
                <a:cs typeface="Calibri"/>
              </a:rPr>
              <a:t>step, </a:t>
            </a:r>
            <a:r>
              <a:rPr sz="3200" spc="-5" dirty="0">
                <a:latin typeface="Calibri"/>
                <a:cs typeface="Calibri"/>
              </a:rPr>
              <a:t>pick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35" dirty="0">
                <a:latin typeface="Calibri"/>
                <a:cs typeface="Calibri"/>
              </a:rPr>
              <a:t>state </a:t>
            </a:r>
            <a:r>
              <a:rPr sz="3200" spc="-15" dirty="0">
                <a:latin typeface="Calibri"/>
                <a:cs typeface="Calibri"/>
              </a:rPr>
              <a:t>from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frontier </a:t>
            </a:r>
            <a:r>
              <a:rPr sz="3200" spc="-20" dirty="0">
                <a:latin typeface="Calibri"/>
                <a:cs typeface="Calibri"/>
              </a:rPr>
              <a:t>to  </a:t>
            </a:r>
            <a:r>
              <a:rPr sz="3200" spc="-10" dirty="0">
                <a:latin typeface="Calibri"/>
                <a:cs typeface="Calibri"/>
              </a:rPr>
              <a:t>expand</a:t>
            </a:r>
            <a:endParaRPr sz="3200" dirty="0">
              <a:latin typeface="Calibri"/>
              <a:cs typeface="Calibri"/>
            </a:endParaRPr>
          </a:p>
          <a:p>
            <a:pPr marL="355577" indent="-342878">
              <a:spcBef>
                <a:spcPts val="76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-15" dirty="0">
                <a:latin typeface="Calibri"/>
                <a:cs typeface="Calibri"/>
              </a:rPr>
              <a:t>Keep </a:t>
            </a:r>
            <a:r>
              <a:rPr sz="3200" spc="-5" dirty="0">
                <a:latin typeface="Calibri"/>
                <a:cs typeface="Calibri"/>
              </a:rPr>
              <a:t>going </a:t>
            </a:r>
            <a:r>
              <a:rPr sz="3200" spc="-10" dirty="0">
                <a:latin typeface="Calibri"/>
                <a:cs typeface="Calibri"/>
              </a:rPr>
              <a:t>until </a:t>
            </a:r>
            <a:r>
              <a:rPr sz="3200" spc="-15" dirty="0">
                <a:latin typeface="Calibri"/>
                <a:cs typeface="Calibri"/>
              </a:rPr>
              <a:t>you </a:t>
            </a:r>
            <a:r>
              <a:rPr sz="3200" spc="-10" dirty="0">
                <a:latin typeface="Calibri"/>
                <a:cs typeface="Calibri"/>
              </a:rPr>
              <a:t>reach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goal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state</a:t>
            </a:r>
            <a:endParaRPr sz="3200" dirty="0">
              <a:latin typeface="Calibri"/>
              <a:cs typeface="Calibri"/>
            </a:endParaRPr>
          </a:p>
          <a:p>
            <a:pPr marL="355577" indent="-342878">
              <a:spcBef>
                <a:spcPts val="76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spc="-65" dirty="0">
                <a:latin typeface="Calibri"/>
                <a:cs typeface="Calibri"/>
              </a:rPr>
              <a:t>Try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10" dirty="0">
                <a:latin typeface="Calibri"/>
                <a:cs typeface="Calibri"/>
              </a:rPr>
              <a:t>expand </a:t>
            </a:r>
            <a:r>
              <a:rPr sz="3200" spc="-5" dirty="0">
                <a:latin typeface="Calibri"/>
                <a:cs typeface="Calibri"/>
              </a:rPr>
              <a:t>as </a:t>
            </a:r>
            <a:r>
              <a:rPr sz="3200" spc="-35" dirty="0">
                <a:latin typeface="Calibri"/>
                <a:cs typeface="Calibri"/>
              </a:rPr>
              <a:t>few </a:t>
            </a:r>
            <a:r>
              <a:rPr sz="3200" spc="-30" dirty="0">
                <a:latin typeface="Calibri"/>
                <a:cs typeface="Calibri"/>
              </a:rPr>
              <a:t>states </a:t>
            </a:r>
            <a:r>
              <a:rPr sz="3200" spc="-5" dirty="0">
                <a:latin typeface="Calibri"/>
                <a:cs typeface="Calibri"/>
              </a:rPr>
              <a:t>as</a:t>
            </a:r>
            <a:r>
              <a:rPr sz="3200" spc="15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possible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92712" y="32160"/>
            <a:ext cx="260477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0" dirty="0"/>
              <a:t>Search</a:t>
            </a:r>
            <a:r>
              <a:rPr sz="4399" spc="-105" dirty="0"/>
              <a:t> </a:t>
            </a:r>
            <a:r>
              <a:rPr sz="4399" spc="-15" dirty="0"/>
              <a:t>tree</a:t>
            </a:r>
            <a:endParaRPr sz="4399" dirty="0"/>
          </a:p>
        </p:txBody>
      </p:sp>
      <p:sp>
        <p:nvSpPr>
          <p:cNvPr id="7" name="object 7"/>
          <p:cNvSpPr txBox="1"/>
          <p:nvPr/>
        </p:nvSpPr>
        <p:spPr>
          <a:xfrm>
            <a:off x="239711" y="732929"/>
            <a:ext cx="9053577" cy="3851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marR="5079" indent="-342878">
              <a:lnSpc>
                <a:spcPct val="110000"/>
              </a:lnSpc>
              <a:buFont typeface="Courier New"/>
              <a:buChar char="•"/>
              <a:tabLst>
                <a:tab pos="355577" algn="l"/>
              </a:tabLst>
            </a:pPr>
            <a:r>
              <a:rPr sz="2800" spc="-10" dirty="0">
                <a:latin typeface="Calibri"/>
                <a:cs typeface="Calibri"/>
              </a:rPr>
              <a:t>“</a:t>
            </a:r>
            <a:r>
              <a:rPr sz="3000" spc="-10" dirty="0">
                <a:latin typeface="Calibri"/>
                <a:cs typeface="Calibri"/>
              </a:rPr>
              <a:t>What </a:t>
            </a:r>
            <a:r>
              <a:rPr sz="3000" spc="50" dirty="0">
                <a:latin typeface="Calibri"/>
                <a:cs typeface="Calibri"/>
              </a:rPr>
              <a:t>if” </a:t>
            </a:r>
            <a:r>
              <a:rPr sz="3000" spc="-15" dirty="0">
                <a:latin typeface="Calibri"/>
                <a:cs typeface="Calibri"/>
              </a:rPr>
              <a:t>tree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-5" dirty="0">
                <a:latin typeface="Calibri"/>
                <a:cs typeface="Calibri"/>
              </a:rPr>
              <a:t>sequences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14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actions  and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outcomes</a:t>
            </a:r>
            <a:r>
              <a:rPr lang="en-US" sz="3000" spc="-10" dirty="0">
                <a:latin typeface="Calibri"/>
                <a:cs typeface="Calibri"/>
              </a:rPr>
              <a:t>.</a:t>
            </a:r>
            <a:endParaRPr sz="3000" dirty="0">
              <a:latin typeface="Calibri"/>
              <a:cs typeface="Calibri"/>
            </a:endParaRPr>
          </a:p>
          <a:p>
            <a:pPr marL="355577" marR="645753" indent="-342878">
              <a:lnSpc>
                <a:spcPct val="110000"/>
              </a:lnSpc>
              <a:spcBef>
                <a:spcPts val="64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5" dirty="0">
                <a:latin typeface="Calibri"/>
                <a:cs typeface="Calibri"/>
              </a:rPr>
              <a:t>root </a:t>
            </a:r>
            <a:r>
              <a:rPr sz="3000" spc="-5" dirty="0">
                <a:latin typeface="Calibri"/>
                <a:cs typeface="Calibri"/>
              </a:rPr>
              <a:t>node </a:t>
            </a:r>
            <a:r>
              <a:rPr sz="3000" spc="-10" dirty="0">
                <a:latin typeface="Calibri"/>
                <a:cs typeface="Calibri"/>
              </a:rPr>
              <a:t>corresponds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the  </a:t>
            </a:r>
            <a:r>
              <a:rPr sz="3000" spc="-15" dirty="0">
                <a:latin typeface="Calibri"/>
                <a:cs typeface="Calibri"/>
              </a:rPr>
              <a:t>starting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state</a:t>
            </a:r>
            <a:endParaRPr sz="3000" dirty="0">
              <a:latin typeface="Calibri"/>
              <a:cs typeface="Calibri"/>
            </a:endParaRPr>
          </a:p>
          <a:p>
            <a:pPr marL="355577" marR="179059" indent="-342878">
              <a:lnSpc>
                <a:spcPct val="110000"/>
              </a:lnSpc>
              <a:spcBef>
                <a:spcPts val="64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children </a:t>
            </a:r>
            <a:r>
              <a:rPr sz="3000" dirty="0">
                <a:latin typeface="Calibri"/>
                <a:cs typeface="Calibri"/>
              </a:rPr>
              <a:t>of a </a:t>
            </a:r>
            <a:r>
              <a:rPr sz="3000" spc="-5" dirty="0">
                <a:latin typeface="Calibri"/>
                <a:cs typeface="Calibri"/>
              </a:rPr>
              <a:t>node </a:t>
            </a:r>
            <a:r>
              <a:rPr sz="3000" spc="-10" dirty="0">
                <a:latin typeface="Calibri"/>
                <a:cs typeface="Calibri"/>
              </a:rPr>
              <a:t>correspond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  </a:t>
            </a:r>
            <a:r>
              <a:rPr sz="3000" spc="-10" dirty="0">
                <a:latin typeface="Calibri"/>
                <a:cs typeface="Calibri"/>
              </a:rPr>
              <a:t>the </a:t>
            </a:r>
            <a:r>
              <a:rPr sz="3000" spc="10" dirty="0">
                <a:latin typeface="Calibri"/>
                <a:cs typeface="Calibri"/>
              </a:rPr>
              <a:t>successor </a:t>
            </a:r>
            <a:r>
              <a:rPr sz="3000" dirty="0">
                <a:latin typeface="Calibri"/>
                <a:cs typeface="Calibri"/>
              </a:rPr>
              <a:t>states of </a:t>
            </a:r>
            <a:r>
              <a:rPr sz="3000" spc="-15" dirty="0">
                <a:latin typeface="Calibri"/>
                <a:cs typeface="Calibri"/>
              </a:rPr>
              <a:t>that </a:t>
            </a:r>
            <a:r>
              <a:rPr sz="3000" spc="-35" dirty="0">
                <a:latin typeface="Calibri"/>
                <a:cs typeface="Calibri"/>
              </a:rPr>
              <a:t>node’s  </a:t>
            </a:r>
            <a:r>
              <a:rPr sz="3000" spc="-30" dirty="0">
                <a:latin typeface="Calibri"/>
                <a:cs typeface="Calibri"/>
              </a:rPr>
              <a:t>state</a:t>
            </a:r>
            <a:endParaRPr sz="3000" dirty="0">
              <a:latin typeface="Calibri"/>
              <a:cs typeface="Calibri"/>
            </a:endParaRPr>
          </a:p>
          <a:p>
            <a:pPr marL="355577" marR="240649" indent="-342878">
              <a:lnSpc>
                <a:spcPct val="110000"/>
              </a:lnSpc>
              <a:spcBef>
                <a:spcPts val="64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000" spc="-5" dirty="0">
                <a:latin typeface="Calibri"/>
                <a:cs typeface="Calibri"/>
              </a:rPr>
              <a:t>A </a:t>
            </a:r>
            <a:r>
              <a:rPr sz="3000" spc="-15" dirty="0">
                <a:latin typeface="Calibri"/>
                <a:cs typeface="Calibri"/>
              </a:rPr>
              <a:t>path through </a:t>
            </a:r>
            <a:r>
              <a:rPr sz="3000" spc="-10" dirty="0">
                <a:latin typeface="Calibri"/>
                <a:cs typeface="Calibri"/>
              </a:rPr>
              <a:t>the </a:t>
            </a:r>
            <a:r>
              <a:rPr sz="3000" spc="-15" dirty="0">
                <a:latin typeface="Calibri"/>
                <a:cs typeface="Calibri"/>
              </a:rPr>
              <a:t>tree </a:t>
            </a:r>
            <a:r>
              <a:rPr sz="3000" spc="-10" dirty="0">
                <a:latin typeface="Calibri"/>
                <a:cs typeface="Calibri"/>
              </a:rPr>
              <a:t>corresponds  </a:t>
            </a:r>
            <a:r>
              <a:rPr sz="3000" spc="-15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sequence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actions</a:t>
            </a:r>
            <a:endParaRPr sz="3000" dirty="0">
              <a:latin typeface="Calibri"/>
              <a:cs typeface="Calibri"/>
            </a:endParaRPr>
          </a:p>
          <a:p>
            <a:pPr marL="756236" marR="284462" indent="-287002">
              <a:lnSpc>
                <a:spcPct val="110000"/>
              </a:lnSpc>
              <a:spcBef>
                <a:spcPts val="605"/>
              </a:spcBef>
            </a:pPr>
            <a:r>
              <a:rPr sz="3000" spc="-110" dirty="0">
                <a:latin typeface="Courier New"/>
                <a:cs typeface="Courier New"/>
              </a:rPr>
              <a:t>–</a:t>
            </a:r>
            <a:r>
              <a:rPr sz="3000" spc="-615" dirty="0">
                <a:latin typeface="Courier New"/>
                <a:cs typeface="Courier New"/>
              </a:rPr>
              <a:t>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solution is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path </a:t>
            </a:r>
            <a:r>
              <a:rPr sz="3000" dirty="0">
                <a:latin typeface="Calibri"/>
                <a:cs typeface="Calibri"/>
              </a:rPr>
              <a:t>ending in the </a:t>
            </a:r>
            <a:r>
              <a:rPr sz="3000" spc="-5" dirty="0">
                <a:latin typeface="Calibri"/>
                <a:cs typeface="Calibri"/>
              </a:rPr>
              <a:t>goal  </a:t>
            </a:r>
            <a:r>
              <a:rPr sz="3000" spc="-20" dirty="0">
                <a:latin typeface="Calibri"/>
                <a:cs typeface="Calibri"/>
              </a:rPr>
              <a:t>state</a:t>
            </a:r>
            <a:endParaRPr sz="3000" dirty="0">
              <a:latin typeface="Calibri"/>
              <a:cs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0D8E4A-401B-19A6-18E2-0E7E065AA314}"/>
              </a:ext>
            </a:extLst>
          </p:cNvPr>
          <p:cNvGrpSpPr/>
          <p:nvPr/>
        </p:nvGrpSpPr>
        <p:grpSpPr>
          <a:xfrm>
            <a:off x="8693462" y="455931"/>
            <a:ext cx="3212591" cy="5749723"/>
            <a:chOff x="6400677" y="1804415"/>
            <a:chExt cx="3212591" cy="4349623"/>
          </a:xfrm>
        </p:grpSpPr>
        <p:sp>
          <p:nvSpPr>
            <p:cNvPr id="3" name="object 3"/>
            <p:cNvSpPr/>
            <p:nvPr/>
          </p:nvSpPr>
          <p:spPr>
            <a:xfrm>
              <a:off x="7098669" y="2394203"/>
              <a:ext cx="2514599" cy="26807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8200018" y="1804415"/>
              <a:ext cx="814705" cy="4190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60010" marR="5079" indent="-147945"/>
              <a:r>
                <a:rPr dirty="0">
                  <a:latin typeface="Tahoma"/>
                  <a:cs typeface="Tahoma"/>
                </a:rPr>
                <a:t>S</a:t>
              </a:r>
              <a:r>
                <a:rPr spc="-10" dirty="0">
                  <a:latin typeface="Tahoma"/>
                  <a:cs typeface="Tahoma"/>
                </a:rPr>
                <a:t>t</a:t>
              </a:r>
              <a:r>
                <a:rPr dirty="0">
                  <a:latin typeface="Tahoma"/>
                  <a:cs typeface="Tahoma"/>
                </a:rPr>
                <a:t>a</a:t>
              </a:r>
              <a:r>
                <a:rPr spc="-5" dirty="0">
                  <a:latin typeface="Tahoma"/>
                  <a:cs typeface="Tahoma"/>
                </a:rPr>
                <a:t>r</a:t>
              </a:r>
              <a:r>
                <a:rPr spc="-10" dirty="0">
                  <a:latin typeface="Tahoma"/>
                  <a:cs typeface="Tahoma"/>
                </a:rPr>
                <a:t>t</a:t>
              </a:r>
              <a:r>
                <a:rPr spc="-5" dirty="0">
                  <a:latin typeface="Tahoma"/>
                  <a:cs typeface="Tahoma"/>
                </a:rPr>
                <a:t>in</a:t>
              </a:r>
              <a:r>
                <a:rPr dirty="0">
                  <a:latin typeface="Tahoma"/>
                  <a:cs typeface="Tahoma"/>
                </a:rPr>
                <a:t>g  </a:t>
              </a:r>
              <a:r>
                <a:rPr spc="-5" dirty="0">
                  <a:latin typeface="Tahoma"/>
                  <a:cs typeface="Tahoma"/>
                </a:rPr>
                <a:t>state</a:t>
              </a:r>
              <a:endParaRPr dirty="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6887854" y="3060190"/>
              <a:ext cx="1022350" cy="4190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63508" marR="5079" indent="-251444"/>
              <a:r>
                <a:rPr dirty="0">
                  <a:latin typeface="Tahoma"/>
                  <a:cs typeface="Tahoma"/>
                </a:rPr>
                <a:t>S</a:t>
              </a:r>
              <a:r>
                <a:rPr spc="-5" dirty="0">
                  <a:latin typeface="Tahoma"/>
                  <a:cs typeface="Tahoma"/>
                </a:rPr>
                <a:t>ucc</a:t>
              </a:r>
              <a:r>
                <a:rPr dirty="0">
                  <a:latin typeface="Tahoma"/>
                  <a:cs typeface="Tahoma"/>
                </a:rPr>
                <a:t>ess</a:t>
              </a:r>
              <a:r>
                <a:rPr spc="-15" dirty="0">
                  <a:latin typeface="Tahoma"/>
                  <a:cs typeface="Tahoma"/>
                </a:rPr>
                <a:t>o</a:t>
              </a:r>
              <a:r>
                <a:rPr spc="-5" dirty="0">
                  <a:latin typeface="Tahoma"/>
                  <a:cs typeface="Tahoma"/>
                </a:rPr>
                <a:t>r  state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634614" y="2602990"/>
              <a:ext cx="647700" cy="20954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/>
              <a:r>
                <a:rPr spc="-5" dirty="0">
                  <a:latin typeface="Tahoma"/>
                  <a:cs typeface="Tahoma"/>
                </a:rPr>
                <a:t>Ac</a:t>
              </a:r>
              <a:r>
                <a:rPr spc="-10" dirty="0">
                  <a:latin typeface="Tahoma"/>
                  <a:cs typeface="Tahoma"/>
                </a:rPr>
                <a:t>t</a:t>
              </a:r>
              <a:r>
                <a:rPr spc="-5" dirty="0">
                  <a:latin typeface="Tahoma"/>
                  <a:cs typeface="Tahoma"/>
                </a:rPr>
                <a:t>i</a:t>
              </a:r>
              <a:r>
                <a:rPr spc="-15" dirty="0">
                  <a:latin typeface="Tahoma"/>
                  <a:cs typeface="Tahoma"/>
                </a:rPr>
                <a:t>o</a:t>
              </a:r>
              <a:r>
                <a:rPr dirty="0">
                  <a:latin typeface="Tahoma"/>
                  <a:cs typeface="Tahoma"/>
                </a:rPr>
                <a:t>n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9015358" y="3550918"/>
              <a:ext cx="499745" cy="62854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/>
              <a:r>
                <a:rPr sz="5399" dirty="0">
                  <a:solidFill>
                    <a:srgbClr val="006FC0"/>
                  </a:solidFill>
                  <a:latin typeface="Calibri"/>
                  <a:cs typeface="Calibri"/>
                </a:rPr>
                <a:t>…</a:t>
              </a:r>
              <a:endParaRPr sz="5399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412869" y="583539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152399"/>
                  </a:moveTo>
                  <a:lnTo>
                    <a:pt x="297143" y="104363"/>
                  </a:lnTo>
                  <a:lnTo>
                    <a:pt x="275734" y="62544"/>
                  </a:lnTo>
                  <a:lnTo>
                    <a:pt x="242913" y="29504"/>
                  </a:lnTo>
                  <a:lnTo>
                    <a:pt x="201021" y="7802"/>
                  </a:lnTo>
                  <a:lnTo>
                    <a:pt x="152399" y="0"/>
                  </a:lnTo>
                  <a:lnTo>
                    <a:pt x="104363" y="7802"/>
                  </a:lnTo>
                  <a:lnTo>
                    <a:pt x="62544" y="29504"/>
                  </a:lnTo>
                  <a:lnTo>
                    <a:pt x="29504" y="62544"/>
                  </a:lnTo>
                  <a:lnTo>
                    <a:pt x="7802" y="104363"/>
                  </a:lnTo>
                  <a:lnTo>
                    <a:pt x="0" y="152399"/>
                  </a:lnTo>
                  <a:lnTo>
                    <a:pt x="7802" y="201021"/>
                  </a:lnTo>
                  <a:lnTo>
                    <a:pt x="29504" y="242913"/>
                  </a:lnTo>
                  <a:lnTo>
                    <a:pt x="62544" y="275734"/>
                  </a:lnTo>
                  <a:lnTo>
                    <a:pt x="104363" y="297143"/>
                  </a:lnTo>
                  <a:lnTo>
                    <a:pt x="152399" y="304799"/>
                  </a:lnTo>
                  <a:lnTo>
                    <a:pt x="201021" y="297143"/>
                  </a:lnTo>
                  <a:lnTo>
                    <a:pt x="242913" y="275734"/>
                  </a:lnTo>
                  <a:lnTo>
                    <a:pt x="275734" y="242913"/>
                  </a:lnTo>
                  <a:lnTo>
                    <a:pt x="297143" y="201021"/>
                  </a:lnTo>
                  <a:lnTo>
                    <a:pt x="304799" y="1523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677" y="5823203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4" h="330835">
                  <a:moveTo>
                    <a:pt x="330707" y="164591"/>
                  </a:moveTo>
                  <a:lnTo>
                    <a:pt x="323087" y="115823"/>
                  </a:lnTo>
                  <a:lnTo>
                    <a:pt x="292607" y="59435"/>
                  </a:lnTo>
                  <a:lnTo>
                    <a:pt x="257555" y="27431"/>
                  </a:lnTo>
                  <a:lnTo>
                    <a:pt x="213359" y="7619"/>
                  </a:lnTo>
                  <a:lnTo>
                    <a:pt x="164591" y="0"/>
                  </a:lnTo>
                  <a:lnTo>
                    <a:pt x="131063" y="3047"/>
                  </a:lnTo>
                  <a:lnTo>
                    <a:pt x="86867" y="19811"/>
                  </a:lnTo>
                  <a:lnTo>
                    <a:pt x="48767" y="48767"/>
                  </a:lnTo>
                  <a:lnTo>
                    <a:pt x="19811" y="86867"/>
                  </a:lnTo>
                  <a:lnTo>
                    <a:pt x="3047" y="132587"/>
                  </a:lnTo>
                  <a:lnTo>
                    <a:pt x="0" y="166115"/>
                  </a:lnTo>
                  <a:lnTo>
                    <a:pt x="3047" y="199643"/>
                  </a:lnTo>
                  <a:lnTo>
                    <a:pt x="7619" y="214883"/>
                  </a:lnTo>
                  <a:lnTo>
                    <a:pt x="13715" y="230123"/>
                  </a:lnTo>
                  <a:lnTo>
                    <a:pt x="19811" y="243839"/>
                  </a:lnTo>
                  <a:lnTo>
                    <a:pt x="25907" y="252983"/>
                  </a:lnTo>
                  <a:lnTo>
                    <a:pt x="25907" y="150875"/>
                  </a:lnTo>
                  <a:lnTo>
                    <a:pt x="32003" y="123443"/>
                  </a:lnTo>
                  <a:lnTo>
                    <a:pt x="57911" y="76199"/>
                  </a:lnTo>
                  <a:lnTo>
                    <a:pt x="88391" y="48767"/>
                  </a:lnTo>
                  <a:lnTo>
                    <a:pt x="124967" y="32003"/>
                  </a:lnTo>
                  <a:lnTo>
                    <a:pt x="152399" y="25907"/>
                  </a:lnTo>
                  <a:lnTo>
                    <a:pt x="179831" y="25907"/>
                  </a:lnTo>
                  <a:lnTo>
                    <a:pt x="220979" y="36575"/>
                  </a:lnTo>
                  <a:lnTo>
                    <a:pt x="254507" y="57911"/>
                  </a:lnTo>
                  <a:lnTo>
                    <a:pt x="281939" y="88391"/>
                  </a:lnTo>
                  <a:lnTo>
                    <a:pt x="298703" y="124967"/>
                  </a:lnTo>
                  <a:lnTo>
                    <a:pt x="304799" y="152399"/>
                  </a:lnTo>
                  <a:lnTo>
                    <a:pt x="304799" y="254812"/>
                  </a:lnTo>
                  <a:lnTo>
                    <a:pt x="310895" y="243839"/>
                  </a:lnTo>
                  <a:lnTo>
                    <a:pt x="323087" y="213359"/>
                  </a:lnTo>
                  <a:lnTo>
                    <a:pt x="327659" y="198119"/>
                  </a:lnTo>
                  <a:lnTo>
                    <a:pt x="330707" y="164591"/>
                  </a:lnTo>
                  <a:close/>
                </a:path>
                <a:path w="330834" h="330835">
                  <a:moveTo>
                    <a:pt x="304799" y="254812"/>
                  </a:moveTo>
                  <a:lnTo>
                    <a:pt x="304799" y="179831"/>
                  </a:lnTo>
                  <a:lnTo>
                    <a:pt x="298703" y="207263"/>
                  </a:lnTo>
                  <a:lnTo>
                    <a:pt x="294131" y="220979"/>
                  </a:lnTo>
                  <a:lnTo>
                    <a:pt x="272795" y="254507"/>
                  </a:lnTo>
                  <a:lnTo>
                    <a:pt x="242315" y="281939"/>
                  </a:lnTo>
                  <a:lnTo>
                    <a:pt x="205739" y="298703"/>
                  </a:lnTo>
                  <a:lnTo>
                    <a:pt x="178307" y="304799"/>
                  </a:lnTo>
                  <a:lnTo>
                    <a:pt x="150875" y="304799"/>
                  </a:lnTo>
                  <a:lnTo>
                    <a:pt x="109727" y="294131"/>
                  </a:lnTo>
                  <a:lnTo>
                    <a:pt x="76199" y="272795"/>
                  </a:lnTo>
                  <a:lnTo>
                    <a:pt x="48767" y="242315"/>
                  </a:lnTo>
                  <a:lnTo>
                    <a:pt x="32003" y="205739"/>
                  </a:lnTo>
                  <a:lnTo>
                    <a:pt x="25907" y="178307"/>
                  </a:lnTo>
                  <a:lnTo>
                    <a:pt x="25907" y="252983"/>
                  </a:lnTo>
                  <a:lnTo>
                    <a:pt x="73151" y="303275"/>
                  </a:lnTo>
                  <a:lnTo>
                    <a:pt x="117347" y="323087"/>
                  </a:lnTo>
                  <a:lnTo>
                    <a:pt x="166115" y="330707"/>
                  </a:lnTo>
                  <a:lnTo>
                    <a:pt x="199643" y="327659"/>
                  </a:lnTo>
                  <a:lnTo>
                    <a:pt x="243839" y="310895"/>
                  </a:lnTo>
                  <a:lnTo>
                    <a:pt x="281939" y="281939"/>
                  </a:lnTo>
                  <a:lnTo>
                    <a:pt x="303275" y="257555"/>
                  </a:lnTo>
                  <a:lnTo>
                    <a:pt x="304799" y="254812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41469" y="5295900"/>
              <a:ext cx="317500" cy="509270"/>
            </a:xfrm>
            <a:custGeom>
              <a:avLst/>
              <a:gdLst/>
              <a:ahLst/>
              <a:cxnLst/>
              <a:rect l="l" t="t" r="r" b="b"/>
              <a:pathLst>
                <a:path w="317500" h="509270">
                  <a:moveTo>
                    <a:pt x="105155" y="445007"/>
                  </a:moveTo>
                  <a:lnTo>
                    <a:pt x="99059" y="432815"/>
                  </a:lnTo>
                  <a:lnTo>
                    <a:pt x="91439" y="431291"/>
                  </a:lnTo>
                  <a:lnTo>
                    <a:pt x="85343" y="434339"/>
                  </a:lnTo>
                  <a:lnTo>
                    <a:pt x="48828" y="453671"/>
                  </a:lnTo>
                  <a:lnTo>
                    <a:pt x="24383" y="493775"/>
                  </a:lnTo>
                  <a:lnTo>
                    <a:pt x="3047" y="480059"/>
                  </a:lnTo>
                  <a:lnTo>
                    <a:pt x="3047" y="399287"/>
                  </a:lnTo>
                  <a:lnTo>
                    <a:pt x="0" y="509015"/>
                  </a:lnTo>
                  <a:lnTo>
                    <a:pt x="97535" y="455675"/>
                  </a:lnTo>
                  <a:lnTo>
                    <a:pt x="103631" y="452627"/>
                  </a:lnTo>
                  <a:lnTo>
                    <a:pt x="105155" y="445007"/>
                  </a:lnTo>
                  <a:close/>
                </a:path>
                <a:path w="317500" h="509270">
                  <a:moveTo>
                    <a:pt x="27431" y="399287"/>
                  </a:moveTo>
                  <a:lnTo>
                    <a:pt x="27431" y="391667"/>
                  </a:lnTo>
                  <a:lnTo>
                    <a:pt x="22859" y="387095"/>
                  </a:lnTo>
                  <a:lnTo>
                    <a:pt x="15239" y="385571"/>
                  </a:lnTo>
                  <a:lnTo>
                    <a:pt x="9143" y="385571"/>
                  </a:lnTo>
                  <a:lnTo>
                    <a:pt x="3047" y="391667"/>
                  </a:lnTo>
                  <a:lnTo>
                    <a:pt x="3047" y="480059"/>
                  </a:lnTo>
                  <a:lnTo>
                    <a:pt x="26712" y="441032"/>
                  </a:lnTo>
                  <a:lnTo>
                    <a:pt x="27431" y="399287"/>
                  </a:lnTo>
                  <a:close/>
                </a:path>
                <a:path w="317500" h="509270">
                  <a:moveTo>
                    <a:pt x="26712" y="441032"/>
                  </a:moveTo>
                  <a:lnTo>
                    <a:pt x="3047" y="480059"/>
                  </a:lnTo>
                  <a:lnTo>
                    <a:pt x="7619" y="482999"/>
                  </a:lnTo>
                  <a:lnTo>
                    <a:pt x="7619" y="475487"/>
                  </a:lnTo>
                  <a:lnTo>
                    <a:pt x="26288" y="465604"/>
                  </a:lnTo>
                  <a:lnTo>
                    <a:pt x="26712" y="441032"/>
                  </a:lnTo>
                  <a:close/>
                </a:path>
                <a:path w="317500" h="509270">
                  <a:moveTo>
                    <a:pt x="26288" y="465604"/>
                  </a:moveTo>
                  <a:lnTo>
                    <a:pt x="7619" y="475487"/>
                  </a:lnTo>
                  <a:lnTo>
                    <a:pt x="25907" y="487679"/>
                  </a:lnTo>
                  <a:lnTo>
                    <a:pt x="26288" y="465604"/>
                  </a:lnTo>
                  <a:close/>
                </a:path>
                <a:path w="317500" h="509270">
                  <a:moveTo>
                    <a:pt x="48828" y="453671"/>
                  </a:moveTo>
                  <a:lnTo>
                    <a:pt x="26288" y="465604"/>
                  </a:lnTo>
                  <a:lnTo>
                    <a:pt x="25907" y="487679"/>
                  </a:lnTo>
                  <a:lnTo>
                    <a:pt x="7619" y="475487"/>
                  </a:lnTo>
                  <a:lnTo>
                    <a:pt x="7619" y="482999"/>
                  </a:lnTo>
                  <a:lnTo>
                    <a:pt x="24383" y="493775"/>
                  </a:lnTo>
                  <a:lnTo>
                    <a:pt x="48828" y="453671"/>
                  </a:lnTo>
                  <a:close/>
                </a:path>
                <a:path w="317500" h="509270">
                  <a:moveTo>
                    <a:pt x="316991" y="13715"/>
                  </a:moveTo>
                  <a:lnTo>
                    <a:pt x="294131" y="0"/>
                  </a:lnTo>
                  <a:lnTo>
                    <a:pt x="26712" y="441032"/>
                  </a:lnTo>
                  <a:lnTo>
                    <a:pt x="26288" y="465604"/>
                  </a:lnTo>
                  <a:lnTo>
                    <a:pt x="48828" y="453671"/>
                  </a:lnTo>
                  <a:lnTo>
                    <a:pt x="316991" y="13715"/>
                  </a:lnTo>
                  <a:close/>
                </a:path>
              </a:pathLst>
            </a:custGeom>
            <a:solidFill>
              <a:srgbClr val="497E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796414" y="4541518"/>
              <a:ext cx="2032635" cy="118733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>
                <a:tabLst>
                  <a:tab pos="774650" algn="l"/>
                  <a:tab pos="1545490" algn="l"/>
                </a:tabLst>
              </a:pPr>
              <a:r>
                <a:rPr sz="5399" dirty="0">
                  <a:solidFill>
                    <a:srgbClr val="006FC0"/>
                  </a:solidFill>
                  <a:latin typeface="Calibri"/>
                  <a:cs typeface="Calibri"/>
                </a:rPr>
                <a:t>…	…	…</a:t>
              </a:r>
              <a:endParaRPr sz="5399">
                <a:latin typeface="Calibri"/>
                <a:cs typeface="Calibri"/>
              </a:endParaRPr>
            </a:p>
            <a:p>
              <a:pPr marL="12699">
                <a:spcBef>
                  <a:spcPts val="3550"/>
                </a:spcBef>
              </a:pPr>
              <a:r>
                <a:rPr spc="-5" dirty="0">
                  <a:latin typeface="Tahoma"/>
                  <a:cs typeface="Tahoma"/>
                </a:rPr>
                <a:t>Goal</a:t>
              </a:r>
              <a:r>
                <a:rPr spc="-80" dirty="0">
                  <a:latin typeface="Tahoma"/>
                  <a:cs typeface="Tahoma"/>
                </a:rPr>
                <a:t> </a:t>
              </a:r>
              <a:r>
                <a:rPr spc="-5" dirty="0">
                  <a:latin typeface="Tahoma"/>
                  <a:cs typeface="Tahoma"/>
                </a:rPr>
                <a:t>state</a:t>
              </a:r>
              <a:endParaRPr>
                <a:latin typeface="Tahoma"/>
                <a:cs typeface="Tahoma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A63EDAD-6D4C-B704-80CD-F24BB8F54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37" y="4897467"/>
            <a:ext cx="7688643" cy="240557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C6B6-F4B2-912D-B3C2-24C372A14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4712" y="196851"/>
            <a:ext cx="8610600" cy="615553"/>
          </a:xfrm>
        </p:spPr>
        <p:txBody>
          <a:bodyPr/>
          <a:lstStyle/>
          <a:p>
            <a:r>
              <a:rPr lang="en-US" dirty="0"/>
              <a:t>State Space Graphs vs. Search Trees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CBD29-32B7-B034-6925-E1E7E1FE9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73" y="1418714"/>
            <a:ext cx="11409503" cy="42645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EBAE32-A99C-81E2-71A9-02551128E312}"/>
              </a:ext>
            </a:extLst>
          </p:cNvPr>
          <p:cNvSpPr txBox="1"/>
          <p:nvPr/>
        </p:nvSpPr>
        <p:spPr>
          <a:xfrm>
            <a:off x="315912" y="5835650"/>
            <a:ext cx="12420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state space graph</a:t>
            </a:r>
            <a:r>
              <a:rPr lang="en-US" sz="2800" dirty="0"/>
              <a:t> is a more comprehensive representation of the problem's state transitions, while the </a:t>
            </a:r>
            <a:r>
              <a:rPr lang="en-US" sz="2800" b="1" dirty="0"/>
              <a:t>search tree</a:t>
            </a:r>
            <a:r>
              <a:rPr lang="en-US" sz="2800" dirty="0"/>
              <a:t> is a tool used by algorithms to explore those states to find a solution.</a:t>
            </a:r>
          </a:p>
        </p:txBody>
      </p:sp>
    </p:spTree>
    <p:extLst>
      <p:ext uri="{BB962C8B-B14F-4D97-AF65-F5344CB8AC3E}">
        <p14:creationId xmlns:p14="http://schemas.microsoft.com/office/powerpoint/2010/main" val="4184484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6913" y="148463"/>
            <a:ext cx="412686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25" dirty="0"/>
              <a:t>States versus</a:t>
            </a:r>
            <a:r>
              <a:rPr spc="-70" dirty="0"/>
              <a:t> </a:t>
            </a:r>
            <a:r>
              <a:rPr spc="-5" dirty="0"/>
              <a:t>Nodes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312" y="850021"/>
            <a:ext cx="12420600" cy="1541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buFont typeface="Courier New"/>
              <a:buChar char="•"/>
              <a:tabLst>
                <a:tab pos="354942" algn="l"/>
                <a:tab pos="355577" algn="l"/>
              </a:tabLst>
            </a:pPr>
            <a:r>
              <a:rPr sz="3200" spc="5" dirty="0">
                <a:latin typeface="Calibri"/>
                <a:cs typeface="Calibri"/>
              </a:rPr>
              <a:t>A </a:t>
            </a:r>
            <a:r>
              <a:rPr sz="3200" spc="-25" dirty="0">
                <a:solidFill>
                  <a:srgbClr val="FF0000"/>
                </a:solidFill>
                <a:latin typeface="Calibri"/>
                <a:cs typeface="Calibri"/>
              </a:rPr>
              <a:t>state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(representation </a:t>
            </a:r>
            <a:r>
              <a:rPr sz="3200" spc="5" dirty="0">
                <a:latin typeface="Calibri"/>
                <a:cs typeface="Calibri"/>
              </a:rPr>
              <a:t>of)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physical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configuration</a:t>
            </a:r>
            <a:endParaRPr sz="3200" dirty="0">
              <a:latin typeface="Calibri"/>
              <a:cs typeface="Calibri"/>
            </a:endParaRPr>
          </a:p>
          <a:p>
            <a:pPr marL="355577" marR="5079" indent="-342878">
              <a:spcBef>
                <a:spcPts val="480"/>
              </a:spcBef>
              <a:buFont typeface="Courier New"/>
              <a:buChar char="•"/>
              <a:tabLst>
                <a:tab pos="354942" algn="l"/>
                <a:tab pos="355577" algn="l"/>
              </a:tabLst>
            </a:pPr>
            <a:r>
              <a:rPr sz="3200" spc="5" dirty="0">
                <a:latin typeface="Calibri"/>
                <a:cs typeface="Calibri"/>
              </a:rPr>
              <a:t>A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node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structure </a:t>
            </a:r>
            <a:r>
              <a:rPr sz="3200" spc="-5" dirty="0">
                <a:latin typeface="Calibri"/>
                <a:cs typeface="Calibri"/>
              </a:rPr>
              <a:t>constituting </a:t>
            </a:r>
            <a:r>
              <a:rPr sz="3200" dirty="0">
                <a:latin typeface="Calibri"/>
                <a:cs typeface="Calibri"/>
              </a:rPr>
              <a:t>part of a </a:t>
            </a:r>
            <a:r>
              <a:rPr sz="3200" spc="-5" dirty="0">
                <a:latin typeface="Calibri"/>
                <a:cs typeface="Calibri"/>
              </a:rPr>
              <a:t>search </a:t>
            </a:r>
            <a:r>
              <a:rPr sz="3200" spc="-10" dirty="0">
                <a:latin typeface="Calibri"/>
                <a:cs typeface="Calibri"/>
              </a:rPr>
              <a:t>tree contains </a:t>
            </a:r>
            <a:r>
              <a:rPr sz="3200" spc="-15" dirty="0">
                <a:latin typeface="Calibri"/>
                <a:cs typeface="Calibri"/>
              </a:rPr>
              <a:t>info  </a:t>
            </a:r>
            <a:r>
              <a:rPr sz="3200" dirty="0">
                <a:latin typeface="Calibri"/>
                <a:cs typeface="Calibri"/>
              </a:rPr>
              <a:t>such </a:t>
            </a:r>
            <a:r>
              <a:rPr sz="3200" spc="-5" dirty="0">
                <a:latin typeface="Calibri"/>
                <a:cs typeface="Calibri"/>
              </a:rPr>
              <a:t>as: </a:t>
            </a:r>
            <a:r>
              <a:rPr sz="3200" spc="-20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3200" spc="-20" dirty="0">
                <a:latin typeface="Calibri"/>
                <a:cs typeface="Calibri"/>
              </a:rPr>
              <a:t>,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parent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r>
              <a:rPr sz="3200" dirty="0">
                <a:latin typeface="Calibri"/>
                <a:cs typeface="Calibri"/>
              </a:rPr>
              <a:t>,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action</a:t>
            </a:r>
            <a:r>
              <a:rPr sz="3200" dirty="0">
                <a:latin typeface="Calibri"/>
                <a:cs typeface="Calibri"/>
              </a:rPr>
              <a:t>,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path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cost </a:t>
            </a:r>
            <a:r>
              <a:rPr sz="3200" i="1" dirty="0">
                <a:latin typeface="Calibri"/>
                <a:cs typeface="Calibri"/>
              </a:rPr>
              <a:t>g(x)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depth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40112" y="3168650"/>
            <a:ext cx="5943600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1487" y="196850"/>
            <a:ext cx="741045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30" dirty="0"/>
              <a:t>State </a:t>
            </a:r>
            <a:r>
              <a:rPr sz="4399" dirty="0"/>
              <a:t>Spaces </a:t>
            </a:r>
            <a:r>
              <a:rPr sz="4399" spc="-15" dirty="0"/>
              <a:t>versus </a:t>
            </a:r>
            <a:r>
              <a:rPr sz="4399" spc="-10" dirty="0"/>
              <a:t>Search</a:t>
            </a:r>
            <a:r>
              <a:rPr sz="4399" spc="-75" dirty="0"/>
              <a:t> </a:t>
            </a:r>
            <a:r>
              <a:rPr sz="4399" spc="-65" dirty="0"/>
              <a:t>Trees</a:t>
            </a:r>
            <a:endParaRPr sz="4399" dirty="0"/>
          </a:p>
        </p:txBody>
      </p:sp>
      <p:sp>
        <p:nvSpPr>
          <p:cNvPr id="4" name="object 4"/>
          <p:cNvSpPr txBox="1"/>
          <p:nvPr/>
        </p:nvSpPr>
        <p:spPr>
          <a:xfrm>
            <a:off x="163512" y="867411"/>
            <a:ext cx="10965426" cy="6399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lnSpc>
                <a:spcPts val="2775"/>
              </a:lnSpc>
              <a:spcBef>
                <a:spcPts val="600"/>
              </a:spcBef>
              <a:spcAft>
                <a:spcPts val="300"/>
              </a:spcAft>
              <a:buFont typeface="Courier New"/>
              <a:buChar char="•"/>
              <a:tabLst>
                <a:tab pos="355577" algn="l"/>
              </a:tabLst>
            </a:pPr>
            <a:r>
              <a:rPr sz="3200" spc="-15" dirty="0">
                <a:latin typeface="Calibri"/>
                <a:cs typeface="Calibri"/>
              </a:rPr>
              <a:t>State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Space</a:t>
            </a:r>
          </a:p>
          <a:p>
            <a:pPr marL="756236" lvl="1" indent="-286367">
              <a:lnSpc>
                <a:spcPts val="2175"/>
              </a:lnSpc>
              <a:spcBef>
                <a:spcPts val="600"/>
              </a:spcBef>
              <a:spcAft>
                <a:spcPts val="300"/>
              </a:spcAft>
              <a:buFont typeface="Courier New"/>
              <a:buChar char="–"/>
              <a:tabLst>
                <a:tab pos="756871" algn="l"/>
              </a:tabLst>
            </a:pPr>
            <a:r>
              <a:rPr sz="2800" spc="-5" dirty="0">
                <a:latin typeface="Calibri"/>
                <a:cs typeface="Calibri"/>
              </a:rPr>
              <a:t>Set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valid </a:t>
            </a:r>
            <a:r>
              <a:rPr sz="2800" spc="-20" dirty="0">
                <a:latin typeface="Calibri"/>
                <a:cs typeface="Calibri"/>
              </a:rPr>
              <a:t>states </a:t>
            </a:r>
            <a:r>
              <a:rPr sz="2800" spc="-1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</a:t>
            </a:r>
            <a:endParaRPr sz="2800" dirty="0">
              <a:latin typeface="Calibri"/>
              <a:cs typeface="Calibri"/>
            </a:endParaRPr>
          </a:p>
          <a:p>
            <a:pPr marL="756236" lvl="1" indent="-286367">
              <a:lnSpc>
                <a:spcPts val="2160"/>
              </a:lnSpc>
              <a:spcBef>
                <a:spcPts val="600"/>
              </a:spcBef>
              <a:spcAft>
                <a:spcPts val="300"/>
              </a:spcAft>
              <a:buFont typeface="Courier New"/>
              <a:buChar char="–"/>
              <a:tabLst>
                <a:tab pos="756871" algn="l"/>
              </a:tabLst>
            </a:pPr>
            <a:r>
              <a:rPr sz="2800" spc="-10" dirty="0">
                <a:latin typeface="Calibri"/>
                <a:cs typeface="Calibri"/>
              </a:rPr>
              <a:t>Linked </a:t>
            </a:r>
            <a:r>
              <a:rPr sz="2800" spc="-5" dirty="0">
                <a:latin typeface="Calibri"/>
                <a:cs typeface="Calibri"/>
              </a:rPr>
              <a:t>by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operators</a:t>
            </a:r>
            <a:r>
              <a:rPr lang="en-US" sz="2800" spc="-15" dirty="0">
                <a:latin typeface="Calibri"/>
                <a:cs typeface="Calibri"/>
              </a:rPr>
              <a:t> ( Transportation connection between cities)</a:t>
            </a:r>
            <a:endParaRPr sz="2800" dirty="0">
              <a:latin typeface="Calibri"/>
              <a:cs typeface="Calibri"/>
            </a:endParaRPr>
          </a:p>
          <a:p>
            <a:pPr marL="756236" lvl="1" indent="-286367">
              <a:lnSpc>
                <a:spcPts val="2280"/>
              </a:lnSpc>
              <a:spcBef>
                <a:spcPts val="600"/>
              </a:spcBef>
              <a:spcAft>
                <a:spcPts val="300"/>
              </a:spcAft>
              <a:buFont typeface="Courier New"/>
              <a:buChar char="–"/>
              <a:tabLst>
                <a:tab pos="756871" algn="l"/>
              </a:tabLst>
            </a:pPr>
            <a:r>
              <a:rPr sz="2800" dirty="0">
                <a:latin typeface="Calibri"/>
                <a:cs typeface="Calibri"/>
              </a:rPr>
              <a:t>e.g., </a:t>
            </a:r>
            <a:r>
              <a:rPr sz="2800" spc="5" dirty="0">
                <a:latin typeface="Calibri"/>
                <a:cs typeface="Calibri"/>
              </a:rPr>
              <a:t>20 </a:t>
            </a:r>
            <a:r>
              <a:rPr sz="2800" spc="-10" dirty="0">
                <a:latin typeface="Calibri"/>
                <a:cs typeface="Calibri"/>
              </a:rPr>
              <a:t>valid </a:t>
            </a:r>
            <a:r>
              <a:rPr sz="2800" spc="-20" dirty="0">
                <a:latin typeface="Calibri"/>
                <a:cs typeface="Calibri"/>
              </a:rPr>
              <a:t>states </a:t>
            </a:r>
            <a:r>
              <a:rPr sz="2800" spc="-5" dirty="0">
                <a:latin typeface="Calibri"/>
                <a:cs typeface="Calibri"/>
              </a:rPr>
              <a:t>(cities) </a:t>
            </a:r>
            <a:r>
              <a:rPr sz="2800" dirty="0">
                <a:latin typeface="Calibri"/>
                <a:cs typeface="Calibri"/>
              </a:rPr>
              <a:t>in the </a:t>
            </a:r>
            <a:r>
              <a:rPr sz="2800" spc="-5" dirty="0">
                <a:latin typeface="Calibri"/>
                <a:cs typeface="Calibri"/>
              </a:rPr>
              <a:t>Romanian </a:t>
            </a:r>
            <a:r>
              <a:rPr sz="2800" spc="-20" dirty="0">
                <a:latin typeface="Calibri"/>
                <a:cs typeface="Calibri"/>
              </a:rPr>
              <a:t>travel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</a:t>
            </a:r>
            <a:endParaRPr sz="2800" dirty="0">
              <a:latin typeface="Calibri"/>
              <a:cs typeface="Calibri"/>
            </a:endParaRPr>
          </a:p>
          <a:p>
            <a:pPr marL="355577" indent="-342878">
              <a:lnSpc>
                <a:spcPts val="2775"/>
              </a:lnSpc>
              <a:spcBef>
                <a:spcPts val="600"/>
              </a:spcBef>
              <a:spcAft>
                <a:spcPts val="300"/>
              </a:spcAft>
              <a:buFont typeface="Courier New"/>
              <a:buChar char="•"/>
              <a:tabLst>
                <a:tab pos="355577" algn="l"/>
              </a:tabLst>
            </a:pPr>
            <a:r>
              <a:rPr sz="3200" spc="-5" dirty="0">
                <a:latin typeface="Calibri"/>
                <a:cs typeface="Calibri"/>
              </a:rPr>
              <a:t>Search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Tree</a:t>
            </a:r>
            <a:endParaRPr sz="3200" dirty="0">
              <a:latin typeface="Calibri"/>
              <a:cs typeface="Calibri"/>
            </a:endParaRPr>
          </a:p>
          <a:p>
            <a:pPr marL="756236" lvl="1" indent="-286367">
              <a:lnSpc>
                <a:spcPts val="2175"/>
              </a:lnSpc>
              <a:spcBef>
                <a:spcPts val="600"/>
              </a:spcBef>
              <a:spcAft>
                <a:spcPts val="300"/>
              </a:spcAft>
              <a:buFont typeface="Courier New"/>
              <a:buChar char="–"/>
              <a:tabLst>
                <a:tab pos="756871" algn="l"/>
              </a:tabLst>
            </a:pPr>
            <a:r>
              <a:rPr sz="2800" spc="-10" dirty="0">
                <a:latin typeface="Calibri"/>
                <a:cs typeface="Calibri"/>
              </a:rPr>
              <a:t>Root </a:t>
            </a:r>
            <a:r>
              <a:rPr sz="2800" dirty="0">
                <a:latin typeface="Calibri"/>
                <a:cs typeface="Calibri"/>
              </a:rPr>
              <a:t>node = </a:t>
            </a:r>
            <a:r>
              <a:rPr sz="2800" spc="-5" dirty="0">
                <a:latin typeface="Calibri"/>
                <a:cs typeface="Calibri"/>
              </a:rPr>
              <a:t>initial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state</a:t>
            </a:r>
            <a:endParaRPr sz="2800" dirty="0">
              <a:latin typeface="Calibri"/>
              <a:cs typeface="Calibri"/>
            </a:endParaRPr>
          </a:p>
          <a:p>
            <a:pPr marL="756236" lvl="1" indent="-286367">
              <a:lnSpc>
                <a:spcPts val="2160"/>
              </a:lnSpc>
              <a:spcBef>
                <a:spcPts val="600"/>
              </a:spcBef>
              <a:spcAft>
                <a:spcPts val="300"/>
              </a:spcAft>
              <a:buFont typeface="Courier New"/>
              <a:buChar char="–"/>
              <a:tabLst>
                <a:tab pos="756871" algn="l"/>
              </a:tabLst>
            </a:pPr>
            <a:r>
              <a:rPr sz="2800" dirty="0">
                <a:latin typeface="Calibri"/>
                <a:cs typeface="Calibri"/>
              </a:rPr>
              <a:t>Child nodes = </a:t>
            </a:r>
            <a:r>
              <a:rPr sz="2800" spc="-20" dirty="0">
                <a:latin typeface="Calibri"/>
                <a:cs typeface="Calibri"/>
              </a:rPr>
              <a:t>states </a:t>
            </a:r>
            <a:r>
              <a:rPr sz="2800" spc="-5" dirty="0">
                <a:latin typeface="Calibri"/>
                <a:cs typeface="Calibri"/>
              </a:rPr>
              <a:t>that 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visited </a:t>
            </a:r>
            <a:r>
              <a:rPr sz="2800" spc="-15" dirty="0">
                <a:latin typeface="Calibri"/>
                <a:cs typeface="Calibri"/>
              </a:rPr>
              <a:t>from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parent</a:t>
            </a:r>
            <a:endParaRPr sz="2800" dirty="0">
              <a:latin typeface="Calibri"/>
              <a:cs typeface="Calibri"/>
            </a:endParaRPr>
          </a:p>
          <a:p>
            <a:pPr marL="756236" lvl="1" indent="-286367">
              <a:lnSpc>
                <a:spcPts val="2280"/>
              </a:lnSpc>
              <a:spcBef>
                <a:spcPts val="600"/>
              </a:spcBef>
              <a:spcAft>
                <a:spcPts val="300"/>
              </a:spcAft>
              <a:buFont typeface="Courier New"/>
              <a:buChar char="–"/>
              <a:tabLst>
                <a:tab pos="756871" algn="l"/>
              </a:tabLst>
            </a:pPr>
            <a:r>
              <a:rPr sz="2800" spc="-10" dirty="0">
                <a:latin typeface="Calibri"/>
                <a:cs typeface="Calibri"/>
              </a:rPr>
              <a:t>Note </a:t>
            </a:r>
            <a:r>
              <a:rPr sz="2800" spc="-5" dirty="0">
                <a:latin typeface="Calibri"/>
                <a:cs typeface="Calibri"/>
              </a:rPr>
              <a:t>that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depth </a:t>
            </a:r>
            <a:r>
              <a:rPr sz="2800" dirty="0">
                <a:latin typeface="Calibri"/>
                <a:cs typeface="Calibri"/>
              </a:rPr>
              <a:t>of the </a:t>
            </a:r>
            <a:r>
              <a:rPr sz="2800" spc="-10" dirty="0">
                <a:latin typeface="Calibri"/>
                <a:cs typeface="Calibri"/>
              </a:rPr>
              <a:t>tree </a:t>
            </a:r>
            <a:r>
              <a:rPr sz="2800" spc="-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infinite</a:t>
            </a:r>
            <a:endParaRPr sz="2800" dirty="0">
              <a:latin typeface="Calibri"/>
              <a:cs typeface="Calibri"/>
            </a:endParaRPr>
          </a:p>
          <a:p>
            <a:pPr marL="1155625" lvl="2" indent="-228585">
              <a:spcBef>
                <a:spcPts val="600"/>
              </a:spcBef>
              <a:spcAft>
                <a:spcPts val="300"/>
              </a:spcAft>
              <a:buFont typeface="Courier New"/>
              <a:buChar char="•"/>
              <a:tabLst>
                <a:tab pos="1155625" algn="l"/>
              </a:tabLst>
            </a:pPr>
            <a:r>
              <a:rPr sz="2400" dirty="0">
                <a:latin typeface="Calibri"/>
                <a:cs typeface="Calibri"/>
              </a:rPr>
              <a:t>E.g., </a:t>
            </a:r>
            <a:r>
              <a:rPr sz="2400" spc="-5" dirty="0">
                <a:latin typeface="Calibri"/>
                <a:cs typeface="Calibri"/>
              </a:rPr>
              <a:t>via </a:t>
            </a:r>
            <a:r>
              <a:rPr sz="2400" spc="-10" dirty="0">
                <a:latin typeface="Calibri"/>
                <a:cs typeface="Calibri"/>
              </a:rPr>
              <a:t>repeated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states</a:t>
            </a:r>
            <a:endParaRPr sz="2400" dirty="0">
              <a:latin typeface="Calibri"/>
              <a:cs typeface="Calibri"/>
            </a:endParaRPr>
          </a:p>
          <a:p>
            <a:pPr marL="756236" lvl="1" indent="-286367">
              <a:spcBef>
                <a:spcPts val="600"/>
              </a:spcBef>
              <a:spcAft>
                <a:spcPts val="300"/>
              </a:spcAft>
              <a:buFont typeface="Courier New"/>
              <a:buChar char="–"/>
              <a:tabLst>
                <a:tab pos="756871" algn="l"/>
              </a:tabLst>
            </a:pPr>
            <a:r>
              <a:rPr sz="2800" spc="-10" dirty="0">
                <a:latin typeface="Calibri"/>
                <a:cs typeface="Calibri"/>
              </a:rPr>
              <a:t>Partial </a:t>
            </a:r>
            <a:r>
              <a:rPr sz="2800" spc="-5" dirty="0">
                <a:latin typeface="Calibri"/>
                <a:cs typeface="Calibri"/>
              </a:rPr>
              <a:t>search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tree</a:t>
            </a:r>
            <a:endParaRPr sz="2800" dirty="0">
              <a:latin typeface="Calibri"/>
              <a:cs typeface="Calibri"/>
            </a:endParaRPr>
          </a:p>
          <a:p>
            <a:pPr marL="1155625" lvl="2" indent="-228585">
              <a:spcBef>
                <a:spcPts val="600"/>
              </a:spcBef>
              <a:spcAft>
                <a:spcPts val="300"/>
              </a:spcAft>
              <a:buFont typeface="Courier New"/>
              <a:buChar char="•"/>
              <a:tabLst>
                <a:tab pos="1155625" algn="l"/>
              </a:tabLst>
            </a:pPr>
            <a:r>
              <a:rPr sz="2400" spc="-10" dirty="0">
                <a:latin typeface="Calibri"/>
                <a:cs typeface="Calibri"/>
              </a:rPr>
              <a:t>Portion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tree that </a:t>
            </a:r>
            <a:r>
              <a:rPr sz="2400" dirty="0">
                <a:latin typeface="Calibri"/>
                <a:cs typeface="Calibri"/>
              </a:rPr>
              <a:t>has been </a:t>
            </a:r>
            <a:r>
              <a:rPr sz="2400" spc="-5" dirty="0">
                <a:latin typeface="Calibri"/>
                <a:cs typeface="Calibri"/>
              </a:rPr>
              <a:t>expanded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far</a:t>
            </a:r>
            <a:endParaRPr sz="2400" dirty="0">
              <a:latin typeface="Calibri"/>
              <a:cs typeface="Calibri"/>
            </a:endParaRPr>
          </a:p>
          <a:p>
            <a:pPr marL="756236" lvl="1" indent="-286367">
              <a:spcBef>
                <a:spcPts val="600"/>
              </a:spcBef>
              <a:spcAft>
                <a:spcPts val="300"/>
              </a:spcAft>
              <a:buFont typeface="Courier New"/>
              <a:buChar char="–"/>
              <a:tabLst>
                <a:tab pos="756871" algn="l"/>
              </a:tabLst>
            </a:pPr>
            <a:r>
              <a:rPr sz="2800" spc="-5" dirty="0">
                <a:latin typeface="Calibri"/>
                <a:cs typeface="Calibri"/>
              </a:rPr>
              <a:t>Fringe</a:t>
            </a:r>
            <a:endParaRPr sz="2800" dirty="0">
              <a:latin typeface="Calibri"/>
              <a:cs typeface="Calibri"/>
            </a:endParaRPr>
          </a:p>
          <a:p>
            <a:pPr marL="1155625" lvl="2" indent="-228585">
              <a:spcBef>
                <a:spcPts val="600"/>
              </a:spcBef>
              <a:spcAft>
                <a:spcPts val="300"/>
              </a:spcAft>
              <a:buFont typeface="Courier New"/>
              <a:buChar char="•"/>
              <a:tabLst>
                <a:tab pos="1155625" algn="l"/>
              </a:tabLst>
            </a:pPr>
            <a:r>
              <a:rPr sz="2400" spc="-5" dirty="0">
                <a:latin typeface="Calibri"/>
                <a:cs typeface="Calibri"/>
              </a:rPr>
              <a:t>Leaves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5" dirty="0">
                <a:latin typeface="Calibri"/>
                <a:cs typeface="Calibri"/>
              </a:rPr>
              <a:t>partial search </a:t>
            </a:r>
            <a:r>
              <a:rPr sz="2400" spc="-10" dirty="0">
                <a:latin typeface="Calibri"/>
                <a:cs typeface="Calibri"/>
              </a:rPr>
              <a:t>tree, candidates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expansion</a:t>
            </a:r>
            <a:endParaRPr sz="2400" dirty="0">
              <a:latin typeface="Calibri"/>
              <a:cs typeface="Calibri"/>
            </a:endParaRPr>
          </a:p>
          <a:p>
            <a:pPr marL="626704" indent="-614005">
              <a:spcBef>
                <a:spcPts val="600"/>
              </a:spcBef>
              <a:spcAft>
                <a:spcPts val="300"/>
              </a:spcAft>
              <a:buFont typeface="Courier New"/>
              <a:buChar char="•"/>
              <a:tabLst>
                <a:tab pos="626704" algn="l"/>
                <a:tab pos="627340" algn="l"/>
              </a:tabLst>
            </a:pPr>
            <a:r>
              <a:rPr sz="3200" spc="-5" dirty="0">
                <a:latin typeface="Calibri"/>
                <a:cs typeface="Calibri"/>
              </a:rPr>
              <a:t>Search </a:t>
            </a:r>
            <a:r>
              <a:rPr sz="3200" spc="-10" dirty="0">
                <a:latin typeface="Calibri"/>
                <a:cs typeface="Calibri"/>
              </a:rPr>
              <a:t>trees </a:t>
            </a:r>
            <a:r>
              <a:rPr sz="3200" dirty="0">
                <a:latin typeface="Calibri"/>
                <a:cs typeface="Calibri"/>
              </a:rPr>
              <a:t>= </a:t>
            </a:r>
            <a:r>
              <a:rPr sz="3200" spc="-15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structure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10" dirty="0">
                <a:latin typeface="Calibri"/>
                <a:cs typeface="Calibri"/>
              </a:rPr>
              <a:t>search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state-space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5ED0EE-0280-EF2D-3082-0E9AFD721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886" y="4006850"/>
            <a:ext cx="2291622" cy="2682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F1A3F4-8D99-F825-9CA5-E22C8CE9FE66}"/>
              </a:ext>
            </a:extLst>
          </p:cNvPr>
          <p:cNvSpPr txBox="1"/>
          <p:nvPr/>
        </p:nvSpPr>
        <p:spPr>
          <a:xfrm>
            <a:off x="9993312" y="324485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Size/Depth =??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4652" y="181169"/>
            <a:ext cx="756412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pc="-15" dirty="0"/>
              <a:t>Search </a:t>
            </a:r>
            <a:r>
              <a:rPr spc="-80" dirty="0"/>
              <a:t>Tree </a:t>
            </a:r>
            <a:r>
              <a:rPr spc="-30" dirty="0"/>
              <a:t>for </a:t>
            </a:r>
            <a:r>
              <a:rPr spc="-5" dirty="0"/>
              <a:t>the </a:t>
            </a:r>
            <a:r>
              <a:rPr dirty="0"/>
              <a:t>8 </a:t>
            </a:r>
            <a:r>
              <a:rPr spc="-5" dirty="0"/>
              <a:t>puzzle</a:t>
            </a:r>
            <a:r>
              <a:rPr spc="15" dirty="0"/>
              <a:t> </a:t>
            </a:r>
            <a:r>
              <a:rPr spc="-15" dirty="0"/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3287713" y="1128744"/>
            <a:ext cx="6858000" cy="5289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0938-1624-5C15-B196-985BDB61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112" y="196851"/>
            <a:ext cx="6433542" cy="615553"/>
          </a:xfrm>
        </p:spPr>
        <p:txBody>
          <a:bodyPr/>
          <a:lstStyle/>
          <a:p>
            <a:r>
              <a:rPr lang="en-US" dirty="0"/>
              <a:t>Romania Search Tree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B1CF2-4606-C201-0CA9-57C723063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713" y="812608"/>
            <a:ext cx="9458325" cy="3086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BB911C-B5FE-E489-C2BC-275D0903B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914" y="3898710"/>
            <a:ext cx="9458325" cy="353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49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D502CFE-42A6-8C99-7D0B-7875C5C2FF47}"/>
              </a:ext>
            </a:extLst>
          </p:cNvPr>
          <p:cNvSpPr txBox="1"/>
          <p:nvPr/>
        </p:nvSpPr>
        <p:spPr>
          <a:xfrm>
            <a:off x="494664" y="881637"/>
            <a:ext cx="11734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1F1F1F"/>
                </a:solidFill>
                <a:latin typeface="Google Sans"/>
              </a:rPr>
              <a:t>Search Tree:</a:t>
            </a:r>
            <a:endParaRPr lang="en-US" sz="2800" dirty="0">
              <a:solidFill>
                <a:srgbClr val="1F1F1F"/>
              </a:solidFill>
              <a:latin typeface="Google San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F1F1F"/>
                </a:solidFill>
                <a:latin typeface="Google Sans"/>
              </a:rPr>
              <a:t> This is a </a:t>
            </a:r>
            <a:r>
              <a:rPr lang="en-US" sz="2800" b="1" dirty="0">
                <a:solidFill>
                  <a:srgbClr val="1F1F1F"/>
                </a:solidFill>
                <a:latin typeface="Google Sans"/>
              </a:rPr>
              <a:t>data structure</a:t>
            </a:r>
            <a:r>
              <a:rPr lang="en-US" sz="2800" dirty="0">
                <a:solidFill>
                  <a:srgbClr val="1F1F1F"/>
                </a:solidFill>
                <a:latin typeface="Google Sans"/>
              </a:rPr>
              <a:t> used to represent the possible solutions to a problem.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F1F1F"/>
                </a:solidFill>
                <a:latin typeface="Google Sans"/>
              </a:rPr>
              <a:t> It's a tree-like structure where each node represents a state in the problem, and edges connect states reachable by applying specific actions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89231-2CEA-7772-EC4E-9E1D8D041889}"/>
              </a:ext>
            </a:extLst>
          </p:cNvPr>
          <p:cNvSpPr txBox="1"/>
          <p:nvPr/>
        </p:nvSpPr>
        <p:spPr>
          <a:xfrm>
            <a:off x="494664" y="3180298"/>
            <a:ext cx="11887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1F1F"/>
                </a:solidFill>
                <a:latin typeface="Google Sans"/>
              </a:rPr>
              <a:t>Tree Search:</a:t>
            </a:r>
          </a:p>
          <a:p>
            <a:pPr lvl="1" indent="-28573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F1F1F"/>
                </a:solidFill>
                <a:latin typeface="Google Sans"/>
              </a:rPr>
              <a:t>This is a technique used to explore possibilities within a search tree to reach the goal.</a:t>
            </a:r>
          </a:p>
          <a:p>
            <a:pPr lvl="1" indent="-28573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F1F1F"/>
                </a:solidFill>
                <a:latin typeface="Google Sans"/>
              </a:rPr>
              <a:t>It systematically traverses the tree, considering different paths by choosing nodes to expand and visit next.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3B6EF-008F-3462-C44D-27E678750BF2}"/>
              </a:ext>
            </a:extLst>
          </p:cNvPr>
          <p:cNvSpPr txBox="1"/>
          <p:nvPr/>
        </p:nvSpPr>
        <p:spPr>
          <a:xfrm>
            <a:off x="2220912" y="5530850"/>
            <a:ext cx="10820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Google Sans"/>
              </a:rPr>
              <a:t>a </a:t>
            </a:r>
            <a:r>
              <a:rPr lang="en-US" sz="2800" b="1" dirty="0">
                <a:solidFill>
                  <a:srgbClr val="FF0000"/>
                </a:solidFill>
                <a:latin typeface="Google Sans"/>
              </a:rPr>
              <a:t>search tree</a:t>
            </a:r>
            <a:r>
              <a:rPr lang="en-US" sz="2800" dirty="0">
                <a:solidFill>
                  <a:srgbClr val="FF0000"/>
                </a:solidFill>
                <a:latin typeface="Google Sans"/>
              </a:rPr>
              <a:t> holds the information, while </a:t>
            </a:r>
            <a:r>
              <a:rPr lang="en-US" sz="2800" b="1" dirty="0">
                <a:solidFill>
                  <a:srgbClr val="FF0000"/>
                </a:solidFill>
                <a:latin typeface="Google Sans"/>
              </a:rPr>
              <a:t>tree search</a:t>
            </a:r>
            <a:r>
              <a:rPr lang="en-US" sz="2800" dirty="0">
                <a:solidFill>
                  <a:srgbClr val="FF0000"/>
                </a:solidFill>
                <a:latin typeface="Google Sans"/>
              </a:rPr>
              <a:t> is the strategy to navigate through that information to find the desired solution. They are two parts of the same problem-solving process</a:t>
            </a:r>
            <a:r>
              <a:rPr lang="en-US" sz="2800" dirty="0">
                <a:solidFill>
                  <a:srgbClr val="1F1F1F"/>
                </a:solidFill>
                <a:latin typeface="Google Sans"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918148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6312" y="17411"/>
            <a:ext cx="684784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3600" spc="-85" dirty="0"/>
              <a:t>Tree </a:t>
            </a:r>
            <a:r>
              <a:rPr sz="3600" spc="-10" dirty="0"/>
              <a:t>Search </a:t>
            </a:r>
            <a:r>
              <a:rPr sz="3600" spc="-5" dirty="0"/>
              <a:t>Algorithm</a:t>
            </a:r>
            <a:r>
              <a:rPr sz="3600" spc="15" dirty="0"/>
              <a:t> </a:t>
            </a:r>
            <a:r>
              <a:rPr sz="3600" dirty="0"/>
              <a:t>Outline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A319A4-B32A-4B1A-E28E-B230FD44E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984" y="570139"/>
            <a:ext cx="9618821" cy="3334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55E3CB-27C5-C109-568F-E77132765B4F}"/>
              </a:ext>
            </a:extLst>
          </p:cNvPr>
          <p:cNvSpPr txBox="1"/>
          <p:nvPr/>
        </p:nvSpPr>
        <p:spPr>
          <a:xfrm>
            <a:off x="387984" y="4133186"/>
            <a:ext cx="125009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1F1F"/>
                </a:solidFill>
                <a:latin typeface="+mj-lt"/>
              </a:rPr>
              <a:t>Fringe:</a:t>
            </a:r>
            <a:r>
              <a:rPr lang="en-US" sz="2800" dirty="0">
                <a:solidFill>
                  <a:srgbClr val="1F1F1F"/>
                </a:solidFill>
                <a:latin typeface="+mj-lt"/>
              </a:rPr>
              <a:t> This is like the list of paths you haven't explored yet. Initially, it contains only the starting point of the maze.</a:t>
            </a:r>
          </a:p>
          <a:p>
            <a:r>
              <a:rPr lang="en-US" sz="2800" b="1" dirty="0">
                <a:solidFill>
                  <a:srgbClr val="1F1F1F"/>
                </a:solidFill>
                <a:latin typeface="+mj-lt"/>
              </a:rPr>
              <a:t>Expansion:</a:t>
            </a:r>
            <a:r>
              <a:rPr lang="en-US" sz="2800" dirty="0">
                <a:solidFill>
                  <a:srgbClr val="1F1F1F"/>
                </a:solidFill>
                <a:latin typeface="+mj-lt"/>
              </a:rPr>
              <a:t> As you move through the maze, you "expand" the fringe by adding new paths. if you're standing at a 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three-way junction</a:t>
            </a:r>
            <a:r>
              <a:rPr lang="en-US" sz="2800" dirty="0">
                <a:solidFill>
                  <a:srgbClr val="1F1F1F"/>
                </a:solidFill>
                <a:latin typeface="+mj-lt"/>
              </a:rPr>
              <a:t>, expanding involves adding three new paths to the fringe, each corresponding to taking one of the turns.</a:t>
            </a:r>
          </a:p>
          <a:p>
            <a:r>
              <a:rPr lang="en-US" sz="2800" b="1" dirty="0">
                <a:solidFill>
                  <a:srgbClr val="1F1F1F"/>
                </a:solidFill>
                <a:latin typeface="+mj-lt"/>
              </a:rPr>
              <a:t>Exploration Strategy:</a:t>
            </a:r>
            <a:r>
              <a:rPr lang="en-US" sz="2800" dirty="0">
                <a:solidFill>
                  <a:srgbClr val="1F1F1F"/>
                </a:solidFill>
                <a:latin typeface="+mj-lt"/>
              </a:rPr>
              <a:t> This governs how you decide which path to explore next. </a:t>
            </a:r>
            <a:endParaRPr lang="en-US" sz="28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714DE-639E-9D18-6AA2-D7B80973E0E4}"/>
              </a:ext>
            </a:extLst>
          </p:cNvPr>
          <p:cNvSpPr txBox="1"/>
          <p:nvPr/>
        </p:nvSpPr>
        <p:spPr>
          <a:xfrm>
            <a:off x="392112" y="3645594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Ideas: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0B339-C500-52E7-D2FD-847AA6E77095}"/>
              </a:ext>
            </a:extLst>
          </p:cNvPr>
          <p:cNvSpPr txBox="1"/>
          <p:nvPr/>
        </p:nvSpPr>
        <p:spPr>
          <a:xfrm>
            <a:off x="5116512" y="675092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1000" dirty="0">
              <a:latin typeface="Calibri" panose="020F0502020204030204" pitchFamily="34" charset="0"/>
            </a:endParaRPr>
          </a:p>
          <a:p>
            <a:r>
              <a:rPr lang="en-US" sz="2400" dirty="0">
                <a:solidFill>
                  <a:srgbClr val="323299"/>
                </a:solidFill>
                <a:latin typeface="Calibri" panose="020F0502020204030204" pitchFamily="34" charset="0"/>
              </a:rPr>
              <a:t>Main question: which fringe nodes to explore?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48708D-199D-B4B7-E910-F43E77393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512" y="425451"/>
            <a:ext cx="9656316" cy="57245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01BA28-CB90-0D20-B855-14C222F33CB1}"/>
              </a:ext>
            </a:extLst>
          </p:cNvPr>
          <p:cNvSpPr txBox="1"/>
          <p:nvPr/>
        </p:nvSpPr>
        <p:spPr>
          <a:xfrm>
            <a:off x="9383712" y="126365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Concept of Fringe</a:t>
            </a:r>
          </a:p>
        </p:txBody>
      </p:sp>
    </p:spTree>
    <p:extLst>
      <p:ext uri="{BB962C8B-B14F-4D97-AF65-F5344CB8AC3E}">
        <p14:creationId xmlns:p14="http://schemas.microsoft.com/office/powerpoint/2010/main" val="32698456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A4B2F-2C28-BF74-3A19-C7049EAE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0650A5-1A3A-A7D3-BD90-126FA10F1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12" y="289362"/>
            <a:ext cx="11121488" cy="661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839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7033" y="351126"/>
            <a:ext cx="466090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85" dirty="0"/>
              <a:t>Tree </a:t>
            </a:r>
            <a:r>
              <a:rPr sz="4399" spc="-10" dirty="0"/>
              <a:t>search</a:t>
            </a:r>
            <a:r>
              <a:rPr sz="4399" spc="15" dirty="0"/>
              <a:t> </a:t>
            </a:r>
            <a:r>
              <a:rPr sz="4399" spc="-25" dirty="0"/>
              <a:t>example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2373944" y="1028106"/>
            <a:ext cx="7085338" cy="3065359"/>
          </a:xfrm>
          <a:prstGeom prst="rect">
            <a:avLst/>
          </a:prstGeom>
          <a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010239-8E99-9F0B-D068-57E0CC836393}"/>
              </a:ext>
            </a:extLst>
          </p:cNvPr>
          <p:cNvGrpSpPr/>
          <p:nvPr/>
        </p:nvGrpSpPr>
        <p:grpSpPr>
          <a:xfrm>
            <a:off x="4047033" y="3625850"/>
            <a:ext cx="7012449" cy="3300731"/>
            <a:chOff x="5637089" y="4311398"/>
            <a:chExt cx="5422393" cy="2615183"/>
          </a:xfrm>
        </p:grpSpPr>
        <p:sp>
          <p:nvSpPr>
            <p:cNvPr id="4" name="object 4"/>
            <p:cNvSpPr/>
            <p:nvPr/>
          </p:nvSpPr>
          <p:spPr>
            <a:xfrm>
              <a:off x="5725482" y="4311398"/>
              <a:ext cx="5334000" cy="26151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37089" y="4908805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3107" y="173735"/>
                  </a:moveTo>
                  <a:lnTo>
                    <a:pt x="483107" y="155447"/>
                  </a:lnTo>
                  <a:lnTo>
                    <a:pt x="481583" y="146303"/>
                  </a:lnTo>
                  <a:lnTo>
                    <a:pt x="452627" y="83819"/>
                  </a:lnTo>
                  <a:lnTo>
                    <a:pt x="409955" y="47243"/>
                  </a:lnTo>
                  <a:lnTo>
                    <a:pt x="373379" y="27431"/>
                  </a:lnTo>
                  <a:lnTo>
                    <a:pt x="333755" y="12191"/>
                  </a:lnTo>
                  <a:lnTo>
                    <a:pt x="310895" y="7619"/>
                  </a:lnTo>
                  <a:lnTo>
                    <a:pt x="289559" y="3047"/>
                  </a:lnTo>
                  <a:lnTo>
                    <a:pt x="240791" y="0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49351" y="12191"/>
                  </a:lnTo>
                  <a:lnTo>
                    <a:pt x="108203" y="27431"/>
                  </a:lnTo>
                  <a:lnTo>
                    <a:pt x="71627" y="47243"/>
                  </a:lnTo>
                  <a:lnTo>
                    <a:pt x="30479" y="85343"/>
                  </a:lnTo>
                  <a:lnTo>
                    <a:pt x="4571" y="131063"/>
                  </a:lnTo>
                  <a:lnTo>
                    <a:pt x="0" y="156971"/>
                  </a:lnTo>
                  <a:lnTo>
                    <a:pt x="0" y="175259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25907" y="239267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50291" y="10058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37159" y="42671"/>
                  </a:lnTo>
                  <a:lnTo>
                    <a:pt x="176783" y="32003"/>
                  </a:lnTo>
                  <a:lnTo>
                    <a:pt x="219455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45947" y="42671"/>
                  </a:lnTo>
                  <a:lnTo>
                    <a:pt x="380999" y="59435"/>
                  </a:lnTo>
                  <a:lnTo>
                    <a:pt x="422147" y="8991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7199" y="152399"/>
                  </a:lnTo>
                  <a:lnTo>
                    <a:pt x="457199" y="238832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457199" y="238832"/>
                  </a:move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32815" y="230123"/>
                  </a:lnTo>
                  <a:lnTo>
                    <a:pt x="396239" y="263651"/>
                  </a:lnTo>
                  <a:lnTo>
                    <a:pt x="345947" y="288035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17931" y="304799"/>
                  </a:lnTo>
                  <a:lnTo>
                    <a:pt x="175259" y="298703"/>
                  </a:lnTo>
                  <a:lnTo>
                    <a:pt x="155447" y="294131"/>
                  </a:lnTo>
                  <a:lnTo>
                    <a:pt x="137159" y="286511"/>
                  </a:lnTo>
                  <a:lnTo>
                    <a:pt x="118871" y="280415"/>
                  </a:lnTo>
                  <a:lnTo>
                    <a:pt x="73151" y="251459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25907" y="239267"/>
                  </a:lnTo>
                  <a:lnTo>
                    <a:pt x="57911" y="272795"/>
                  </a:lnTo>
                  <a:lnTo>
                    <a:pt x="89915" y="294131"/>
                  </a:lnTo>
                  <a:lnTo>
                    <a:pt x="128015" y="310895"/>
                  </a:lnTo>
                  <a:lnTo>
                    <a:pt x="170687" y="323087"/>
                  </a:lnTo>
                  <a:lnTo>
                    <a:pt x="242315" y="330707"/>
                  </a:lnTo>
                  <a:lnTo>
                    <a:pt x="266699" y="329183"/>
                  </a:lnTo>
                  <a:lnTo>
                    <a:pt x="312419" y="323087"/>
                  </a:lnTo>
                  <a:lnTo>
                    <a:pt x="355091" y="310895"/>
                  </a:lnTo>
                  <a:lnTo>
                    <a:pt x="393191" y="294131"/>
                  </a:lnTo>
                  <a:lnTo>
                    <a:pt x="426719" y="271271"/>
                  </a:lnTo>
                  <a:lnTo>
                    <a:pt x="452627" y="245363"/>
                  </a:lnTo>
                  <a:lnTo>
                    <a:pt x="457199" y="23883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69600" y="5454650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7313" y="286386"/>
            <a:ext cx="6248399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85" dirty="0"/>
              <a:t>Tree </a:t>
            </a:r>
            <a:r>
              <a:rPr sz="4399" spc="-10" dirty="0"/>
              <a:t>search</a:t>
            </a:r>
            <a:r>
              <a:rPr sz="4399" spc="15" dirty="0"/>
              <a:t> </a:t>
            </a:r>
            <a:r>
              <a:rPr sz="4399" spc="-25" dirty="0"/>
              <a:t>example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1992312" y="963366"/>
            <a:ext cx="8763000" cy="4379911"/>
          </a:xfrm>
          <a:prstGeom prst="rect">
            <a:avLst/>
          </a:prstGeom>
          <a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62413" y="5142562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 dirty="0">
              <a:latin typeface="Tahoma"/>
              <a:cs typeface="Tahoma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70F317-5001-D06B-7D08-7290946AD618}"/>
              </a:ext>
            </a:extLst>
          </p:cNvPr>
          <p:cNvGrpSpPr/>
          <p:nvPr/>
        </p:nvGrpSpPr>
        <p:grpSpPr>
          <a:xfrm>
            <a:off x="3897313" y="3549650"/>
            <a:ext cx="7973699" cy="3886200"/>
            <a:chOff x="5637089" y="4311398"/>
            <a:chExt cx="5422393" cy="2615183"/>
          </a:xfrm>
        </p:grpSpPr>
        <p:sp>
          <p:nvSpPr>
            <p:cNvPr id="4" name="object 4"/>
            <p:cNvSpPr/>
            <p:nvPr/>
          </p:nvSpPr>
          <p:spPr>
            <a:xfrm>
              <a:off x="5725482" y="4311398"/>
              <a:ext cx="5334000" cy="26151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9491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41991" y="5137403"/>
              <a:ext cx="596265" cy="318770"/>
            </a:xfrm>
            <a:custGeom>
              <a:avLst/>
              <a:gdLst/>
              <a:ahLst/>
              <a:cxnLst/>
              <a:rect l="l" t="t" r="r" b="b"/>
              <a:pathLst>
                <a:path w="596264" h="318770">
                  <a:moveTo>
                    <a:pt x="53339" y="100583"/>
                  </a:moveTo>
                  <a:lnTo>
                    <a:pt x="35051" y="83819"/>
                  </a:lnTo>
                  <a:lnTo>
                    <a:pt x="32003" y="86867"/>
                  </a:lnTo>
                  <a:lnTo>
                    <a:pt x="19811" y="102107"/>
                  </a:lnTo>
                  <a:lnTo>
                    <a:pt x="10667" y="117347"/>
                  </a:lnTo>
                  <a:lnTo>
                    <a:pt x="6095" y="126491"/>
                  </a:lnTo>
                  <a:lnTo>
                    <a:pt x="4571" y="134111"/>
                  </a:lnTo>
                  <a:lnTo>
                    <a:pt x="1523" y="143255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30479" y="134111"/>
                  </a:lnTo>
                  <a:lnTo>
                    <a:pt x="36575" y="121919"/>
                  </a:lnTo>
                  <a:lnTo>
                    <a:pt x="50291" y="103631"/>
                  </a:lnTo>
                  <a:lnTo>
                    <a:pt x="53339" y="100583"/>
                  </a:lnTo>
                  <a:close/>
                </a:path>
                <a:path w="596264" h="318770">
                  <a:moveTo>
                    <a:pt x="50291" y="214883"/>
                  </a:moveTo>
                  <a:lnTo>
                    <a:pt x="50291" y="213359"/>
                  </a:lnTo>
                  <a:lnTo>
                    <a:pt x="45719" y="207263"/>
                  </a:lnTo>
                  <a:lnTo>
                    <a:pt x="39623" y="202691"/>
                  </a:lnTo>
                  <a:lnTo>
                    <a:pt x="33527" y="190499"/>
                  </a:lnTo>
                  <a:lnTo>
                    <a:pt x="30479" y="182879"/>
                  </a:lnTo>
                  <a:lnTo>
                    <a:pt x="28955" y="178307"/>
                  </a:lnTo>
                  <a:lnTo>
                    <a:pt x="25907" y="170687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0" y="169163"/>
                  </a:lnTo>
                  <a:lnTo>
                    <a:pt x="1523" y="176783"/>
                  </a:lnTo>
                  <a:lnTo>
                    <a:pt x="4571" y="185927"/>
                  </a:lnTo>
                  <a:lnTo>
                    <a:pt x="7619" y="193547"/>
                  </a:lnTo>
                  <a:lnTo>
                    <a:pt x="10667" y="202691"/>
                  </a:lnTo>
                  <a:lnTo>
                    <a:pt x="19811" y="217931"/>
                  </a:lnTo>
                  <a:lnTo>
                    <a:pt x="25907" y="224027"/>
                  </a:lnTo>
                  <a:lnTo>
                    <a:pt x="32003" y="231647"/>
                  </a:lnTo>
                  <a:lnTo>
                    <a:pt x="33527" y="233171"/>
                  </a:lnTo>
                  <a:lnTo>
                    <a:pt x="50291" y="214883"/>
                  </a:lnTo>
                  <a:close/>
                </a:path>
                <a:path w="596264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596264" h="318770">
                  <a:moveTo>
                    <a:pt x="132587" y="265175"/>
                  </a:moveTo>
                  <a:lnTo>
                    <a:pt x="121919" y="260603"/>
                  </a:lnTo>
                  <a:lnTo>
                    <a:pt x="102107" y="251459"/>
                  </a:lnTo>
                  <a:lnTo>
                    <a:pt x="83819" y="240791"/>
                  </a:lnTo>
                  <a:lnTo>
                    <a:pt x="68579" y="230123"/>
                  </a:lnTo>
                  <a:lnTo>
                    <a:pt x="53339" y="249935"/>
                  </a:lnTo>
                  <a:lnTo>
                    <a:pt x="91439" y="274319"/>
                  </a:lnTo>
                  <a:lnTo>
                    <a:pt x="123443" y="288035"/>
                  </a:lnTo>
                  <a:lnTo>
                    <a:pt x="132587" y="265175"/>
                  </a:lnTo>
                  <a:close/>
                </a:path>
                <a:path w="596264" h="318770">
                  <a:moveTo>
                    <a:pt x="135635" y="53339"/>
                  </a:moveTo>
                  <a:lnTo>
                    <a:pt x="126491" y="28955"/>
                  </a:lnTo>
                  <a:lnTo>
                    <a:pt x="111251" y="35051"/>
                  </a:lnTo>
                  <a:lnTo>
                    <a:pt x="89915" y="44195"/>
                  </a:lnTo>
                  <a:lnTo>
                    <a:pt x="71627" y="56387"/>
                  </a:lnTo>
                  <a:lnTo>
                    <a:pt x="56387" y="65531"/>
                  </a:lnTo>
                  <a:lnTo>
                    <a:pt x="71627" y="86867"/>
                  </a:lnTo>
                  <a:lnTo>
                    <a:pt x="85343" y="76199"/>
                  </a:lnTo>
                  <a:lnTo>
                    <a:pt x="102107" y="67055"/>
                  </a:lnTo>
                  <a:lnTo>
                    <a:pt x="121919" y="57911"/>
                  </a:lnTo>
                  <a:lnTo>
                    <a:pt x="135635" y="53339"/>
                  </a:lnTo>
                  <a:close/>
                </a:path>
                <a:path w="596264" h="318770">
                  <a:moveTo>
                    <a:pt x="231647" y="30479"/>
                  </a:moveTo>
                  <a:lnTo>
                    <a:pt x="228599" y="4571"/>
                  </a:lnTo>
                  <a:lnTo>
                    <a:pt x="211835" y="7619"/>
                  </a:lnTo>
                  <a:lnTo>
                    <a:pt x="184403" y="12191"/>
                  </a:lnTo>
                  <a:lnTo>
                    <a:pt x="158495" y="18287"/>
                  </a:lnTo>
                  <a:lnTo>
                    <a:pt x="152399" y="21335"/>
                  </a:lnTo>
                  <a:lnTo>
                    <a:pt x="158495" y="44195"/>
                  </a:lnTo>
                  <a:lnTo>
                    <a:pt x="166115" y="42671"/>
                  </a:lnTo>
                  <a:lnTo>
                    <a:pt x="190499" y="36575"/>
                  </a:lnTo>
                  <a:lnTo>
                    <a:pt x="216407" y="32003"/>
                  </a:lnTo>
                  <a:lnTo>
                    <a:pt x="231647" y="30479"/>
                  </a:lnTo>
                  <a:close/>
                </a:path>
                <a:path w="596264" h="318770">
                  <a:moveTo>
                    <a:pt x="332231" y="1523"/>
                  </a:moveTo>
                  <a:lnTo>
                    <a:pt x="327659" y="1523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54507" y="1523"/>
                  </a:lnTo>
                  <a:lnTo>
                    <a:pt x="256031" y="27431"/>
                  </a:lnTo>
                  <a:lnTo>
                    <a:pt x="269747" y="25907"/>
                  </a:lnTo>
                  <a:lnTo>
                    <a:pt x="330707" y="25907"/>
                  </a:lnTo>
                  <a:lnTo>
                    <a:pt x="332231" y="1523"/>
                  </a:lnTo>
                  <a:close/>
                </a:path>
                <a:path w="596264" h="318770">
                  <a:moveTo>
                    <a:pt x="434339" y="16763"/>
                  </a:moveTo>
                  <a:lnTo>
                    <a:pt x="413003" y="12191"/>
                  </a:lnTo>
                  <a:lnTo>
                    <a:pt x="358139" y="3047"/>
                  </a:lnTo>
                  <a:lnTo>
                    <a:pt x="355091" y="28955"/>
                  </a:lnTo>
                  <a:lnTo>
                    <a:pt x="382523" y="32003"/>
                  </a:lnTo>
                  <a:lnTo>
                    <a:pt x="406907" y="36575"/>
                  </a:lnTo>
                  <a:lnTo>
                    <a:pt x="428243" y="42671"/>
                  </a:lnTo>
                  <a:lnTo>
                    <a:pt x="434339" y="16763"/>
                  </a:lnTo>
                  <a:close/>
                </a:path>
                <a:path w="596264" h="318770">
                  <a:moveTo>
                    <a:pt x="531875" y="59435"/>
                  </a:moveTo>
                  <a:lnTo>
                    <a:pt x="525779" y="54863"/>
                  </a:lnTo>
                  <a:lnTo>
                    <a:pt x="505967" y="44195"/>
                  </a:lnTo>
                  <a:lnTo>
                    <a:pt x="484631" y="35051"/>
                  </a:lnTo>
                  <a:lnTo>
                    <a:pt x="461771" y="25907"/>
                  </a:lnTo>
                  <a:lnTo>
                    <a:pt x="460247" y="24383"/>
                  </a:lnTo>
                  <a:lnTo>
                    <a:pt x="452627" y="48767"/>
                  </a:lnTo>
                  <a:lnTo>
                    <a:pt x="454151" y="50291"/>
                  </a:lnTo>
                  <a:lnTo>
                    <a:pt x="475487" y="57911"/>
                  </a:lnTo>
                  <a:lnTo>
                    <a:pt x="495299" y="67055"/>
                  </a:lnTo>
                  <a:lnTo>
                    <a:pt x="513587" y="77723"/>
                  </a:lnTo>
                  <a:lnTo>
                    <a:pt x="516635" y="80771"/>
                  </a:lnTo>
                  <a:lnTo>
                    <a:pt x="531875" y="59435"/>
                  </a:lnTo>
                  <a:close/>
                </a:path>
                <a:path w="596264" h="318770">
                  <a:moveTo>
                    <a:pt x="595883" y="146303"/>
                  </a:moveTo>
                  <a:lnTo>
                    <a:pt x="595883" y="141731"/>
                  </a:lnTo>
                  <a:lnTo>
                    <a:pt x="592835" y="132587"/>
                  </a:lnTo>
                  <a:lnTo>
                    <a:pt x="586739" y="117347"/>
                  </a:lnTo>
                  <a:lnTo>
                    <a:pt x="582167" y="108203"/>
                  </a:lnTo>
                  <a:lnTo>
                    <a:pt x="577595" y="100583"/>
                  </a:lnTo>
                  <a:lnTo>
                    <a:pt x="571499" y="94487"/>
                  </a:lnTo>
                  <a:lnTo>
                    <a:pt x="565403" y="86867"/>
                  </a:lnTo>
                  <a:lnTo>
                    <a:pt x="553211" y="74675"/>
                  </a:lnTo>
                  <a:lnTo>
                    <a:pt x="536447" y="94487"/>
                  </a:lnTo>
                  <a:lnTo>
                    <a:pt x="547115" y="105155"/>
                  </a:lnTo>
                  <a:lnTo>
                    <a:pt x="551687" y="111251"/>
                  </a:lnTo>
                  <a:lnTo>
                    <a:pt x="557783" y="117347"/>
                  </a:lnTo>
                  <a:lnTo>
                    <a:pt x="566927" y="135635"/>
                  </a:lnTo>
                  <a:lnTo>
                    <a:pt x="569975" y="147827"/>
                  </a:lnTo>
                  <a:lnTo>
                    <a:pt x="571499" y="150875"/>
                  </a:lnTo>
                  <a:lnTo>
                    <a:pt x="595883" y="146303"/>
                  </a:lnTo>
                  <a:close/>
                </a:path>
                <a:path w="596264" h="318770">
                  <a:moveTo>
                    <a:pt x="595883" y="176783"/>
                  </a:moveTo>
                  <a:lnTo>
                    <a:pt x="595883" y="175259"/>
                  </a:lnTo>
                  <a:lnTo>
                    <a:pt x="569975" y="172211"/>
                  </a:lnTo>
                  <a:lnTo>
                    <a:pt x="566927" y="184403"/>
                  </a:lnTo>
                  <a:lnTo>
                    <a:pt x="560831" y="196595"/>
                  </a:lnTo>
                  <a:lnTo>
                    <a:pt x="547115" y="214883"/>
                  </a:lnTo>
                  <a:lnTo>
                    <a:pt x="541019" y="220979"/>
                  </a:lnTo>
                  <a:lnTo>
                    <a:pt x="533399" y="227075"/>
                  </a:lnTo>
                  <a:lnTo>
                    <a:pt x="550163" y="245363"/>
                  </a:lnTo>
                  <a:lnTo>
                    <a:pt x="577595" y="216407"/>
                  </a:lnTo>
                  <a:lnTo>
                    <a:pt x="592835" y="184403"/>
                  </a:lnTo>
                  <a:lnTo>
                    <a:pt x="595883" y="176783"/>
                  </a:lnTo>
                  <a:close/>
                </a:path>
                <a:path w="596264" h="318770">
                  <a:moveTo>
                    <a:pt x="528827" y="262127"/>
                  </a:moveTo>
                  <a:lnTo>
                    <a:pt x="513587" y="240791"/>
                  </a:lnTo>
                  <a:lnTo>
                    <a:pt x="512063" y="242315"/>
                  </a:lnTo>
                  <a:lnTo>
                    <a:pt x="475487" y="260603"/>
                  </a:lnTo>
                  <a:lnTo>
                    <a:pt x="454151" y="268223"/>
                  </a:lnTo>
                  <a:lnTo>
                    <a:pt x="448055" y="271271"/>
                  </a:lnTo>
                  <a:lnTo>
                    <a:pt x="455675" y="294131"/>
                  </a:lnTo>
                  <a:lnTo>
                    <a:pt x="463295" y="292607"/>
                  </a:lnTo>
                  <a:lnTo>
                    <a:pt x="486155" y="283463"/>
                  </a:lnTo>
                  <a:lnTo>
                    <a:pt x="507491" y="274319"/>
                  </a:lnTo>
                  <a:lnTo>
                    <a:pt x="525779" y="263651"/>
                  </a:lnTo>
                  <a:lnTo>
                    <a:pt x="528827" y="262127"/>
                  </a:lnTo>
                  <a:close/>
                </a:path>
                <a:path w="596264" h="318770">
                  <a:moveTo>
                    <a:pt x="431291" y="301751"/>
                  </a:moveTo>
                  <a:lnTo>
                    <a:pt x="425195" y="277367"/>
                  </a:lnTo>
                  <a:lnTo>
                    <a:pt x="406907" y="281939"/>
                  </a:lnTo>
                  <a:lnTo>
                    <a:pt x="355091" y="291083"/>
                  </a:lnTo>
                  <a:lnTo>
                    <a:pt x="352043" y="291083"/>
                  </a:lnTo>
                  <a:lnTo>
                    <a:pt x="353567" y="315467"/>
                  </a:lnTo>
                  <a:lnTo>
                    <a:pt x="358139" y="315467"/>
                  </a:lnTo>
                  <a:lnTo>
                    <a:pt x="385571" y="312419"/>
                  </a:lnTo>
                  <a:lnTo>
                    <a:pt x="413003" y="306323"/>
                  </a:lnTo>
                  <a:lnTo>
                    <a:pt x="431291" y="301751"/>
                  </a:lnTo>
                  <a:close/>
                </a:path>
                <a:path w="596264" h="318770">
                  <a:moveTo>
                    <a:pt x="327659" y="318515"/>
                  </a:moveTo>
                  <a:lnTo>
                    <a:pt x="327659" y="292607"/>
                  </a:lnTo>
                  <a:lnTo>
                    <a:pt x="269747" y="292607"/>
                  </a:lnTo>
                  <a:lnTo>
                    <a:pt x="252983" y="291083"/>
                  </a:lnTo>
                  <a:lnTo>
                    <a:pt x="249935" y="316991"/>
                  </a:lnTo>
                  <a:lnTo>
                    <a:pt x="269747" y="318515"/>
                  </a:lnTo>
                  <a:lnTo>
                    <a:pt x="327659" y="318515"/>
                  </a:lnTo>
                  <a:close/>
                </a:path>
                <a:path w="596264" h="318770">
                  <a:moveTo>
                    <a:pt x="228599" y="288035"/>
                  </a:moveTo>
                  <a:lnTo>
                    <a:pt x="214883" y="286511"/>
                  </a:lnTo>
                  <a:lnTo>
                    <a:pt x="190499" y="281939"/>
                  </a:lnTo>
                  <a:lnTo>
                    <a:pt x="166115" y="275843"/>
                  </a:lnTo>
                  <a:lnTo>
                    <a:pt x="155447" y="272795"/>
                  </a:lnTo>
                  <a:lnTo>
                    <a:pt x="147827" y="297179"/>
                  </a:lnTo>
                  <a:lnTo>
                    <a:pt x="184403" y="306323"/>
                  </a:lnTo>
                  <a:lnTo>
                    <a:pt x="211835" y="312419"/>
                  </a:lnTo>
                  <a:lnTo>
                    <a:pt x="224027" y="313943"/>
                  </a:lnTo>
                  <a:lnTo>
                    <a:pt x="228599" y="2880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99801" y="4613149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1991" y="5137403"/>
              <a:ext cx="597535" cy="318770"/>
            </a:xfrm>
            <a:custGeom>
              <a:avLst/>
              <a:gdLst/>
              <a:ahLst/>
              <a:cxnLst/>
              <a:rect l="l" t="t" r="r" b="b"/>
              <a:pathLst>
                <a:path w="597535" h="318770">
                  <a:moveTo>
                    <a:pt x="597407" y="167639"/>
                  </a:moveTo>
                  <a:lnTo>
                    <a:pt x="597407" y="158495"/>
                  </a:lnTo>
                  <a:lnTo>
                    <a:pt x="595883" y="149351"/>
                  </a:lnTo>
                  <a:lnTo>
                    <a:pt x="595883" y="141731"/>
                  </a:lnTo>
                  <a:lnTo>
                    <a:pt x="577595" y="100583"/>
                  </a:lnTo>
                  <a:lnTo>
                    <a:pt x="571499" y="94487"/>
                  </a:lnTo>
                  <a:lnTo>
                    <a:pt x="565403" y="86867"/>
                  </a:lnTo>
                  <a:lnTo>
                    <a:pt x="525779" y="54863"/>
                  </a:lnTo>
                  <a:lnTo>
                    <a:pt x="484631" y="35051"/>
                  </a:lnTo>
                  <a:lnTo>
                    <a:pt x="437387" y="18287"/>
                  </a:lnTo>
                  <a:lnTo>
                    <a:pt x="385571" y="7619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184403" y="12191"/>
                  </a:lnTo>
                  <a:lnTo>
                    <a:pt x="134111" y="25907"/>
                  </a:lnTo>
                  <a:lnTo>
                    <a:pt x="89915" y="44195"/>
                  </a:lnTo>
                  <a:lnTo>
                    <a:pt x="71627" y="56387"/>
                  </a:lnTo>
                  <a:lnTo>
                    <a:pt x="53339" y="67055"/>
                  </a:lnTo>
                  <a:lnTo>
                    <a:pt x="19811" y="102107"/>
                  </a:lnTo>
                  <a:lnTo>
                    <a:pt x="4571" y="134111"/>
                  </a:lnTo>
                  <a:lnTo>
                    <a:pt x="1523" y="143255"/>
                  </a:lnTo>
                  <a:lnTo>
                    <a:pt x="0" y="150875"/>
                  </a:lnTo>
                  <a:lnTo>
                    <a:pt x="0" y="169163"/>
                  </a:lnTo>
                  <a:lnTo>
                    <a:pt x="1523" y="178307"/>
                  </a:lnTo>
                  <a:lnTo>
                    <a:pt x="7619" y="193547"/>
                  </a:lnTo>
                  <a:lnTo>
                    <a:pt x="10667" y="202691"/>
                  </a:lnTo>
                  <a:lnTo>
                    <a:pt x="19811" y="217931"/>
                  </a:lnTo>
                  <a:lnTo>
                    <a:pt x="25907" y="224027"/>
                  </a:lnTo>
                  <a:lnTo>
                    <a:pt x="25907" y="152399"/>
                  </a:lnTo>
                  <a:lnTo>
                    <a:pt x="30479" y="134111"/>
                  </a:lnTo>
                  <a:lnTo>
                    <a:pt x="36575" y="121919"/>
                  </a:lnTo>
                  <a:lnTo>
                    <a:pt x="50291" y="103631"/>
                  </a:lnTo>
                  <a:lnTo>
                    <a:pt x="56387" y="99059"/>
                  </a:lnTo>
                  <a:lnTo>
                    <a:pt x="70103" y="86867"/>
                  </a:lnTo>
                  <a:lnTo>
                    <a:pt x="121919" y="57911"/>
                  </a:lnTo>
                  <a:lnTo>
                    <a:pt x="166115" y="42671"/>
                  </a:lnTo>
                  <a:lnTo>
                    <a:pt x="216407" y="32003"/>
                  </a:lnTo>
                  <a:lnTo>
                    <a:pt x="269747" y="25907"/>
                  </a:lnTo>
                  <a:lnTo>
                    <a:pt x="327659" y="25907"/>
                  </a:lnTo>
                  <a:lnTo>
                    <a:pt x="382523" y="32003"/>
                  </a:lnTo>
                  <a:lnTo>
                    <a:pt x="431291" y="42671"/>
                  </a:lnTo>
                  <a:lnTo>
                    <a:pt x="475487" y="57911"/>
                  </a:lnTo>
                  <a:lnTo>
                    <a:pt x="513587" y="77723"/>
                  </a:lnTo>
                  <a:lnTo>
                    <a:pt x="547115" y="105155"/>
                  </a:lnTo>
                  <a:lnTo>
                    <a:pt x="551687" y="111251"/>
                  </a:lnTo>
                  <a:lnTo>
                    <a:pt x="557783" y="117347"/>
                  </a:lnTo>
                  <a:lnTo>
                    <a:pt x="566927" y="135635"/>
                  </a:lnTo>
                  <a:lnTo>
                    <a:pt x="571499" y="153923"/>
                  </a:lnTo>
                  <a:lnTo>
                    <a:pt x="571499" y="224027"/>
                  </a:lnTo>
                  <a:lnTo>
                    <a:pt x="577595" y="216407"/>
                  </a:lnTo>
                  <a:lnTo>
                    <a:pt x="591311" y="193547"/>
                  </a:lnTo>
                  <a:lnTo>
                    <a:pt x="592835" y="184403"/>
                  </a:lnTo>
                  <a:lnTo>
                    <a:pt x="595883" y="176783"/>
                  </a:lnTo>
                  <a:lnTo>
                    <a:pt x="597407" y="167639"/>
                  </a:lnTo>
                  <a:close/>
                </a:path>
                <a:path w="597535" h="318770">
                  <a:moveTo>
                    <a:pt x="571499" y="224027"/>
                  </a:moveTo>
                  <a:lnTo>
                    <a:pt x="571499" y="166115"/>
                  </a:lnTo>
                  <a:lnTo>
                    <a:pt x="566927" y="184403"/>
                  </a:lnTo>
                  <a:lnTo>
                    <a:pt x="560831" y="196595"/>
                  </a:lnTo>
                  <a:lnTo>
                    <a:pt x="527303" y="231647"/>
                  </a:lnTo>
                  <a:lnTo>
                    <a:pt x="475487" y="260603"/>
                  </a:lnTo>
                  <a:lnTo>
                    <a:pt x="431291" y="275843"/>
                  </a:lnTo>
                  <a:lnTo>
                    <a:pt x="355091" y="291083"/>
                  </a:lnTo>
                  <a:lnTo>
                    <a:pt x="326135" y="292607"/>
                  </a:lnTo>
                  <a:lnTo>
                    <a:pt x="269747" y="292607"/>
                  </a:lnTo>
                  <a:lnTo>
                    <a:pt x="214883" y="286511"/>
                  </a:lnTo>
                  <a:lnTo>
                    <a:pt x="166115" y="275843"/>
                  </a:lnTo>
                  <a:lnTo>
                    <a:pt x="121919" y="260603"/>
                  </a:lnTo>
                  <a:lnTo>
                    <a:pt x="83819" y="240791"/>
                  </a:lnTo>
                  <a:lnTo>
                    <a:pt x="45719" y="207263"/>
                  </a:lnTo>
                  <a:lnTo>
                    <a:pt x="39623" y="202691"/>
                  </a:lnTo>
                  <a:lnTo>
                    <a:pt x="33527" y="190499"/>
                  </a:lnTo>
                  <a:lnTo>
                    <a:pt x="30479" y="182879"/>
                  </a:lnTo>
                  <a:lnTo>
                    <a:pt x="28955" y="178307"/>
                  </a:lnTo>
                  <a:lnTo>
                    <a:pt x="25907" y="170687"/>
                  </a:lnTo>
                  <a:lnTo>
                    <a:pt x="25907" y="224027"/>
                  </a:lnTo>
                  <a:lnTo>
                    <a:pt x="32003" y="231647"/>
                  </a:lnTo>
                  <a:lnTo>
                    <a:pt x="71627" y="263651"/>
                  </a:lnTo>
                  <a:lnTo>
                    <a:pt x="112775" y="284987"/>
                  </a:lnTo>
                  <a:lnTo>
                    <a:pt x="160019" y="300227"/>
                  </a:lnTo>
                  <a:lnTo>
                    <a:pt x="211835" y="312419"/>
                  </a:lnTo>
                  <a:lnTo>
                    <a:pt x="269747" y="318515"/>
                  </a:lnTo>
                  <a:lnTo>
                    <a:pt x="329183" y="318515"/>
                  </a:lnTo>
                  <a:lnTo>
                    <a:pt x="385571" y="312419"/>
                  </a:lnTo>
                  <a:lnTo>
                    <a:pt x="438911" y="300227"/>
                  </a:lnTo>
                  <a:lnTo>
                    <a:pt x="486155" y="283463"/>
                  </a:lnTo>
                  <a:lnTo>
                    <a:pt x="525779" y="263651"/>
                  </a:lnTo>
                  <a:lnTo>
                    <a:pt x="559307" y="237743"/>
                  </a:lnTo>
                  <a:lnTo>
                    <a:pt x="565403" y="231647"/>
                  </a:lnTo>
                  <a:lnTo>
                    <a:pt x="571499" y="22402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37089" y="4908805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3107" y="173735"/>
                  </a:moveTo>
                  <a:lnTo>
                    <a:pt x="483107" y="155447"/>
                  </a:lnTo>
                  <a:lnTo>
                    <a:pt x="481583" y="146303"/>
                  </a:lnTo>
                  <a:lnTo>
                    <a:pt x="452627" y="83819"/>
                  </a:lnTo>
                  <a:lnTo>
                    <a:pt x="409955" y="47243"/>
                  </a:lnTo>
                  <a:lnTo>
                    <a:pt x="373379" y="27431"/>
                  </a:lnTo>
                  <a:lnTo>
                    <a:pt x="333755" y="12191"/>
                  </a:lnTo>
                  <a:lnTo>
                    <a:pt x="310895" y="7619"/>
                  </a:lnTo>
                  <a:lnTo>
                    <a:pt x="289559" y="3047"/>
                  </a:lnTo>
                  <a:lnTo>
                    <a:pt x="240791" y="0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49351" y="12191"/>
                  </a:lnTo>
                  <a:lnTo>
                    <a:pt x="108203" y="27431"/>
                  </a:lnTo>
                  <a:lnTo>
                    <a:pt x="71627" y="47243"/>
                  </a:lnTo>
                  <a:lnTo>
                    <a:pt x="30479" y="85343"/>
                  </a:lnTo>
                  <a:lnTo>
                    <a:pt x="4571" y="131063"/>
                  </a:lnTo>
                  <a:lnTo>
                    <a:pt x="0" y="156971"/>
                  </a:lnTo>
                  <a:lnTo>
                    <a:pt x="0" y="175259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25907" y="239267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50291" y="10058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37159" y="42671"/>
                  </a:lnTo>
                  <a:lnTo>
                    <a:pt x="176783" y="32003"/>
                  </a:lnTo>
                  <a:lnTo>
                    <a:pt x="219455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45947" y="42671"/>
                  </a:lnTo>
                  <a:lnTo>
                    <a:pt x="380999" y="59435"/>
                  </a:lnTo>
                  <a:lnTo>
                    <a:pt x="422147" y="8991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7199" y="152399"/>
                  </a:lnTo>
                  <a:lnTo>
                    <a:pt x="457199" y="238832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457199" y="238832"/>
                  </a:move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32815" y="230123"/>
                  </a:lnTo>
                  <a:lnTo>
                    <a:pt x="396239" y="263651"/>
                  </a:lnTo>
                  <a:lnTo>
                    <a:pt x="345947" y="288035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17931" y="304799"/>
                  </a:lnTo>
                  <a:lnTo>
                    <a:pt x="175259" y="298703"/>
                  </a:lnTo>
                  <a:lnTo>
                    <a:pt x="155447" y="294131"/>
                  </a:lnTo>
                  <a:lnTo>
                    <a:pt x="137159" y="286511"/>
                  </a:lnTo>
                  <a:lnTo>
                    <a:pt x="118871" y="280415"/>
                  </a:lnTo>
                  <a:lnTo>
                    <a:pt x="73151" y="251459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25907" y="239267"/>
                  </a:lnTo>
                  <a:lnTo>
                    <a:pt x="57911" y="272795"/>
                  </a:lnTo>
                  <a:lnTo>
                    <a:pt x="89915" y="294131"/>
                  </a:lnTo>
                  <a:lnTo>
                    <a:pt x="128015" y="310895"/>
                  </a:lnTo>
                  <a:lnTo>
                    <a:pt x="170687" y="323087"/>
                  </a:lnTo>
                  <a:lnTo>
                    <a:pt x="242315" y="330707"/>
                  </a:lnTo>
                  <a:lnTo>
                    <a:pt x="266699" y="329183"/>
                  </a:lnTo>
                  <a:lnTo>
                    <a:pt x="312419" y="323087"/>
                  </a:lnTo>
                  <a:lnTo>
                    <a:pt x="355091" y="310895"/>
                  </a:lnTo>
                  <a:lnTo>
                    <a:pt x="393191" y="294131"/>
                  </a:lnTo>
                  <a:lnTo>
                    <a:pt x="426719" y="271271"/>
                  </a:lnTo>
                  <a:lnTo>
                    <a:pt x="452627" y="245363"/>
                  </a:lnTo>
                  <a:lnTo>
                    <a:pt x="457199" y="23883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83" y="193066"/>
            <a:ext cx="466090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85" dirty="0"/>
              <a:t>Tree </a:t>
            </a:r>
            <a:r>
              <a:rPr sz="4399" spc="-10" dirty="0"/>
              <a:t>search</a:t>
            </a:r>
            <a:r>
              <a:rPr sz="4399" spc="15" dirty="0"/>
              <a:t> </a:t>
            </a:r>
            <a:r>
              <a:rPr sz="4399" spc="-25" dirty="0"/>
              <a:t>example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2220912" y="870046"/>
            <a:ext cx="8382000" cy="3765510"/>
          </a:xfrm>
          <a:prstGeom prst="rect">
            <a:avLst/>
          </a:prstGeom>
          <a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C6236E7-B8AD-83E9-B193-469C0BB42810}"/>
              </a:ext>
            </a:extLst>
          </p:cNvPr>
          <p:cNvGrpSpPr/>
          <p:nvPr/>
        </p:nvGrpSpPr>
        <p:grpSpPr>
          <a:xfrm>
            <a:off x="4583113" y="3778250"/>
            <a:ext cx="7086600" cy="3581399"/>
            <a:chOff x="5637089" y="4308349"/>
            <a:chExt cx="5422393" cy="2618232"/>
          </a:xfrm>
        </p:grpSpPr>
        <p:sp>
          <p:nvSpPr>
            <p:cNvPr id="4" name="object 4"/>
            <p:cNvSpPr/>
            <p:nvPr/>
          </p:nvSpPr>
          <p:spPr>
            <a:xfrm>
              <a:off x="5725482" y="4311398"/>
              <a:ext cx="5334000" cy="26151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37089" y="4908805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767" y="102107"/>
                  </a:moveTo>
                  <a:lnTo>
                    <a:pt x="28955" y="88391"/>
                  </a:lnTo>
                  <a:lnTo>
                    <a:pt x="19811" y="100583"/>
                  </a:lnTo>
                  <a:lnTo>
                    <a:pt x="10667" y="115823"/>
                  </a:lnTo>
                  <a:lnTo>
                    <a:pt x="4571" y="131063"/>
                  </a:lnTo>
                  <a:lnTo>
                    <a:pt x="1523" y="147827"/>
                  </a:lnTo>
                  <a:lnTo>
                    <a:pt x="0" y="156971"/>
                  </a:lnTo>
                  <a:lnTo>
                    <a:pt x="0" y="164591"/>
                  </a:lnTo>
                  <a:lnTo>
                    <a:pt x="25907" y="166115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30479" y="137159"/>
                  </a:lnTo>
                  <a:lnTo>
                    <a:pt x="35051" y="124967"/>
                  </a:lnTo>
                  <a:lnTo>
                    <a:pt x="42671" y="112775"/>
                  </a:lnTo>
                  <a:lnTo>
                    <a:pt x="48767" y="102107"/>
                  </a:lnTo>
                  <a:close/>
                </a:path>
                <a:path w="483235" h="330835">
                  <a:moveTo>
                    <a:pt x="124967" y="48767"/>
                  </a:moveTo>
                  <a:lnTo>
                    <a:pt x="115823" y="24383"/>
                  </a:lnTo>
                  <a:lnTo>
                    <a:pt x="108203" y="27431"/>
                  </a:lnTo>
                  <a:lnTo>
                    <a:pt x="89915" y="36575"/>
                  </a:lnTo>
                  <a:lnTo>
                    <a:pt x="71627" y="47243"/>
                  </a:lnTo>
                  <a:lnTo>
                    <a:pt x="56387" y="59435"/>
                  </a:lnTo>
                  <a:lnTo>
                    <a:pt x="47243" y="67055"/>
                  </a:lnTo>
                  <a:lnTo>
                    <a:pt x="64007" y="85343"/>
                  </a:lnTo>
                  <a:lnTo>
                    <a:pt x="73151" y="7772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18871" y="50291"/>
                  </a:lnTo>
                  <a:lnTo>
                    <a:pt x="124967" y="48767"/>
                  </a:lnTo>
                  <a:close/>
                </a:path>
                <a:path w="483235" h="330835">
                  <a:moveTo>
                    <a:pt x="219455" y="25907"/>
                  </a:moveTo>
                  <a:lnTo>
                    <a:pt x="217931" y="1523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70687" y="7619"/>
                  </a:lnTo>
                  <a:lnTo>
                    <a:pt x="149351" y="12191"/>
                  </a:lnTo>
                  <a:lnTo>
                    <a:pt x="140207" y="15239"/>
                  </a:lnTo>
                  <a:lnTo>
                    <a:pt x="147827" y="39623"/>
                  </a:lnTo>
                  <a:lnTo>
                    <a:pt x="156971" y="36575"/>
                  </a:lnTo>
                  <a:lnTo>
                    <a:pt x="176783" y="32003"/>
                  </a:lnTo>
                  <a:lnTo>
                    <a:pt x="219455" y="25907"/>
                  </a:lnTo>
                  <a:close/>
                </a:path>
                <a:path w="483235" h="330835">
                  <a:moveTo>
                    <a:pt x="323087" y="9143"/>
                  </a:moveTo>
                  <a:lnTo>
                    <a:pt x="310895" y="7619"/>
                  </a:lnTo>
                  <a:lnTo>
                    <a:pt x="289559" y="3047"/>
                  </a:lnTo>
                  <a:lnTo>
                    <a:pt x="265175" y="1523"/>
                  </a:lnTo>
                  <a:lnTo>
                    <a:pt x="243839" y="0"/>
                  </a:lnTo>
                  <a:lnTo>
                    <a:pt x="243839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16991" y="35051"/>
                  </a:lnTo>
                  <a:lnTo>
                    <a:pt x="323087" y="9143"/>
                  </a:lnTo>
                  <a:close/>
                </a:path>
                <a:path w="483235" h="330835">
                  <a:moveTo>
                    <a:pt x="419099" y="53339"/>
                  </a:moveTo>
                  <a:lnTo>
                    <a:pt x="373379" y="27431"/>
                  </a:lnTo>
                  <a:lnTo>
                    <a:pt x="347471" y="16763"/>
                  </a:lnTo>
                  <a:lnTo>
                    <a:pt x="339851" y="41147"/>
                  </a:lnTo>
                  <a:lnTo>
                    <a:pt x="345947" y="42671"/>
                  </a:lnTo>
                  <a:lnTo>
                    <a:pt x="364235" y="50291"/>
                  </a:lnTo>
                  <a:lnTo>
                    <a:pt x="380999" y="59435"/>
                  </a:lnTo>
                  <a:lnTo>
                    <a:pt x="396239" y="68579"/>
                  </a:lnTo>
                  <a:lnTo>
                    <a:pt x="403859" y="74675"/>
                  </a:lnTo>
                  <a:lnTo>
                    <a:pt x="419099" y="53339"/>
                  </a:lnTo>
                  <a:close/>
                </a:path>
                <a:path w="483235" h="330835">
                  <a:moveTo>
                    <a:pt x="480059" y="143255"/>
                  </a:moveTo>
                  <a:lnTo>
                    <a:pt x="477011" y="129539"/>
                  </a:lnTo>
                  <a:lnTo>
                    <a:pt x="470915" y="114299"/>
                  </a:lnTo>
                  <a:lnTo>
                    <a:pt x="452627" y="83819"/>
                  </a:lnTo>
                  <a:lnTo>
                    <a:pt x="438911" y="70103"/>
                  </a:lnTo>
                  <a:lnTo>
                    <a:pt x="422147" y="89915"/>
                  </a:lnTo>
                  <a:lnTo>
                    <a:pt x="432815" y="100583"/>
                  </a:lnTo>
                  <a:lnTo>
                    <a:pt x="441959" y="11277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5675" y="147827"/>
                  </a:lnTo>
                  <a:lnTo>
                    <a:pt x="480059" y="143255"/>
                  </a:lnTo>
                  <a:close/>
                </a:path>
                <a:path w="483235" h="330835">
                  <a:moveTo>
                    <a:pt x="431291" y="266699"/>
                  </a:moveTo>
                  <a:lnTo>
                    <a:pt x="414527" y="248411"/>
                  </a:lnTo>
                  <a:lnTo>
                    <a:pt x="409955" y="252983"/>
                  </a:lnTo>
                  <a:lnTo>
                    <a:pt x="396239" y="263651"/>
                  </a:lnTo>
                  <a:lnTo>
                    <a:pt x="380999" y="272795"/>
                  </a:lnTo>
                  <a:lnTo>
                    <a:pt x="364235" y="280415"/>
                  </a:lnTo>
                  <a:lnTo>
                    <a:pt x="353567" y="284987"/>
                  </a:lnTo>
                  <a:lnTo>
                    <a:pt x="362711" y="307847"/>
                  </a:lnTo>
                  <a:lnTo>
                    <a:pt x="374903" y="303275"/>
                  </a:lnTo>
                  <a:lnTo>
                    <a:pt x="393191" y="294131"/>
                  </a:lnTo>
                  <a:lnTo>
                    <a:pt x="409955" y="283463"/>
                  </a:lnTo>
                  <a:lnTo>
                    <a:pt x="426719" y="271271"/>
                  </a:lnTo>
                  <a:lnTo>
                    <a:pt x="431291" y="266699"/>
                  </a:lnTo>
                  <a:close/>
                </a:path>
                <a:path w="483235" h="330835">
                  <a:moveTo>
                    <a:pt x="483107" y="173735"/>
                  </a:moveTo>
                  <a:lnTo>
                    <a:pt x="483107" y="170687"/>
                  </a:lnTo>
                  <a:lnTo>
                    <a:pt x="457199" y="170687"/>
                  </a:ln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48055" y="205739"/>
                  </a:lnTo>
                  <a:lnTo>
                    <a:pt x="432815" y="230123"/>
                  </a:lnTo>
                  <a:lnTo>
                    <a:pt x="431291" y="231647"/>
                  </a:lnTo>
                  <a:lnTo>
                    <a:pt x="451103" y="248411"/>
                  </a:lnTo>
                  <a:lnTo>
                    <a:pt x="452627" y="245363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338327" y="316991"/>
                  </a:moveTo>
                  <a:lnTo>
                    <a:pt x="330707" y="292607"/>
                  </a:lnTo>
                  <a:lnTo>
                    <a:pt x="326135" y="294131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59079" y="304799"/>
                  </a:lnTo>
                  <a:lnTo>
                    <a:pt x="259079" y="329183"/>
                  </a:lnTo>
                  <a:lnTo>
                    <a:pt x="266699" y="329183"/>
                  </a:lnTo>
                  <a:lnTo>
                    <a:pt x="289559" y="327659"/>
                  </a:lnTo>
                  <a:lnTo>
                    <a:pt x="312419" y="323087"/>
                  </a:lnTo>
                  <a:lnTo>
                    <a:pt x="333755" y="318515"/>
                  </a:lnTo>
                  <a:lnTo>
                    <a:pt x="338327" y="316991"/>
                  </a:lnTo>
                  <a:close/>
                </a:path>
                <a:path w="483235" h="330835">
                  <a:moveTo>
                    <a:pt x="234695" y="304799"/>
                  </a:moveTo>
                  <a:lnTo>
                    <a:pt x="217931" y="304799"/>
                  </a:lnTo>
                  <a:lnTo>
                    <a:pt x="175259" y="298703"/>
                  </a:lnTo>
                  <a:lnTo>
                    <a:pt x="161543" y="294131"/>
                  </a:lnTo>
                  <a:lnTo>
                    <a:pt x="155447" y="320039"/>
                  </a:lnTo>
                  <a:lnTo>
                    <a:pt x="193547" y="327659"/>
                  </a:lnTo>
                  <a:lnTo>
                    <a:pt x="217931" y="329183"/>
                  </a:lnTo>
                  <a:lnTo>
                    <a:pt x="233171" y="330707"/>
                  </a:lnTo>
                  <a:lnTo>
                    <a:pt x="234695" y="304799"/>
                  </a:lnTo>
                  <a:close/>
                </a:path>
                <a:path w="483235" h="330835">
                  <a:moveTo>
                    <a:pt x="137159" y="288035"/>
                  </a:moveTo>
                  <a:lnTo>
                    <a:pt x="137159" y="286511"/>
                  </a:lnTo>
                  <a:lnTo>
                    <a:pt x="118871" y="280415"/>
                  </a:lnTo>
                  <a:lnTo>
                    <a:pt x="102107" y="271271"/>
                  </a:lnTo>
                  <a:lnTo>
                    <a:pt x="86867" y="262127"/>
                  </a:lnTo>
                  <a:lnTo>
                    <a:pt x="74675" y="252983"/>
                  </a:lnTo>
                  <a:lnTo>
                    <a:pt x="59435" y="274319"/>
                  </a:lnTo>
                  <a:lnTo>
                    <a:pt x="73151" y="283463"/>
                  </a:lnTo>
                  <a:lnTo>
                    <a:pt x="89915" y="294131"/>
                  </a:lnTo>
                  <a:lnTo>
                    <a:pt x="108203" y="303275"/>
                  </a:lnTo>
                  <a:lnTo>
                    <a:pt x="128015" y="310895"/>
                  </a:lnTo>
                  <a:lnTo>
                    <a:pt x="129539" y="312419"/>
                  </a:lnTo>
                  <a:lnTo>
                    <a:pt x="137159" y="288035"/>
                  </a:lnTo>
                  <a:close/>
                </a:path>
                <a:path w="483235" h="330835">
                  <a:moveTo>
                    <a:pt x="57911" y="237743"/>
                  </a:moveTo>
                  <a:lnTo>
                    <a:pt x="50291" y="230123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1523" y="181355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30479" y="246887"/>
                  </a:lnTo>
                  <a:lnTo>
                    <a:pt x="39623" y="254507"/>
                  </a:lnTo>
                  <a:lnTo>
                    <a:pt x="57911" y="2377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89491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41990" y="5137405"/>
              <a:ext cx="1283207" cy="69951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99801" y="4613149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52201" y="4308349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3105" y="110050"/>
            <a:ext cx="466090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85" dirty="0"/>
              <a:t>Tree </a:t>
            </a:r>
            <a:r>
              <a:rPr sz="4399" spc="-10" dirty="0"/>
              <a:t>search</a:t>
            </a:r>
            <a:r>
              <a:rPr sz="4399" spc="15" dirty="0"/>
              <a:t> </a:t>
            </a:r>
            <a:r>
              <a:rPr sz="4399" spc="-25" dirty="0"/>
              <a:t>example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2603825" y="803784"/>
            <a:ext cx="7696200" cy="3042743"/>
          </a:xfrm>
          <a:prstGeom prst="rect">
            <a:avLst/>
          </a:prstGeom>
          <a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0735C5-19C9-7076-BA28-0AC2B74BD266}"/>
              </a:ext>
            </a:extLst>
          </p:cNvPr>
          <p:cNvGrpSpPr/>
          <p:nvPr/>
        </p:nvGrpSpPr>
        <p:grpSpPr>
          <a:xfrm>
            <a:off x="4583112" y="3778250"/>
            <a:ext cx="7519027" cy="3505200"/>
            <a:chOff x="5637089" y="4308349"/>
            <a:chExt cx="5422393" cy="2630806"/>
          </a:xfrm>
        </p:grpSpPr>
        <p:sp>
          <p:nvSpPr>
            <p:cNvPr id="4" name="object 4"/>
            <p:cNvSpPr/>
            <p:nvPr/>
          </p:nvSpPr>
          <p:spPr>
            <a:xfrm>
              <a:off x="5725482" y="4311398"/>
              <a:ext cx="5334000" cy="26151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37089" y="4908805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767" y="102107"/>
                  </a:moveTo>
                  <a:lnTo>
                    <a:pt x="28955" y="88391"/>
                  </a:lnTo>
                  <a:lnTo>
                    <a:pt x="19811" y="100583"/>
                  </a:lnTo>
                  <a:lnTo>
                    <a:pt x="10667" y="115823"/>
                  </a:lnTo>
                  <a:lnTo>
                    <a:pt x="4571" y="131063"/>
                  </a:lnTo>
                  <a:lnTo>
                    <a:pt x="1523" y="147827"/>
                  </a:lnTo>
                  <a:lnTo>
                    <a:pt x="0" y="156971"/>
                  </a:lnTo>
                  <a:lnTo>
                    <a:pt x="0" y="164591"/>
                  </a:lnTo>
                  <a:lnTo>
                    <a:pt x="25907" y="166115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30479" y="137159"/>
                  </a:lnTo>
                  <a:lnTo>
                    <a:pt x="35051" y="124967"/>
                  </a:lnTo>
                  <a:lnTo>
                    <a:pt x="42671" y="112775"/>
                  </a:lnTo>
                  <a:lnTo>
                    <a:pt x="48767" y="102107"/>
                  </a:lnTo>
                  <a:close/>
                </a:path>
                <a:path w="483235" h="330835">
                  <a:moveTo>
                    <a:pt x="124967" y="48767"/>
                  </a:moveTo>
                  <a:lnTo>
                    <a:pt x="115823" y="24383"/>
                  </a:lnTo>
                  <a:lnTo>
                    <a:pt x="108203" y="27431"/>
                  </a:lnTo>
                  <a:lnTo>
                    <a:pt x="89915" y="36575"/>
                  </a:lnTo>
                  <a:lnTo>
                    <a:pt x="71627" y="47243"/>
                  </a:lnTo>
                  <a:lnTo>
                    <a:pt x="56387" y="59435"/>
                  </a:lnTo>
                  <a:lnTo>
                    <a:pt x="47243" y="67055"/>
                  </a:lnTo>
                  <a:lnTo>
                    <a:pt x="64007" y="85343"/>
                  </a:lnTo>
                  <a:lnTo>
                    <a:pt x="73151" y="7772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18871" y="50291"/>
                  </a:lnTo>
                  <a:lnTo>
                    <a:pt x="124967" y="48767"/>
                  </a:lnTo>
                  <a:close/>
                </a:path>
                <a:path w="483235" h="330835">
                  <a:moveTo>
                    <a:pt x="219455" y="25907"/>
                  </a:moveTo>
                  <a:lnTo>
                    <a:pt x="217931" y="1523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70687" y="7619"/>
                  </a:lnTo>
                  <a:lnTo>
                    <a:pt x="149351" y="12191"/>
                  </a:lnTo>
                  <a:lnTo>
                    <a:pt x="140207" y="15239"/>
                  </a:lnTo>
                  <a:lnTo>
                    <a:pt x="147827" y="39623"/>
                  </a:lnTo>
                  <a:lnTo>
                    <a:pt x="156971" y="36575"/>
                  </a:lnTo>
                  <a:lnTo>
                    <a:pt x="176783" y="32003"/>
                  </a:lnTo>
                  <a:lnTo>
                    <a:pt x="219455" y="25907"/>
                  </a:lnTo>
                  <a:close/>
                </a:path>
                <a:path w="483235" h="330835">
                  <a:moveTo>
                    <a:pt x="323087" y="9143"/>
                  </a:moveTo>
                  <a:lnTo>
                    <a:pt x="310895" y="7619"/>
                  </a:lnTo>
                  <a:lnTo>
                    <a:pt x="289559" y="3047"/>
                  </a:lnTo>
                  <a:lnTo>
                    <a:pt x="265175" y="1523"/>
                  </a:lnTo>
                  <a:lnTo>
                    <a:pt x="243839" y="0"/>
                  </a:lnTo>
                  <a:lnTo>
                    <a:pt x="243839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16991" y="35051"/>
                  </a:lnTo>
                  <a:lnTo>
                    <a:pt x="323087" y="9143"/>
                  </a:lnTo>
                  <a:close/>
                </a:path>
                <a:path w="483235" h="330835">
                  <a:moveTo>
                    <a:pt x="419099" y="53339"/>
                  </a:moveTo>
                  <a:lnTo>
                    <a:pt x="373379" y="27431"/>
                  </a:lnTo>
                  <a:lnTo>
                    <a:pt x="347471" y="16763"/>
                  </a:lnTo>
                  <a:lnTo>
                    <a:pt x="339851" y="41147"/>
                  </a:lnTo>
                  <a:lnTo>
                    <a:pt x="345947" y="42671"/>
                  </a:lnTo>
                  <a:lnTo>
                    <a:pt x="364235" y="50291"/>
                  </a:lnTo>
                  <a:lnTo>
                    <a:pt x="380999" y="59435"/>
                  </a:lnTo>
                  <a:lnTo>
                    <a:pt x="396239" y="68579"/>
                  </a:lnTo>
                  <a:lnTo>
                    <a:pt x="403859" y="74675"/>
                  </a:lnTo>
                  <a:lnTo>
                    <a:pt x="419099" y="53339"/>
                  </a:lnTo>
                  <a:close/>
                </a:path>
                <a:path w="483235" h="330835">
                  <a:moveTo>
                    <a:pt x="480059" y="143255"/>
                  </a:moveTo>
                  <a:lnTo>
                    <a:pt x="477011" y="129539"/>
                  </a:lnTo>
                  <a:lnTo>
                    <a:pt x="470915" y="114299"/>
                  </a:lnTo>
                  <a:lnTo>
                    <a:pt x="452627" y="83819"/>
                  </a:lnTo>
                  <a:lnTo>
                    <a:pt x="438911" y="70103"/>
                  </a:lnTo>
                  <a:lnTo>
                    <a:pt x="422147" y="89915"/>
                  </a:lnTo>
                  <a:lnTo>
                    <a:pt x="432815" y="100583"/>
                  </a:lnTo>
                  <a:lnTo>
                    <a:pt x="441959" y="11277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5675" y="147827"/>
                  </a:lnTo>
                  <a:lnTo>
                    <a:pt x="480059" y="143255"/>
                  </a:lnTo>
                  <a:close/>
                </a:path>
                <a:path w="483235" h="330835">
                  <a:moveTo>
                    <a:pt x="431291" y="266699"/>
                  </a:moveTo>
                  <a:lnTo>
                    <a:pt x="414527" y="248411"/>
                  </a:lnTo>
                  <a:lnTo>
                    <a:pt x="409955" y="252983"/>
                  </a:lnTo>
                  <a:lnTo>
                    <a:pt x="396239" y="263651"/>
                  </a:lnTo>
                  <a:lnTo>
                    <a:pt x="380999" y="272795"/>
                  </a:lnTo>
                  <a:lnTo>
                    <a:pt x="364235" y="280415"/>
                  </a:lnTo>
                  <a:lnTo>
                    <a:pt x="353567" y="284987"/>
                  </a:lnTo>
                  <a:lnTo>
                    <a:pt x="362711" y="307847"/>
                  </a:lnTo>
                  <a:lnTo>
                    <a:pt x="374903" y="303275"/>
                  </a:lnTo>
                  <a:lnTo>
                    <a:pt x="393191" y="294131"/>
                  </a:lnTo>
                  <a:lnTo>
                    <a:pt x="409955" y="283463"/>
                  </a:lnTo>
                  <a:lnTo>
                    <a:pt x="426719" y="271271"/>
                  </a:lnTo>
                  <a:lnTo>
                    <a:pt x="431291" y="266699"/>
                  </a:lnTo>
                  <a:close/>
                </a:path>
                <a:path w="483235" h="330835">
                  <a:moveTo>
                    <a:pt x="483107" y="173735"/>
                  </a:moveTo>
                  <a:lnTo>
                    <a:pt x="483107" y="170687"/>
                  </a:lnTo>
                  <a:lnTo>
                    <a:pt x="457199" y="170687"/>
                  </a:ln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48055" y="205739"/>
                  </a:lnTo>
                  <a:lnTo>
                    <a:pt x="432815" y="230123"/>
                  </a:lnTo>
                  <a:lnTo>
                    <a:pt x="431291" y="231647"/>
                  </a:lnTo>
                  <a:lnTo>
                    <a:pt x="451103" y="248411"/>
                  </a:lnTo>
                  <a:lnTo>
                    <a:pt x="452627" y="245363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338327" y="316991"/>
                  </a:moveTo>
                  <a:lnTo>
                    <a:pt x="330707" y="292607"/>
                  </a:lnTo>
                  <a:lnTo>
                    <a:pt x="326135" y="294131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59079" y="304799"/>
                  </a:lnTo>
                  <a:lnTo>
                    <a:pt x="259079" y="329183"/>
                  </a:lnTo>
                  <a:lnTo>
                    <a:pt x="266699" y="329183"/>
                  </a:lnTo>
                  <a:lnTo>
                    <a:pt x="289559" y="327659"/>
                  </a:lnTo>
                  <a:lnTo>
                    <a:pt x="312419" y="323087"/>
                  </a:lnTo>
                  <a:lnTo>
                    <a:pt x="333755" y="318515"/>
                  </a:lnTo>
                  <a:lnTo>
                    <a:pt x="338327" y="316991"/>
                  </a:lnTo>
                  <a:close/>
                </a:path>
                <a:path w="483235" h="330835">
                  <a:moveTo>
                    <a:pt x="234695" y="304799"/>
                  </a:moveTo>
                  <a:lnTo>
                    <a:pt x="217931" y="304799"/>
                  </a:lnTo>
                  <a:lnTo>
                    <a:pt x="175259" y="298703"/>
                  </a:lnTo>
                  <a:lnTo>
                    <a:pt x="161543" y="294131"/>
                  </a:lnTo>
                  <a:lnTo>
                    <a:pt x="155447" y="320039"/>
                  </a:lnTo>
                  <a:lnTo>
                    <a:pt x="193547" y="327659"/>
                  </a:lnTo>
                  <a:lnTo>
                    <a:pt x="217931" y="329183"/>
                  </a:lnTo>
                  <a:lnTo>
                    <a:pt x="233171" y="330707"/>
                  </a:lnTo>
                  <a:lnTo>
                    <a:pt x="234695" y="304799"/>
                  </a:lnTo>
                  <a:close/>
                </a:path>
                <a:path w="483235" h="330835">
                  <a:moveTo>
                    <a:pt x="137159" y="288035"/>
                  </a:moveTo>
                  <a:lnTo>
                    <a:pt x="137159" y="286511"/>
                  </a:lnTo>
                  <a:lnTo>
                    <a:pt x="118871" y="280415"/>
                  </a:lnTo>
                  <a:lnTo>
                    <a:pt x="102107" y="271271"/>
                  </a:lnTo>
                  <a:lnTo>
                    <a:pt x="86867" y="262127"/>
                  </a:lnTo>
                  <a:lnTo>
                    <a:pt x="74675" y="252983"/>
                  </a:lnTo>
                  <a:lnTo>
                    <a:pt x="59435" y="274319"/>
                  </a:lnTo>
                  <a:lnTo>
                    <a:pt x="73151" y="283463"/>
                  </a:lnTo>
                  <a:lnTo>
                    <a:pt x="89915" y="294131"/>
                  </a:lnTo>
                  <a:lnTo>
                    <a:pt x="108203" y="303275"/>
                  </a:lnTo>
                  <a:lnTo>
                    <a:pt x="128015" y="310895"/>
                  </a:lnTo>
                  <a:lnTo>
                    <a:pt x="129539" y="312419"/>
                  </a:lnTo>
                  <a:lnTo>
                    <a:pt x="137159" y="288035"/>
                  </a:lnTo>
                  <a:close/>
                </a:path>
                <a:path w="483235" h="330835">
                  <a:moveTo>
                    <a:pt x="57911" y="237743"/>
                  </a:moveTo>
                  <a:lnTo>
                    <a:pt x="50291" y="230123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1523" y="181355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30479" y="246887"/>
                  </a:lnTo>
                  <a:lnTo>
                    <a:pt x="39623" y="254507"/>
                  </a:lnTo>
                  <a:lnTo>
                    <a:pt x="57911" y="2377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89491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41991" y="5137405"/>
              <a:ext cx="1377695" cy="109270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99801" y="4613149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22990" y="6533390"/>
              <a:ext cx="597535" cy="405765"/>
            </a:xfrm>
            <a:custGeom>
              <a:avLst/>
              <a:gdLst/>
              <a:ahLst/>
              <a:cxnLst/>
              <a:rect l="l" t="t" r="r" b="b"/>
              <a:pathLst>
                <a:path w="597535" h="405765">
                  <a:moveTo>
                    <a:pt x="45719" y="137159"/>
                  </a:moveTo>
                  <a:lnTo>
                    <a:pt x="22859" y="123443"/>
                  </a:lnTo>
                  <a:lnTo>
                    <a:pt x="18287" y="131063"/>
                  </a:lnTo>
                  <a:lnTo>
                    <a:pt x="13715" y="141731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0687"/>
                  </a:lnTo>
                  <a:lnTo>
                    <a:pt x="0" y="192023"/>
                  </a:lnTo>
                  <a:lnTo>
                    <a:pt x="0" y="202691"/>
                  </a:lnTo>
                  <a:lnTo>
                    <a:pt x="25907" y="202691"/>
                  </a:lnTo>
                  <a:lnTo>
                    <a:pt x="25907" y="193547"/>
                  </a:lnTo>
                  <a:lnTo>
                    <a:pt x="27431" y="184403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0875"/>
                  </a:lnTo>
                  <a:lnTo>
                    <a:pt x="41147" y="143255"/>
                  </a:lnTo>
                  <a:lnTo>
                    <a:pt x="45719" y="137159"/>
                  </a:lnTo>
                  <a:close/>
                </a:path>
                <a:path w="597535" h="405765">
                  <a:moveTo>
                    <a:pt x="114299" y="73151"/>
                  </a:moveTo>
                  <a:lnTo>
                    <a:pt x="100583" y="50291"/>
                  </a:lnTo>
                  <a:lnTo>
                    <a:pt x="88391" y="57911"/>
                  </a:lnTo>
                  <a:lnTo>
                    <a:pt x="70103" y="71627"/>
                  </a:lnTo>
                  <a:lnTo>
                    <a:pt x="51815" y="88391"/>
                  </a:lnTo>
                  <a:lnTo>
                    <a:pt x="39623" y="102107"/>
                  </a:lnTo>
                  <a:lnTo>
                    <a:pt x="57911" y="118871"/>
                  </a:lnTo>
                  <a:lnTo>
                    <a:pt x="71627" y="105155"/>
                  </a:lnTo>
                  <a:lnTo>
                    <a:pt x="86867" y="91439"/>
                  </a:lnTo>
                  <a:lnTo>
                    <a:pt x="103631" y="77723"/>
                  </a:lnTo>
                  <a:lnTo>
                    <a:pt x="114299" y="73151"/>
                  </a:lnTo>
                  <a:close/>
                </a:path>
                <a:path w="597535" h="405765">
                  <a:moveTo>
                    <a:pt x="204215" y="36575"/>
                  </a:moveTo>
                  <a:lnTo>
                    <a:pt x="198119" y="12191"/>
                  </a:lnTo>
                  <a:lnTo>
                    <a:pt x="182879" y="15239"/>
                  </a:lnTo>
                  <a:lnTo>
                    <a:pt x="156971" y="22859"/>
                  </a:lnTo>
                  <a:lnTo>
                    <a:pt x="132587" y="33527"/>
                  </a:lnTo>
                  <a:lnTo>
                    <a:pt x="123443" y="38099"/>
                  </a:lnTo>
                  <a:lnTo>
                    <a:pt x="135635" y="60959"/>
                  </a:lnTo>
                  <a:lnTo>
                    <a:pt x="144779" y="56387"/>
                  </a:lnTo>
                  <a:lnTo>
                    <a:pt x="167639" y="47243"/>
                  </a:lnTo>
                  <a:lnTo>
                    <a:pt x="192023" y="39623"/>
                  </a:lnTo>
                  <a:lnTo>
                    <a:pt x="204215" y="36575"/>
                  </a:lnTo>
                  <a:close/>
                </a:path>
                <a:path w="597535" h="405765">
                  <a:moveTo>
                    <a:pt x="301751" y="24383"/>
                  </a:moveTo>
                  <a:lnTo>
                    <a:pt x="301751" y="0"/>
                  </a:lnTo>
                  <a:lnTo>
                    <a:pt x="268223" y="0"/>
                  </a:lnTo>
                  <a:lnTo>
                    <a:pt x="239267" y="3047"/>
                  </a:lnTo>
                  <a:lnTo>
                    <a:pt x="224027" y="6095"/>
                  </a:lnTo>
                  <a:lnTo>
                    <a:pt x="228599" y="3200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298703" y="24383"/>
                  </a:lnTo>
                  <a:lnTo>
                    <a:pt x="301751" y="24383"/>
                  </a:lnTo>
                  <a:close/>
                </a:path>
                <a:path w="597535" h="405765">
                  <a:moveTo>
                    <a:pt x="405383" y="13715"/>
                  </a:moveTo>
                  <a:lnTo>
                    <a:pt x="385571" y="9143"/>
                  </a:lnTo>
                  <a:lnTo>
                    <a:pt x="358139" y="3047"/>
                  </a:lnTo>
                  <a:lnTo>
                    <a:pt x="327659" y="0"/>
                  </a:lnTo>
                  <a:lnTo>
                    <a:pt x="326135" y="25907"/>
                  </a:lnTo>
                  <a:lnTo>
                    <a:pt x="327659" y="25907"/>
                  </a:lnTo>
                  <a:lnTo>
                    <a:pt x="355091" y="28955"/>
                  </a:lnTo>
                  <a:lnTo>
                    <a:pt x="380999" y="33527"/>
                  </a:lnTo>
                  <a:lnTo>
                    <a:pt x="399287" y="38099"/>
                  </a:lnTo>
                  <a:lnTo>
                    <a:pt x="405383" y="13715"/>
                  </a:lnTo>
                  <a:close/>
                </a:path>
                <a:path w="597535" h="405765">
                  <a:moveTo>
                    <a:pt x="501395" y="54863"/>
                  </a:moveTo>
                  <a:lnTo>
                    <a:pt x="486155" y="44195"/>
                  </a:lnTo>
                  <a:lnTo>
                    <a:pt x="463295" y="33527"/>
                  </a:lnTo>
                  <a:lnTo>
                    <a:pt x="438911" y="22859"/>
                  </a:lnTo>
                  <a:lnTo>
                    <a:pt x="431291" y="21335"/>
                  </a:lnTo>
                  <a:lnTo>
                    <a:pt x="422147" y="44195"/>
                  </a:lnTo>
                  <a:lnTo>
                    <a:pt x="431291" y="47243"/>
                  </a:lnTo>
                  <a:lnTo>
                    <a:pt x="454151" y="56387"/>
                  </a:lnTo>
                  <a:lnTo>
                    <a:pt x="473963" y="67055"/>
                  </a:lnTo>
                  <a:lnTo>
                    <a:pt x="489203" y="76199"/>
                  </a:lnTo>
                  <a:lnTo>
                    <a:pt x="501395" y="54863"/>
                  </a:lnTo>
                  <a:close/>
                </a:path>
                <a:path w="597535" h="405765">
                  <a:moveTo>
                    <a:pt x="577595" y="129539"/>
                  </a:moveTo>
                  <a:lnTo>
                    <a:pt x="544067" y="86867"/>
                  </a:lnTo>
                  <a:lnTo>
                    <a:pt x="527303" y="71627"/>
                  </a:lnTo>
                  <a:lnTo>
                    <a:pt x="524255" y="68579"/>
                  </a:lnTo>
                  <a:lnTo>
                    <a:pt x="509015" y="89915"/>
                  </a:lnTo>
                  <a:lnTo>
                    <a:pt x="512063" y="91439"/>
                  </a:lnTo>
                  <a:lnTo>
                    <a:pt x="527303" y="105155"/>
                  </a:lnTo>
                  <a:lnTo>
                    <a:pt x="541019" y="120395"/>
                  </a:lnTo>
                  <a:lnTo>
                    <a:pt x="545591" y="128015"/>
                  </a:lnTo>
                  <a:lnTo>
                    <a:pt x="551687" y="135635"/>
                  </a:lnTo>
                  <a:lnTo>
                    <a:pt x="556259" y="143255"/>
                  </a:lnTo>
                  <a:lnTo>
                    <a:pt x="577595" y="129539"/>
                  </a:lnTo>
                  <a:close/>
                </a:path>
                <a:path w="597535" h="405765">
                  <a:moveTo>
                    <a:pt x="597407" y="202691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0019"/>
                  </a:lnTo>
                  <a:lnTo>
                    <a:pt x="588263" y="155447"/>
                  </a:lnTo>
                  <a:lnTo>
                    <a:pt x="565403" y="163067"/>
                  </a:lnTo>
                  <a:lnTo>
                    <a:pt x="566927" y="169163"/>
                  </a:lnTo>
                  <a:lnTo>
                    <a:pt x="568451" y="176783"/>
                  </a:lnTo>
                  <a:lnTo>
                    <a:pt x="571499" y="195071"/>
                  </a:lnTo>
                  <a:lnTo>
                    <a:pt x="571499" y="202691"/>
                  </a:lnTo>
                  <a:lnTo>
                    <a:pt x="597407" y="202691"/>
                  </a:lnTo>
                  <a:close/>
                </a:path>
                <a:path w="597535" h="405765">
                  <a:moveTo>
                    <a:pt x="597407" y="213359"/>
                  </a:moveTo>
                  <a:lnTo>
                    <a:pt x="597407" y="202691"/>
                  </a:lnTo>
                  <a:lnTo>
                    <a:pt x="571499" y="202691"/>
                  </a:lnTo>
                  <a:lnTo>
                    <a:pt x="571499" y="211835"/>
                  </a:lnTo>
                  <a:lnTo>
                    <a:pt x="569975" y="220979"/>
                  </a:lnTo>
                  <a:lnTo>
                    <a:pt x="568451" y="228599"/>
                  </a:lnTo>
                  <a:lnTo>
                    <a:pt x="568451" y="231647"/>
                  </a:lnTo>
                  <a:lnTo>
                    <a:pt x="592835" y="23774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5" h="405765">
                  <a:moveTo>
                    <a:pt x="583691" y="265175"/>
                  </a:moveTo>
                  <a:lnTo>
                    <a:pt x="583691" y="263651"/>
                  </a:lnTo>
                  <a:lnTo>
                    <a:pt x="560831" y="252983"/>
                  </a:lnTo>
                  <a:lnTo>
                    <a:pt x="559307" y="254507"/>
                  </a:lnTo>
                  <a:lnTo>
                    <a:pt x="556259" y="262127"/>
                  </a:lnTo>
                  <a:lnTo>
                    <a:pt x="551687" y="269747"/>
                  </a:lnTo>
                  <a:lnTo>
                    <a:pt x="545591" y="278891"/>
                  </a:lnTo>
                  <a:lnTo>
                    <a:pt x="539495" y="286511"/>
                  </a:lnTo>
                  <a:lnTo>
                    <a:pt x="525779" y="300227"/>
                  </a:lnTo>
                  <a:lnTo>
                    <a:pt x="516635" y="307847"/>
                  </a:lnTo>
                  <a:lnTo>
                    <a:pt x="534923" y="327659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9119" y="274319"/>
                  </a:lnTo>
                  <a:lnTo>
                    <a:pt x="583691" y="265175"/>
                  </a:lnTo>
                  <a:close/>
                </a:path>
                <a:path w="597535" h="405765">
                  <a:moveTo>
                    <a:pt x="513587" y="344423"/>
                  </a:moveTo>
                  <a:lnTo>
                    <a:pt x="498347" y="323087"/>
                  </a:lnTo>
                  <a:lnTo>
                    <a:pt x="493775" y="327659"/>
                  </a:lnTo>
                  <a:lnTo>
                    <a:pt x="473963" y="338327"/>
                  </a:lnTo>
                  <a:lnTo>
                    <a:pt x="452627" y="348995"/>
                  </a:lnTo>
                  <a:lnTo>
                    <a:pt x="434339" y="356615"/>
                  </a:lnTo>
                  <a:lnTo>
                    <a:pt x="443483" y="380999"/>
                  </a:lnTo>
                  <a:lnTo>
                    <a:pt x="463295" y="371855"/>
                  </a:lnTo>
                  <a:lnTo>
                    <a:pt x="487679" y="361187"/>
                  </a:lnTo>
                  <a:lnTo>
                    <a:pt x="507491" y="347471"/>
                  </a:lnTo>
                  <a:lnTo>
                    <a:pt x="513587" y="344423"/>
                  </a:lnTo>
                  <a:close/>
                </a:path>
                <a:path w="597535" h="405765">
                  <a:moveTo>
                    <a:pt x="417575" y="388619"/>
                  </a:moveTo>
                  <a:lnTo>
                    <a:pt x="409955" y="364235"/>
                  </a:lnTo>
                  <a:lnTo>
                    <a:pt x="405383" y="365759"/>
                  </a:lnTo>
                  <a:lnTo>
                    <a:pt x="380999" y="371855"/>
                  </a:lnTo>
                  <a:lnTo>
                    <a:pt x="353567" y="376427"/>
                  </a:lnTo>
                  <a:lnTo>
                    <a:pt x="338327" y="377951"/>
                  </a:lnTo>
                  <a:lnTo>
                    <a:pt x="341375" y="403859"/>
                  </a:lnTo>
                  <a:lnTo>
                    <a:pt x="358139" y="402335"/>
                  </a:lnTo>
                  <a:lnTo>
                    <a:pt x="387095" y="397763"/>
                  </a:lnTo>
                  <a:lnTo>
                    <a:pt x="414527" y="390143"/>
                  </a:lnTo>
                  <a:lnTo>
                    <a:pt x="417575" y="388619"/>
                  </a:lnTo>
                  <a:close/>
                </a:path>
                <a:path w="597535" h="405765">
                  <a:moveTo>
                    <a:pt x="315467" y="405383"/>
                  </a:moveTo>
                  <a:lnTo>
                    <a:pt x="313943" y="379475"/>
                  </a:lnTo>
                  <a:lnTo>
                    <a:pt x="298703" y="380999"/>
                  </a:lnTo>
                  <a:lnTo>
                    <a:pt x="269747" y="379475"/>
                  </a:lnTo>
                  <a:lnTo>
                    <a:pt x="242315" y="376427"/>
                  </a:lnTo>
                  <a:lnTo>
                    <a:pt x="240791" y="376427"/>
                  </a:lnTo>
                  <a:lnTo>
                    <a:pt x="236219" y="400811"/>
                  </a:lnTo>
                  <a:lnTo>
                    <a:pt x="239267" y="402335"/>
                  </a:lnTo>
                  <a:lnTo>
                    <a:pt x="269747" y="405383"/>
                  </a:lnTo>
                  <a:lnTo>
                    <a:pt x="315467" y="405383"/>
                  </a:lnTo>
                  <a:close/>
                </a:path>
                <a:path w="597535" h="405765">
                  <a:moveTo>
                    <a:pt x="216407" y="371855"/>
                  </a:moveTo>
                  <a:lnTo>
                    <a:pt x="190499" y="365759"/>
                  </a:lnTo>
                  <a:lnTo>
                    <a:pt x="166115" y="358139"/>
                  </a:lnTo>
                  <a:lnTo>
                    <a:pt x="146303" y="348995"/>
                  </a:lnTo>
                  <a:lnTo>
                    <a:pt x="135635" y="373379"/>
                  </a:lnTo>
                  <a:lnTo>
                    <a:pt x="158495" y="382523"/>
                  </a:lnTo>
                  <a:lnTo>
                    <a:pt x="184403" y="390143"/>
                  </a:lnTo>
                  <a:lnTo>
                    <a:pt x="210311" y="396239"/>
                  </a:lnTo>
                  <a:lnTo>
                    <a:pt x="216407" y="371855"/>
                  </a:lnTo>
                  <a:close/>
                </a:path>
                <a:path w="597535" h="405765">
                  <a:moveTo>
                    <a:pt x="123443" y="338327"/>
                  </a:moveTo>
                  <a:lnTo>
                    <a:pt x="121919" y="338327"/>
                  </a:lnTo>
                  <a:lnTo>
                    <a:pt x="85343" y="313943"/>
                  </a:lnTo>
                  <a:lnTo>
                    <a:pt x="70103" y="300227"/>
                  </a:lnTo>
                  <a:lnTo>
                    <a:pt x="67055" y="295655"/>
                  </a:lnTo>
                  <a:lnTo>
                    <a:pt x="48767" y="313943"/>
                  </a:lnTo>
                  <a:lnTo>
                    <a:pt x="53339" y="318515"/>
                  </a:lnTo>
                  <a:lnTo>
                    <a:pt x="70103" y="333755"/>
                  </a:lnTo>
                  <a:lnTo>
                    <a:pt x="89915" y="348995"/>
                  </a:lnTo>
                  <a:lnTo>
                    <a:pt x="111251" y="361187"/>
                  </a:lnTo>
                  <a:lnTo>
                    <a:pt x="112775" y="361187"/>
                  </a:lnTo>
                  <a:lnTo>
                    <a:pt x="123443" y="338327"/>
                  </a:lnTo>
                  <a:close/>
                </a:path>
                <a:path w="597535" h="405765">
                  <a:moveTo>
                    <a:pt x="51815" y="278891"/>
                  </a:moveTo>
                  <a:lnTo>
                    <a:pt x="30479" y="237743"/>
                  </a:lnTo>
                  <a:lnTo>
                    <a:pt x="27431" y="219455"/>
                  </a:lnTo>
                  <a:lnTo>
                    <a:pt x="25907" y="213359"/>
                  </a:lnTo>
                  <a:lnTo>
                    <a:pt x="1523" y="216407"/>
                  </a:lnTo>
                  <a:lnTo>
                    <a:pt x="1523" y="224027"/>
                  </a:lnTo>
                  <a:lnTo>
                    <a:pt x="4571" y="234695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4319"/>
                  </a:lnTo>
                  <a:lnTo>
                    <a:pt x="24383" y="283463"/>
                  </a:lnTo>
                  <a:lnTo>
                    <a:pt x="30479" y="292607"/>
                  </a:lnTo>
                  <a:lnTo>
                    <a:pt x="51815" y="2788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52201" y="4308349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1751" y="169547"/>
            <a:ext cx="466090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85" dirty="0"/>
              <a:t>Tree </a:t>
            </a:r>
            <a:r>
              <a:rPr sz="4399" spc="-10" dirty="0"/>
              <a:t>search</a:t>
            </a:r>
            <a:r>
              <a:rPr sz="4399" spc="15" dirty="0"/>
              <a:t> </a:t>
            </a:r>
            <a:r>
              <a:rPr sz="4399" spc="-25" dirty="0"/>
              <a:t>example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3374330" y="753212"/>
            <a:ext cx="6179820" cy="2911025"/>
          </a:xfrm>
          <a:prstGeom prst="rect">
            <a:avLst/>
          </a:prstGeom>
          <a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49B9784-4FA6-6E03-821A-45CDCF57B863}"/>
              </a:ext>
            </a:extLst>
          </p:cNvPr>
          <p:cNvGrpSpPr/>
          <p:nvPr/>
        </p:nvGrpSpPr>
        <p:grpSpPr>
          <a:xfrm>
            <a:off x="4049712" y="3277426"/>
            <a:ext cx="7696199" cy="4109527"/>
            <a:chOff x="5637089" y="4308349"/>
            <a:chExt cx="5422393" cy="2630806"/>
          </a:xfrm>
        </p:grpSpPr>
        <p:sp>
          <p:nvSpPr>
            <p:cNvPr id="4" name="object 4"/>
            <p:cNvSpPr/>
            <p:nvPr/>
          </p:nvSpPr>
          <p:spPr>
            <a:xfrm>
              <a:off x="5725482" y="4311398"/>
              <a:ext cx="5334000" cy="26151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7892" y="6204203"/>
              <a:ext cx="711835" cy="407034"/>
            </a:xfrm>
            <a:custGeom>
              <a:avLst/>
              <a:gdLst/>
              <a:ahLst/>
              <a:cxnLst/>
              <a:rect l="l" t="t" r="r" b="b"/>
              <a:pathLst>
                <a:path w="711834" h="407034">
                  <a:moveTo>
                    <a:pt x="47243" y="140207"/>
                  </a:moveTo>
                  <a:lnTo>
                    <a:pt x="27431" y="124967"/>
                  </a:lnTo>
                  <a:lnTo>
                    <a:pt x="22859" y="131063"/>
                  </a:lnTo>
                  <a:lnTo>
                    <a:pt x="16763" y="140207"/>
                  </a:lnTo>
                  <a:lnTo>
                    <a:pt x="7619" y="161543"/>
                  </a:lnTo>
                  <a:lnTo>
                    <a:pt x="1523" y="182879"/>
                  </a:lnTo>
                  <a:lnTo>
                    <a:pt x="0" y="193547"/>
                  </a:lnTo>
                  <a:lnTo>
                    <a:pt x="0" y="202691"/>
                  </a:lnTo>
                  <a:lnTo>
                    <a:pt x="25907" y="204215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28955" y="176783"/>
                  </a:lnTo>
                  <a:lnTo>
                    <a:pt x="32003" y="169163"/>
                  </a:lnTo>
                  <a:lnTo>
                    <a:pt x="35051" y="160019"/>
                  </a:lnTo>
                  <a:lnTo>
                    <a:pt x="44195" y="144779"/>
                  </a:lnTo>
                  <a:lnTo>
                    <a:pt x="47243" y="140207"/>
                  </a:lnTo>
                  <a:close/>
                </a:path>
                <a:path w="711834" h="407034">
                  <a:moveTo>
                    <a:pt x="120395" y="79247"/>
                  </a:moveTo>
                  <a:lnTo>
                    <a:pt x="109727" y="56387"/>
                  </a:lnTo>
                  <a:lnTo>
                    <a:pt x="94487" y="64007"/>
                  </a:lnTo>
                  <a:lnTo>
                    <a:pt x="62483" y="86867"/>
                  </a:lnTo>
                  <a:lnTo>
                    <a:pt x="44195" y="105155"/>
                  </a:lnTo>
                  <a:lnTo>
                    <a:pt x="62483" y="121919"/>
                  </a:lnTo>
                  <a:lnTo>
                    <a:pt x="64007" y="121919"/>
                  </a:lnTo>
                  <a:lnTo>
                    <a:pt x="79247" y="106679"/>
                  </a:lnTo>
                  <a:lnTo>
                    <a:pt x="88391" y="99059"/>
                  </a:lnTo>
                  <a:lnTo>
                    <a:pt x="99059" y="92963"/>
                  </a:lnTo>
                  <a:lnTo>
                    <a:pt x="108203" y="85343"/>
                  </a:lnTo>
                  <a:lnTo>
                    <a:pt x="120395" y="79247"/>
                  </a:lnTo>
                  <a:close/>
                </a:path>
                <a:path w="711834" h="407034">
                  <a:moveTo>
                    <a:pt x="211835" y="44195"/>
                  </a:moveTo>
                  <a:lnTo>
                    <a:pt x="205739" y="19811"/>
                  </a:lnTo>
                  <a:lnTo>
                    <a:pt x="188975" y="24383"/>
                  </a:lnTo>
                  <a:lnTo>
                    <a:pt x="158495" y="33527"/>
                  </a:lnTo>
                  <a:lnTo>
                    <a:pt x="132587" y="45719"/>
                  </a:lnTo>
                  <a:lnTo>
                    <a:pt x="131063" y="45719"/>
                  </a:lnTo>
                  <a:lnTo>
                    <a:pt x="143255" y="68579"/>
                  </a:lnTo>
                  <a:lnTo>
                    <a:pt x="143255" y="67055"/>
                  </a:lnTo>
                  <a:lnTo>
                    <a:pt x="169163" y="57911"/>
                  </a:lnTo>
                  <a:lnTo>
                    <a:pt x="196595" y="47243"/>
                  </a:lnTo>
                  <a:lnTo>
                    <a:pt x="211835" y="44195"/>
                  </a:lnTo>
                  <a:close/>
                </a:path>
                <a:path w="711834" h="407034">
                  <a:moveTo>
                    <a:pt x="310895" y="27431"/>
                  </a:moveTo>
                  <a:lnTo>
                    <a:pt x="307847" y="1523"/>
                  </a:lnTo>
                  <a:lnTo>
                    <a:pt x="284987" y="4571"/>
                  </a:lnTo>
                  <a:lnTo>
                    <a:pt x="251459" y="9143"/>
                  </a:lnTo>
                  <a:lnTo>
                    <a:pt x="231647" y="13715"/>
                  </a:lnTo>
                  <a:lnTo>
                    <a:pt x="236219" y="38099"/>
                  </a:lnTo>
                  <a:lnTo>
                    <a:pt x="256031" y="33527"/>
                  </a:lnTo>
                  <a:lnTo>
                    <a:pt x="288035" y="28955"/>
                  </a:lnTo>
                  <a:lnTo>
                    <a:pt x="310895" y="27431"/>
                  </a:lnTo>
                  <a:close/>
                </a:path>
                <a:path w="711834" h="407034">
                  <a:moveTo>
                    <a:pt x="355853" y="12953"/>
                  </a:moveTo>
                  <a:lnTo>
                    <a:pt x="355091" y="0"/>
                  </a:lnTo>
                  <a:lnTo>
                    <a:pt x="333755" y="1523"/>
                  </a:lnTo>
                  <a:lnTo>
                    <a:pt x="335279" y="25907"/>
                  </a:lnTo>
                  <a:lnTo>
                    <a:pt x="355091" y="25907"/>
                  </a:lnTo>
                  <a:lnTo>
                    <a:pt x="355853" y="12953"/>
                  </a:lnTo>
                  <a:close/>
                </a:path>
                <a:path w="711834" h="407034">
                  <a:moveTo>
                    <a:pt x="356615" y="25907"/>
                  </a:moveTo>
                  <a:lnTo>
                    <a:pt x="355853" y="12953"/>
                  </a:lnTo>
                  <a:lnTo>
                    <a:pt x="355091" y="25907"/>
                  </a:lnTo>
                  <a:lnTo>
                    <a:pt x="356615" y="25907"/>
                  </a:lnTo>
                  <a:close/>
                </a:path>
                <a:path w="711834" h="407034">
                  <a:moveTo>
                    <a:pt x="411479" y="3047"/>
                  </a:moveTo>
                  <a:lnTo>
                    <a:pt x="391667" y="1523"/>
                  </a:lnTo>
                  <a:lnTo>
                    <a:pt x="356615" y="0"/>
                  </a:lnTo>
                  <a:lnTo>
                    <a:pt x="355853" y="12953"/>
                  </a:lnTo>
                  <a:lnTo>
                    <a:pt x="356615" y="25907"/>
                  </a:lnTo>
                  <a:lnTo>
                    <a:pt x="390143" y="25907"/>
                  </a:lnTo>
                  <a:lnTo>
                    <a:pt x="409955" y="28955"/>
                  </a:lnTo>
                  <a:lnTo>
                    <a:pt x="411479" y="3047"/>
                  </a:lnTo>
                  <a:close/>
                </a:path>
                <a:path w="711834" h="407034">
                  <a:moveTo>
                    <a:pt x="513587" y="21335"/>
                  </a:moveTo>
                  <a:lnTo>
                    <a:pt x="492251" y="15239"/>
                  </a:lnTo>
                  <a:lnTo>
                    <a:pt x="460247" y="9143"/>
                  </a:lnTo>
                  <a:lnTo>
                    <a:pt x="437387" y="6095"/>
                  </a:lnTo>
                  <a:lnTo>
                    <a:pt x="434339" y="30479"/>
                  </a:lnTo>
                  <a:lnTo>
                    <a:pt x="455675" y="33527"/>
                  </a:lnTo>
                  <a:lnTo>
                    <a:pt x="486155" y="39623"/>
                  </a:lnTo>
                  <a:lnTo>
                    <a:pt x="507491" y="45719"/>
                  </a:lnTo>
                  <a:lnTo>
                    <a:pt x="513587" y="21335"/>
                  </a:lnTo>
                  <a:close/>
                </a:path>
                <a:path w="711834" h="407034">
                  <a:moveTo>
                    <a:pt x="611123" y="60959"/>
                  </a:moveTo>
                  <a:lnTo>
                    <a:pt x="603503" y="57911"/>
                  </a:lnTo>
                  <a:lnTo>
                    <a:pt x="579119" y="44195"/>
                  </a:lnTo>
                  <a:lnTo>
                    <a:pt x="551687" y="33527"/>
                  </a:lnTo>
                  <a:lnTo>
                    <a:pt x="539495" y="28955"/>
                  </a:lnTo>
                  <a:lnTo>
                    <a:pt x="530351" y="53339"/>
                  </a:lnTo>
                  <a:lnTo>
                    <a:pt x="544067" y="57911"/>
                  </a:lnTo>
                  <a:lnTo>
                    <a:pt x="568451" y="68579"/>
                  </a:lnTo>
                  <a:lnTo>
                    <a:pt x="592835" y="80771"/>
                  </a:lnTo>
                  <a:lnTo>
                    <a:pt x="597407" y="83819"/>
                  </a:lnTo>
                  <a:lnTo>
                    <a:pt x="611123" y="60959"/>
                  </a:lnTo>
                  <a:close/>
                </a:path>
                <a:path w="711834" h="407034">
                  <a:moveTo>
                    <a:pt x="690371" y="132587"/>
                  </a:moveTo>
                  <a:lnTo>
                    <a:pt x="688847" y="131063"/>
                  </a:lnTo>
                  <a:lnTo>
                    <a:pt x="665987" y="103631"/>
                  </a:lnTo>
                  <a:lnTo>
                    <a:pt x="656843" y="94487"/>
                  </a:lnTo>
                  <a:lnTo>
                    <a:pt x="638555" y="79247"/>
                  </a:lnTo>
                  <a:lnTo>
                    <a:pt x="632459" y="76199"/>
                  </a:lnTo>
                  <a:lnTo>
                    <a:pt x="618743" y="96011"/>
                  </a:lnTo>
                  <a:lnTo>
                    <a:pt x="623315" y="100583"/>
                  </a:lnTo>
                  <a:lnTo>
                    <a:pt x="632459" y="106679"/>
                  </a:lnTo>
                  <a:lnTo>
                    <a:pt x="640079" y="114299"/>
                  </a:lnTo>
                  <a:lnTo>
                    <a:pt x="649223" y="121919"/>
                  </a:lnTo>
                  <a:lnTo>
                    <a:pt x="667511" y="144779"/>
                  </a:lnTo>
                  <a:lnTo>
                    <a:pt x="667511" y="146303"/>
                  </a:lnTo>
                  <a:lnTo>
                    <a:pt x="690371" y="132587"/>
                  </a:lnTo>
                  <a:close/>
                </a:path>
                <a:path w="711834" h="407034">
                  <a:moveTo>
                    <a:pt x="711707" y="202691"/>
                  </a:moveTo>
                  <a:lnTo>
                    <a:pt x="707135" y="170687"/>
                  </a:lnTo>
                  <a:lnTo>
                    <a:pt x="704087" y="160019"/>
                  </a:lnTo>
                  <a:lnTo>
                    <a:pt x="702563" y="156971"/>
                  </a:lnTo>
                  <a:lnTo>
                    <a:pt x="678179" y="167639"/>
                  </a:lnTo>
                  <a:lnTo>
                    <a:pt x="679703" y="169163"/>
                  </a:lnTo>
                  <a:lnTo>
                    <a:pt x="682751" y="178307"/>
                  </a:lnTo>
                  <a:lnTo>
                    <a:pt x="684275" y="187451"/>
                  </a:lnTo>
                  <a:lnTo>
                    <a:pt x="685799" y="195071"/>
                  </a:lnTo>
                  <a:lnTo>
                    <a:pt x="685799" y="202691"/>
                  </a:lnTo>
                  <a:lnTo>
                    <a:pt x="698753" y="203453"/>
                  </a:lnTo>
                  <a:lnTo>
                    <a:pt x="711707" y="202691"/>
                  </a:lnTo>
                  <a:close/>
                </a:path>
                <a:path w="711834" h="407034">
                  <a:moveTo>
                    <a:pt x="711707" y="204215"/>
                  </a:moveTo>
                  <a:lnTo>
                    <a:pt x="698753" y="203453"/>
                  </a:lnTo>
                  <a:lnTo>
                    <a:pt x="685799" y="204215"/>
                  </a:lnTo>
                  <a:lnTo>
                    <a:pt x="685799" y="213359"/>
                  </a:lnTo>
                  <a:lnTo>
                    <a:pt x="684275" y="220979"/>
                  </a:lnTo>
                  <a:lnTo>
                    <a:pt x="682751" y="230123"/>
                  </a:lnTo>
                  <a:lnTo>
                    <a:pt x="681227" y="233171"/>
                  </a:lnTo>
                  <a:lnTo>
                    <a:pt x="705611" y="240791"/>
                  </a:lnTo>
                  <a:lnTo>
                    <a:pt x="707135" y="234695"/>
                  </a:lnTo>
                  <a:lnTo>
                    <a:pt x="710183" y="224027"/>
                  </a:lnTo>
                  <a:lnTo>
                    <a:pt x="710183" y="213359"/>
                  </a:lnTo>
                  <a:lnTo>
                    <a:pt x="711707" y="204215"/>
                  </a:lnTo>
                  <a:close/>
                </a:path>
                <a:path w="711834" h="407034">
                  <a:moveTo>
                    <a:pt x="698753" y="203453"/>
                  </a:moveTo>
                  <a:lnTo>
                    <a:pt x="685799" y="202691"/>
                  </a:lnTo>
                  <a:lnTo>
                    <a:pt x="685799" y="204215"/>
                  </a:lnTo>
                  <a:lnTo>
                    <a:pt x="698753" y="203453"/>
                  </a:lnTo>
                  <a:close/>
                </a:path>
                <a:path w="711834" h="407034">
                  <a:moveTo>
                    <a:pt x="693419" y="266699"/>
                  </a:moveTo>
                  <a:lnTo>
                    <a:pt x="672083" y="252983"/>
                  </a:lnTo>
                  <a:lnTo>
                    <a:pt x="667511" y="262127"/>
                  </a:lnTo>
                  <a:lnTo>
                    <a:pt x="655319" y="277367"/>
                  </a:lnTo>
                  <a:lnTo>
                    <a:pt x="632459" y="300227"/>
                  </a:lnTo>
                  <a:lnTo>
                    <a:pt x="624839" y="306323"/>
                  </a:lnTo>
                  <a:lnTo>
                    <a:pt x="640079" y="326135"/>
                  </a:lnTo>
                  <a:lnTo>
                    <a:pt x="647699" y="320039"/>
                  </a:lnTo>
                  <a:lnTo>
                    <a:pt x="658367" y="310895"/>
                  </a:lnTo>
                  <a:lnTo>
                    <a:pt x="667511" y="303275"/>
                  </a:lnTo>
                  <a:lnTo>
                    <a:pt x="682751" y="284987"/>
                  </a:lnTo>
                  <a:lnTo>
                    <a:pt x="688847" y="275843"/>
                  </a:lnTo>
                  <a:lnTo>
                    <a:pt x="693419" y="266699"/>
                  </a:lnTo>
                  <a:close/>
                </a:path>
                <a:path w="711834" h="407034">
                  <a:moveTo>
                    <a:pt x="618743" y="341375"/>
                  </a:moveTo>
                  <a:lnTo>
                    <a:pt x="605027" y="320039"/>
                  </a:lnTo>
                  <a:lnTo>
                    <a:pt x="603503" y="321563"/>
                  </a:lnTo>
                  <a:lnTo>
                    <a:pt x="591311" y="327659"/>
                  </a:lnTo>
                  <a:lnTo>
                    <a:pt x="568451" y="338327"/>
                  </a:lnTo>
                  <a:lnTo>
                    <a:pt x="542543" y="348995"/>
                  </a:lnTo>
                  <a:lnTo>
                    <a:pt x="537971" y="350519"/>
                  </a:lnTo>
                  <a:lnTo>
                    <a:pt x="547115" y="374903"/>
                  </a:lnTo>
                  <a:lnTo>
                    <a:pt x="551687" y="373379"/>
                  </a:lnTo>
                  <a:lnTo>
                    <a:pt x="579119" y="361187"/>
                  </a:lnTo>
                  <a:lnTo>
                    <a:pt x="605027" y="348995"/>
                  </a:lnTo>
                  <a:lnTo>
                    <a:pt x="617219" y="342899"/>
                  </a:lnTo>
                  <a:lnTo>
                    <a:pt x="618743" y="341375"/>
                  </a:lnTo>
                  <a:close/>
                </a:path>
                <a:path w="711834" h="407034">
                  <a:moveTo>
                    <a:pt x="521207" y="384047"/>
                  </a:moveTo>
                  <a:lnTo>
                    <a:pt x="515111" y="358139"/>
                  </a:lnTo>
                  <a:lnTo>
                    <a:pt x="486155" y="367283"/>
                  </a:lnTo>
                  <a:lnTo>
                    <a:pt x="455675" y="373379"/>
                  </a:lnTo>
                  <a:lnTo>
                    <a:pt x="441959" y="374903"/>
                  </a:lnTo>
                  <a:lnTo>
                    <a:pt x="446531" y="399287"/>
                  </a:lnTo>
                  <a:lnTo>
                    <a:pt x="460247" y="397763"/>
                  </a:lnTo>
                  <a:lnTo>
                    <a:pt x="492251" y="391667"/>
                  </a:lnTo>
                  <a:lnTo>
                    <a:pt x="521207" y="384047"/>
                  </a:lnTo>
                  <a:close/>
                </a:path>
                <a:path w="711834" h="407034">
                  <a:moveTo>
                    <a:pt x="355853" y="393953"/>
                  </a:moveTo>
                  <a:lnTo>
                    <a:pt x="355091" y="380999"/>
                  </a:lnTo>
                  <a:lnTo>
                    <a:pt x="342899" y="380999"/>
                  </a:lnTo>
                  <a:lnTo>
                    <a:pt x="342899" y="406907"/>
                  </a:lnTo>
                  <a:lnTo>
                    <a:pt x="355091" y="406907"/>
                  </a:lnTo>
                  <a:lnTo>
                    <a:pt x="355853" y="393953"/>
                  </a:lnTo>
                  <a:close/>
                </a:path>
                <a:path w="711834" h="407034">
                  <a:moveTo>
                    <a:pt x="420623" y="403859"/>
                  </a:moveTo>
                  <a:lnTo>
                    <a:pt x="417575" y="377951"/>
                  </a:lnTo>
                  <a:lnTo>
                    <a:pt x="390143" y="379475"/>
                  </a:lnTo>
                  <a:lnTo>
                    <a:pt x="355091" y="380999"/>
                  </a:lnTo>
                  <a:lnTo>
                    <a:pt x="356615" y="380999"/>
                  </a:lnTo>
                  <a:lnTo>
                    <a:pt x="356615" y="406907"/>
                  </a:lnTo>
                  <a:lnTo>
                    <a:pt x="391667" y="405383"/>
                  </a:lnTo>
                  <a:lnTo>
                    <a:pt x="420623" y="403859"/>
                  </a:lnTo>
                  <a:close/>
                </a:path>
                <a:path w="711834" h="407034">
                  <a:moveTo>
                    <a:pt x="356615" y="380999"/>
                  </a:moveTo>
                  <a:lnTo>
                    <a:pt x="355091" y="380999"/>
                  </a:lnTo>
                  <a:lnTo>
                    <a:pt x="355853" y="393953"/>
                  </a:lnTo>
                  <a:lnTo>
                    <a:pt x="356615" y="380999"/>
                  </a:lnTo>
                  <a:close/>
                </a:path>
                <a:path w="711834" h="407034">
                  <a:moveTo>
                    <a:pt x="356615" y="406907"/>
                  </a:moveTo>
                  <a:lnTo>
                    <a:pt x="356615" y="380999"/>
                  </a:lnTo>
                  <a:lnTo>
                    <a:pt x="355853" y="393953"/>
                  </a:lnTo>
                  <a:lnTo>
                    <a:pt x="356615" y="406907"/>
                  </a:lnTo>
                  <a:close/>
                </a:path>
                <a:path w="711834" h="407034">
                  <a:moveTo>
                    <a:pt x="318515" y="379475"/>
                  </a:moveTo>
                  <a:lnTo>
                    <a:pt x="288035" y="377951"/>
                  </a:lnTo>
                  <a:lnTo>
                    <a:pt x="256031" y="373379"/>
                  </a:lnTo>
                  <a:lnTo>
                    <a:pt x="243839" y="370331"/>
                  </a:lnTo>
                  <a:lnTo>
                    <a:pt x="239267" y="394715"/>
                  </a:lnTo>
                  <a:lnTo>
                    <a:pt x="251459" y="397763"/>
                  </a:lnTo>
                  <a:lnTo>
                    <a:pt x="284987" y="402335"/>
                  </a:lnTo>
                  <a:lnTo>
                    <a:pt x="316991" y="405383"/>
                  </a:lnTo>
                  <a:lnTo>
                    <a:pt x="318515" y="379475"/>
                  </a:lnTo>
                  <a:close/>
                </a:path>
                <a:path w="711834" h="407034">
                  <a:moveTo>
                    <a:pt x="220979" y="365759"/>
                  </a:moveTo>
                  <a:lnTo>
                    <a:pt x="195071" y="358139"/>
                  </a:lnTo>
                  <a:lnTo>
                    <a:pt x="167639" y="348995"/>
                  </a:lnTo>
                  <a:lnTo>
                    <a:pt x="149351" y="341375"/>
                  </a:lnTo>
                  <a:lnTo>
                    <a:pt x="140207" y="365759"/>
                  </a:lnTo>
                  <a:lnTo>
                    <a:pt x="160019" y="373379"/>
                  </a:lnTo>
                  <a:lnTo>
                    <a:pt x="188975" y="382523"/>
                  </a:lnTo>
                  <a:lnTo>
                    <a:pt x="213359" y="390143"/>
                  </a:lnTo>
                  <a:lnTo>
                    <a:pt x="220979" y="365759"/>
                  </a:lnTo>
                  <a:close/>
                </a:path>
                <a:path w="711834" h="407034">
                  <a:moveTo>
                    <a:pt x="51815" y="272795"/>
                  </a:moveTo>
                  <a:lnTo>
                    <a:pt x="50291" y="269747"/>
                  </a:lnTo>
                  <a:lnTo>
                    <a:pt x="44195" y="262127"/>
                  </a:lnTo>
                  <a:lnTo>
                    <a:pt x="39623" y="252983"/>
                  </a:lnTo>
                  <a:lnTo>
                    <a:pt x="35051" y="245363"/>
                  </a:lnTo>
                  <a:lnTo>
                    <a:pt x="32003" y="236219"/>
                  </a:lnTo>
                  <a:lnTo>
                    <a:pt x="28955" y="228599"/>
                  </a:lnTo>
                  <a:lnTo>
                    <a:pt x="27431" y="219455"/>
                  </a:lnTo>
                  <a:lnTo>
                    <a:pt x="25907" y="211835"/>
                  </a:lnTo>
                  <a:lnTo>
                    <a:pt x="25907" y="210311"/>
                  </a:lnTo>
                  <a:lnTo>
                    <a:pt x="0" y="211835"/>
                  </a:lnTo>
                  <a:lnTo>
                    <a:pt x="1523" y="214883"/>
                  </a:lnTo>
                  <a:lnTo>
                    <a:pt x="4571" y="236219"/>
                  </a:lnTo>
                  <a:lnTo>
                    <a:pt x="22859" y="275843"/>
                  </a:lnTo>
                  <a:lnTo>
                    <a:pt x="30479" y="284987"/>
                  </a:lnTo>
                  <a:lnTo>
                    <a:pt x="32003" y="289559"/>
                  </a:lnTo>
                  <a:lnTo>
                    <a:pt x="51815" y="272795"/>
                  </a:lnTo>
                  <a:close/>
                </a:path>
                <a:path w="711834" h="407034">
                  <a:moveTo>
                    <a:pt x="128015" y="330707"/>
                  </a:moveTo>
                  <a:lnTo>
                    <a:pt x="118871" y="326135"/>
                  </a:lnTo>
                  <a:lnTo>
                    <a:pt x="97535" y="313943"/>
                  </a:lnTo>
                  <a:lnTo>
                    <a:pt x="88391" y="306323"/>
                  </a:lnTo>
                  <a:lnTo>
                    <a:pt x="79247" y="300227"/>
                  </a:lnTo>
                  <a:lnTo>
                    <a:pt x="70103" y="292607"/>
                  </a:lnTo>
                  <a:lnTo>
                    <a:pt x="68579" y="289559"/>
                  </a:lnTo>
                  <a:lnTo>
                    <a:pt x="50291" y="307847"/>
                  </a:lnTo>
                  <a:lnTo>
                    <a:pt x="83819" y="335279"/>
                  </a:lnTo>
                  <a:lnTo>
                    <a:pt x="108203" y="348995"/>
                  </a:lnTo>
                  <a:lnTo>
                    <a:pt x="115823" y="353567"/>
                  </a:lnTo>
                  <a:lnTo>
                    <a:pt x="128015" y="33070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7089" y="4908805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767" y="102107"/>
                  </a:moveTo>
                  <a:lnTo>
                    <a:pt x="28955" y="88391"/>
                  </a:lnTo>
                  <a:lnTo>
                    <a:pt x="19811" y="100583"/>
                  </a:lnTo>
                  <a:lnTo>
                    <a:pt x="10667" y="115823"/>
                  </a:lnTo>
                  <a:lnTo>
                    <a:pt x="4571" y="131063"/>
                  </a:lnTo>
                  <a:lnTo>
                    <a:pt x="1523" y="147827"/>
                  </a:lnTo>
                  <a:lnTo>
                    <a:pt x="0" y="156971"/>
                  </a:lnTo>
                  <a:lnTo>
                    <a:pt x="0" y="164591"/>
                  </a:lnTo>
                  <a:lnTo>
                    <a:pt x="25907" y="166115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30479" y="137159"/>
                  </a:lnTo>
                  <a:lnTo>
                    <a:pt x="35051" y="124967"/>
                  </a:lnTo>
                  <a:lnTo>
                    <a:pt x="42671" y="112775"/>
                  </a:lnTo>
                  <a:lnTo>
                    <a:pt x="48767" y="102107"/>
                  </a:lnTo>
                  <a:close/>
                </a:path>
                <a:path w="483235" h="330835">
                  <a:moveTo>
                    <a:pt x="124967" y="48767"/>
                  </a:moveTo>
                  <a:lnTo>
                    <a:pt x="115823" y="24383"/>
                  </a:lnTo>
                  <a:lnTo>
                    <a:pt x="108203" y="27431"/>
                  </a:lnTo>
                  <a:lnTo>
                    <a:pt x="89915" y="36575"/>
                  </a:lnTo>
                  <a:lnTo>
                    <a:pt x="71627" y="47243"/>
                  </a:lnTo>
                  <a:lnTo>
                    <a:pt x="56387" y="59435"/>
                  </a:lnTo>
                  <a:lnTo>
                    <a:pt x="47243" y="67055"/>
                  </a:lnTo>
                  <a:lnTo>
                    <a:pt x="64007" y="85343"/>
                  </a:lnTo>
                  <a:lnTo>
                    <a:pt x="73151" y="7772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18871" y="50291"/>
                  </a:lnTo>
                  <a:lnTo>
                    <a:pt x="124967" y="48767"/>
                  </a:lnTo>
                  <a:close/>
                </a:path>
                <a:path w="483235" h="330835">
                  <a:moveTo>
                    <a:pt x="219455" y="25907"/>
                  </a:moveTo>
                  <a:lnTo>
                    <a:pt x="217931" y="1523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70687" y="7619"/>
                  </a:lnTo>
                  <a:lnTo>
                    <a:pt x="149351" y="12191"/>
                  </a:lnTo>
                  <a:lnTo>
                    <a:pt x="140207" y="15239"/>
                  </a:lnTo>
                  <a:lnTo>
                    <a:pt x="147827" y="39623"/>
                  </a:lnTo>
                  <a:lnTo>
                    <a:pt x="156971" y="36575"/>
                  </a:lnTo>
                  <a:lnTo>
                    <a:pt x="176783" y="32003"/>
                  </a:lnTo>
                  <a:lnTo>
                    <a:pt x="219455" y="25907"/>
                  </a:lnTo>
                  <a:close/>
                </a:path>
                <a:path w="483235" h="330835">
                  <a:moveTo>
                    <a:pt x="323087" y="9143"/>
                  </a:moveTo>
                  <a:lnTo>
                    <a:pt x="310895" y="7619"/>
                  </a:lnTo>
                  <a:lnTo>
                    <a:pt x="289559" y="3047"/>
                  </a:lnTo>
                  <a:lnTo>
                    <a:pt x="265175" y="1523"/>
                  </a:lnTo>
                  <a:lnTo>
                    <a:pt x="243839" y="0"/>
                  </a:lnTo>
                  <a:lnTo>
                    <a:pt x="243839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16991" y="35051"/>
                  </a:lnTo>
                  <a:lnTo>
                    <a:pt x="323087" y="9143"/>
                  </a:lnTo>
                  <a:close/>
                </a:path>
                <a:path w="483235" h="330835">
                  <a:moveTo>
                    <a:pt x="419099" y="53339"/>
                  </a:moveTo>
                  <a:lnTo>
                    <a:pt x="373379" y="27431"/>
                  </a:lnTo>
                  <a:lnTo>
                    <a:pt x="347471" y="16763"/>
                  </a:lnTo>
                  <a:lnTo>
                    <a:pt x="339851" y="41147"/>
                  </a:lnTo>
                  <a:lnTo>
                    <a:pt x="345947" y="42671"/>
                  </a:lnTo>
                  <a:lnTo>
                    <a:pt x="364235" y="50291"/>
                  </a:lnTo>
                  <a:lnTo>
                    <a:pt x="380999" y="59435"/>
                  </a:lnTo>
                  <a:lnTo>
                    <a:pt x="396239" y="68579"/>
                  </a:lnTo>
                  <a:lnTo>
                    <a:pt x="403859" y="74675"/>
                  </a:lnTo>
                  <a:lnTo>
                    <a:pt x="419099" y="53339"/>
                  </a:lnTo>
                  <a:close/>
                </a:path>
                <a:path w="483235" h="330835">
                  <a:moveTo>
                    <a:pt x="480059" y="143255"/>
                  </a:moveTo>
                  <a:lnTo>
                    <a:pt x="477011" y="129539"/>
                  </a:lnTo>
                  <a:lnTo>
                    <a:pt x="470915" y="114299"/>
                  </a:lnTo>
                  <a:lnTo>
                    <a:pt x="452627" y="83819"/>
                  </a:lnTo>
                  <a:lnTo>
                    <a:pt x="438911" y="70103"/>
                  </a:lnTo>
                  <a:lnTo>
                    <a:pt x="422147" y="89915"/>
                  </a:lnTo>
                  <a:lnTo>
                    <a:pt x="432815" y="100583"/>
                  </a:lnTo>
                  <a:lnTo>
                    <a:pt x="441959" y="11277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5675" y="147827"/>
                  </a:lnTo>
                  <a:lnTo>
                    <a:pt x="480059" y="143255"/>
                  </a:lnTo>
                  <a:close/>
                </a:path>
                <a:path w="483235" h="330835">
                  <a:moveTo>
                    <a:pt x="431291" y="266699"/>
                  </a:moveTo>
                  <a:lnTo>
                    <a:pt x="414527" y="248411"/>
                  </a:lnTo>
                  <a:lnTo>
                    <a:pt x="409955" y="252983"/>
                  </a:lnTo>
                  <a:lnTo>
                    <a:pt x="396239" y="263651"/>
                  </a:lnTo>
                  <a:lnTo>
                    <a:pt x="380999" y="272795"/>
                  </a:lnTo>
                  <a:lnTo>
                    <a:pt x="364235" y="280415"/>
                  </a:lnTo>
                  <a:lnTo>
                    <a:pt x="353567" y="284987"/>
                  </a:lnTo>
                  <a:lnTo>
                    <a:pt x="362711" y="307847"/>
                  </a:lnTo>
                  <a:lnTo>
                    <a:pt x="374903" y="303275"/>
                  </a:lnTo>
                  <a:lnTo>
                    <a:pt x="393191" y="294131"/>
                  </a:lnTo>
                  <a:lnTo>
                    <a:pt x="409955" y="283463"/>
                  </a:lnTo>
                  <a:lnTo>
                    <a:pt x="426719" y="271271"/>
                  </a:lnTo>
                  <a:lnTo>
                    <a:pt x="431291" y="266699"/>
                  </a:lnTo>
                  <a:close/>
                </a:path>
                <a:path w="483235" h="330835">
                  <a:moveTo>
                    <a:pt x="483107" y="173735"/>
                  </a:moveTo>
                  <a:lnTo>
                    <a:pt x="483107" y="170687"/>
                  </a:lnTo>
                  <a:lnTo>
                    <a:pt x="457199" y="170687"/>
                  </a:ln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48055" y="205739"/>
                  </a:lnTo>
                  <a:lnTo>
                    <a:pt x="432815" y="230123"/>
                  </a:lnTo>
                  <a:lnTo>
                    <a:pt x="431291" y="231647"/>
                  </a:lnTo>
                  <a:lnTo>
                    <a:pt x="451103" y="248411"/>
                  </a:lnTo>
                  <a:lnTo>
                    <a:pt x="452627" y="245363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338327" y="316991"/>
                  </a:moveTo>
                  <a:lnTo>
                    <a:pt x="330707" y="292607"/>
                  </a:lnTo>
                  <a:lnTo>
                    <a:pt x="326135" y="294131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59079" y="304799"/>
                  </a:lnTo>
                  <a:lnTo>
                    <a:pt x="259079" y="329183"/>
                  </a:lnTo>
                  <a:lnTo>
                    <a:pt x="266699" y="329183"/>
                  </a:lnTo>
                  <a:lnTo>
                    <a:pt x="289559" y="327659"/>
                  </a:lnTo>
                  <a:lnTo>
                    <a:pt x="312419" y="323087"/>
                  </a:lnTo>
                  <a:lnTo>
                    <a:pt x="333755" y="318515"/>
                  </a:lnTo>
                  <a:lnTo>
                    <a:pt x="338327" y="316991"/>
                  </a:lnTo>
                  <a:close/>
                </a:path>
                <a:path w="483235" h="330835">
                  <a:moveTo>
                    <a:pt x="234695" y="304799"/>
                  </a:moveTo>
                  <a:lnTo>
                    <a:pt x="217931" y="304799"/>
                  </a:lnTo>
                  <a:lnTo>
                    <a:pt x="175259" y="298703"/>
                  </a:lnTo>
                  <a:lnTo>
                    <a:pt x="161543" y="294131"/>
                  </a:lnTo>
                  <a:lnTo>
                    <a:pt x="155447" y="320039"/>
                  </a:lnTo>
                  <a:lnTo>
                    <a:pt x="193547" y="327659"/>
                  </a:lnTo>
                  <a:lnTo>
                    <a:pt x="217931" y="329183"/>
                  </a:lnTo>
                  <a:lnTo>
                    <a:pt x="233171" y="330707"/>
                  </a:lnTo>
                  <a:lnTo>
                    <a:pt x="234695" y="304799"/>
                  </a:lnTo>
                  <a:close/>
                </a:path>
                <a:path w="483235" h="330835">
                  <a:moveTo>
                    <a:pt x="137159" y="288035"/>
                  </a:moveTo>
                  <a:lnTo>
                    <a:pt x="137159" y="286511"/>
                  </a:lnTo>
                  <a:lnTo>
                    <a:pt x="118871" y="280415"/>
                  </a:lnTo>
                  <a:lnTo>
                    <a:pt x="102107" y="271271"/>
                  </a:lnTo>
                  <a:lnTo>
                    <a:pt x="86867" y="262127"/>
                  </a:lnTo>
                  <a:lnTo>
                    <a:pt x="74675" y="252983"/>
                  </a:lnTo>
                  <a:lnTo>
                    <a:pt x="59435" y="274319"/>
                  </a:lnTo>
                  <a:lnTo>
                    <a:pt x="73151" y="283463"/>
                  </a:lnTo>
                  <a:lnTo>
                    <a:pt x="89915" y="294131"/>
                  </a:lnTo>
                  <a:lnTo>
                    <a:pt x="108203" y="303275"/>
                  </a:lnTo>
                  <a:lnTo>
                    <a:pt x="128015" y="310895"/>
                  </a:lnTo>
                  <a:lnTo>
                    <a:pt x="129539" y="312419"/>
                  </a:lnTo>
                  <a:lnTo>
                    <a:pt x="137159" y="288035"/>
                  </a:lnTo>
                  <a:close/>
                </a:path>
                <a:path w="483235" h="330835">
                  <a:moveTo>
                    <a:pt x="57911" y="237743"/>
                  </a:moveTo>
                  <a:lnTo>
                    <a:pt x="50291" y="230123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1523" y="181355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30479" y="246887"/>
                  </a:lnTo>
                  <a:lnTo>
                    <a:pt x="39623" y="254507"/>
                  </a:lnTo>
                  <a:lnTo>
                    <a:pt x="57911" y="2377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89491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1991" y="5137403"/>
              <a:ext cx="596265" cy="318770"/>
            </a:xfrm>
            <a:custGeom>
              <a:avLst/>
              <a:gdLst/>
              <a:ahLst/>
              <a:cxnLst/>
              <a:rect l="l" t="t" r="r" b="b"/>
              <a:pathLst>
                <a:path w="596264" h="318770">
                  <a:moveTo>
                    <a:pt x="53339" y="100583"/>
                  </a:moveTo>
                  <a:lnTo>
                    <a:pt x="35051" y="83819"/>
                  </a:lnTo>
                  <a:lnTo>
                    <a:pt x="32003" y="86867"/>
                  </a:lnTo>
                  <a:lnTo>
                    <a:pt x="19811" y="102107"/>
                  </a:lnTo>
                  <a:lnTo>
                    <a:pt x="10667" y="117347"/>
                  </a:lnTo>
                  <a:lnTo>
                    <a:pt x="6095" y="126491"/>
                  </a:lnTo>
                  <a:lnTo>
                    <a:pt x="4571" y="134111"/>
                  </a:lnTo>
                  <a:lnTo>
                    <a:pt x="1523" y="143255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30479" y="134111"/>
                  </a:lnTo>
                  <a:lnTo>
                    <a:pt x="36575" y="121919"/>
                  </a:lnTo>
                  <a:lnTo>
                    <a:pt x="50291" y="103631"/>
                  </a:lnTo>
                  <a:lnTo>
                    <a:pt x="53339" y="100583"/>
                  </a:lnTo>
                  <a:close/>
                </a:path>
                <a:path w="596264" h="318770">
                  <a:moveTo>
                    <a:pt x="50291" y="214883"/>
                  </a:moveTo>
                  <a:lnTo>
                    <a:pt x="50291" y="213359"/>
                  </a:lnTo>
                  <a:lnTo>
                    <a:pt x="45719" y="207263"/>
                  </a:lnTo>
                  <a:lnTo>
                    <a:pt x="39623" y="202691"/>
                  </a:lnTo>
                  <a:lnTo>
                    <a:pt x="33527" y="190499"/>
                  </a:lnTo>
                  <a:lnTo>
                    <a:pt x="30479" y="182879"/>
                  </a:lnTo>
                  <a:lnTo>
                    <a:pt x="28955" y="178307"/>
                  </a:lnTo>
                  <a:lnTo>
                    <a:pt x="25907" y="170687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0" y="169163"/>
                  </a:lnTo>
                  <a:lnTo>
                    <a:pt x="1523" y="176783"/>
                  </a:lnTo>
                  <a:lnTo>
                    <a:pt x="4571" y="185927"/>
                  </a:lnTo>
                  <a:lnTo>
                    <a:pt x="7619" y="193547"/>
                  </a:lnTo>
                  <a:lnTo>
                    <a:pt x="10667" y="202691"/>
                  </a:lnTo>
                  <a:lnTo>
                    <a:pt x="19811" y="217931"/>
                  </a:lnTo>
                  <a:lnTo>
                    <a:pt x="25907" y="224027"/>
                  </a:lnTo>
                  <a:lnTo>
                    <a:pt x="32003" y="231647"/>
                  </a:lnTo>
                  <a:lnTo>
                    <a:pt x="33527" y="233171"/>
                  </a:lnTo>
                  <a:lnTo>
                    <a:pt x="50291" y="214883"/>
                  </a:lnTo>
                  <a:close/>
                </a:path>
                <a:path w="596264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596264" h="318770">
                  <a:moveTo>
                    <a:pt x="132587" y="265175"/>
                  </a:moveTo>
                  <a:lnTo>
                    <a:pt x="121919" y="260603"/>
                  </a:lnTo>
                  <a:lnTo>
                    <a:pt x="102107" y="251459"/>
                  </a:lnTo>
                  <a:lnTo>
                    <a:pt x="83819" y="240791"/>
                  </a:lnTo>
                  <a:lnTo>
                    <a:pt x="68579" y="230123"/>
                  </a:lnTo>
                  <a:lnTo>
                    <a:pt x="53339" y="249935"/>
                  </a:lnTo>
                  <a:lnTo>
                    <a:pt x="91439" y="274319"/>
                  </a:lnTo>
                  <a:lnTo>
                    <a:pt x="123443" y="288035"/>
                  </a:lnTo>
                  <a:lnTo>
                    <a:pt x="132587" y="265175"/>
                  </a:lnTo>
                  <a:close/>
                </a:path>
                <a:path w="596264" h="318770">
                  <a:moveTo>
                    <a:pt x="135635" y="53339"/>
                  </a:moveTo>
                  <a:lnTo>
                    <a:pt x="126491" y="28955"/>
                  </a:lnTo>
                  <a:lnTo>
                    <a:pt x="111251" y="35051"/>
                  </a:lnTo>
                  <a:lnTo>
                    <a:pt x="89915" y="44195"/>
                  </a:lnTo>
                  <a:lnTo>
                    <a:pt x="71627" y="56387"/>
                  </a:lnTo>
                  <a:lnTo>
                    <a:pt x="56387" y="65531"/>
                  </a:lnTo>
                  <a:lnTo>
                    <a:pt x="71627" y="86867"/>
                  </a:lnTo>
                  <a:lnTo>
                    <a:pt x="85343" y="76199"/>
                  </a:lnTo>
                  <a:lnTo>
                    <a:pt x="102107" y="67055"/>
                  </a:lnTo>
                  <a:lnTo>
                    <a:pt x="121919" y="57911"/>
                  </a:lnTo>
                  <a:lnTo>
                    <a:pt x="135635" y="53339"/>
                  </a:lnTo>
                  <a:close/>
                </a:path>
                <a:path w="596264" h="318770">
                  <a:moveTo>
                    <a:pt x="231647" y="30479"/>
                  </a:moveTo>
                  <a:lnTo>
                    <a:pt x="228599" y="4571"/>
                  </a:lnTo>
                  <a:lnTo>
                    <a:pt x="211835" y="7619"/>
                  </a:lnTo>
                  <a:lnTo>
                    <a:pt x="184403" y="12191"/>
                  </a:lnTo>
                  <a:lnTo>
                    <a:pt x="158495" y="18287"/>
                  </a:lnTo>
                  <a:lnTo>
                    <a:pt x="152399" y="21335"/>
                  </a:lnTo>
                  <a:lnTo>
                    <a:pt x="158495" y="44195"/>
                  </a:lnTo>
                  <a:lnTo>
                    <a:pt x="166115" y="42671"/>
                  </a:lnTo>
                  <a:lnTo>
                    <a:pt x="190499" y="36575"/>
                  </a:lnTo>
                  <a:lnTo>
                    <a:pt x="216407" y="32003"/>
                  </a:lnTo>
                  <a:lnTo>
                    <a:pt x="231647" y="30479"/>
                  </a:lnTo>
                  <a:close/>
                </a:path>
                <a:path w="596264" h="318770">
                  <a:moveTo>
                    <a:pt x="332231" y="1523"/>
                  </a:moveTo>
                  <a:lnTo>
                    <a:pt x="327659" y="1523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54507" y="1523"/>
                  </a:lnTo>
                  <a:lnTo>
                    <a:pt x="256031" y="27431"/>
                  </a:lnTo>
                  <a:lnTo>
                    <a:pt x="269747" y="25907"/>
                  </a:lnTo>
                  <a:lnTo>
                    <a:pt x="330707" y="25907"/>
                  </a:lnTo>
                  <a:lnTo>
                    <a:pt x="332231" y="1523"/>
                  </a:lnTo>
                  <a:close/>
                </a:path>
                <a:path w="596264" h="318770">
                  <a:moveTo>
                    <a:pt x="434339" y="16763"/>
                  </a:moveTo>
                  <a:lnTo>
                    <a:pt x="413003" y="12191"/>
                  </a:lnTo>
                  <a:lnTo>
                    <a:pt x="358139" y="3047"/>
                  </a:lnTo>
                  <a:lnTo>
                    <a:pt x="355091" y="28955"/>
                  </a:lnTo>
                  <a:lnTo>
                    <a:pt x="382523" y="32003"/>
                  </a:lnTo>
                  <a:lnTo>
                    <a:pt x="406907" y="36575"/>
                  </a:lnTo>
                  <a:lnTo>
                    <a:pt x="428243" y="42671"/>
                  </a:lnTo>
                  <a:lnTo>
                    <a:pt x="434339" y="16763"/>
                  </a:lnTo>
                  <a:close/>
                </a:path>
                <a:path w="596264" h="318770">
                  <a:moveTo>
                    <a:pt x="531875" y="59435"/>
                  </a:moveTo>
                  <a:lnTo>
                    <a:pt x="525779" y="54863"/>
                  </a:lnTo>
                  <a:lnTo>
                    <a:pt x="505967" y="44195"/>
                  </a:lnTo>
                  <a:lnTo>
                    <a:pt x="484631" y="35051"/>
                  </a:lnTo>
                  <a:lnTo>
                    <a:pt x="461771" y="25907"/>
                  </a:lnTo>
                  <a:lnTo>
                    <a:pt x="460247" y="24383"/>
                  </a:lnTo>
                  <a:lnTo>
                    <a:pt x="452627" y="48767"/>
                  </a:lnTo>
                  <a:lnTo>
                    <a:pt x="454151" y="50291"/>
                  </a:lnTo>
                  <a:lnTo>
                    <a:pt x="475487" y="57911"/>
                  </a:lnTo>
                  <a:lnTo>
                    <a:pt x="495299" y="67055"/>
                  </a:lnTo>
                  <a:lnTo>
                    <a:pt x="513587" y="77723"/>
                  </a:lnTo>
                  <a:lnTo>
                    <a:pt x="516635" y="80771"/>
                  </a:lnTo>
                  <a:lnTo>
                    <a:pt x="531875" y="59435"/>
                  </a:lnTo>
                  <a:close/>
                </a:path>
                <a:path w="596264" h="318770">
                  <a:moveTo>
                    <a:pt x="595883" y="146303"/>
                  </a:moveTo>
                  <a:lnTo>
                    <a:pt x="595883" y="141731"/>
                  </a:lnTo>
                  <a:lnTo>
                    <a:pt x="592835" y="132587"/>
                  </a:lnTo>
                  <a:lnTo>
                    <a:pt x="586739" y="117347"/>
                  </a:lnTo>
                  <a:lnTo>
                    <a:pt x="582167" y="108203"/>
                  </a:lnTo>
                  <a:lnTo>
                    <a:pt x="577595" y="100583"/>
                  </a:lnTo>
                  <a:lnTo>
                    <a:pt x="571499" y="94487"/>
                  </a:lnTo>
                  <a:lnTo>
                    <a:pt x="565403" y="86867"/>
                  </a:lnTo>
                  <a:lnTo>
                    <a:pt x="553211" y="74675"/>
                  </a:lnTo>
                  <a:lnTo>
                    <a:pt x="536447" y="94487"/>
                  </a:lnTo>
                  <a:lnTo>
                    <a:pt x="547115" y="105155"/>
                  </a:lnTo>
                  <a:lnTo>
                    <a:pt x="551687" y="111251"/>
                  </a:lnTo>
                  <a:lnTo>
                    <a:pt x="557783" y="117347"/>
                  </a:lnTo>
                  <a:lnTo>
                    <a:pt x="566927" y="135635"/>
                  </a:lnTo>
                  <a:lnTo>
                    <a:pt x="569975" y="147827"/>
                  </a:lnTo>
                  <a:lnTo>
                    <a:pt x="571499" y="150875"/>
                  </a:lnTo>
                  <a:lnTo>
                    <a:pt x="595883" y="146303"/>
                  </a:lnTo>
                  <a:close/>
                </a:path>
                <a:path w="596264" h="318770">
                  <a:moveTo>
                    <a:pt x="595883" y="176783"/>
                  </a:moveTo>
                  <a:lnTo>
                    <a:pt x="595883" y="175259"/>
                  </a:lnTo>
                  <a:lnTo>
                    <a:pt x="569975" y="172211"/>
                  </a:lnTo>
                  <a:lnTo>
                    <a:pt x="566927" y="184403"/>
                  </a:lnTo>
                  <a:lnTo>
                    <a:pt x="560831" y="196595"/>
                  </a:lnTo>
                  <a:lnTo>
                    <a:pt x="547115" y="214883"/>
                  </a:lnTo>
                  <a:lnTo>
                    <a:pt x="541019" y="220979"/>
                  </a:lnTo>
                  <a:lnTo>
                    <a:pt x="533399" y="227075"/>
                  </a:lnTo>
                  <a:lnTo>
                    <a:pt x="550163" y="245363"/>
                  </a:lnTo>
                  <a:lnTo>
                    <a:pt x="577595" y="216407"/>
                  </a:lnTo>
                  <a:lnTo>
                    <a:pt x="592835" y="184403"/>
                  </a:lnTo>
                  <a:lnTo>
                    <a:pt x="595883" y="176783"/>
                  </a:lnTo>
                  <a:close/>
                </a:path>
                <a:path w="596264" h="318770">
                  <a:moveTo>
                    <a:pt x="528827" y="262127"/>
                  </a:moveTo>
                  <a:lnTo>
                    <a:pt x="513587" y="240791"/>
                  </a:lnTo>
                  <a:lnTo>
                    <a:pt x="512063" y="242315"/>
                  </a:lnTo>
                  <a:lnTo>
                    <a:pt x="475487" y="260603"/>
                  </a:lnTo>
                  <a:lnTo>
                    <a:pt x="454151" y="268223"/>
                  </a:lnTo>
                  <a:lnTo>
                    <a:pt x="448055" y="271271"/>
                  </a:lnTo>
                  <a:lnTo>
                    <a:pt x="455675" y="294131"/>
                  </a:lnTo>
                  <a:lnTo>
                    <a:pt x="463295" y="292607"/>
                  </a:lnTo>
                  <a:lnTo>
                    <a:pt x="486155" y="283463"/>
                  </a:lnTo>
                  <a:lnTo>
                    <a:pt x="507491" y="274319"/>
                  </a:lnTo>
                  <a:lnTo>
                    <a:pt x="525779" y="263651"/>
                  </a:lnTo>
                  <a:lnTo>
                    <a:pt x="528827" y="262127"/>
                  </a:lnTo>
                  <a:close/>
                </a:path>
                <a:path w="596264" h="318770">
                  <a:moveTo>
                    <a:pt x="431291" y="301751"/>
                  </a:moveTo>
                  <a:lnTo>
                    <a:pt x="425195" y="277367"/>
                  </a:lnTo>
                  <a:lnTo>
                    <a:pt x="406907" y="281939"/>
                  </a:lnTo>
                  <a:lnTo>
                    <a:pt x="355091" y="291083"/>
                  </a:lnTo>
                  <a:lnTo>
                    <a:pt x="352043" y="291083"/>
                  </a:lnTo>
                  <a:lnTo>
                    <a:pt x="353567" y="315467"/>
                  </a:lnTo>
                  <a:lnTo>
                    <a:pt x="358139" y="315467"/>
                  </a:lnTo>
                  <a:lnTo>
                    <a:pt x="385571" y="312419"/>
                  </a:lnTo>
                  <a:lnTo>
                    <a:pt x="413003" y="306323"/>
                  </a:lnTo>
                  <a:lnTo>
                    <a:pt x="431291" y="301751"/>
                  </a:lnTo>
                  <a:close/>
                </a:path>
                <a:path w="596264" h="318770">
                  <a:moveTo>
                    <a:pt x="327659" y="318515"/>
                  </a:moveTo>
                  <a:lnTo>
                    <a:pt x="327659" y="292607"/>
                  </a:lnTo>
                  <a:lnTo>
                    <a:pt x="269747" y="292607"/>
                  </a:lnTo>
                  <a:lnTo>
                    <a:pt x="252983" y="291083"/>
                  </a:lnTo>
                  <a:lnTo>
                    <a:pt x="249935" y="316991"/>
                  </a:lnTo>
                  <a:lnTo>
                    <a:pt x="269747" y="318515"/>
                  </a:lnTo>
                  <a:lnTo>
                    <a:pt x="327659" y="318515"/>
                  </a:lnTo>
                  <a:close/>
                </a:path>
                <a:path w="596264" h="318770">
                  <a:moveTo>
                    <a:pt x="228599" y="288035"/>
                  </a:moveTo>
                  <a:lnTo>
                    <a:pt x="214883" y="286511"/>
                  </a:lnTo>
                  <a:lnTo>
                    <a:pt x="190499" y="281939"/>
                  </a:lnTo>
                  <a:lnTo>
                    <a:pt x="166115" y="275843"/>
                  </a:lnTo>
                  <a:lnTo>
                    <a:pt x="155447" y="272795"/>
                  </a:lnTo>
                  <a:lnTo>
                    <a:pt x="147827" y="297179"/>
                  </a:lnTo>
                  <a:lnTo>
                    <a:pt x="184403" y="306323"/>
                  </a:lnTo>
                  <a:lnTo>
                    <a:pt x="211835" y="312419"/>
                  </a:lnTo>
                  <a:lnTo>
                    <a:pt x="224027" y="313943"/>
                  </a:lnTo>
                  <a:lnTo>
                    <a:pt x="228599" y="2880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9801" y="4613149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27791" y="5137403"/>
              <a:ext cx="597535" cy="407034"/>
            </a:xfrm>
            <a:custGeom>
              <a:avLst/>
              <a:gdLst/>
              <a:ahLst/>
              <a:cxnLst/>
              <a:rect l="l" t="t" r="r" b="b"/>
              <a:pathLst>
                <a:path w="597534" h="407035">
                  <a:moveTo>
                    <a:pt x="597407" y="213359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1543"/>
                  </a:lnTo>
                  <a:lnTo>
                    <a:pt x="573023" y="121919"/>
                  </a:lnTo>
                  <a:lnTo>
                    <a:pt x="544067" y="86867"/>
                  </a:lnTo>
                  <a:lnTo>
                    <a:pt x="507491" y="57911"/>
                  </a:lnTo>
                  <a:lnTo>
                    <a:pt x="463295" y="33527"/>
                  </a:lnTo>
                  <a:lnTo>
                    <a:pt x="413003" y="15239"/>
                  </a:lnTo>
                  <a:lnTo>
                    <a:pt x="358139" y="4571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10311" y="9143"/>
                  </a:lnTo>
                  <a:lnTo>
                    <a:pt x="156971" y="24383"/>
                  </a:lnTo>
                  <a:lnTo>
                    <a:pt x="109727" y="45719"/>
                  </a:lnTo>
                  <a:lnTo>
                    <a:pt x="51815" y="88391"/>
                  </a:lnTo>
                  <a:lnTo>
                    <a:pt x="18287" y="132587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2211"/>
                  </a:lnTo>
                  <a:lnTo>
                    <a:pt x="0" y="193547"/>
                  </a:lnTo>
                  <a:lnTo>
                    <a:pt x="0" y="214883"/>
                  </a:lnTo>
                  <a:lnTo>
                    <a:pt x="1523" y="225551"/>
                  </a:lnTo>
                  <a:lnTo>
                    <a:pt x="4571" y="236219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5843"/>
                  </a:lnTo>
                  <a:lnTo>
                    <a:pt x="24383" y="284987"/>
                  </a:lnTo>
                  <a:lnTo>
                    <a:pt x="25907" y="287273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2399"/>
                  </a:lnTo>
                  <a:lnTo>
                    <a:pt x="41147" y="143255"/>
                  </a:lnTo>
                  <a:lnTo>
                    <a:pt x="71627" y="105155"/>
                  </a:lnTo>
                  <a:lnTo>
                    <a:pt x="103631" y="79247"/>
                  </a:lnTo>
                  <a:lnTo>
                    <a:pt x="144779" y="56387"/>
                  </a:lnTo>
                  <a:lnTo>
                    <a:pt x="192023" y="3962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327659" y="25907"/>
                  </a:lnTo>
                  <a:lnTo>
                    <a:pt x="380999" y="33527"/>
                  </a:lnTo>
                  <a:lnTo>
                    <a:pt x="431291" y="48767"/>
                  </a:lnTo>
                  <a:lnTo>
                    <a:pt x="475487" y="67055"/>
                  </a:lnTo>
                  <a:lnTo>
                    <a:pt x="512063" y="92963"/>
                  </a:lnTo>
                  <a:lnTo>
                    <a:pt x="541019" y="121919"/>
                  </a:lnTo>
                  <a:lnTo>
                    <a:pt x="563879" y="161543"/>
                  </a:lnTo>
                  <a:lnTo>
                    <a:pt x="566927" y="169163"/>
                  </a:lnTo>
                  <a:lnTo>
                    <a:pt x="568451" y="178307"/>
                  </a:lnTo>
                  <a:lnTo>
                    <a:pt x="569975" y="185927"/>
                  </a:lnTo>
                  <a:lnTo>
                    <a:pt x="571499" y="195071"/>
                  </a:lnTo>
                  <a:lnTo>
                    <a:pt x="571499" y="285749"/>
                  </a:lnTo>
                  <a:lnTo>
                    <a:pt x="579119" y="274319"/>
                  </a:lnTo>
                  <a:lnTo>
                    <a:pt x="583691" y="265175"/>
                  </a:lnTo>
                  <a:lnTo>
                    <a:pt x="586739" y="254507"/>
                  </a:lnTo>
                  <a:lnTo>
                    <a:pt x="591311" y="24536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4" h="407035">
                  <a:moveTo>
                    <a:pt x="571499" y="285749"/>
                  </a:moveTo>
                  <a:lnTo>
                    <a:pt x="571499" y="213359"/>
                  </a:lnTo>
                  <a:lnTo>
                    <a:pt x="569975" y="220979"/>
                  </a:lnTo>
                  <a:lnTo>
                    <a:pt x="566927" y="239267"/>
                  </a:lnTo>
                  <a:lnTo>
                    <a:pt x="563879" y="246887"/>
                  </a:lnTo>
                  <a:lnTo>
                    <a:pt x="559307" y="254507"/>
                  </a:lnTo>
                  <a:lnTo>
                    <a:pt x="556259" y="263651"/>
                  </a:lnTo>
                  <a:lnTo>
                    <a:pt x="551687" y="271271"/>
                  </a:lnTo>
                  <a:lnTo>
                    <a:pt x="525779" y="301751"/>
                  </a:lnTo>
                  <a:lnTo>
                    <a:pt x="493775" y="327659"/>
                  </a:lnTo>
                  <a:lnTo>
                    <a:pt x="452627" y="350519"/>
                  </a:lnTo>
                  <a:lnTo>
                    <a:pt x="405383" y="367283"/>
                  </a:lnTo>
                  <a:lnTo>
                    <a:pt x="353567" y="377951"/>
                  </a:lnTo>
                  <a:lnTo>
                    <a:pt x="298703" y="380999"/>
                  </a:lnTo>
                  <a:lnTo>
                    <a:pt x="269747" y="380999"/>
                  </a:lnTo>
                  <a:lnTo>
                    <a:pt x="216407" y="373379"/>
                  </a:lnTo>
                  <a:lnTo>
                    <a:pt x="166115" y="358139"/>
                  </a:lnTo>
                  <a:lnTo>
                    <a:pt x="121919" y="338327"/>
                  </a:lnTo>
                  <a:lnTo>
                    <a:pt x="85343" y="313943"/>
                  </a:lnTo>
                  <a:lnTo>
                    <a:pt x="56387" y="284987"/>
                  </a:lnTo>
                  <a:lnTo>
                    <a:pt x="33527" y="245363"/>
                  </a:lnTo>
                  <a:lnTo>
                    <a:pt x="30479" y="237743"/>
                  </a:lnTo>
                  <a:lnTo>
                    <a:pt x="28955" y="228599"/>
                  </a:lnTo>
                  <a:lnTo>
                    <a:pt x="27431" y="220979"/>
                  </a:lnTo>
                  <a:lnTo>
                    <a:pt x="25907" y="211835"/>
                  </a:lnTo>
                  <a:lnTo>
                    <a:pt x="25907" y="287273"/>
                  </a:lnTo>
                  <a:lnTo>
                    <a:pt x="30479" y="294131"/>
                  </a:lnTo>
                  <a:lnTo>
                    <a:pt x="70103" y="335279"/>
                  </a:lnTo>
                  <a:lnTo>
                    <a:pt x="111251" y="361187"/>
                  </a:lnTo>
                  <a:lnTo>
                    <a:pt x="158495" y="382523"/>
                  </a:lnTo>
                  <a:lnTo>
                    <a:pt x="211835" y="397763"/>
                  </a:lnTo>
                  <a:lnTo>
                    <a:pt x="269747" y="405383"/>
                  </a:lnTo>
                  <a:lnTo>
                    <a:pt x="298703" y="406907"/>
                  </a:lnTo>
                  <a:lnTo>
                    <a:pt x="329183" y="405383"/>
                  </a:lnTo>
                  <a:lnTo>
                    <a:pt x="387095" y="397763"/>
                  </a:lnTo>
                  <a:lnTo>
                    <a:pt x="463295" y="373379"/>
                  </a:lnTo>
                  <a:lnTo>
                    <a:pt x="507491" y="348995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1499" y="2857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22990" y="6533390"/>
              <a:ext cx="597535" cy="405765"/>
            </a:xfrm>
            <a:custGeom>
              <a:avLst/>
              <a:gdLst/>
              <a:ahLst/>
              <a:cxnLst/>
              <a:rect l="l" t="t" r="r" b="b"/>
              <a:pathLst>
                <a:path w="597535" h="405765">
                  <a:moveTo>
                    <a:pt x="45719" y="137159"/>
                  </a:moveTo>
                  <a:lnTo>
                    <a:pt x="22859" y="123443"/>
                  </a:lnTo>
                  <a:lnTo>
                    <a:pt x="18287" y="131063"/>
                  </a:lnTo>
                  <a:lnTo>
                    <a:pt x="13715" y="141731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0687"/>
                  </a:lnTo>
                  <a:lnTo>
                    <a:pt x="0" y="192023"/>
                  </a:lnTo>
                  <a:lnTo>
                    <a:pt x="0" y="202691"/>
                  </a:lnTo>
                  <a:lnTo>
                    <a:pt x="25907" y="202691"/>
                  </a:lnTo>
                  <a:lnTo>
                    <a:pt x="25907" y="193547"/>
                  </a:lnTo>
                  <a:lnTo>
                    <a:pt x="27431" y="184403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0875"/>
                  </a:lnTo>
                  <a:lnTo>
                    <a:pt x="41147" y="143255"/>
                  </a:lnTo>
                  <a:lnTo>
                    <a:pt x="45719" y="137159"/>
                  </a:lnTo>
                  <a:close/>
                </a:path>
                <a:path w="597535" h="405765">
                  <a:moveTo>
                    <a:pt x="114299" y="73151"/>
                  </a:moveTo>
                  <a:lnTo>
                    <a:pt x="100583" y="50291"/>
                  </a:lnTo>
                  <a:lnTo>
                    <a:pt x="88391" y="57911"/>
                  </a:lnTo>
                  <a:lnTo>
                    <a:pt x="70103" y="71627"/>
                  </a:lnTo>
                  <a:lnTo>
                    <a:pt x="51815" y="88391"/>
                  </a:lnTo>
                  <a:lnTo>
                    <a:pt x="39623" y="102107"/>
                  </a:lnTo>
                  <a:lnTo>
                    <a:pt x="57911" y="118871"/>
                  </a:lnTo>
                  <a:lnTo>
                    <a:pt x="71627" y="105155"/>
                  </a:lnTo>
                  <a:lnTo>
                    <a:pt x="86867" y="91439"/>
                  </a:lnTo>
                  <a:lnTo>
                    <a:pt x="103631" y="77723"/>
                  </a:lnTo>
                  <a:lnTo>
                    <a:pt x="114299" y="73151"/>
                  </a:lnTo>
                  <a:close/>
                </a:path>
                <a:path w="597535" h="405765">
                  <a:moveTo>
                    <a:pt x="204215" y="36575"/>
                  </a:moveTo>
                  <a:lnTo>
                    <a:pt x="198119" y="12191"/>
                  </a:lnTo>
                  <a:lnTo>
                    <a:pt x="182879" y="15239"/>
                  </a:lnTo>
                  <a:lnTo>
                    <a:pt x="156971" y="22859"/>
                  </a:lnTo>
                  <a:lnTo>
                    <a:pt x="132587" y="33527"/>
                  </a:lnTo>
                  <a:lnTo>
                    <a:pt x="123443" y="38099"/>
                  </a:lnTo>
                  <a:lnTo>
                    <a:pt x="135635" y="60959"/>
                  </a:lnTo>
                  <a:lnTo>
                    <a:pt x="144779" y="56387"/>
                  </a:lnTo>
                  <a:lnTo>
                    <a:pt x="167639" y="47243"/>
                  </a:lnTo>
                  <a:lnTo>
                    <a:pt x="192023" y="39623"/>
                  </a:lnTo>
                  <a:lnTo>
                    <a:pt x="204215" y="36575"/>
                  </a:lnTo>
                  <a:close/>
                </a:path>
                <a:path w="597535" h="405765">
                  <a:moveTo>
                    <a:pt x="301751" y="24383"/>
                  </a:moveTo>
                  <a:lnTo>
                    <a:pt x="301751" y="0"/>
                  </a:lnTo>
                  <a:lnTo>
                    <a:pt x="268223" y="0"/>
                  </a:lnTo>
                  <a:lnTo>
                    <a:pt x="239267" y="3047"/>
                  </a:lnTo>
                  <a:lnTo>
                    <a:pt x="224027" y="6095"/>
                  </a:lnTo>
                  <a:lnTo>
                    <a:pt x="228599" y="3200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298703" y="24383"/>
                  </a:lnTo>
                  <a:lnTo>
                    <a:pt x="301751" y="24383"/>
                  </a:lnTo>
                  <a:close/>
                </a:path>
                <a:path w="597535" h="405765">
                  <a:moveTo>
                    <a:pt x="405383" y="13715"/>
                  </a:moveTo>
                  <a:lnTo>
                    <a:pt x="385571" y="9143"/>
                  </a:lnTo>
                  <a:lnTo>
                    <a:pt x="358139" y="3047"/>
                  </a:lnTo>
                  <a:lnTo>
                    <a:pt x="327659" y="0"/>
                  </a:lnTo>
                  <a:lnTo>
                    <a:pt x="326135" y="25907"/>
                  </a:lnTo>
                  <a:lnTo>
                    <a:pt x="327659" y="25907"/>
                  </a:lnTo>
                  <a:lnTo>
                    <a:pt x="355091" y="28955"/>
                  </a:lnTo>
                  <a:lnTo>
                    <a:pt x="380999" y="33527"/>
                  </a:lnTo>
                  <a:lnTo>
                    <a:pt x="399287" y="38099"/>
                  </a:lnTo>
                  <a:lnTo>
                    <a:pt x="405383" y="13715"/>
                  </a:lnTo>
                  <a:close/>
                </a:path>
                <a:path w="597535" h="405765">
                  <a:moveTo>
                    <a:pt x="501395" y="54863"/>
                  </a:moveTo>
                  <a:lnTo>
                    <a:pt x="486155" y="44195"/>
                  </a:lnTo>
                  <a:lnTo>
                    <a:pt x="463295" y="33527"/>
                  </a:lnTo>
                  <a:lnTo>
                    <a:pt x="438911" y="22859"/>
                  </a:lnTo>
                  <a:lnTo>
                    <a:pt x="431291" y="21335"/>
                  </a:lnTo>
                  <a:lnTo>
                    <a:pt x="422147" y="44195"/>
                  </a:lnTo>
                  <a:lnTo>
                    <a:pt x="431291" y="47243"/>
                  </a:lnTo>
                  <a:lnTo>
                    <a:pt x="454151" y="56387"/>
                  </a:lnTo>
                  <a:lnTo>
                    <a:pt x="473963" y="67055"/>
                  </a:lnTo>
                  <a:lnTo>
                    <a:pt x="489203" y="76199"/>
                  </a:lnTo>
                  <a:lnTo>
                    <a:pt x="501395" y="54863"/>
                  </a:lnTo>
                  <a:close/>
                </a:path>
                <a:path w="597535" h="405765">
                  <a:moveTo>
                    <a:pt x="577595" y="129539"/>
                  </a:moveTo>
                  <a:lnTo>
                    <a:pt x="544067" y="86867"/>
                  </a:lnTo>
                  <a:lnTo>
                    <a:pt x="527303" y="71627"/>
                  </a:lnTo>
                  <a:lnTo>
                    <a:pt x="524255" y="68579"/>
                  </a:lnTo>
                  <a:lnTo>
                    <a:pt x="509015" y="89915"/>
                  </a:lnTo>
                  <a:lnTo>
                    <a:pt x="512063" y="91439"/>
                  </a:lnTo>
                  <a:lnTo>
                    <a:pt x="527303" y="105155"/>
                  </a:lnTo>
                  <a:lnTo>
                    <a:pt x="541019" y="120395"/>
                  </a:lnTo>
                  <a:lnTo>
                    <a:pt x="545591" y="128015"/>
                  </a:lnTo>
                  <a:lnTo>
                    <a:pt x="551687" y="135635"/>
                  </a:lnTo>
                  <a:lnTo>
                    <a:pt x="556259" y="143255"/>
                  </a:lnTo>
                  <a:lnTo>
                    <a:pt x="577595" y="129539"/>
                  </a:lnTo>
                  <a:close/>
                </a:path>
                <a:path w="597535" h="405765">
                  <a:moveTo>
                    <a:pt x="597407" y="202691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0019"/>
                  </a:lnTo>
                  <a:lnTo>
                    <a:pt x="588263" y="155447"/>
                  </a:lnTo>
                  <a:lnTo>
                    <a:pt x="565403" y="163067"/>
                  </a:lnTo>
                  <a:lnTo>
                    <a:pt x="566927" y="169163"/>
                  </a:lnTo>
                  <a:lnTo>
                    <a:pt x="568451" y="176783"/>
                  </a:lnTo>
                  <a:lnTo>
                    <a:pt x="571499" y="195071"/>
                  </a:lnTo>
                  <a:lnTo>
                    <a:pt x="571499" y="202691"/>
                  </a:lnTo>
                  <a:lnTo>
                    <a:pt x="597407" y="202691"/>
                  </a:lnTo>
                  <a:close/>
                </a:path>
                <a:path w="597535" h="405765">
                  <a:moveTo>
                    <a:pt x="597407" y="213359"/>
                  </a:moveTo>
                  <a:lnTo>
                    <a:pt x="597407" y="202691"/>
                  </a:lnTo>
                  <a:lnTo>
                    <a:pt x="571499" y="202691"/>
                  </a:lnTo>
                  <a:lnTo>
                    <a:pt x="571499" y="211835"/>
                  </a:lnTo>
                  <a:lnTo>
                    <a:pt x="569975" y="220979"/>
                  </a:lnTo>
                  <a:lnTo>
                    <a:pt x="568451" y="228599"/>
                  </a:lnTo>
                  <a:lnTo>
                    <a:pt x="568451" y="231647"/>
                  </a:lnTo>
                  <a:lnTo>
                    <a:pt x="592835" y="23774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5" h="405765">
                  <a:moveTo>
                    <a:pt x="583691" y="265175"/>
                  </a:moveTo>
                  <a:lnTo>
                    <a:pt x="583691" y="263651"/>
                  </a:lnTo>
                  <a:lnTo>
                    <a:pt x="560831" y="252983"/>
                  </a:lnTo>
                  <a:lnTo>
                    <a:pt x="559307" y="254507"/>
                  </a:lnTo>
                  <a:lnTo>
                    <a:pt x="556259" y="262127"/>
                  </a:lnTo>
                  <a:lnTo>
                    <a:pt x="551687" y="269747"/>
                  </a:lnTo>
                  <a:lnTo>
                    <a:pt x="545591" y="278891"/>
                  </a:lnTo>
                  <a:lnTo>
                    <a:pt x="539495" y="286511"/>
                  </a:lnTo>
                  <a:lnTo>
                    <a:pt x="525779" y="300227"/>
                  </a:lnTo>
                  <a:lnTo>
                    <a:pt x="516635" y="307847"/>
                  </a:lnTo>
                  <a:lnTo>
                    <a:pt x="534923" y="327659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9119" y="274319"/>
                  </a:lnTo>
                  <a:lnTo>
                    <a:pt x="583691" y="265175"/>
                  </a:lnTo>
                  <a:close/>
                </a:path>
                <a:path w="597535" h="405765">
                  <a:moveTo>
                    <a:pt x="513587" y="344423"/>
                  </a:moveTo>
                  <a:lnTo>
                    <a:pt x="498347" y="323087"/>
                  </a:lnTo>
                  <a:lnTo>
                    <a:pt x="493775" y="327659"/>
                  </a:lnTo>
                  <a:lnTo>
                    <a:pt x="473963" y="338327"/>
                  </a:lnTo>
                  <a:lnTo>
                    <a:pt x="452627" y="348995"/>
                  </a:lnTo>
                  <a:lnTo>
                    <a:pt x="434339" y="356615"/>
                  </a:lnTo>
                  <a:lnTo>
                    <a:pt x="443483" y="380999"/>
                  </a:lnTo>
                  <a:lnTo>
                    <a:pt x="463295" y="371855"/>
                  </a:lnTo>
                  <a:lnTo>
                    <a:pt x="487679" y="361187"/>
                  </a:lnTo>
                  <a:lnTo>
                    <a:pt x="507491" y="347471"/>
                  </a:lnTo>
                  <a:lnTo>
                    <a:pt x="513587" y="344423"/>
                  </a:lnTo>
                  <a:close/>
                </a:path>
                <a:path w="597535" h="405765">
                  <a:moveTo>
                    <a:pt x="417575" y="388619"/>
                  </a:moveTo>
                  <a:lnTo>
                    <a:pt x="409955" y="364235"/>
                  </a:lnTo>
                  <a:lnTo>
                    <a:pt x="405383" y="365759"/>
                  </a:lnTo>
                  <a:lnTo>
                    <a:pt x="380999" y="371855"/>
                  </a:lnTo>
                  <a:lnTo>
                    <a:pt x="353567" y="376427"/>
                  </a:lnTo>
                  <a:lnTo>
                    <a:pt x="338327" y="377951"/>
                  </a:lnTo>
                  <a:lnTo>
                    <a:pt x="341375" y="403859"/>
                  </a:lnTo>
                  <a:lnTo>
                    <a:pt x="358139" y="402335"/>
                  </a:lnTo>
                  <a:lnTo>
                    <a:pt x="387095" y="397763"/>
                  </a:lnTo>
                  <a:lnTo>
                    <a:pt x="414527" y="390143"/>
                  </a:lnTo>
                  <a:lnTo>
                    <a:pt x="417575" y="388619"/>
                  </a:lnTo>
                  <a:close/>
                </a:path>
                <a:path w="597535" h="405765">
                  <a:moveTo>
                    <a:pt x="315467" y="405383"/>
                  </a:moveTo>
                  <a:lnTo>
                    <a:pt x="313943" y="379475"/>
                  </a:lnTo>
                  <a:lnTo>
                    <a:pt x="298703" y="380999"/>
                  </a:lnTo>
                  <a:lnTo>
                    <a:pt x="269747" y="379475"/>
                  </a:lnTo>
                  <a:lnTo>
                    <a:pt x="242315" y="376427"/>
                  </a:lnTo>
                  <a:lnTo>
                    <a:pt x="240791" y="376427"/>
                  </a:lnTo>
                  <a:lnTo>
                    <a:pt x="236219" y="400811"/>
                  </a:lnTo>
                  <a:lnTo>
                    <a:pt x="239267" y="402335"/>
                  </a:lnTo>
                  <a:lnTo>
                    <a:pt x="269747" y="405383"/>
                  </a:lnTo>
                  <a:lnTo>
                    <a:pt x="315467" y="405383"/>
                  </a:lnTo>
                  <a:close/>
                </a:path>
                <a:path w="597535" h="405765">
                  <a:moveTo>
                    <a:pt x="216407" y="371855"/>
                  </a:moveTo>
                  <a:lnTo>
                    <a:pt x="190499" y="365759"/>
                  </a:lnTo>
                  <a:lnTo>
                    <a:pt x="166115" y="358139"/>
                  </a:lnTo>
                  <a:lnTo>
                    <a:pt x="146303" y="348995"/>
                  </a:lnTo>
                  <a:lnTo>
                    <a:pt x="135635" y="373379"/>
                  </a:lnTo>
                  <a:lnTo>
                    <a:pt x="158495" y="382523"/>
                  </a:lnTo>
                  <a:lnTo>
                    <a:pt x="184403" y="390143"/>
                  </a:lnTo>
                  <a:lnTo>
                    <a:pt x="210311" y="396239"/>
                  </a:lnTo>
                  <a:lnTo>
                    <a:pt x="216407" y="371855"/>
                  </a:lnTo>
                  <a:close/>
                </a:path>
                <a:path w="597535" h="405765">
                  <a:moveTo>
                    <a:pt x="123443" y="338327"/>
                  </a:moveTo>
                  <a:lnTo>
                    <a:pt x="121919" y="338327"/>
                  </a:lnTo>
                  <a:lnTo>
                    <a:pt x="85343" y="313943"/>
                  </a:lnTo>
                  <a:lnTo>
                    <a:pt x="70103" y="300227"/>
                  </a:lnTo>
                  <a:lnTo>
                    <a:pt x="67055" y="295655"/>
                  </a:lnTo>
                  <a:lnTo>
                    <a:pt x="48767" y="313943"/>
                  </a:lnTo>
                  <a:lnTo>
                    <a:pt x="53339" y="318515"/>
                  </a:lnTo>
                  <a:lnTo>
                    <a:pt x="70103" y="333755"/>
                  </a:lnTo>
                  <a:lnTo>
                    <a:pt x="89915" y="348995"/>
                  </a:lnTo>
                  <a:lnTo>
                    <a:pt x="111251" y="361187"/>
                  </a:lnTo>
                  <a:lnTo>
                    <a:pt x="112775" y="361187"/>
                  </a:lnTo>
                  <a:lnTo>
                    <a:pt x="123443" y="338327"/>
                  </a:lnTo>
                  <a:close/>
                </a:path>
                <a:path w="597535" h="405765">
                  <a:moveTo>
                    <a:pt x="51815" y="278891"/>
                  </a:moveTo>
                  <a:lnTo>
                    <a:pt x="30479" y="237743"/>
                  </a:lnTo>
                  <a:lnTo>
                    <a:pt x="27431" y="219455"/>
                  </a:lnTo>
                  <a:lnTo>
                    <a:pt x="25907" y="213359"/>
                  </a:lnTo>
                  <a:lnTo>
                    <a:pt x="1523" y="216407"/>
                  </a:lnTo>
                  <a:lnTo>
                    <a:pt x="1523" y="224027"/>
                  </a:lnTo>
                  <a:lnTo>
                    <a:pt x="4571" y="234695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4319"/>
                  </a:lnTo>
                  <a:lnTo>
                    <a:pt x="24383" y="283463"/>
                  </a:lnTo>
                  <a:lnTo>
                    <a:pt x="30479" y="292607"/>
                  </a:lnTo>
                  <a:lnTo>
                    <a:pt x="51815" y="2788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23803" y="5823203"/>
              <a:ext cx="596265" cy="407034"/>
            </a:xfrm>
            <a:custGeom>
              <a:avLst/>
              <a:gdLst/>
              <a:ahLst/>
              <a:cxnLst/>
              <a:rect l="l" t="t" r="r" b="b"/>
              <a:pathLst>
                <a:path w="596265" h="407035">
                  <a:moveTo>
                    <a:pt x="44195" y="137159"/>
                  </a:moveTo>
                  <a:lnTo>
                    <a:pt x="22859" y="124967"/>
                  </a:lnTo>
                  <a:lnTo>
                    <a:pt x="18287" y="132587"/>
                  </a:lnTo>
                  <a:lnTo>
                    <a:pt x="13715" y="141731"/>
                  </a:lnTo>
                  <a:lnTo>
                    <a:pt x="9143" y="152399"/>
                  </a:lnTo>
                  <a:lnTo>
                    <a:pt x="6095" y="161543"/>
                  </a:lnTo>
                  <a:lnTo>
                    <a:pt x="3047" y="172211"/>
                  </a:lnTo>
                  <a:lnTo>
                    <a:pt x="0" y="193547"/>
                  </a:lnTo>
                  <a:lnTo>
                    <a:pt x="0" y="202691"/>
                  </a:lnTo>
                  <a:lnTo>
                    <a:pt x="24383" y="204215"/>
                  </a:lnTo>
                  <a:lnTo>
                    <a:pt x="25907" y="193547"/>
                  </a:lnTo>
                  <a:lnTo>
                    <a:pt x="25907" y="185927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6575" y="152399"/>
                  </a:lnTo>
                  <a:lnTo>
                    <a:pt x="44195" y="137159"/>
                  </a:lnTo>
                  <a:close/>
                </a:path>
                <a:path w="596265" h="407035">
                  <a:moveTo>
                    <a:pt x="112775" y="73151"/>
                  </a:moveTo>
                  <a:lnTo>
                    <a:pt x="100583" y="51815"/>
                  </a:lnTo>
                  <a:lnTo>
                    <a:pt x="88391" y="57911"/>
                  </a:lnTo>
                  <a:lnTo>
                    <a:pt x="68579" y="73151"/>
                  </a:lnTo>
                  <a:lnTo>
                    <a:pt x="51815" y="88391"/>
                  </a:lnTo>
                  <a:lnTo>
                    <a:pt x="39623" y="102107"/>
                  </a:lnTo>
                  <a:lnTo>
                    <a:pt x="57911" y="118871"/>
                  </a:lnTo>
                  <a:lnTo>
                    <a:pt x="70103" y="105155"/>
                  </a:lnTo>
                  <a:lnTo>
                    <a:pt x="86867" y="91439"/>
                  </a:lnTo>
                  <a:lnTo>
                    <a:pt x="103631" y="79247"/>
                  </a:lnTo>
                  <a:lnTo>
                    <a:pt x="112775" y="73151"/>
                  </a:lnTo>
                  <a:close/>
                </a:path>
                <a:path w="596265" h="407035">
                  <a:moveTo>
                    <a:pt x="204215" y="36575"/>
                  </a:moveTo>
                  <a:lnTo>
                    <a:pt x="198119" y="12191"/>
                  </a:lnTo>
                  <a:lnTo>
                    <a:pt x="182879" y="15239"/>
                  </a:lnTo>
                  <a:lnTo>
                    <a:pt x="156971" y="24383"/>
                  </a:lnTo>
                  <a:lnTo>
                    <a:pt x="132587" y="33527"/>
                  </a:lnTo>
                  <a:lnTo>
                    <a:pt x="123443" y="38099"/>
                  </a:lnTo>
                  <a:lnTo>
                    <a:pt x="134111" y="60959"/>
                  </a:lnTo>
                  <a:lnTo>
                    <a:pt x="166115" y="47243"/>
                  </a:lnTo>
                  <a:lnTo>
                    <a:pt x="190499" y="39623"/>
                  </a:lnTo>
                  <a:lnTo>
                    <a:pt x="204215" y="36575"/>
                  </a:lnTo>
                  <a:close/>
                </a:path>
                <a:path w="596265" h="407035">
                  <a:moveTo>
                    <a:pt x="297941" y="12953"/>
                  </a:moveTo>
                  <a:lnTo>
                    <a:pt x="297179" y="0"/>
                  </a:lnTo>
                  <a:lnTo>
                    <a:pt x="268223" y="1523"/>
                  </a:lnTo>
                  <a:lnTo>
                    <a:pt x="237743" y="4571"/>
                  </a:lnTo>
                  <a:lnTo>
                    <a:pt x="224027" y="6095"/>
                  </a:lnTo>
                  <a:lnTo>
                    <a:pt x="227075" y="32003"/>
                  </a:lnTo>
                  <a:lnTo>
                    <a:pt x="242315" y="28955"/>
                  </a:lnTo>
                  <a:lnTo>
                    <a:pt x="269747" y="25907"/>
                  </a:lnTo>
                  <a:lnTo>
                    <a:pt x="297179" y="25907"/>
                  </a:lnTo>
                  <a:lnTo>
                    <a:pt x="297941" y="12953"/>
                  </a:lnTo>
                  <a:close/>
                </a:path>
                <a:path w="596265" h="407035">
                  <a:moveTo>
                    <a:pt x="298703" y="25907"/>
                  </a:moveTo>
                  <a:lnTo>
                    <a:pt x="297941" y="12953"/>
                  </a:lnTo>
                  <a:lnTo>
                    <a:pt x="297179" y="25907"/>
                  </a:lnTo>
                  <a:lnTo>
                    <a:pt x="298703" y="25907"/>
                  </a:lnTo>
                  <a:close/>
                </a:path>
                <a:path w="596265" h="407035">
                  <a:moveTo>
                    <a:pt x="301751" y="25907"/>
                  </a:moveTo>
                  <a:lnTo>
                    <a:pt x="301751" y="0"/>
                  </a:lnTo>
                  <a:lnTo>
                    <a:pt x="298703" y="0"/>
                  </a:lnTo>
                  <a:lnTo>
                    <a:pt x="297941" y="12953"/>
                  </a:lnTo>
                  <a:lnTo>
                    <a:pt x="298703" y="25907"/>
                  </a:lnTo>
                  <a:lnTo>
                    <a:pt x="301751" y="25907"/>
                  </a:lnTo>
                  <a:close/>
                </a:path>
                <a:path w="596265" h="407035">
                  <a:moveTo>
                    <a:pt x="405383" y="13715"/>
                  </a:moveTo>
                  <a:lnTo>
                    <a:pt x="385571" y="9143"/>
                  </a:lnTo>
                  <a:lnTo>
                    <a:pt x="356615" y="4571"/>
                  </a:lnTo>
                  <a:lnTo>
                    <a:pt x="327659" y="1523"/>
                  </a:lnTo>
                  <a:lnTo>
                    <a:pt x="326135" y="25907"/>
                  </a:lnTo>
                  <a:lnTo>
                    <a:pt x="327659" y="25907"/>
                  </a:lnTo>
                  <a:lnTo>
                    <a:pt x="355091" y="28955"/>
                  </a:lnTo>
                  <a:lnTo>
                    <a:pt x="380999" y="33527"/>
                  </a:lnTo>
                  <a:lnTo>
                    <a:pt x="399287" y="38099"/>
                  </a:lnTo>
                  <a:lnTo>
                    <a:pt x="405383" y="13715"/>
                  </a:lnTo>
                  <a:close/>
                </a:path>
                <a:path w="596265" h="407035">
                  <a:moveTo>
                    <a:pt x="501395" y="54863"/>
                  </a:moveTo>
                  <a:lnTo>
                    <a:pt x="486155" y="45719"/>
                  </a:lnTo>
                  <a:lnTo>
                    <a:pt x="463295" y="33527"/>
                  </a:lnTo>
                  <a:lnTo>
                    <a:pt x="438911" y="24383"/>
                  </a:lnTo>
                  <a:lnTo>
                    <a:pt x="429767" y="21335"/>
                  </a:lnTo>
                  <a:lnTo>
                    <a:pt x="422147" y="45719"/>
                  </a:lnTo>
                  <a:lnTo>
                    <a:pt x="452627" y="57911"/>
                  </a:lnTo>
                  <a:lnTo>
                    <a:pt x="473963" y="67055"/>
                  </a:lnTo>
                  <a:lnTo>
                    <a:pt x="489203" y="76199"/>
                  </a:lnTo>
                  <a:lnTo>
                    <a:pt x="501395" y="54863"/>
                  </a:lnTo>
                  <a:close/>
                </a:path>
                <a:path w="596265" h="407035">
                  <a:moveTo>
                    <a:pt x="577595" y="131063"/>
                  </a:moveTo>
                  <a:lnTo>
                    <a:pt x="559307" y="103631"/>
                  </a:lnTo>
                  <a:lnTo>
                    <a:pt x="544067" y="86867"/>
                  </a:lnTo>
                  <a:lnTo>
                    <a:pt x="525779" y="71627"/>
                  </a:lnTo>
                  <a:lnTo>
                    <a:pt x="522731" y="70103"/>
                  </a:lnTo>
                  <a:lnTo>
                    <a:pt x="509015" y="89915"/>
                  </a:lnTo>
                  <a:lnTo>
                    <a:pt x="510539" y="92963"/>
                  </a:lnTo>
                  <a:lnTo>
                    <a:pt x="527303" y="106679"/>
                  </a:lnTo>
                  <a:lnTo>
                    <a:pt x="539495" y="121919"/>
                  </a:lnTo>
                  <a:lnTo>
                    <a:pt x="545591" y="128015"/>
                  </a:lnTo>
                  <a:lnTo>
                    <a:pt x="550163" y="137159"/>
                  </a:lnTo>
                  <a:lnTo>
                    <a:pt x="554735" y="143255"/>
                  </a:lnTo>
                  <a:lnTo>
                    <a:pt x="577595" y="131063"/>
                  </a:lnTo>
                  <a:close/>
                </a:path>
                <a:path w="596265" h="407035">
                  <a:moveTo>
                    <a:pt x="595883" y="202691"/>
                  </a:moveTo>
                  <a:lnTo>
                    <a:pt x="595883" y="192023"/>
                  </a:lnTo>
                  <a:lnTo>
                    <a:pt x="592835" y="170687"/>
                  </a:lnTo>
                  <a:lnTo>
                    <a:pt x="589787" y="161543"/>
                  </a:lnTo>
                  <a:lnTo>
                    <a:pt x="588263" y="155447"/>
                  </a:lnTo>
                  <a:lnTo>
                    <a:pt x="563879" y="164591"/>
                  </a:lnTo>
                  <a:lnTo>
                    <a:pt x="568451" y="178307"/>
                  </a:lnTo>
                  <a:lnTo>
                    <a:pt x="569975" y="185927"/>
                  </a:lnTo>
                  <a:lnTo>
                    <a:pt x="571499" y="195071"/>
                  </a:lnTo>
                  <a:lnTo>
                    <a:pt x="571499" y="202691"/>
                  </a:lnTo>
                  <a:lnTo>
                    <a:pt x="583691" y="203453"/>
                  </a:lnTo>
                  <a:lnTo>
                    <a:pt x="595883" y="202691"/>
                  </a:lnTo>
                  <a:close/>
                </a:path>
                <a:path w="596265" h="407035">
                  <a:moveTo>
                    <a:pt x="595883" y="224027"/>
                  </a:moveTo>
                  <a:lnTo>
                    <a:pt x="595883" y="204215"/>
                  </a:lnTo>
                  <a:lnTo>
                    <a:pt x="583691" y="203453"/>
                  </a:lnTo>
                  <a:lnTo>
                    <a:pt x="571499" y="204215"/>
                  </a:lnTo>
                  <a:lnTo>
                    <a:pt x="571499" y="213359"/>
                  </a:lnTo>
                  <a:lnTo>
                    <a:pt x="569975" y="220979"/>
                  </a:lnTo>
                  <a:lnTo>
                    <a:pt x="568451" y="230123"/>
                  </a:lnTo>
                  <a:lnTo>
                    <a:pt x="566927" y="231647"/>
                  </a:lnTo>
                  <a:lnTo>
                    <a:pt x="592835" y="237743"/>
                  </a:lnTo>
                  <a:lnTo>
                    <a:pt x="592835" y="234695"/>
                  </a:lnTo>
                  <a:lnTo>
                    <a:pt x="595883" y="224027"/>
                  </a:lnTo>
                  <a:close/>
                </a:path>
                <a:path w="596265" h="407035">
                  <a:moveTo>
                    <a:pt x="583691" y="203453"/>
                  </a:moveTo>
                  <a:lnTo>
                    <a:pt x="571499" y="202691"/>
                  </a:lnTo>
                  <a:lnTo>
                    <a:pt x="571499" y="204215"/>
                  </a:lnTo>
                  <a:lnTo>
                    <a:pt x="583691" y="203453"/>
                  </a:lnTo>
                  <a:close/>
                </a:path>
                <a:path w="596265" h="407035">
                  <a:moveTo>
                    <a:pt x="583691" y="263651"/>
                  </a:moveTo>
                  <a:lnTo>
                    <a:pt x="559307" y="254507"/>
                  </a:lnTo>
                  <a:lnTo>
                    <a:pt x="554735" y="263651"/>
                  </a:lnTo>
                  <a:lnTo>
                    <a:pt x="545591" y="278891"/>
                  </a:lnTo>
                  <a:lnTo>
                    <a:pt x="539495" y="286511"/>
                  </a:lnTo>
                  <a:lnTo>
                    <a:pt x="525779" y="301751"/>
                  </a:lnTo>
                  <a:lnTo>
                    <a:pt x="516635" y="309371"/>
                  </a:lnTo>
                  <a:lnTo>
                    <a:pt x="533399" y="327659"/>
                  </a:lnTo>
                  <a:lnTo>
                    <a:pt x="566927" y="292607"/>
                  </a:lnTo>
                  <a:lnTo>
                    <a:pt x="582167" y="265175"/>
                  </a:lnTo>
                  <a:lnTo>
                    <a:pt x="583691" y="263651"/>
                  </a:lnTo>
                  <a:close/>
                </a:path>
                <a:path w="596265" h="407035">
                  <a:moveTo>
                    <a:pt x="512063" y="344423"/>
                  </a:moveTo>
                  <a:lnTo>
                    <a:pt x="498347" y="324611"/>
                  </a:lnTo>
                  <a:lnTo>
                    <a:pt x="492251" y="327659"/>
                  </a:lnTo>
                  <a:lnTo>
                    <a:pt x="473963" y="339851"/>
                  </a:lnTo>
                  <a:lnTo>
                    <a:pt x="452627" y="350519"/>
                  </a:lnTo>
                  <a:lnTo>
                    <a:pt x="432815" y="358139"/>
                  </a:lnTo>
                  <a:lnTo>
                    <a:pt x="443483" y="380999"/>
                  </a:lnTo>
                  <a:lnTo>
                    <a:pt x="463295" y="373379"/>
                  </a:lnTo>
                  <a:lnTo>
                    <a:pt x="486155" y="361187"/>
                  </a:lnTo>
                  <a:lnTo>
                    <a:pt x="507491" y="348995"/>
                  </a:lnTo>
                  <a:lnTo>
                    <a:pt x="512063" y="344423"/>
                  </a:lnTo>
                  <a:close/>
                </a:path>
                <a:path w="596265" h="407035">
                  <a:moveTo>
                    <a:pt x="417575" y="390143"/>
                  </a:moveTo>
                  <a:lnTo>
                    <a:pt x="409955" y="365759"/>
                  </a:lnTo>
                  <a:lnTo>
                    <a:pt x="405383" y="367283"/>
                  </a:lnTo>
                  <a:lnTo>
                    <a:pt x="379475" y="373379"/>
                  </a:lnTo>
                  <a:lnTo>
                    <a:pt x="353567" y="377951"/>
                  </a:lnTo>
                  <a:lnTo>
                    <a:pt x="338327" y="379475"/>
                  </a:lnTo>
                  <a:lnTo>
                    <a:pt x="339851" y="403859"/>
                  </a:lnTo>
                  <a:lnTo>
                    <a:pt x="358139" y="402335"/>
                  </a:lnTo>
                  <a:lnTo>
                    <a:pt x="385571" y="397763"/>
                  </a:lnTo>
                  <a:lnTo>
                    <a:pt x="413003" y="391667"/>
                  </a:lnTo>
                  <a:lnTo>
                    <a:pt x="417575" y="390143"/>
                  </a:lnTo>
                  <a:close/>
                </a:path>
                <a:path w="596265" h="407035">
                  <a:moveTo>
                    <a:pt x="297941" y="393953"/>
                  </a:moveTo>
                  <a:lnTo>
                    <a:pt x="297179" y="380999"/>
                  </a:lnTo>
                  <a:lnTo>
                    <a:pt x="269747" y="380999"/>
                  </a:lnTo>
                  <a:lnTo>
                    <a:pt x="242315" y="377951"/>
                  </a:lnTo>
                  <a:lnTo>
                    <a:pt x="239267" y="376427"/>
                  </a:lnTo>
                  <a:lnTo>
                    <a:pt x="236219" y="402335"/>
                  </a:lnTo>
                  <a:lnTo>
                    <a:pt x="239267" y="402335"/>
                  </a:lnTo>
                  <a:lnTo>
                    <a:pt x="268223" y="405383"/>
                  </a:lnTo>
                  <a:lnTo>
                    <a:pt x="297179" y="406907"/>
                  </a:lnTo>
                  <a:lnTo>
                    <a:pt x="297941" y="393953"/>
                  </a:lnTo>
                  <a:close/>
                </a:path>
                <a:path w="596265" h="407035">
                  <a:moveTo>
                    <a:pt x="298703" y="380999"/>
                  </a:moveTo>
                  <a:lnTo>
                    <a:pt x="297179" y="380999"/>
                  </a:lnTo>
                  <a:lnTo>
                    <a:pt x="297941" y="393953"/>
                  </a:lnTo>
                  <a:lnTo>
                    <a:pt x="298703" y="380999"/>
                  </a:lnTo>
                  <a:close/>
                </a:path>
                <a:path w="596265" h="407035">
                  <a:moveTo>
                    <a:pt x="313943" y="405383"/>
                  </a:moveTo>
                  <a:lnTo>
                    <a:pt x="313943" y="380999"/>
                  </a:lnTo>
                  <a:lnTo>
                    <a:pt x="298703" y="380999"/>
                  </a:lnTo>
                  <a:lnTo>
                    <a:pt x="297941" y="393953"/>
                  </a:lnTo>
                  <a:lnTo>
                    <a:pt x="298703" y="406907"/>
                  </a:lnTo>
                  <a:lnTo>
                    <a:pt x="313943" y="405383"/>
                  </a:lnTo>
                  <a:close/>
                </a:path>
                <a:path w="596265" h="407035">
                  <a:moveTo>
                    <a:pt x="216407" y="373379"/>
                  </a:moveTo>
                  <a:lnTo>
                    <a:pt x="190499" y="367283"/>
                  </a:lnTo>
                  <a:lnTo>
                    <a:pt x="166115" y="358139"/>
                  </a:lnTo>
                  <a:lnTo>
                    <a:pt x="144779" y="350519"/>
                  </a:lnTo>
                  <a:lnTo>
                    <a:pt x="135635" y="373379"/>
                  </a:lnTo>
                  <a:lnTo>
                    <a:pt x="158495" y="382523"/>
                  </a:lnTo>
                  <a:lnTo>
                    <a:pt x="184403" y="391667"/>
                  </a:lnTo>
                  <a:lnTo>
                    <a:pt x="210311" y="397763"/>
                  </a:lnTo>
                  <a:lnTo>
                    <a:pt x="216407" y="373379"/>
                  </a:lnTo>
                  <a:close/>
                </a:path>
                <a:path w="596265" h="407035">
                  <a:moveTo>
                    <a:pt x="123443" y="339851"/>
                  </a:moveTo>
                  <a:lnTo>
                    <a:pt x="121919" y="338327"/>
                  </a:lnTo>
                  <a:lnTo>
                    <a:pt x="102107" y="327659"/>
                  </a:lnTo>
                  <a:lnTo>
                    <a:pt x="85343" y="313943"/>
                  </a:lnTo>
                  <a:lnTo>
                    <a:pt x="70103" y="300227"/>
                  </a:lnTo>
                  <a:lnTo>
                    <a:pt x="67055" y="297179"/>
                  </a:lnTo>
                  <a:lnTo>
                    <a:pt x="47243" y="313943"/>
                  </a:lnTo>
                  <a:lnTo>
                    <a:pt x="53339" y="320039"/>
                  </a:lnTo>
                  <a:lnTo>
                    <a:pt x="70103" y="335279"/>
                  </a:lnTo>
                  <a:lnTo>
                    <a:pt x="89915" y="348995"/>
                  </a:lnTo>
                  <a:lnTo>
                    <a:pt x="111251" y="361187"/>
                  </a:lnTo>
                  <a:lnTo>
                    <a:pt x="111251" y="362711"/>
                  </a:lnTo>
                  <a:lnTo>
                    <a:pt x="123443" y="339851"/>
                  </a:lnTo>
                  <a:close/>
                </a:path>
                <a:path w="596265" h="407035">
                  <a:moveTo>
                    <a:pt x="50291" y="278891"/>
                  </a:moveTo>
                  <a:lnTo>
                    <a:pt x="45719" y="269747"/>
                  </a:lnTo>
                  <a:lnTo>
                    <a:pt x="36575" y="254507"/>
                  </a:lnTo>
                  <a:lnTo>
                    <a:pt x="33527" y="245363"/>
                  </a:lnTo>
                  <a:lnTo>
                    <a:pt x="30479" y="237743"/>
                  </a:lnTo>
                  <a:lnTo>
                    <a:pt x="27431" y="228599"/>
                  </a:lnTo>
                  <a:lnTo>
                    <a:pt x="25907" y="220979"/>
                  </a:lnTo>
                  <a:lnTo>
                    <a:pt x="25907" y="214883"/>
                  </a:lnTo>
                  <a:lnTo>
                    <a:pt x="0" y="216407"/>
                  </a:lnTo>
                  <a:lnTo>
                    <a:pt x="1523" y="225551"/>
                  </a:lnTo>
                  <a:lnTo>
                    <a:pt x="3047" y="236219"/>
                  </a:lnTo>
                  <a:lnTo>
                    <a:pt x="6095" y="245363"/>
                  </a:lnTo>
                  <a:lnTo>
                    <a:pt x="9143" y="256031"/>
                  </a:lnTo>
                  <a:lnTo>
                    <a:pt x="13715" y="265175"/>
                  </a:lnTo>
                  <a:lnTo>
                    <a:pt x="18287" y="275843"/>
                  </a:lnTo>
                  <a:lnTo>
                    <a:pt x="24383" y="284987"/>
                  </a:lnTo>
                  <a:lnTo>
                    <a:pt x="30479" y="292607"/>
                  </a:lnTo>
                  <a:lnTo>
                    <a:pt x="50291" y="2788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26850" y="5823203"/>
              <a:ext cx="597535" cy="407034"/>
            </a:xfrm>
            <a:custGeom>
              <a:avLst/>
              <a:gdLst/>
              <a:ahLst/>
              <a:cxnLst/>
              <a:rect l="l" t="t" r="r" b="b"/>
              <a:pathLst>
                <a:path w="597534" h="407035">
                  <a:moveTo>
                    <a:pt x="597407" y="213359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1543"/>
                  </a:lnTo>
                  <a:lnTo>
                    <a:pt x="573023" y="121919"/>
                  </a:lnTo>
                  <a:lnTo>
                    <a:pt x="544067" y="86867"/>
                  </a:lnTo>
                  <a:lnTo>
                    <a:pt x="507491" y="57911"/>
                  </a:lnTo>
                  <a:lnTo>
                    <a:pt x="463295" y="33527"/>
                  </a:lnTo>
                  <a:lnTo>
                    <a:pt x="413003" y="15239"/>
                  </a:lnTo>
                  <a:lnTo>
                    <a:pt x="358139" y="4571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10311" y="9143"/>
                  </a:lnTo>
                  <a:lnTo>
                    <a:pt x="156971" y="24383"/>
                  </a:lnTo>
                  <a:lnTo>
                    <a:pt x="109727" y="45719"/>
                  </a:lnTo>
                  <a:lnTo>
                    <a:pt x="51815" y="88391"/>
                  </a:lnTo>
                  <a:lnTo>
                    <a:pt x="18287" y="132587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2211"/>
                  </a:lnTo>
                  <a:lnTo>
                    <a:pt x="0" y="193547"/>
                  </a:lnTo>
                  <a:lnTo>
                    <a:pt x="0" y="214883"/>
                  </a:lnTo>
                  <a:lnTo>
                    <a:pt x="1523" y="225551"/>
                  </a:lnTo>
                  <a:lnTo>
                    <a:pt x="4571" y="236219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5843"/>
                  </a:lnTo>
                  <a:lnTo>
                    <a:pt x="24383" y="284987"/>
                  </a:lnTo>
                  <a:lnTo>
                    <a:pt x="25907" y="287273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2399"/>
                  </a:lnTo>
                  <a:lnTo>
                    <a:pt x="41147" y="143255"/>
                  </a:lnTo>
                  <a:lnTo>
                    <a:pt x="71627" y="105155"/>
                  </a:lnTo>
                  <a:lnTo>
                    <a:pt x="103631" y="79247"/>
                  </a:lnTo>
                  <a:lnTo>
                    <a:pt x="144779" y="56387"/>
                  </a:lnTo>
                  <a:lnTo>
                    <a:pt x="192023" y="3962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327659" y="25907"/>
                  </a:lnTo>
                  <a:lnTo>
                    <a:pt x="380999" y="33527"/>
                  </a:lnTo>
                  <a:lnTo>
                    <a:pt x="431291" y="48767"/>
                  </a:lnTo>
                  <a:lnTo>
                    <a:pt x="475487" y="67055"/>
                  </a:lnTo>
                  <a:lnTo>
                    <a:pt x="512063" y="92963"/>
                  </a:lnTo>
                  <a:lnTo>
                    <a:pt x="541019" y="121919"/>
                  </a:lnTo>
                  <a:lnTo>
                    <a:pt x="563879" y="161543"/>
                  </a:lnTo>
                  <a:lnTo>
                    <a:pt x="566927" y="169163"/>
                  </a:lnTo>
                  <a:lnTo>
                    <a:pt x="568451" y="178307"/>
                  </a:lnTo>
                  <a:lnTo>
                    <a:pt x="569975" y="185927"/>
                  </a:lnTo>
                  <a:lnTo>
                    <a:pt x="571499" y="195071"/>
                  </a:lnTo>
                  <a:lnTo>
                    <a:pt x="571499" y="285749"/>
                  </a:lnTo>
                  <a:lnTo>
                    <a:pt x="579119" y="274319"/>
                  </a:lnTo>
                  <a:lnTo>
                    <a:pt x="583691" y="265175"/>
                  </a:lnTo>
                  <a:lnTo>
                    <a:pt x="586739" y="254507"/>
                  </a:lnTo>
                  <a:lnTo>
                    <a:pt x="591311" y="24536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4" h="407035">
                  <a:moveTo>
                    <a:pt x="571499" y="285749"/>
                  </a:moveTo>
                  <a:lnTo>
                    <a:pt x="571499" y="213359"/>
                  </a:lnTo>
                  <a:lnTo>
                    <a:pt x="569975" y="220979"/>
                  </a:lnTo>
                  <a:lnTo>
                    <a:pt x="566927" y="239267"/>
                  </a:lnTo>
                  <a:lnTo>
                    <a:pt x="563879" y="246887"/>
                  </a:lnTo>
                  <a:lnTo>
                    <a:pt x="559307" y="254507"/>
                  </a:lnTo>
                  <a:lnTo>
                    <a:pt x="556259" y="263651"/>
                  </a:lnTo>
                  <a:lnTo>
                    <a:pt x="551687" y="271271"/>
                  </a:lnTo>
                  <a:lnTo>
                    <a:pt x="525779" y="301751"/>
                  </a:lnTo>
                  <a:lnTo>
                    <a:pt x="493775" y="327659"/>
                  </a:lnTo>
                  <a:lnTo>
                    <a:pt x="452627" y="350519"/>
                  </a:lnTo>
                  <a:lnTo>
                    <a:pt x="405383" y="367283"/>
                  </a:lnTo>
                  <a:lnTo>
                    <a:pt x="353567" y="377951"/>
                  </a:lnTo>
                  <a:lnTo>
                    <a:pt x="298703" y="380999"/>
                  </a:lnTo>
                  <a:lnTo>
                    <a:pt x="269747" y="380999"/>
                  </a:lnTo>
                  <a:lnTo>
                    <a:pt x="216407" y="373379"/>
                  </a:lnTo>
                  <a:lnTo>
                    <a:pt x="166115" y="358139"/>
                  </a:lnTo>
                  <a:lnTo>
                    <a:pt x="121919" y="338327"/>
                  </a:lnTo>
                  <a:lnTo>
                    <a:pt x="85343" y="313943"/>
                  </a:lnTo>
                  <a:lnTo>
                    <a:pt x="56387" y="284987"/>
                  </a:lnTo>
                  <a:lnTo>
                    <a:pt x="33527" y="245363"/>
                  </a:lnTo>
                  <a:lnTo>
                    <a:pt x="30479" y="237743"/>
                  </a:lnTo>
                  <a:lnTo>
                    <a:pt x="28955" y="228599"/>
                  </a:lnTo>
                  <a:lnTo>
                    <a:pt x="27431" y="220979"/>
                  </a:lnTo>
                  <a:lnTo>
                    <a:pt x="25907" y="211835"/>
                  </a:lnTo>
                  <a:lnTo>
                    <a:pt x="25907" y="287273"/>
                  </a:lnTo>
                  <a:lnTo>
                    <a:pt x="30479" y="294131"/>
                  </a:lnTo>
                  <a:lnTo>
                    <a:pt x="70103" y="335279"/>
                  </a:lnTo>
                  <a:lnTo>
                    <a:pt x="111251" y="361187"/>
                  </a:lnTo>
                  <a:lnTo>
                    <a:pt x="158495" y="382523"/>
                  </a:lnTo>
                  <a:lnTo>
                    <a:pt x="211835" y="397763"/>
                  </a:lnTo>
                  <a:lnTo>
                    <a:pt x="269747" y="405383"/>
                  </a:lnTo>
                  <a:lnTo>
                    <a:pt x="298703" y="406907"/>
                  </a:lnTo>
                  <a:lnTo>
                    <a:pt x="329183" y="405383"/>
                  </a:lnTo>
                  <a:lnTo>
                    <a:pt x="387095" y="397763"/>
                  </a:lnTo>
                  <a:lnTo>
                    <a:pt x="463295" y="373379"/>
                  </a:lnTo>
                  <a:lnTo>
                    <a:pt x="507491" y="348995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1499" y="2857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52201" y="4308349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8776" y="186057"/>
            <a:ext cx="466090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85" dirty="0"/>
              <a:t>Tree </a:t>
            </a:r>
            <a:r>
              <a:rPr sz="4399" spc="-10" dirty="0"/>
              <a:t>search</a:t>
            </a:r>
            <a:r>
              <a:rPr sz="4399" spc="15" dirty="0"/>
              <a:t> </a:t>
            </a:r>
            <a:r>
              <a:rPr sz="4399" spc="-25" dirty="0"/>
              <a:t>example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3774126" y="1066170"/>
            <a:ext cx="5685786" cy="23722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9A72F2-D0D8-1D02-43F9-0DF1D2FD0493}"/>
              </a:ext>
            </a:extLst>
          </p:cNvPr>
          <p:cNvGrpSpPr/>
          <p:nvPr/>
        </p:nvGrpSpPr>
        <p:grpSpPr>
          <a:xfrm>
            <a:off x="4226885" y="3438397"/>
            <a:ext cx="7519027" cy="3932046"/>
            <a:chOff x="5637089" y="4308349"/>
            <a:chExt cx="5422393" cy="2630806"/>
          </a:xfrm>
        </p:grpSpPr>
        <p:sp>
          <p:nvSpPr>
            <p:cNvPr id="4" name="object 4"/>
            <p:cNvSpPr/>
            <p:nvPr/>
          </p:nvSpPr>
          <p:spPr>
            <a:xfrm>
              <a:off x="5725482" y="4311398"/>
              <a:ext cx="5334000" cy="261518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7892" y="6204203"/>
              <a:ext cx="711835" cy="407034"/>
            </a:xfrm>
            <a:custGeom>
              <a:avLst/>
              <a:gdLst/>
              <a:ahLst/>
              <a:cxnLst/>
              <a:rect l="l" t="t" r="r" b="b"/>
              <a:pathLst>
                <a:path w="711834" h="407034">
                  <a:moveTo>
                    <a:pt x="47243" y="140207"/>
                  </a:moveTo>
                  <a:lnTo>
                    <a:pt x="27431" y="124967"/>
                  </a:lnTo>
                  <a:lnTo>
                    <a:pt x="22859" y="131063"/>
                  </a:lnTo>
                  <a:lnTo>
                    <a:pt x="16763" y="140207"/>
                  </a:lnTo>
                  <a:lnTo>
                    <a:pt x="7619" y="161543"/>
                  </a:lnTo>
                  <a:lnTo>
                    <a:pt x="1523" y="182879"/>
                  </a:lnTo>
                  <a:lnTo>
                    <a:pt x="0" y="193547"/>
                  </a:lnTo>
                  <a:lnTo>
                    <a:pt x="0" y="202691"/>
                  </a:lnTo>
                  <a:lnTo>
                    <a:pt x="25907" y="204215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28955" y="176783"/>
                  </a:lnTo>
                  <a:lnTo>
                    <a:pt x="32003" y="169163"/>
                  </a:lnTo>
                  <a:lnTo>
                    <a:pt x="35051" y="160019"/>
                  </a:lnTo>
                  <a:lnTo>
                    <a:pt x="44195" y="144779"/>
                  </a:lnTo>
                  <a:lnTo>
                    <a:pt x="47243" y="140207"/>
                  </a:lnTo>
                  <a:close/>
                </a:path>
                <a:path w="711834" h="407034">
                  <a:moveTo>
                    <a:pt x="120395" y="79247"/>
                  </a:moveTo>
                  <a:lnTo>
                    <a:pt x="109727" y="56387"/>
                  </a:lnTo>
                  <a:lnTo>
                    <a:pt x="94487" y="64007"/>
                  </a:lnTo>
                  <a:lnTo>
                    <a:pt x="62483" y="86867"/>
                  </a:lnTo>
                  <a:lnTo>
                    <a:pt x="44195" y="105155"/>
                  </a:lnTo>
                  <a:lnTo>
                    <a:pt x="62483" y="121919"/>
                  </a:lnTo>
                  <a:lnTo>
                    <a:pt x="64007" y="121919"/>
                  </a:lnTo>
                  <a:lnTo>
                    <a:pt x="79247" y="106679"/>
                  </a:lnTo>
                  <a:lnTo>
                    <a:pt x="88391" y="99059"/>
                  </a:lnTo>
                  <a:lnTo>
                    <a:pt x="99059" y="92963"/>
                  </a:lnTo>
                  <a:lnTo>
                    <a:pt x="108203" y="85343"/>
                  </a:lnTo>
                  <a:lnTo>
                    <a:pt x="120395" y="79247"/>
                  </a:lnTo>
                  <a:close/>
                </a:path>
                <a:path w="711834" h="407034">
                  <a:moveTo>
                    <a:pt x="211835" y="44195"/>
                  </a:moveTo>
                  <a:lnTo>
                    <a:pt x="205739" y="19811"/>
                  </a:lnTo>
                  <a:lnTo>
                    <a:pt x="188975" y="24383"/>
                  </a:lnTo>
                  <a:lnTo>
                    <a:pt x="158495" y="33527"/>
                  </a:lnTo>
                  <a:lnTo>
                    <a:pt x="132587" y="45719"/>
                  </a:lnTo>
                  <a:lnTo>
                    <a:pt x="131063" y="45719"/>
                  </a:lnTo>
                  <a:lnTo>
                    <a:pt x="143255" y="68579"/>
                  </a:lnTo>
                  <a:lnTo>
                    <a:pt x="143255" y="67055"/>
                  </a:lnTo>
                  <a:lnTo>
                    <a:pt x="169163" y="57911"/>
                  </a:lnTo>
                  <a:lnTo>
                    <a:pt x="196595" y="47243"/>
                  </a:lnTo>
                  <a:lnTo>
                    <a:pt x="211835" y="44195"/>
                  </a:lnTo>
                  <a:close/>
                </a:path>
                <a:path w="711834" h="407034">
                  <a:moveTo>
                    <a:pt x="310895" y="27431"/>
                  </a:moveTo>
                  <a:lnTo>
                    <a:pt x="307847" y="1523"/>
                  </a:lnTo>
                  <a:lnTo>
                    <a:pt x="284987" y="4571"/>
                  </a:lnTo>
                  <a:lnTo>
                    <a:pt x="251459" y="9143"/>
                  </a:lnTo>
                  <a:lnTo>
                    <a:pt x="231647" y="13715"/>
                  </a:lnTo>
                  <a:lnTo>
                    <a:pt x="236219" y="38099"/>
                  </a:lnTo>
                  <a:lnTo>
                    <a:pt x="256031" y="33527"/>
                  </a:lnTo>
                  <a:lnTo>
                    <a:pt x="288035" y="28955"/>
                  </a:lnTo>
                  <a:lnTo>
                    <a:pt x="310895" y="27431"/>
                  </a:lnTo>
                  <a:close/>
                </a:path>
                <a:path w="711834" h="407034">
                  <a:moveTo>
                    <a:pt x="355853" y="12953"/>
                  </a:moveTo>
                  <a:lnTo>
                    <a:pt x="355091" y="0"/>
                  </a:lnTo>
                  <a:lnTo>
                    <a:pt x="333755" y="1523"/>
                  </a:lnTo>
                  <a:lnTo>
                    <a:pt x="335279" y="25907"/>
                  </a:lnTo>
                  <a:lnTo>
                    <a:pt x="355091" y="25907"/>
                  </a:lnTo>
                  <a:lnTo>
                    <a:pt x="355853" y="12953"/>
                  </a:lnTo>
                  <a:close/>
                </a:path>
                <a:path w="711834" h="407034">
                  <a:moveTo>
                    <a:pt x="356615" y="25907"/>
                  </a:moveTo>
                  <a:lnTo>
                    <a:pt x="355853" y="12953"/>
                  </a:lnTo>
                  <a:lnTo>
                    <a:pt x="355091" y="25907"/>
                  </a:lnTo>
                  <a:lnTo>
                    <a:pt x="356615" y="25907"/>
                  </a:lnTo>
                  <a:close/>
                </a:path>
                <a:path w="711834" h="407034">
                  <a:moveTo>
                    <a:pt x="411479" y="3047"/>
                  </a:moveTo>
                  <a:lnTo>
                    <a:pt x="391667" y="1523"/>
                  </a:lnTo>
                  <a:lnTo>
                    <a:pt x="356615" y="0"/>
                  </a:lnTo>
                  <a:lnTo>
                    <a:pt x="355853" y="12953"/>
                  </a:lnTo>
                  <a:lnTo>
                    <a:pt x="356615" y="25907"/>
                  </a:lnTo>
                  <a:lnTo>
                    <a:pt x="390143" y="25907"/>
                  </a:lnTo>
                  <a:lnTo>
                    <a:pt x="409955" y="28955"/>
                  </a:lnTo>
                  <a:lnTo>
                    <a:pt x="411479" y="3047"/>
                  </a:lnTo>
                  <a:close/>
                </a:path>
                <a:path w="711834" h="407034">
                  <a:moveTo>
                    <a:pt x="513587" y="21335"/>
                  </a:moveTo>
                  <a:lnTo>
                    <a:pt x="492251" y="15239"/>
                  </a:lnTo>
                  <a:lnTo>
                    <a:pt x="460247" y="9143"/>
                  </a:lnTo>
                  <a:lnTo>
                    <a:pt x="437387" y="6095"/>
                  </a:lnTo>
                  <a:lnTo>
                    <a:pt x="434339" y="30479"/>
                  </a:lnTo>
                  <a:lnTo>
                    <a:pt x="455675" y="33527"/>
                  </a:lnTo>
                  <a:lnTo>
                    <a:pt x="486155" y="39623"/>
                  </a:lnTo>
                  <a:lnTo>
                    <a:pt x="507491" y="45719"/>
                  </a:lnTo>
                  <a:lnTo>
                    <a:pt x="513587" y="21335"/>
                  </a:lnTo>
                  <a:close/>
                </a:path>
                <a:path w="711834" h="407034">
                  <a:moveTo>
                    <a:pt x="611123" y="60959"/>
                  </a:moveTo>
                  <a:lnTo>
                    <a:pt x="603503" y="57911"/>
                  </a:lnTo>
                  <a:lnTo>
                    <a:pt x="579119" y="44195"/>
                  </a:lnTo>
                  <a:lnTo>
                    <a:pt x="551687" y="33527"/>
                  </a:lnTo>
                  <a:lnTo>
                    <a:pt x="539495" y="28955"/>
                  </a:lnTo>
                  <a:lnTo>
                    <a:pt x="530351" y="53339"/>
                  </a:lnTo>
                  <a:lnTo>
                    <a:pt x="544067" y="57911"/>
                  </a:lnTo>
                  <a:lnTo>
                    <a:pt x="568451" y="68579"/>
                  </a:lnTo>
                  <a:lnTo>
                    <a:pt x="592835" y="80771"/>
                  </a:lnTo>
                  <a:lnTo>
                    <a:pt x="597407" y="83819"/>
                  </a:lnTo>
                  <a:lnTo>
                    <a:pt x="611123" y="60959"/>
                  </a:lnTo>
                  <a:close/>
                </a:path>
                <a:path w="711834" h="407034">
                  <a:moveTo>
                    <a:pt x="690371" y="132587"/>
                  </a:moveTo>
                  <a:lnTo>
                    <a:pt x="688847" y="131063"/>
                  </a:lnTo>
                  <a:lnTo>
                    <a:pt x="665987" y="103631"/>
                  </a:lnTo>
                  <a:lnTo>
                    <a:pt x="656843" y="94487"/>
                  </a:lnTo>
                  <a:lnTo>
                    <a:pt x="638555" y="79247"/>
                  </a:lnTo>
                  <a:lnTo>
                    <a:pt x="632459" y="76199"/>
                  </a:lnTo>
                  <a:lnTo>
                    <a:pt x="618743" y="96011"/>
                  </a:lnTo>
                  <a:lnTo>
                    <a:pt x="623315" y="100583"/>
                  </a:lnTo>
                  <a:lnTo>
                    <a:pt x="632459" y="106679"/>
                  </a:lnTo>
                  <a:lnTo>
                    <a:pt x="640079" y="114299"/>
                  </a:lnTo>
                  <a:lnTo>
                    <a:pt x="649223" y="121919"/>
                  </a:lnTo>
                  <a:lnTo>
                    <a:pt x="667511" y="144779"/>
                  </a:lnTo>
                  <a:lnTo>
                    <a:pt x="667511" y="146303"/>
                  </a:lnTo>
                  <a:lnTo>
                    <a:pt x="690371" y="132587"/>
                  </a:lnTo>
                  <a:close/>
                </a:path>
                <a:path w="711834" h="407034">
                  <a:moveTo>
                    <a:pt x="711707" y="202691"/>
                  </a:moveTo>
                  <a:lnTo>
                    <a:pt x="707135" y="170687"/>
                  </a:lnTo>
                  <a:lnTo>
                    <a:pt x="704087" y="160019"/>
                  </a:lnTo>
                  <a:lnTo>
                    <a:pt x="702563" y="156971"/>
                  </a:lnTo>
                  <a:lnTo>
                    <a:pt x="678179" y="167639"/>
                  </a:lnTo>
                  <a:lnTo>
                    <a:pt x="679703" y="169163"/>
                  </a:lnTo>
                  <a:lnTo>
                    <a:pt x="682751" y="178307"/>
                  </a:lnTo>
                  <a:lnTo>
                    <a:pt x="684275" y="187451"/>
                  </a:lnTo>
                  <a:lnTo>
                    <a:pt x="685799" y="195071"/>
                  </a:lnTo>
                  <a:lnTo>
                    <a:pt x="685799" y="202691"/>
                  </a:lnTo>
                  <a:lnTo>
                    <a:pt x="698753" y="203453"/>
                  </a:lnTo>
                  <a:lnTo>
                    <a:pt x="711707" y="202691"/>
                  </a:lnTo>
                  <a:close/>
                </a:path>
                <a:path w="711834" h="407034">
                  <a:moveTo>
                    <a:pt x="711707" y="204215"/>
                  </a:moveTo>
                  <a:lnTo>
                    <a:pt x="698753" y="203453"/>
                  </a:lnTo>
                  <a:lnTo>
                    <a:pt x="685799" y="204215"/>
                  </a:lnTo>
                  <a:lnTo>
                    <a:pt x="685799" y="213359"/>
                  </a:lnTo>
                  <a:lnTo>
                    <a:pt x="684275" y="220979"/>
                  </a:lnTo>
                  <a:lnTo>
                    <a:pt x="682751" y="230123"/>
                  </a:lnTo>
                  <a:lnTo>
                    <a:pt x="681227" y="233171"/>
                  </a:lnTo>
                  <a:lnTo>
                    <a:pt x="705611" y="240791"/>
                  </a:lnTo>
                  <a:lnTo>
                    <a:pt x="707135" y="234695"/>
                  </a:lnTo>
                  <a:lnTo>
                    <a:pt x="710183" y="224027"/>
                  </a:lnTo>
                  <a:lnTo>
                    <a:pt x="710183" y="213359"/>
                  </a:lnTo>
                  <a:lnTo>
                    <a:pt x="711707" y="204215"/>
                  </a:lnTo>
                  <a:close/>
                </a:path>
                <a:path w="711834" h="407034">
                  <a:moveTo>
                    <a:pt x="698753" y="203453"/>
                  </a:moveTo>
                  <a:lnTo>
                    <a:pt x="685799" y="202691"/>
                  </a:lnTo>
                  <a:lnTo>
                    <a:pt x="685799" y="204215"/>
                  </a:lnTo>
                  <a:lnTo>
                    <a:pt x="698753" y="203453"/>
                  </a:lnTo>
                  <a:close/>
                </a:path>
                <a:path w="711834" h="407034">
                  <a:moveTo>
                    <a:pt x="693419" y="266699"/>
                  </a:moveTo>
                  <a:lnTo>
                    <a:pt x="672083" y="252983"/>
                  </a:lnTo>
                  <a:lnTo>
                    <a:pt x="667511" y="262127"/>
                  </a:lnTo>
                  <a:lnTo>
                    <a:pt x="655319" y="277367"/>
                  </a:lnTo>
                  <a:lnTo>
                    <a:pt x="632459" y="300227"/>
                  </a:lnTo>
                  <a:lnTo>
                    <a:pt x="624839" y="306323"/>
                  </a:lnTo>
                  <a:lnTo>
                    <a:pt x="640079" y="326135"/>
                  </a:lnTo>
                  <a:lnTo>
                    <a:pt x="647699" y="320039"/>
                  </a:lnTo>
                  <a:lnTo>
                    <a:pt x="658367" y="310895"/>
                  </a:lnTo>
                  <a:lnTo>
                    <a:pt x="667511" y="303275"/>
                  </a:lnTo>
                  <a:lnTo>
                    <a:pt x="682751" y="284987"/>
                  </a:lnTo>
                  <a:lnTo>
                    <a:pt x="688847" y="275843"/>
                  </a:lnTo>
                  <a:lnTo>
                    <a:pt x="693419" y="266699"/>
                  </a:lnTo>
                  <a:close/>
                </a:path>
                <a:path w="711834" h="407034">
                  <a:moveTo>
                    <a:pt x="618743" y="341375"/>
                  </a:moveTo>
                  <a:lnTo>
                    <a:pt x="605027" y="320039"/>
                  </a:lnTo>
                  <a:lnTo>
                    <a:pt x="603503" y="321563"/>
                  </a:lnTo>
                  <a:lnTo>
                    <a:pt x="591311" y="327659"/>
                  </a:lnTo>
                  <a:lnTo>
                    <a:pt x="568451" y="338327"/>
                  </a:lnTo>
                  <a:lnTo>
                    <a:pt x="542543" y="348995"/>
                  </a:lnTo>
                  <a:lnTo>
                    <a:pt x="537971" y="350519"/>
                  </a:lnTo>
                  <a:lnTo>
                    <a:pt x="547115" y="374903"/>
                  </a:lnTo>
                  <a:lnTo>
                    <a:pt x="551687" y="373379"/>
                  </a:lnTo>
                  <a:lnTo>
                    <a:pt x="579119" y="361187"/>
                  </a:lnTo>
                  <a:lnTo>
                    <a:pt x="605027" y="348995"/>
                  </a:lnTo>
                  <a:lnTo>
                    <a:pt x="617219" y="342899"/>
                  </a:lnTo>
                  <a:lnTo>
                    <a:pt x="618743" y="341375"/>
                  </a:lnTo>
                  <a:close/>
                </a:path>
                <a:path w="711834" h="407034">
                  <a:moveTo>
                    <a:pt x="521207" y="384047"/>
                  </a:moveTo>
                  <a:lnTo>
                    <a:pt x="515111" y="358139"/>
                  </a:lnTo>
                  <a:lnTo>
                    <a:pt x="486155" y="367283"/>
                  </a:lnTo>
                  <a:lnTo>
                    <a:pt x="455675" y="373379"/>
                  </a:lnTo>
                  <a:lnTo>
                    <a:pt x="441959" y="374903"/>
                  </a:lnTo>
                  <a:lnTo>
                    <a:pt x="446531" y="399287"/>
                  </a:lnTo>
                  <a:lnTo>
                    <a:pt x="460247" y="397763"/>
                  </a:lnTo>
                  <a:lnTo>
                    <a:pt x="492251" y="391667"/>
                  </a:lnTo>
                  <a:lnTo>
                    <a:pt x="521207" y="384047"/>
                  </a:lnTo>
                  <a:close/>
                </a:path>
                <a:path w="711834" h="407034">
                  <a:moveTo>
                    <a:pt x="355853" y="393953"/>
                  </a:moveTo>
                  <a:lnTo>
                    <a:pt x="355091" y="380999"/>
                  </a:lnTo>
                  <a:lnTo>
                    <a:pt x="342899" y="380999"/>
                  </a:lnTo>
                  <a:lnTo>
                    <a:pt x="342899" y="406907"/>
                  </a:lnTo>
                  <a:lnTo>
                    <a:pt x="355091" y="406907"/>
                  </a:lnTo>
                  <a:lnTo>
                    <a:pt x="355853" y="393953"/>
                  </a:lnTo>
                  <a:close/>
                </a:path>
                <a:path w="711834" h="407034">
                  <a:moveTo>
                    <a:pt x="420623" y="403859"/>
                  </a:moveTo>
                  <a:lnTo>
                    <a:pt x="417575" y="377951"/>
                  </a:lnTo>
                  <a:lnTo>
                    <a:pt x="390143" y="379475"/>
                  </a:lnTo>
                  <a:lnTo>
                    <a:pt x="355091" y="380999"/>
                  </a:lnTo>
                  <a:lnTo>
                    <a:pt x="356615" y="380999"/>
                  </a:lnTo>
                  <a:lnTo>
                    <a:pt x="356615" y="406907"/>
                  </a:lnTo>
                  <a:lnTo>
                    <a:pt x="391667" y="405383"/>
                  </a:lnTo>
                  <a:lnTo>
                    <a:pt x="420623" y="403859"/>
                  </a:lnTo>
                  <a:close/>
                </a:path>
                <a:path w="711834" h="407034">
                  <a:moveTo>
                    <a:pt x="356615" y="380999"/>
                  </a:moveTo>
                  <a:lnTo>
                    <a:pt x="355091" y="380999"/>
                  </a:lnTo>
                  <a:lnTo>
                    <a:pt x="355853" y="393953"/>
                  </a:lnTo>
                  <a:lnTo>
                    <a:pt x="356615" y="380999"/>
                  </a:lnTo>
                  <a:close/>
                </a:path>
                <a:path w="711834" h="407034">
                  <a:moveTo>
                    <a:pt x="356615" y="406907"/>
                  </a:moveTo>
                  <a:lnTo>
                    <a:pt x="356615" y="380999"/>
                  </a:lnTo>
                  <a:lnTo>
                    <a:pt x="355853" y="393953"/>
                  </a:lnTo>
                  <a:lnTo>
                    <a:pt x="356615" y="406907"/>
                  </a:lnTo>
                  <a:close/>
                </a:path>
                <a:path w="711834" h="407034">
                  <a:moveTo>
                    <a:pt x="318515" y="379475"/>
                  </a:moveTo>
                  <a:lnTo>
                    <a:pt x="288035" y="377951"/>
                  </a:lnTo>
                  <a:lnTo>
                    <a:pt x="256031" y="373379"/>
                  </a:lnTo>
                  <a:lnTo>
                    <a:pt x="243839" y="370331"/>
                  </a:lnTo>
                  <a:lnTo>
                    <a:pt x="239267" y="394715"/>
                  </a:lnTo>
                  <a:lnTo>
                    <a:pt x="251459" y="397763"/>
                  </a:lnTo>
                  <a:lnTo>
                    <a:pt x="284987" y="402335"/>
                  </a:lnTo>
                  <a:lnTo>
                    <a:pt x="316991" y="405383"/>
                  </a:lnTo>
                  <a:lnTo>
                    <a:pt x="318515" y="379475"/>
                  </a:lnTo>
                  <a:close/>
                </a:path>
                <a:path w="711834" h="407034">
                  <a:moveTo>
                    <a:pt x="220979" y="365759"/>
                  </a:moveTo>
                  <a:lnTo>
                    <a:pt x="195071" y="358139"/>
                  </a:lnTo>
                  <a:lnTo>
                    <a:pt x="167639" y="348995"/>
                  </a:lnTo>
                  <a:lnTo>
                    <a:pt x="149351" y="341375"/>
                  </a:lnTo>
                  <a:lnTo>
                    <a:pt x="140207" y="365759"/>
                  </a:lnTo>
                  <a:lnTo>
                    <a:pt x="160019" y="373379"/>
                  </a:lnTo>
                  <a:lnTo>
                    <a:pt x="188975" y="382523"/>
                  </a:lnTo>
                  <a:lnTo>
                    <a:pt x="213359" y="390143"/>
                  </a:lnTo>
                  <a:lnTo>
                    <a:pt x="220979" y="365759"/>
                  </a:lnTo>
                  <a:close/>
                </a:path>
                <a:path w="711834" h="407034">
                  <a:moveTo>
                    <a:pt x="51815" y="272795"/>
                  </a:moveTo>
                  <a:lnTo>
                    <a:pt x="50291" y="269747"/>
                  </a:lnTo>
                  <a:lnTo>
                    <a:pt x="44195" y="262127"/>
                  </a:lnTo>
                  <a:lnTo>
                    <a:pt x="39623" y="252983"/>
                  </a:lnTo>
                  <a:lnTo>
                    <a:pt x="35051" y="245363"/>
                  </a:lnTo>
                  <a:lnTo>
                    <a:pt x="32003" y="236219"/>
                  </a:lnTo>
                  <a:lnTo>
                    <a:pt x="28955" y="228599"/>
                  </a:lnTo>
                  <a:lnTo>
                    <a:pt x="27431" y="219455"/>
                  </a:lnTo>
                  <a:lnTo>
                    <a:pt x="25907" y="211835"/>
                  </a:lnTo>
                  <a:lnTo>
                    <a:pt x="25907" y="210311"/>
                  </a:lnTo>
                  <a:lnTo>
                    <a:pt x="0" y="211835"/>
                  </a:lnTo>
                  <a:lnTo>
                    <a:pt x="1523" y="214883"/>
                  </a:lnTo>
                  <a:lnTo>
                    <a:pt x="4571" y="236219"/>
                  </a:lnTo>
                  <a:lnTo>
                    <a:pt x="22859" y="275843"/>
                  </a:lnTo>
                  <a:lnTo>
                    <a:pt x="30479" y="284987"/>
                  </a:lnTo>
                  <a:lnTo>
                    <a:pt x="32003" y="289559"/>
                  </a:lnTo>
                  <a:lnTo>
                    <a:pt x="51815" y="272795"/>
                  </a:lnTo>
                  <a:close/>
                </a:path>
                <a:path w="711834" h="407034">
                  <a:moveTo>
                    <a:pt x="128015" y="330707"/>
                  </a:moveTo>
                  <a:lnTo>
                    <a:pt x="118871" y="326135"/>
                  </a:lnTo>
                  <a:lnTo>
                    <a:pt x="97535" y="313943"/>
                  </a:lnTo>
                  <a:lnTo>
                    <a:pt x="88391" y="306323"/>
                  </a:lnTo>
                  <a:lnTo>
                    <a:pt x="79247" y="300227"/>
                  </a:lnTo>
                  <a:lnTo>
                    <a:pt x="70103" y="292607"/>
                  </a:lnTo>
                  <a:lnTo>
                    <a:pt x="68579" y="289559"/>
                  </a:lnTo>
                  <a:lnTo>
                    <a:pt x="50291" y="307847"/>
                  </a:lnTo>
                  <a:lnTo>
                    <a:pt x="83819" y="335279"/>
                  </a:lnTo>
                  <a:lnTo>
                    <a:pt x="108203" y="348995"/>
                  </a:lnTo>
                  <a:lnTo>
                    <a:pt x="115823" y="353567"/>
                  </a:lnTo>
                  <a:lnTo>
                    <a:pt x="128015" y="33070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7089" y="4908805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767" y="102107"/>
                  </a:moveTo>
                  <a:lnTo>
                    <a:pt x="28955" y="88391"/>
                  </a:lnTo>
                  <a:lnTo>
                    <a:pt x="19811" y="100583"/>
                  </a:lnTo>
                  <a:lnTo>
                    <a:pt x="10667" y="115823"/>
                  </a:lnTo>
                  <a:lnTo>
                    <a:pt x="4571" y="131063"/>
                  </a:lnTo>
                  <a:lnTo>
                    <a:pt x="1523" y="147827"/>
                  </a:lnTo>
                  <a:lnTo>
                    <a:pt x="0" y="156971"/>
                  </a:lnTo>
                  <a:lnTo>
                    <a:pt x="0" y="164591"/>
                  </a:lnTo>
                  <a:lnTo>
                    <a:pt x="25907" y="166115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30479" y="137159"/>
                  </a:lnTo>
                  <a:lnTo>
                    <a:pt x="35051" y="124967"/>
                  </a:lnTo>
                  <a:lnTo>
                    <a:pt x="42671" y="112775"/>
                  </a:lnTo>
                  <a:lnTo>
                    <a:pt x="48767" y="102107"/>
                  </a:lnTo>
                  <a:close/>
                </a:path>
                <a:path w="483235" h="330835">
                  <a:moveTo>
                    <a:pt x="124967" y="48767"/>
                  </a:moveTo>
                  <a:lnTo>
                    <a:pt x="115823" y="24383"/>
                  </a:lnTo>
                  <a:lnTo>
                    <a:pt x="108203" y="27431"/>
                  </a:lnTo>
                  <a:lnTo>
                    <a:pt x="89915" y="36575"/>
                  </a:lnTo>
                  <a:lnTo>
                    <a:pt x="71627" y="47243"/>
                  </a:lnTo>
                  <a:lnTo>
                    <a:pt x="56387" y="59435"/>
                  </a:lnTo>
                  <a:lnTo>
                    <a:pt x="47243" y="67055"/>
                  </a:lnTo>
                  <a:lnTo>
                    <a:pt x="64007" y="85343"/>
                  </a:lnTo>
                  <a:lnTo>
                    <a:pt x="73151" y="7772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18871" y="50291"/>
                  </a:lnTo>
                  <a:lnTo>
                    <a:pt x="124967" y="48767"/>
                  </a:lnTo>
                  <a:close/>
                </a:path>
                <a:path w="483235" h="330835">
                  <a:moveTo>
                    <a:pt x="219455" y="25907"/>
                  </a:moveTo>
                  <a:lnTo>
                    <a:pt x="217931" y="1523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70687" y="7619"/>
                  </a:lnTo>
                  <a:lnTo>
                    <a:pt x="149351" y="12191"/>
                  </a:lnTo>
                  <a:lnTo>
                    <a:pt x="140207" y="15239"/>
                  </a:lnTo>
                  <a:lnTo>
                    <a:pt x="147827" y="39623"/>
                  </a:lnTo>
                  <a:lnTo>
                    <a:pt x="156971" y="36575"/>
                  </a:lnTo>
                  <a:lnTo>
                    <a:pt x="176783" y="32003"/>
                  </a:lnTo>
                  <a:lnTo>
                    <a:pt x="219455" y="25907"/>
                  </a:lnTo>
                  <a:close/>
                </a:path>
                <a:path w="483235" h="330835">
                  <a:moveTo>
                    <a:pt x="323087" y="9143"/>
                  </a:moveTo>
                  <a:lnTo>
                    <a:pt x="310895" y="7619"/>
                  </a:lnTo>
                  <a:lnTo>
                    <a:pt x="289559" y="3047"/>
                  </a:lnTo>
                  <a:lnTo>
                    <a:pt x="265175" y="1523"/>
                  </a:lnTo>
                  <a:lnTo>
                    <a:pt x="243839" y="0"/>
                  </a:lnTo>
                  <a:lnTo>
                    <a:pt x="243839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16991" y="35051"/>
                  </a:lnTo>
                  <a:lnTo>
                    <a:pt x="323087" y="9143"/>
                  </a:lnTo>
                  <a:close/>
                </a:path>
                <a:path w="483235" h="330835">
                  <a:moveTo>
                    <a:pt x="419099" y="53339"/>
                  </a:moveTo>
                  <a:lnTo>
                    <a:pt x="373379" y="27431"/>
                  </a:lnTo>
                  <a:lnTo>
                    <a:pt x="347471" y="16763"/>
                  </a:lnTo>
                  <a:lnTo>
                    <a:pt x="339851" y="41147"/>
                  </a:lnTo>
                  <a:lnTo>
                    <a:pt x="345947" y="42671"/>
                  </a:lnTo>
                  <a:lnTo>
                    <a:pt x="364235" y="50291"/>
                  </a:lnTo>
                  <a:lnTo>
                    <a:pt x="380999" y="59435"/>
                  </a:lnTo>
                  <a:lnTo>
                    <a:pt x="396239" y="68579"/>
                  </a:lnTo>
                  <a:lnTo>
                    <a:pt x="403859" y="74675"/>
                  </a:lnTo>
                  <a:lnTo>
                    <a:pt x="419099" y="53339"/>
                  </a:lnTo>
                  <a:close/>
                </a:path>
                <a:path w="483235" h="330835">
                  <a:moveTo>
                    <a:pt x="480059" y="143255"/>
                  </a:moveTo>
                  <a:lnTo>
                    <a:pt x="477011" y="129539"/>
                  </a:lnTo>
                  <a:lnTo>
                    <a:pt x="470915" y="114299"/>
                  </a:lnTo>
                  <a:lnTo>
                    <a:pt x="452627" y="83819"/>
                  </a:lnTo>
                  <a:lnTo>
                    <a:pt x="438911" y="70103"/>
                  </a:lnTo>
                  <a:lnTo>
                    <a:pt x="422147" y="89915"/>
                  </a:lnTo>
                  <a:lnTo>
                    <a:pt x="432815" y="100583"/>
                  </a:lnTo>
                  <a:lnTo>
                    <a:pt x="441959" y="11277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5675" y="147827"/>
                  </a:lnTo>
                  <a:lnTo>
                    <a:pt x="480059" y="143255"/>
                  </a:lnTo>
                  <a:close/>
                </a:path>
                <a:path w="483235" h="330835">
                  <a:moveTo>
                    <a:pt x="431291" y="266699"/>
                  </a:moveTo>
                  <a:lnTo>
                    <a:pt x="414527" y="248411"/>
                  </a:lnTo>
                  <a:lnTo>
                    <a:pt x="409955" y="252983"/>
                  </a:lnTo>
                  <a:lnTo>
                    <a:pt x="396239" y="263651"/>
                  </a:lnTo>
                  <a:lnTo>
                    <a:pt x="380999" y="272795"/>
                  </a:lnTo>
                  <a:lnTo>
                    <a:pt x="364235" y="280415"/>
                  </a:lnTo>
                  <a:lnTo>
                    <a:pt x="353567" y="284987"/>
                  </a:lnTo>
                  <a:lnTo>
                    <a:pt x="362711" y="307847"/>
                  </a:lnTo>
                  <a:lnTo>
                    <a:pt x="374903" y="303275"/>
                  </a:lnTo>
                  <a:lnTo>
                    <a:pt x="393191" y="294131"/>
                  </a:lnTo>
                  <a:lnTo>
                    <a:pt x="409955" y="283463"/>
                  </a:lnTo>
                  <a:lnTo>
                    <a:pt x="426719" y="271271"/>
                  </a:lnTo>
                  <a:lnTo>
                    <a:pt x="431291" y="266699"/>
                  </a:lnTo>
                  <a:close/>
                </a:path>
                <a:path w="483235" h="330835">
                  <a:moveTo>
                    <a:pt x="483107" y="173735"/>
                  </a:moveTo>
                  <a:lnTo>
                    <a:pt x="483107" y="170687"/>
                  </a:lnTo>
                  <a:lnTo>
                    <a:pt x="457199" y="170687"/>
                  </a:ln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48055" y="205739"/>
                  </a:lnTo>
                  <a:lnTo>
                    <a:pt x="432815" y="230123"/>
                  </a:lnTo>
                  <a:lnTo>
                    <a:pt x="431291" y="231647"/>
                  </a:lnTo>
                  <a:lnTo>
                    <a:pt x="451103" y="248411"/>
                  </a:lnTo>
                  <a:lnTo>
                    <a:pt x="452627" y="245363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338327" y="316991"/>
                  </a:moveTo>
                  <a:lnTo>
                    <a:pt x="330707" y="292607"/>
                  </a:lnTo>
                  <a:lnTo>
                    <a:pt x="326135" y="294131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59079" y="304799"/>
                  </a:lnTo>
                  <a:lnTo>
                    <a:pt x="259079" y="329183"/>
                  </a:lnTo>
                  <a:lnTo>
                    <a:pt x="266699" y="329183"/>
                  </a:lnTo>
                  <a:lnTo>
                    <a:pt x="289559" y="327659"/>
                  </a:lnTo>
                  <a:lnTo>
                    <a:pt x="312419" y="323087"/>
                  </a:lnTo>
                  <a:lnTo>
                    <a:pt x="333755" y="318515"/>
                  </a:lnTo>
                  <a:lnTo>
                    <a:pt x="338327" y="316991"/>
                  </a:lnTo>
                  <a:close/>
                </a:path>
                <a:path w="483235" h="330835">
                  <a:moveTo>
                    <a:pt x="234695" y="304799"/>
                  </a:moveTo>
                  <a:lnTo>
                    <a:pt x="217931" y="304799"/>
                  </a:lnTo>
                  <a:lnTo>
                    <a:pt x="175259" y="298703"/>
                  </a:lnTo>
                  <a:lnTo>
                    <a:pt x="161543" y="294131"/>
                  </a:lnTo>
                  <a:lnTo>
                    <a:pt x="155447" y="320039"/>
                  </a:lnTo>
                  <a:lnTo>
                    <a:pt x="193547" y="327659"/>
                  </a:lnTo>
                  <a:lnTo>
                    <a:pt x="217931" y="329183"/>
                  </a:lnTo>
                  <a:lnTo>
                    <a:pt x="233171" y="330707"/>
                  </a:lnTo>
                  <a:lnTo>
                    <a:pt x="234695" y="304799"/>
                  </a:lnTo>
                  <a:close/>
                </a:path>
                <a:path w="483235" h="330835">
                  <a:moveTo>
                    <a:pt x="137159" y="288035"/>
                  </a:moveTo>
                  <a:lnTo>
                    <a:pt x="137159" y="286511"/>
                  </a:lnTo>
                  <a:lnTo>
                    <a:pt x="118871" y="280415"/>
                  </a:lnTo>
                  <a:lnTo>
                    <a:pt x="102107" y="271271"/>
                  </a:lnTo>
                  <a:lnTo>
                    <a:pt x="86867" y="262127"/>
                  </a:lnTo>
                  <a:lnTo>
                    <a:pt x="74675" y="252983"/>
                  </a:lnTo>
                  <a:lnTo>
                    <a:pt x="59435" y="274319"/>
                  </a:lnTo>
                  <a:lnTo>
                    <a:pt x="73151" y="283463"/>
                  </a:lnTo>
                  <a:lnTo>
                    <a:pt x="89915" y="294131"/>
                  </a:lnTo>
                  <a:lnTo>
                    <a:pt x="108203" y="303275"/>
                  </a:lnTo>
                  <a:lnTo>
                    <a:pt x="128015" y="310895"/>
                  </a:lnTo>
                  <a:lnTo>
                    <a:pt x="129539" y="312419"/>
                  </a:lnTo>
                  <a:lnTo>
                    <a:pt x="137159" y="288035"/>
                  </a:lnTo>
                  <a:close/>
                </a:path>
                <a:path w="483235" h="330835">
                  <a:moveTo>
                    <a:pt x="57911" y="237743"/>
                  </a:moveTo>
                  <a:lnTo>
                    <a:pt x="50291" y="230123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1523" y="181355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30479" y="246887"/>
                  </a:lnTo>
                  <a:lnTo>
                    <a:pt x="39623" y="254507"/>
                  </a:lnTo>
                  <a:lnTo>
                    <a:pt x="57911" y="2377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89491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1991" y="5137403"/>
              <a:ext cx="596265" cy="318770"/>
            </a:xfrm>
            <a:custGeom>
              <a:avLst/>
              <a:gdLst/>
              <a:ahLst/>
              <a:cxnLst/>
              <a:rect l="l" t="t" r="r" b="b"/>
              <a:pathLst>
                <a:path w="596264" h="318770">
                  <a:moveTo>
                    <a:pt x="53339" y="100583"/>
                  </a:moveTo>
                  <a:lnTo>
                    <a:pt x="35051" y="83819"/>
                  </a:lnTo>
                  <a:lnTo>
                    <a:pt x="32003" y="86867"/>
                  </a:lnTo>
                  <a:lnTo>
                    <a:pt x="19811" y="102107"/>
                  </a:lnTo>
                  <a:lnTo>
                    <a:pt x="10667" y="117347"/>
                  </a:lnTo>
                  <a:lnTo>
                    <a:pt x="6095" y="126491"/>
                  </a:lnTo>
                  <a:lnTo>
                    <a:pt x="4571" y="134111"/>
                  </a:lnTo>
                  <a:lnTo>
                    <a:pt x="1523" y="143255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30479" y="134111"/>
                  </a:lnTo>
                  <a:lnTo>
                    <a:pt x="36575" y="121919"/>
                  </a:lnTo>
                  <a:lnTo>
                    <a:pt x="50291" y="103631"/>
                  </a:lnTo>
                  <a:lnTo>
                    <a:pt x="53339" y="100583"/>
                  </a:lnTo>
                  <a:close/>
                </a:path>
                <a:path w="596264" h="318770">
                  <a:moveTo>
                    <a:pt x="50291" y="214883"/>
                  </a:moveTo>
                  <a:lnTo>
                    <a:pt x="50291" y="213359"/>
                  </a:lnTo>
                  <a:lnTo>
                    <a:pt x="45719" y="207263"/>
                  </a:lnTo>
                  <a:lnTo>
                    <a:pt x="39623" y="202691"/>
                  </a:lnTo>
                  <a:lnTo>
                    <a:pt x="33527" y="190499"/>
                  </a:lnTo>
                  <a:lnTo>
                    <a:pt x="30479" y="182879"/>
                  </a:lnTo>
                  <a:lnTo>
                    <a:pt x="28955" y="178307"/>
                  </a:lnTo>
                  <a:lnTo>
                    <a:pt x="25907" y="170687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0" y="169163"/>
                  </a:lnTo>
                  <a:lnTo>
                    <a:pt x="1523" y="176783"/>
                  </a:lnTo>
                  <a:lnTo>
                    <a:pt x="4571" y="185927"/>
                  </a:lnTo>
                  <a:lnTo>
                    <a:pt x="7619" y="193547"/>
                  </a:lnTo>
                  <a:lnTo>
                    <a:pt x="10667" y="202691"/>
                  </a:lnTo>
                  <a:lnTo>
                    <a:pt x="19811" y="217931"/>
                  </a:lnTo>
                  <a:lnTo>
                    <a:pt x="25907" y="224027"/>
                  </a:lnTo>
                  <a:lnTo>
                    <a:pt x="32003" y="231647"/>
                  </a:lnTo>
                  <a:lnTo>
                    <a:pt x="33527" y="233171"/>
                  </a:lnTo>
                  <a:lnTo>
                    <a:pt x="50291" y="214883"/>
                  </a:lnTo>
                  <a:close/>
                </a:path>
                <a:path w="596264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596264" h="318770">
                  <a:moveTo>
                    <a:pt x="132587" y="265175"/>
                  </a:moveTo>
                  <a:lnTo>
                    <a:pt x="121919" y="260603"/>
                  </a:lnTo>
                  <a:lnTo>
                    <a:pt x="102107" y="251459"/>
                  </a:lnTo>
                  <a:lnTo>
                    <a:pt x="83819" y="240791"/>
                  </a:lnTo>
                  <a:lnTo>
                    <a:pt x="68579" y="230123"/>
                  </a:lnTo>
                  <a:lnTo>
                    <a:pt x="53339" y="249935"/>
                  </a:lnTo>
                  <a:lnTo>
                    <a:pt x="91439" y="274319"/>
                  </a:lnTo>
                  <a:lnTo>
                    <a:pt x="123443" y="288035"/>
                  </a:lnTo>
                  <a:lnTo>
                    <a:pt x="132587" y="265175"/>
                  </a:lnTo>
                  <a:close/>
                </a:path>
                <a:path w="596264" h="318770">
                  <a:moveTo>
                    <a:pt x="135635" y="53339"/>
                  </a:moveTo>
                  <a:lnTo>
                    <a:pt x="126491" y="28955"/>
                  </a:lnTo>
                  <a:lnTo>
                    <a:pt x="111251" y="35051"/>
                  </a:lnTo>
                  <a:lnTo>
                    <a:pt x="89915" y="44195"/>
                  </a:lnTo>
                  <a:lnTo>
                    <a:pt x="71627" y="56387"/>
                  </a:lnTo>
                  <a:lnTo>
                    <a:pt x="56387" y="65531"/>
                  </a:lnTo>
                  <a:lnTo>
                    <a:pt x="71627" y="86867"/>
                  </a:lnTo>
                  <a:lnTo>
                    <a:pt x="85343" y="76199"/>
                  </a:lnTo>
                  <a:lnTo>
                    <a:pt x="102107" y="67055"/>
                  </a:lnTo>
                  <a:lnTo>
                    <a:pt x="121919" y="57911"/>
                  </a:lnTo>
                  <a:lnTo>
                    <a:pt x="135635" y="53339"/>
                  </a:lnTo>
                  <a:close/>
                </a:path>
                <a:path w="596264" h="318770">
                  <a:moveTo>
                    <a:pt x="231647" y="30479"/>
                  </a:moveTo>
                  <a:lnTo>
                    <a:pt x="228599" y="4571"/>
                  </a:lnTo>
                  <a:lnTo>
                    <a:pt x="211835" y="7619"/>
                  </a:lnTo>
                  <a:lnTo>
                    <a:pt x="184403" y="12191"/>
                  </a:lnTo>
                  <a:lnTo>
                    <a:pt x="158495" y="18287"/>
                  </a:lnTo>
                  <a:lnTo>
                    <a:pt x="152399" y="21335"/>
                  </a:lnTo>
                  <a:lnTo>
                    <a:pt x="158495" y="44195"/>
                  </a:lnTo>
                  <a:lnTo>
                    <a:pt x="166115" y="42671"/>
                  </a:lnTo>
                  <a:lnTo>
                    <a:pt x="190499" y="36575"/>
                  </a:lnTo>
                  <a:lnTo>
                    <a:pt x="216407" y="32003"/>
                  </a:lnTo>
                  <a:lnTo>
                    <a:pt x="231647" y="30479"/>
                  </a:lnTo>
                  <a:close/>
                </a:path>
                <a:path w="596264" h="318770">
                  <a:moveTo>
                    <a:pt x="332231" y="1523"/>
                  </a:moveTo>
                  <a:lnTo>
                    <a:pt x="327659" y="1523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54507" y="1523"/>
                  </a:lnTo>
                  <a:lnTo>
                    <a:pt x="256031" y="27431"/>
                  </a:lnTo>
                  <a:lnTo>
                    <a:pt x="269747" y="25907"/>
                  </a:lnTo>
                  <a:lnTo>
                    <a:pt x="330707" y="25907"/>
                  </a:lnTo>
                  <a:lnTo>
                    <a:pt x="332231" y="1523"/>
                  </a:lnTo>
                  <a:close/>
                </a:path>
                <a:path w="596264" h="318770">
                  <a:moveTo>
                    <a:pt x="434339" y="16763"/>
                  </a:moveTo>
                  <a:lnTo>
                    <a:pt x="413003" y="12191"/>
                  </a:lnTo>
                  <a:lnTo>
                    <a:pt x="358139" y="3047"/>
                  </a:lnTo>
                  <a:lnTo>
                    <a:pt x="355091" y="28955"/>
                  </a:lnTo>
                  <a:lnTo>
                    <a:pt x="382523" y="32003"/>
                  </a:lnTo>
                  <a:lnTo>
                    <a:pt x="406907" y="36575"/>
                  </a:lnTo>
                  <a:lnTo>
                    <a:pt x="428243" y="42671"/>
                  </a:lnTo>
                  <a:lnTo>
                    <a:pt x="434339" y="16763"/>
                  </a:lnTo>
                  <a:close/>
                </a:path>
                <a:path w="596264" h="318770">
                  <a:moveTo>
                    <a:pt x="531875" y="59435"/>
                  </a:moveTo>
                  <a:lnTo>
                    <a:pt x="525779" y="54863"/>
                  </a:lnTo>
                  <a:lnTo>
                    <a:pt x="505967" y="44195"/>
                  </a:lnTo>
                  <a:lnTo>
                    <a:pt x="484631" y="35051"/>
                  </a:lnTo>
                  <a:lnTo>
                    <a:pt x="461771" y="25907"/>
                  </a:lnTo>
                  <a:lnTo>
                    <a:pt x="460247" y="24383"/>
                  </a:lnTo>
                  <a:lnTo>
                    <a:pt x="452627" y="48767"/>
                  </a:lnTo>
                  <a:lnTo>
                    <a:pt x="454151" y="50291"/>
                  </a:lnTo>
                  <a:lnTo>
                    <a:pt x="475487" y="57911"/>
                  </a:lnTo>
                  <a:lnTo>
                    <a:pt x="495299" y="67055"/>
                  </a:lnTo>
                  <a:lnTo>
                    <a:pt x="513587" y="77723"/>
                  </a:lnTo>
                  <a:lnTo>
                    <a:pt x="516635" y="80771"/>
                  </a:lnTo>
                  <a:lnTo>
                    <a:pt x="531875" y="59435"/>
                  </a:lnTo>
                  <a:close/>
                </a:path>
                <a:path w="596264" h="318770">
                  <a:moveTo>
                    <a:pt x="595883" y="146303"/>
                  </a:moveTo>
                  <a:lnTo>
                    <a:pt x="595883" y="141731"/>
                  </a:lnTo>
                  <a:lnTo>
                    <a:pt x="592835" y="132587"/>
                  </a:lnTo>
                  <a:lnTo>
                    <a:pt x="586739" y="117347"/>
                  </a:lnTo>
                  <a:lnTo>
                    <a:pt x="582167" y="108203"/>
                  </a:lnTo>
                  <a:lnTo>
                    <a:pt x="577595" y="100583"/>
                  </a:lnTo>
                  <a:lnTo>
                    <a:pt x="571499" y="94487"/>
                  </a:lnTo>
                  <a:lnTo>
                    <a:pt x="565403" y="86867"/>
                  </a:lnTo>
                  <a:lnTo>
                    <a:pt x="553211" y="74675"/>
                  </a:lnTo>
                  <a:lnTo>
                    <a:pt x="536447" y="94487"/>
                  </a:lnTo>
                  <a:lnTo>
                    <a:pt x="547115" y="105155"/>
                  </a:lnTo>
                  <a:lnTo>
                    <a:pt x="551687" y="111251"/>
                  </a:lnTo>
                  <a:lnTo>
                    <a:pt x="557783" y="117347"/>
                  </a:lnTo>
                  <a:lnTo>
                    <a:pt x="566927" y="135635"/>
                  </a:lnTo>
                  <a:lnTo>
                    <a:pt x="569975" y="147827"/>
                  </a:lnTo>
                  <a:lnTo>
                    <a:pt x="571499" y="150875"/>
                  </a:lnTo>
                  <a:lnTo>
                    <a:pt x="595883" y="146303"/>
                  </a:lnTo>
                  <a:close/>
                </a:path>
                <a:path w="596264" h="318770">
                  <a:moveTo>
                    <a:pt x="595883" y="176783"/>
                  </a:moveTo>
                  <a:lnTo>
                    <a:pt x="595883" y="175259"/>
                  </a:lnTo>
                  <a:lnTo>
                    <a:pt x="569975" y="172211"/>
                  </a:lnTo>
                  <a:lnTo>
                    <a:pt x="566927" y="184403"/>
                  </a:lnTo>
                  <a:lnTo>
                    <a:pt x="560831" y="196595"/>
                  </a:lnTo>
                  <a:lnTo>
                    <a:pt x="547115" y="214883"/>
                  </a:lnTo>
                  <a:lnTo>
                    <a:pt x="541019" y="220979"/>
                  </a:lnTo>
                  <a:lnTo>
                    <a:pt x="533399" y="227075"/>
                  </a:lnTo>
                  <a:lnTo>
                    <a:pt x="550163" y="245363"/>
                  </a:lnTo>
                  <a:lnTo>
                    <a:pt x="577595" y="216407"/>
                  </a:lnTo>
                  <a:lnTo>
                    <a:pt x="592835" y="184403"/>
                  </a:lnTo>
                  <a:lnTo>
                    <a:pt x="595883" y="176783"/>
                  </a:lnTo>
                  <a:close/>
                </a:path>
                <a:path w="596264" h="318770">
                  <a:moveTo>
                    <a:pt x="528827" y="262127"/>
                  </a:moveTo>
                  <a:lnTo>
                    <a:pt x="513587" y="240791"/>
                  </a:lnTo>
                  <a:lnTo>
                    <a:pt x="512063" y="242315"/>
                  </a:lnTo>
                  <a:lnTo>
                    <a:pt x="475487" y="260603"/>
                  </a:lnTo>
                  <a:lnTo>
                    <a:pt x="454151" y="268223"/>
                  </a:lnTo>
                  <a:lnTo>
                    <a:pt x="448055" y="271271"/>
                  </a:lnTo>
                  <a:lnTo>
                    <a:pt x="455675" y="294131"/>
                  </a:lnTo>
                  <a:lnTo>
                    <a:pt x="463295" y="292607"/>
                  </a:lnTo>
                  <a:lnTo>
                    <a:pt x="486155" y="283463"/>
                  </a:lnTo>
                  <a:lnTo>
                    <a:pt x="507491" y="274319"/>
                  </a:lnTo>
                  <a:lnTo>
                    <a:pt x="525779" y="263651"/>
                  </a:lnTo>
                  <a:lnTo>
                    <a:pt x="528827" y="262127"/>
                  </a:lnTo>
                  <a:close/>
                </a:path>
                <a:path w="596264" h="318770">
                  <a:moveTo>
                    <a:pt x="431291" y="301751"/>
                  </a:moveTo>
                  <a:lnTo>
                    <a:pt x="425195" y="277367"/>
                  </a:lnTo>
                  <a:lnTo>
                    <a:pt x="406907" y="281939"/>
                  </a:lnTo>
                  <a:lnTo>
                    <a:pt x="355091" y="291083"/>
                  </a:lnTo>
                  <a:lnTo>
                    <a:pt x="352043" y="291083"/>
                  </a:lnTo>
                  <a:lnTo>
                    <a:pt x="353567" y="315467"/>
                  </a:lnTo>
                  <a:lnTo>
                    <a:pt x="358139" y="315467"/>
                  </a:lnTo>
                  <a:lnTo>
                    <a:pt x="385571" y="312419"/>
                  </a:lnTo>
                  <a:lnTo>
                    <a:pt x="413003" y="306323"/>
                  </a:lnTo>
                  <a:lnTo>
                    <a:pt x="431291" y="301751"/>
                  </a:lnTo>
                  <a:close/>
                </a:path>
                <a:path w="596264" h="318770">
                  <a:moveTo>
                    <a:pt x="327659" y="318515"/>
                  </a:moveTo>
                  <a:lnTo>
                    <a:pt x="327659" y="292607"/>
                  </a:lnTo>
                  <a:lnTo>
                    <a:pt x="269747" y="292607"/>
                  </a:lnTo>
                  <a:lnTo>
                    <a:pt x="252983" y="291083"/>
                  </a:lnTo>
                  <a:lnTo>
                    <a:pt x="249935" y="316991"/>
                  </a:lnTo>
                  <a:lnTo>
                    <a:pt x="269747" y="318515"/>
                  </a:lnTo>
                  <a:lnTo>
                    <a:pt x="327659" y="318515"/>
                  </a:lnTo>
                  <a:close/>
                </a:path>
                <a:path w="596264" h="318770">
                  <a:moveTo>
                    <a:pt x="228599" y="288035"/>
                  </a:moveTo>
                  <a:lnTo>
                    <a:pt x="214883" y="286511"/>
                  </a:lnTo>
                  <a:lnTo>
                    <a:pt x="190499" y="281939"/>
                  </a:lnTo>
                  <a:lnTo>
                    <a:pt x="166115" y="275843"/>
                  </a:lnTo>
                  <a:lnTo>
                    <a:pt x="155447" y="272795"/>
                  </a:lnTo>
                  <a:lnTo>
                    <a:pt x="147827" y="297179"/>
                  </a:lnTo>
                  <a:lnTo>
                    <a:pt x="184403" y="306323"/>
                  </a:lnTo>
                  <a:lnTo>
                    <a:pt x="211835" y="312419"/>
                  </a:lnTo>
                  <a:lnTo>
                    <a:pt x="224027" y="313943"/>
                  </a:lnTo>
                  <a:lnTo>
                    <a:pt x="228599" y="2880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9801" y="4613149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22990" y="6533390"/>
              <a:ext cx="597535" cy="405765"/>
            </a:xfrm>
            <a:custGeom>
              <a:avLst/>
              <a:gdLst/>
              <a:ahLst/>
              <a:cxnLst/>
              <a:rect l="l" t="t" r="r" b="b"/>
              <a:pathLst>
                <a:path w="597535" h="405765">
                  <a:moveTo>
                    <a:pt x="45719" y="137159"/>
                  </a:moveTo>
                  <a:lnTo>
                    <a:pt x="22859" y="123443"/>
                  </a:lnTo>
                  <a:lnTo>
                    <a:pt x="18287" y="131063"/>
                  </a:lnTo>
                  <a:lnTo>
                    <a:pt x="13715" y="141731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0687"/>
                  </a:lnTo>
                  <a:lnTo>
                    <a:pt x="0" y="192023"/>
                  </a:lnTo>
                  <a:lnTo>
                    <a:pt x="0" y="202691"/>
                  </a:lnTo>
                  <a:lnTo>
                    <a:pt x="25907" y="202691"/>
                  </a:lnTo>
                  <a:lnTo>
                    <a:pt x="25907" y="193547"/>
                  </a:lnTo>
                  <a:lnTo>
                    <a:pt x="27431" y="184403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0875"/>
                  </a:lnTo>
                  <a:lnTo>
                    <a:pt x="41147" y="143255"/>
                  </a:lnTo>
                  <a:lnTo>
                    <a:pt x="45719" y="137159"/>
                  </a:lnTo>
                  <a:close/>
                </a:path>
                <a:path w="597535" h="405765">
                  <a:moveTo>
                    <a:pt x="114299" y="73151"/>
                  </a:moveTo>
                  <a:lnTo>
                    <a:pt x="100583" y="50291"/>
                  </a:lnTo>
                  <a:lnTo>
                    <a:pt x="88391" y="57911"/>
                  </a:lnTo>
                  <a:lnTo>
                    <a:pt x="70103" y="71627"/>
                  </a:lnTo>
                  <a:lnTo>
                    <a:pt x="51815" y="88391"/>
                  </a:lnTo>
                  <a:lnTo>
                    <a:pt x="39623" y="102107"/>
                  </a:lnTo>
                  <a:lnTo>
                    <a:pt x="57911" y="118871"/>
                  </a:lnTo>
                  <a:lnTo>
                    <a:pt x="71627" y="105155"/>
                  </a:lnTo>
                  <a:lnTo>
                    <a:pt x="86867" y="91439"/>
                  </a:lnTo>
                  <a:lnTo>
                    <a:pt x="103631" y="77723"/>
                  </a:lnTo>
                  <a:lnTo>
                    <a:pt x="114299" y="73151"/>
                  </a:lnTo>
                  <a:close/>
                </a:path>
                <a:path w="597535" h="405765">
                  <a:moveTo>
                    <a:pt x="204215" y="36575"/>
                  </a:moveTo>
                  <a:lnTo>
                    <a:pt x="198119" y="12191"/>
                  </a:lnTo>
                  <a:lnTo>
                    <a:pt x="182879" y="15239"/>
                  </a:lnTo>
                  <a:lnTo>
                    <a:pt x="156971" y="22859"/>
                  </a:lnTo>
                  <a:lnTo>
                    <a:pt x="132587" y="33527"/>
                  </a:lnTo>
                  <a:lnTo>
                    <a:pt x="123443" y="38099"/>
                  </a:lnTo>
                  <a:lnTo>
                    <a:pt x="135635" y="60959"/>
                  </a:lnTo>
                  <a:lnTo>
                    <a:pt x="144779" y="56387"/>
                  </a:lnTo>
                  <a:lnTo>
                    <a:pt x="167639" y="47243"/>
                  </a:lnTo>
                  <a:lnTo>
                    <a:pt x="192023" y="39623"/>
                  </a:lnTo>
                  <a:lnTo>
                    <a:pt x="204215" y="36575"/>
                  </a:lnTo>
                  <a:close/>
                </a:path>
                <a:path w="597535" h="405765">
                  <a:moveTo>
                    <a:pt x="301751" y="24383"/>
                  </a:moveTo>
                  <a:lnTo>
                    <a:pt x="301751" y="0"/>
                  </a:lnTo>
                  <a:lnTo>
                    <a:pt x="268223" y="0"/>
                  </a:lnTo>
                  <a:lnTo>
                    <a:pt x="239267" y="3047"/>
                  </a:lnTo>
                  <a:lnTo>
                    <a:pt x="224027" y="6095"/>
                  </a:lnTo>
                  <a:lnTo>
                    <a:pt x="228599" y="3200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298703" y="24383"/>
                  </a:lnTo>
                  <a:lnTo>
                    <a:pt x="301751" y="24383"/>
                  </a:lnTo>
                  <a:close/>
                </a:path>
                <a:path w="597535" h="405765">
                  <a:moveTo>
                    <a:pt x="405383" y="13715"/>
                  </a:moveTo>
                  <a:lnTo>
                    <a:pt x="385571" y="9143"/>
                  </a:lnTo>
                  <a:lnTo>
                    <a:pt x="358139" y="3047"/>
                  </a:lnTo>
                  <a:lnTo>
                    <a:pt x="327659" y="0"/>
                  </a:lnTo>
                  <a:lnTo>
                    <a:pt x="326135" y="25907"/>
                  </a:lnTo>
                  <a:lnTo>
                    <a:pt x="327659" y="25907"/>
                  </a:lnTo>
                  <a:lnTo>
                    <a:pt x="355091" y="28955"/>
                  </a:lnTo>
                  <a:lnTo>
                    <a:pt x="380999" y="33527"/>
                  </a:lnTo>
                  <a:lnTo>
                    <a:pt x="399287" y="38099"/>
                  </a:lnTo>
                  <a:lnTo>
                    <a:pt x="405383" y="13715"/>
                  </a:lnTo>
                  <a:close/>
                </a:path>
                <a:path w="597535" h="405765">
                  <a:moveTo>
                    <a:pt x="501395" y="54863"/>
                  </a:moveTo>
                  <a:lnTo>
                    <a:pt x="486155" y="44195"/>
                  </a:lnTo>
                  <a:lnTo>
                    <a:pt x="463295" y="33527"/>
                  </a:lnTo>
                  <a:lnTo>
                    <a:pt x="438911" y="22859"/>
                  </a:lnTo>
                  <a:lnTo>
                    <a:pt x="431291" y="21335"/>
                  </a:lnTo>
                  <a:lnTo>
                    <a:pt x="422147" y="44195"/>
                  </a:lnTo>
                  <a:lnTo>
                    <a:pt x="431291" y="47243"/>
                  </a:lnTo>
                  <a:lnTo>
                    <a:pt x="454151" y="56387"/>
                  </a:lnTo>
                  <a:lnTo>
                    <a:pt x="473963" y="67055"/>
                  </a:lnTo>
                  <a:lnTo>
                    <a:pt x="489203" y="76199"/>
                  </a:lnTo>
                  <a:lnTo>
                    <a:pt x="501395" y="54863"/>
                  </a:lnTo>
                  <a:close/>
                </a:path>
                <a:path w="597535" h="405765">
                  <a:moveTo>
                    <a:pt x="577595" y="129539"/>
                  </a:moveTo>
                  <a:lnTo>
                    <a:pt x="544067" y="86867"/>
                  </a:lnTo>
                  <a:lnTo>
                    <a:pt x="527303" y="71627"/>
                  </a:lnTo>
                  <a:lnTo>
                    <a:pt x="524255" y="68579"/>
                  </a:lnTo>
                  <a:lnTo>
                    <a:pt x="509015" y="89915"/>
                  </a:lnTo>
                  <a:lnTo>
                    <a:pt x="512063" y="91439"/>
                  </a:lnTo>
                  <a:lnTo>
                    <a:pt x="527303" y="105155"/>
                  </a:lnTo>
                  <a:lnTo>
                    <a:pt x="541019" y="120395"/>
                  </a:lnTo>
                  <a:lnTo>
                    <a:pt x="545591" y="128015"/>
                  </a:lnTo>
                  <a:lnTo>
                    <a:pt x="551687" y="135635"/>
                  </a:lnTo>
                  <a:lnTo>
                    <a:pt x="556259" y="143255"/>
                  </a:lnTo>
                  <a:lnTo>
                    <a:pt x="577595" y="129539"/>
                  </a:lnTo>
                  <a:close/>
                </a:path>
                <a:path w="597535" h="405765">
                  <a:moveTo>
                    <a:pt x="597407" y="202691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0019"/>
                  </a:lnTo>
                  <a:lnTo>
                    <a:pt x="588263" y="155447"/>
                  </a:lnTo>
                  <a:lnTo>
                    <a:pt x="565403" y="163067"/>
                  </a:lnTo>
                  <a:lnTo>
                    <a:pt x="566927" y="169163"/>
                  </a:lnTo>
                  <a:lnTo>
                    <a:pt x="568451" y="176783"/>
                  </a:lnTo>
                  <a:lnTo>
                    <a:pt x="571499" y="195071"/>
                  </a:lnTo>
                  <a:lnTo>
                    <a:pt x="571499" y="202691"/>
                  </a:lnTo>
                  <a:lnTo>
                    <a:pt x="597407" y="202691"/>
                  </a:lnTo>
                  <a:close/>
                </a:path>
                <a:path w="597535" h="405765">
                  <a:moveTo>
                    <a:pt x="597407" y="213359"/>
                  </a:moveTo>
                  <a:lnTo>
                    <a:pt x="597407" y="202691"/>
                  </a:lnTo>
                  <a:lnTo>
                    <a:pt x="571499" y="202691"/>
                  </a:lnTo>
                  <a:lnTo>
                    <a:pt x="571499" y="211835"/>
                  </a:lnTo>
                  <a:lnTo>
                    <a:pt x="569975" y="220979"/>
                  </a:lnTo>
                  <a:lnTo>
                    <a:pt x="568451" y="228599"/>
                  </a:lnTo>
                  <a:lnTo>
                    <a:pt x="568451" y="231647"/>
                  </a:lnTo>
                  <a:lnTo>
                    <a:pt x="592835" y="23774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5" h="405765">
                  <a:moveTo>
                    <a:pt x="583691" y="265175"/>
                  </a:moveTo>
                  <a:lnTo>
                    <a:pt x="583691" y="263651"/>
                  </a:lnTo>
                  <a:lnTo>
                    <a:pt x="560831" y="252983"/>
                  </a:lnTo>
                  <a:lnTo>
                    <a:pt x="559307" y="254507"/>
                  </a:lnTo>
                  <a:lnTo>
                    <a:pt x="556259" y="262127"/>
                  </a:lnTo>
                  <a:lnTo>
                    <a:pt x="551687" y="269747"/>
                  </a:lnTo>
                  <a:lnTo>
                    <a:pt x="545591" y="278891"/>
                  </a:lnTo>
                  <a:lnTo>
                    <a:pt x="539495" y="286511"/>
                  </a:lnTo>
                  <a:lnTo>
                    <a:pt x="525779" y="300227"/>
                  </a:lnTo>
                  <a:lnTo>
                    <a:pt x="516635" y="307847"/>
                  </a:lnTo>
                  <a:lnTo>
                    <a:pt x="534923" y="327659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9119" y="274319"/>
                  </a:lnTo>
                  <a:lnTo>
                    <a:pt x="583691" y="265175"/>
                  </a:lnTo>
                  <a:close/>
                </a:path>
                <a:path w="597535" h="405765">
                  <a:moveTo>
                    <a:pt x="513587" y="344423"/>
                  </a:moveTo>
                  <a:lnTo>
                    <a:pt x="498347" y="323087"/>
                  </a:lnTo>
                  <a:lnTo>
                    <a:pt x="493775" y="327659"/>
                  </a:lnTo>
                  <a:lnTo>
                    <a:pt x="473963" y="338327"/>
                  </a:lnTo>
                  <a:lnTo>
                    <a:pt x="452627" y="348995"/>
                  </a:lnTo>
                  <a:lnTo>
                    <a:pt x="434339" y="356615"/>
                  </a:lnTo>
                  <a:lnTo>
                    <a:pt x="443483" y="380999"/>
                  </a:lnTo>
                  <a:lnTo>
                    <a:pt x="463295" y="371855"/>
                  </a:lnTo>
                  <a:lnTo>
                    <a:pt x="487679" y="361187"/>
                  </a:lnTo>
                  <a:lnTo>
                    <a:pt x="507491" y="347471"/>
                  </a:lnTo>
                  <a:lnTo>
                    <a:pt x="513587" y="344423"/>
                  </a:lnTo>
                  <a:close/>
                </a:path>
                <a:path w="597535" h="405765">
                  <a:moveTo>
                    <a:pt x="417575" y="388619"/>
                  </a:moveTo>
                  <a:lnTo>
                    <a:pt x="409955" y="364235"/>
                  </a:lnTo>
                  <a:lnTo>
                    <a:pt x="405383" y="365759"/>
                  </a:lnTo>
                  <a:lnTo>
                    <a:pt x="380999" y="371855"/>
                  </a:lnTo>
                  <a:lnTo>
                    <a:pt x="353567" y="376427"/>
                  </a:lnTo>
                  <a:lnTo>
                    <a:pt x="338327" y="377951"/>
                  </a:lnTo>
                  <a:lnTo>
                    <a:pt x="341375" y="403859"/>
                  </a:lnTo>
                  <a:lnTo>
                    <a:pt x="358139" y="402335"/>
                  </a:lnTo>
                  <a:lnTo>
                    <a:pt x="387095" y="397763"/>
                  </a:lnTo>
                  <a:lnTo>
                    <a:pt x="414527" y="390143"/>
                  </a:lnTo>
                  <a:lnTo>
                    <a:pt x="417575" y="388619"/>
                  </a:lnTo>
                  <a:close/>
                </a:path>
                <a:path w="597535" h="405765">
                  <a:moveTo>
                    <a:pt x="315467" y="405383"/>
                  </a:moveTo>
                  <a:lnTo>
                    <a:pt x="313943" y="379475"/>
                  </a:lnTo>
                  <a:lnTo>
                    <a:pt x="298703" y="380999"/>
                  </a:lnTo>
                  <a:lnTo>
                    <a:pt x="269747" y="379475"/>
                  </a:lnTo>
                  <a:lnTo>
                    <a:pt x="242315" y="376427"/>
                  </a:lnTo>
                  <a:lnTo>
                    <a:pt x="240791" y="376427"/>
                  </a:lnTo>
                  <a:lnTo>
                    <a:pt x="236219" y="400811"/>
                  </a:lnTo>
                  <a:lnTo>
                    <a:pt x="239267" y="402335"/>
                  </a:lnTo>
                  <a:lnTo>
                    <a:pt x="269747" y="405383"/>
                  </a:lnTo>
                  <a:lnTo>
                    <a:pt x="315467" y="405383"/>
                  </a:lnTo>
                  <a:close/>
                </a:path>
                <a:path w="597535" h="405765">
                  <a:moveTo>
                    <a:pt x="216407" y="371855"/>
                  </a:moveTo>
                  <a:lnTo>
                    <a:pt x="190499" y="365759"/>
                  </a:lnTo>
                  <a:lnTo>
                    <a:pt x="166115" y="358139"/>
                  </a:lnTo>
                  <a:lnTo>
                    <a:pt x="146303" y="348995"/>
                  </a:lnTo>
                  <a:lnTo>
                    <a:pt x="135635" y="373379"/>
                  </a:lnTo>
                  <a:lnTo>
                    <a:pt x="158495" y="382523"/>
                  </a:lnTo>
                  <a:lnTo>
                    <a:pt x="184403" y="390143"/>
                  </a:lnTo>
                  <a:lnTo>
                    <a:pt x="210311" y="396239"/>
                  </a:lnTo>
                  <a:lnTo>
                    <a:pt x="216407" y="371855"/>
                  </a:lnTo>
                  <a:close/>
                </a:path>
                <a:path w="597535" h="405765">
                  <a:moveTo>
                    <a:pt x="123443" y="338327"/>
                  </a:moveTo>
                  <a:lnTo>
                    <a:pt x="121919" y="338327"/>
                  </a:lnTo>
                  <a:lnTo>
                    <a:pt x="85343" y="313943"/>
                  </a:lnTo>
                  <a:lnTo>
                    <a:pt x="70103" y="300227"/>
                  </a:lnTo>
                  <a:lnTo>
                    <a:pt x="67055" y="295655"/>
                  </a:lnTo>
                  <a:lnTo>
                    <a:pt x="48767" y="313943"/>
                  </a:lnTo>
                  <a:lnTo>
                    <a:pt x="53339" y="318515"/>
                  </a:lnTo>
                  <a:lnTo>
                    <a:pt x="70103" y="333755"/>
                  </a:lnTo>
                  <a:lnTo>
                    <a:pt x="89915" y="348995"/>
                  </a:lnTo>
                  <a:lnTo>
                    <a:pt x="111251" y="361187"/>
                  </a:lnTo>
                  <a:lnTo>
                    <a:pt x="112775" y="361187"/>
                  </a:lnTo>
                  <a:lnTo>
                    <a:pt x="123443" y="338327"/>
                  </a:lnTo>
                  <a:close/>
                </a:path>
                <a:path w="597535" h="405765">
                  <a:moveTo>
                    <a:pt x="51815" y="278891"/>
                  </a:moveTo>
                  <a:lnTo>
                    <a:pt x="30479" y="237743"/>
                  </a:lnTo>
                  <a:lnTo>
                    <a:pt x="27431" y="219455"/>
                  </a:lnTo>
                  <a:lnTo>
                    <a:pt x="25907" y="213359"/>
                  </a:lnTo>
                  <a:lnTo>
                    <a:pt x="1523" y="216407"/>
                  </a:lnTo>
                  <a:lnTo>
                    <a:pt x="1523" y="224027"/>
                  </a:lnTo>
                  <a:lnTo>
                    <a:pt x="4571" y="234695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4319"/>
                  </a:lnTo>
                  <a:lnTo>
                    <a:pt x="24383" y="283463"/>
                  </a:lnTo>
                  <a:lnTo>
                    <a:pt x="30479" y="292607"/>
                  </a:lnTo>
                  <a:lnTo>
                    <a:pt x="51815" y="2788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23803" y="5823203"/>
              <a:ext cx="596265" cy="407034"/>
            </a:xfrm>
            <a:custGeom>
              <a:avLst/>
              <a:gdLst/>
              <a:ahLst/>
              <a:cxnLst/>
              <a:rect l="l" t="t" r="r" b="b"/>
              <a:pathLst>
                <a:path w="596265" h="407035">
                  <a:moveTo>
                    <a:pt x="595883" y="224027"/>
                  </a:moveTo>
                  <a:lnTo>
                    <a:pt x="595883" y="192023"/>
                  </a:lnTo>
                  <a:lnTo>
                    <a:pt x="592835" y="170687"/>
                  </a:lnTo>
                  <a:lnTo>
                    <a:pt x="589787" y="161543"/>
                  </a:lnTo>
                  <a:lnTo>
                    <a:pt x="586739" y="150875"/>
                  </a:lnTo>
                  <a:lnTo>
                    <a:pt x="559307" y="103631"/>
                  </a:lnTo>
                  <a:lnTo>
                    <a:pt x="525779" y="71627"/>
                  </a:lnTo>
                  <a:lnTo>
                    <a:pt x="486155" y="45719"/>
                  </a:lnTo>
                  <a:lnTo>
                    <a:pt x="438911" y="24383"/>
                  </a:lnTo>
                  <a:lnTo>
                    <a:pt x="385571" y="9143"/>
                  </a:lnTo>
                  <a:lnTo>
                    <a:pt x="327659" y="1523"/>
                  </a:lnTo>
                  <a:lnTo>
                    <a:pt x="297179" y="0"/>
                  </a:lnTo>
                  <a:lnTo>
                    <a:pt x="268223" y="1523"/>
                  </a:lnTo>
                  <a:lnTo>
                    <a:pt x="210311" y="9143"/>
                  </a:lnTo>
                  <a:lnTo>
                    <a:pt x="156971" y="24383"/>
                  </a:lnTo>
                  <a:lnTo>
                    <a:pt x="109727" y="45719"/>
                  </a:lnTo>
                  <a:lnTo>
                    <a:pt x="68579" y="73151"/>
                  </a:lnTo>
                  <a:lnTo>
                    <a:pt x="36575" y="105155"/>
                  </a:lnTo>
                  <a:lnTo>
                    <a:pt x="13715" y="141731"/>
                  </a:lnTo>
                  <a:lnTo>
                    <a:pt x="0" y="193547"/>
                  </a:lnTo>
                  <a:lnTo>
                    <a:pt x="0" y="214883"/>
                  </a:lnTo>
                  <a:lnTo>
                    <a:pt x="3047" y="236219"/>
                  </a:lnTo>
                  <a:lnTo>
                    <a:pt x="6095" y="245363"/>
                  </a:lnTo>
                  <a:lnTo>
                    <a:pt x="9143" y="256031"/>
                  </a:lnTo>
                  <a:lnTo>
                    <a:pt x="13715" y="265175"/>
                  </a:lnTo>
                  <a:lnTo>
                    <a:pt x="18287" y="275843"/>
                  </a:lnTo>
                  <a:lnTo>
                    <a:pt x="24383" y="284987"/>
                  </a:lnTo>
                  <a:lnTo>
                    <a:pt x="24383" y="202691"/>
                  </a:lnTo>
                  <a:lnTo>
                    <a:pt x="25907" y="193547"/>
                  </a:lnTo>
                  <a:lnTo>
                    <a:pt x="25907" y="185927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6575" y="152399"/>
                  </a:lnTo>
                  <a:lnTo>
                    <a:pt x="41147" y="143255"/>
                  </a:lnTo>
                  <a:lnTo>
                    <a:pt x="45719" y="135635"/>
                  </a:lnTo>
                  <a:lnTo>
                    <a:pt x="51815" y="128015"/>
                  </a:lnTo>
                  <a:lnTo>
                    <a:pt x="56387" y="120395"/>
                  </a:lnTo>
                  <a:lnTo>
                    <a:pt x="86867" y="91439"/>
                  </a:lnTo>
                  <a:lnTo>
                    <a:pt x="123443" y="67055"/>
                  </a:lnTo>
                  <a:lnTo>
                    <a:pt x="166115" y="47243"/>
                  </a:lnTo>
                  <a:lnTo>
                    <a:pt x="216407" y="33527"/>
                  </a:lnTo>
                  <a:lnTo>
                    <a:pt x="269747" y="25907"/>
                  </a:lnTo>
                  <a:lnTo>
                    <a:pt x="327659" y="25907"/>
                  </a:lnTo>
                  <a:lnTo>
                    <a:pt x="380999" y="33527"/>
                  </a:lnTo>
                  <a:lnTo>
                    <a:pt x="452627" y="57911"/>
                  </a:lnTo>
                  <a:lnTo>
                    <a:pt x="493775" y="79247"/>
                  </a:lnTo>
                  <a:lnTo>
                    <a:pt x="527303" y="106679"/>
                  </a:lnTo>
                  <a:lnTo>
                    <a:pt x="539495" y="121919"/>
                  </a:lnTo>
                  <a:lnTo>
                    <a:pt x="545591" y="128015"/>
                  </a:lnTo>
                  <a:lnTo>
                    <a:pt x="550163" y="137159"/>
                  </a:lnTo>
                  <a:lnTo>
                    <a:pt x="556259" y="144779"/>
                  </a:lnTo>
                  <a:lnTo>
                    <a:pt x="559307" y="152399"/>
                  </a:lnTo>
                  <a:lnTo>
                    <a:pt x="563879" y="161543"/>
                  </a:lnTo>
                  <a:lnTo>
                    <a:pt x="565403" y="169163"/>
                  </a:lnTo>
                  <a:lnTo>
                    <a:pt x="568451" y="178307"/>
                  </a:lnTo>
                  <a:lnTo>
                    <a:pt x="569975" y="185927"/>
                  </a:lnTo>
                  <a:lnTo>
                    <a:pt x="571499" y="195071"/>
                  </a:lnTo>
                  <a:lnTo>
                    <a:pt x="571499" y="285749"/>
                  </a:lnTo>
                  <a:lnTo>
                    <a:pt x="573023" y="283463"/>
                  </a:lnTo>
                  <a:lnTo>
                    <a:pt x="582167" y="265175"/>
                  </a:lnTo>
                  <a:lnTo>
                    <a:pt x="586739" y="254507"/>
                  </a:lnTo>
                  <a:lnTo>
                    <a:pt x="589787" y="245363"/>
                  </a:lnTo>
                  <a:lnTo>
                    <a:pt x="595883" y="224027"/>
                  </a:lnTo>
                  <a:close/>
                </a:path>
                <a:path w="596265" h="407035">
                  <a:moveTo>
                    <a:pt x="571499" y="285749"/>
                  </a:moveTo>
                  <a:lnTo>
                    <a:pt x="571499" y="213359"/>
                  </a:lnTo>
                  <a:lnTo>
                    <a:pt x="569975" y="220979"/>
                  </a:lnTo>
                  <a:lnTo>
                    <a:pt x="568451" y="230123"/>
                  </a:lnTo>
                  <a:lnTo>
                    <a:pt x="565403" y="239267"/>
                  </a:lnTo>
                  <a:lnTo>
                    <a:pt x="545591" y="278891"/>
                  </a:lnTo>
                  <a:lnTo>
                    <a:pt x="510539" y="315467"/>
                  </a:lnTo>
                  <a:lnTo>
                    <a:pt x="473963" y="339851"/>
                  </a:lnTo>
                  <a:lnTo>
                    <a:pt x="429767" y="359663"/>
                  </a:lnTo>
                  <a:lnTo>
                    <a:pt x="379475" y="373379"/>
                  </a:lnTo>
                  <a:lnTo>
                    <a:pt x="326135" y="379475"/>
                  </a:lnTo>
                  <a:lnTo>
                    <a:pt x="297179" y="380999"/>
                  </a:lnTo>
                  <a:lnTo>
                    <a:pt x="269747" y="380999"/>
                  </a:lnTo>
                  <a:lnTo>
                    <a:pt x="214883" y="373379"/>
                  </a:lnTo>
                  <a:lnTo>
                    <a:pt x="166115" y="358139"/>
                  </a:lnTo>
                  <a:lnTo>
                    <a:pt x="121919" y="338327"/>
                  </a:lnTo>
                  <a:lnTo>
                    <a:pt x="85343" y="313943"/>
                  </a:lnTo>
                  <a:lnTo>
                    <a:pt x="56387" y="284987"/>
                  </a:lnTo>
                  <a:lnTo>
                    <a:pt x="50291" y="278891"/>
                  </a:lnTo>
                  <a:lnTo>
                    <a:pt x="45719" y="269747"/>
                  </a:lnTo>
                  <a:lnTo>
                    <a:pt x="36575" y="254507"/>
                  </a:lnTo>
                  <a:lnTo>
                    <a:pt x="33527" y="245363"/>
                  </a:lnTo>
                  <a:lnTo>
                    <a:pt x="30479" y="237743"/>
                  </a:lnTo>
                  <a:lnTo>
                    <a:pt x="27431" y="228599"/>
                  </a:lnTo>
                  <a:lnTo>
                    <a:pt x="25907" y="220979"/>
                  </a:lnTo>
                  <a:lnTo>
                    <a:pt x="25907" y="211835"/>
                  </a:lnTo>
                  <a:lnTo>
                    <a:pt x="24383" y="202691"/>
                  </a:lnTo>
                  <a:lnTo>
                    <a:pt x="24383" y="284987"/>
                  </a:lnTo>
                  <a:lnTo>
                    <a:pt x="30479" y="294131"/>
                  </a:lnTo>
                  <a:lnTo>
                    <a:pt x="70103" y="335279"/>
                  </a:lnTo>
                  <a:lnTo>
                    <a:pt x="111251" y="361187"/>
                  </a:lnTo>
                  <a:lnTo>
                    <a:pt x="158495" y="382523"/>
                  </a:lnTo>
                  <a:lnTo>
                    <a:pt x="211835" y="397763"/>
                  </a:lnTo>
                  <a:lnTo>
                    <a:pt x="268223" y="405383"/>
                  </a:lnTo>
                  <a:lnTo>
                    <a:pt x="298703" y="406907"/>
                  </a:lnTo>
                  <a:lnTo>
                    <a:pt x="329183" y="405383"/>
                  </a:lnTo>
                  <a:lnTo>
                    <a:pt x="385571" y="397763"/>
                  </a:lnTo>
                  <a:lnTo>
                    <a:pt x="438911" y="382523"/>
                  </a:lnTo>
                  <a:lnTo>
                    <a:pt x="486155" y="361187"/>
                  </a:lnTo>
                  <a:lnTo>
                    <a:pt x="527303" y="33375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1499" y="2857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32490" y="5518403"/>
              <a:ext cx="940435" cy="318770"/>
            </a:xfrm>
            <a:custGeom>
              <a:avLst/>
              <a:gdLst/>
              <a:ahLst/>
              <a:cxnLst/>
              <a:rect l="l" t="t" r="r" b="b"/>
              <a:pathLst>
                <a:path w="940434" h="318770">
                  <a:moveTo>
                    <a:pt x="60959" y="109727"/>
                  </a:moveTo>
                  <a:lnTo>
                    <a:pt x="47243" y="88391"/>
                  </a:lnTo>
                  <a:lnTo>
                    <a:pt x="41147" y="92963"/>
                  </a:lnTo>
                  <a:lnTo>
                    <a:pt x="32003" y="100583"/>
                  </a:lnTo>
                  <a:lnTo>
                    <a:pt x="24383" y="106679"/>
                  </a:lnTo>
                  <a:lnTo>
                    <a:pt x="16763" y="115823"/>
                  </a:lnTo>
                  <a:lnTo>
                    <a:pt x="10667" y="123443"/>
                  </a:lnTo>
                  <a:lnTo>
                    <a:pt x="7619" y="131063"/>
                  </a:lnTo>
                  <a:lnTo>
                    <a:pt x="6095" y="131063"/>
                  </a:lnTo>
                  <a:lnTo>
                    <a:pt x="6095" y="132587"/>
                  </a:lnTo>
                  <a:lnTo>
                    <a:pt x="3047" y="141731"/>
                  </a:lnTo>
                  <a:lnTo>
                    <a:pt x="1523" y="149351"/>
                  </a:lnTo>
                  <a:lnTo>
                    <a:pt x="1523" y="150875"/>
                  </a:lnTo>
                  <a:lnTo>
                    <a:pt x="0" y="158495"/>
                  </a:lnTo>
                  <a:lnTo>
                    <a:pt x="25907" y="160019"/>
                  </a:lnTo>
                  <a:lnTo>
                    <a:pt x="25907" y="155447"/>
                  </a:lnTo>
                  <a:lnTo>
                    <a:pt x="27431" y="147827"/>
                  </a:lnTo>
                  <a:lnTo>
                    <a:pt x="28955" y="144779"/>
                  </a:lnTo>
                  <a:lnTo>
                    <a:pt x="28955" y="143255"/>
                  </a:lnTo>
                  <a:lnTo>
                    <a:pt x="33527" y="135635"/>
                  </a:lnTo>
                  <a:lnTo>
                    <a:pt x="38099" y="129539"/>
                  </a:lnTo>
                  <a:lnTo>
                    <a:pt x="48767" y="118871"/>
                  </a:lnTo>
                  <a:lnTo>
                    <a:pt x="56387" y="112775"/>
                  </a:lnTo>
                  <a:lnTo>
                    <a:pt x="60959" y="109727"/>
                  </a:lnTo>
                  <a:close/>
                </a:path>
                <a:path w="940434" h="318770">
                  <a:moveTo>
                    <a:pt x="30479" y="141731"/>
                  </a:moveTo>
                  <a:lnTo>
                    <a:pt x="28955" y="143255"/>
                  </a:lnTo>
                  <a:lnTo>
                    <a:pt x="28955" y="144779"/>
                  </a:lnTo>
                  <a:lnTo>
                    <a:pt x="30479" y="141731"/>
                  </a:lnTo>
                  <a:close/>
                </a:path>
                <a:path w="940434" h="318770">
                  <a:moveTo>
                    <a:pt x="149351" y="68579"/>
                  </a:moveTo>
                  <a:lnTo>
                    <a:pt x="141731" y="44195"/>
                  </a:lnTo>
                  <a:lnTo>
                    <a:pt x="128015" y="48767"/>
                  </a:lnTo>
                  <a:lnTo>
                    <a:pt x="112775" y="54863"/>
                  </a:lnTo>
                  <a:lnTo>
                    <a:pt x="99059" y="59435"/>
                  </a:lnTo>
                  <a:lnTo>
                    <a:pt x="85343" y="65531"/>
                  </a:lnTo>
                  <a:lnTo>
                    <a:pt x="73151" y="71627"/>
                  </a:lnTo>
                  <a:lnTo>
                    <a:pt x="70103" y="74675"/>
                  </a:lnTo>
                  <a:lnTo>
                    <a:pt x="82295" y="96011"/>
                  </a:lnTo>
                  <a:lnTo>
                    <a:pt x="85343" y="94487"/>
                  </a:lnTo>
                  <a:lnTo>
                    <a:pt x="96011" y="88391"/>
                  </a:lnTo>
                  <a:lnTo>
                    <a:pt x="108203" y="83819"/>
                  </a:lnTo>
                  <a:lnTo>
                    <a:pt x="121919" y="77723"/>
                  </a:lnTo>
                  <a:lnTo>
                    <a:pt x="149351" y="68579"/>
                  </a:lnTo>
                  <a:close/>
                </a:path>
                <a:path w="940434" h="318770">
                  <a:moveTo>
                    <a:pt x="246887" y="44195"/>
                  </a:moveTo>
                  <a:lnTo>
                    <a:pt x="242315" y="19811"/>
                  </a:lnTo>
                  <a:lnTo>
                    <a:pt x="230123" y="21335"/>
                  </a:lnTo>
                  <a:lnTo>
                    <a:pt x="193547" y="30479"/>
                  </a:lnTo>
                  <a:lnTo>
                    <a:pt x="175259" y="33527"/>
                  </a:lnTo>
                  <a:lnTo>
                    <a:pt x="166115" y="36575"/>
                  </a:lnTo>
                  <a:lnTo>
                    <a:pt x="173735" y="60959"/>
                  </a:lnTo>
                  <a:lnTo>
                    <a:pt x="182879" y="57911"/>
                  </a:lnTo>
                  <a:lnTo>
                    <a:pt x="199643" y="54863"/>
                  </a:lnTo>
                  <a:lnTo>
                    <a:pt x="217931" y="50291"/>
                  </a:lnTo>
                  <a:lnTo>
                    <a:pt x="236219" y="47243"/>
                  </a:lnTo>
                  <a:lnTo>
                    <a:pt x="246887" y="44195"/>
                  </a:lnTo>
                  <a:close/>
                </a:path>
                <a:path w="940434" h="318770">
                  <a:moveTo>
                    <a:pt x="345947" y="30479"/>
                  </a:moveTo>
                  <a:lnTo>
                    <a:pt x="344423" y="6095"/>
                  </a:lnTo>
                  <a:lnTo>
                    <a:pt x="332231" y="7619"/>
                  </a:lnTo>
                  <a:lnTo>
                    <a:pt x="289559" y="12191"/>
                  </a:lnTo>
                  <a:lnTo>
                    <a:pt x="268223" y="15239"/>
                  </a:lnTo>
                  <a:lnTo>
                    <a:pt x="271271" y="41147"/>
                  </a:lnTo>
                  <a:lnTo>
                    <a:pt x="294131" y="36575"/>
                  </a:lnTo>
                  <a:lnTo>
                    <a:pt x="335279" y="32003"/>
                  </a:lnTo>
                  <a:lnTo>
                    <a:pt x="345947" y="30479"/>
                  </a:lnTo>
                  <a:close/>
                </a:path>
                <a:path w="940434" h="318770">
                  <a:moveTo>
                    <a:pt x="446531" y="25907"/>
                  </a:moveTo>
                  <a:lnTo>
                    <a:pt x="446531" y="0"/>
                  </a:lnTo>
                  <a:lnTo>
                    <a:pt x="422147" y="1523"/>
                  </a:lnTo>
                  <a:lnTo>
                    <a:pt x="376427" y="3047"/>
                  </a:lnTo>
                  <a:lnTo>
                    <a:pt x="368807" y="4571"/>
                  </a:lnTo>
                  <a:lnTo>
                    <a:pt x="371855" y="28955"/>
                  </a:lnTo>
                  <a:lnTo>
                    <a:pt x="379475" y="28955"/>
                  </a:lnTo>
                  <a:lnTo>
                    <a:pt x="423671" y="25907"/>
                  </a:lnTo>
                  <a:lnTo>
                    <a:pt x="446531" y="25907"/>
                  </a:lnTo>
                  <a:close/>
                </a:path>
                <a:path w="940434" h="318770">
                  <a:moveTo>
                    <a:pt x="548639" y="3047"/>
                  </a:moveTo>
                  <a:lnTo>
                    <a:pt x="516635" y="1523"/>
                  </a:lnTo>
                  <a:lnTo>
                    <a:pt x="472439" y="0"/>
                  </a:lnTo>
                  <a:lnTo>
                    <a:pt x="472439" y="25907"/>
                  </a:lnTo>
                  <a:lnTo>
                    <a:pt x="516635" y="25907"/>
                  </a:lnTo>
                  <a:lnTo>
                    <a:pt x="547115" y="27431"/>
                  </a:lnTo>
                  <a:lnTo>
                    <a:pt x="548639" y="3047"/>
                  </a:lnTo>
                  <a:close/>
                </a:path>
                <a:path w="940434" h="318770">
                  <a:moveTo>
                    <a:pt x="650747" y="12191"/>
                  </a:moveTo>
                  <a:lnTo>
                    <a:pt x="649223" y="12191"/>
                  </a:lnTo>
                  <a:lnTo>
                    <a:pt x="606551" y="6095"/>
                  </a:lnTo>
                  <a:lnTo>
                    <a:pt x="574547" y="4571"/>
                  </a:lnTo>
                  <a:lnTo>
                    <a:pt x="573023" y="28955"/>
                  </a:lnTo>
                  <a:lnTo>
                    <a:pt x="605027" y="32003"/>
                  </a:lnTo>
                  <a:lnTo>
                    <a:pt x="646175" y="36575"/>
                  </a:lnTo>
                  <a:lnTo>
                    <a:pt x="647699" y="36575"/>
                  </a:lnTo>
                  <a:lnTo>
                    <a:pt x="650747" y="12191"/>
                  </a:lnTo>
                  <a:close/>
                </a:path>
                <a:path w="940434" h="318770">
                  <a:moveTo>
                    <a:pt x="752855" y="30479"/>
                  </a:moveTo>
                  <a:lnTo>
                    <a:pt x="746759" y="28955"/>
                  </a:lnTo>
                  <a:lnTo>
                    <a:pt x="728471" y="25907"/>
                  </a:lnTo>
                  <a:lnTo>
                    <a:pt x="710183" y="21335"/>
                  </a:lnTo>
                  <a:lnTo>
                    <a:pt x="690371" y="18287"/>
                  </a:lnTo>
                  <a:lnTo>
                    <a:pt x="676655" y="15239"/>
                  </a:lnTo>
                  <a:lnTo>
                    <a:pt x="672083" y="41147"/>
                  </a:lnTo>
                  <a:lnTo>
                    <a:pt x="685799" y="42671"/>
                  </a:lnTo>
                  <a:lnTo>
                    <a:pt x="705611" y="47243"/>
                  </a:lnTo>
                  <a:lnTo>
                    <a:pt x="723899" y="50291"/>
                  </a:lnTo>
                  <a:lnTo>
                    <a:pt x="740663" y="54863"/>
                  </a:lnTo>
                  <a:lnTo>
                    <a:pt x="746759" y="56387"/>
                  </a:lnTo>
                  <a:lnTo>
                    <a:pt x="752855" y="30479"/>
                  </a:lnTo>
                  <a:close/>
                </a:path>
                <a:path w="940434" h="318770">
                  <a:moveTo>
                    <a:pt x="850391" y="64007"/>
                  </a:moveTo>
                  <a:lnTo>
                    <a:pt x="841247" y="59435"/>
                  </a:lnTo>
                  <a:lnTo>
                    <a:pt x="827531" y="54863"/>
                  </a:lnTo>
                  <a:lnTo>
                    <a:pt x="812291" y="48767"/>
                  </a:lnTo>
                  <a:lnTo>
                    <a:pt x="797051" y="44195"/>
                  </a:lnTo>
                  <a:lnTo>
                    <a:pt x="780287" y="38099"/>
                  </a:lnTo>
                  <a:lnTo>
                    <a:pt x="777239" y="38099"/>
                  </a:lnTo>
                  <a:lnTo>
                    <a:pt x="769619" y="62483"/>
                  </a:lnTo>
                  <a:lnTo>
                    <a:pt x="774191" y="62483"/>
                  </a:lnTo>
                  <a:lnTo>
                    <a:pt x="789431" y="68579"/>
                  </a:lnTo>
                  <a:lnTo>
                    <a:pt x="804671" y="73151"/>
                  </a:lnTo>
                  <a:lnTo>
                    <a:pt x="818387" y="77723"/>
                  </a:lnTo>
                  <a:lnTo>
                    <a:pt x="832103" y="83819"/>
                  </a:lnTo>
                  <a:lnTo>
                    <a:pt x="839723" y="86867"/>
                  </a:lnTo>
                  <a:lnTo>
                    <a:pt x="850391" y="64007"/>
                  </a:lnTo>
                  <a:close/>
                </a:path>
                <a:path w="940434" h="318770">
                  <a:moveTo>
                    <a:pt x="934211" y="134111"/>
                  </a:moveTo>
                  <a:lnTo>
                    <a:pt x="934211" y="132587"/>
                  </a:lnTo>
                  <a:lnTo>
                    <a:pt x="932687" y="131063"/>
                  </a:lnTo>
                  <a:lnTo>
                    <a:pt x="928115" y="121919"/>
                  </a:lnTo>
                  <a:lnTo>
                    <a:pt x="915923" y="106679"/>
                  </a:lnTo>
                  <a:lnTo>
                    <a:pt x="908303" y="99059"/>
                  </a:lnTo>
                  <a:lnTo>
                    <a:pt x="899159" y="91439"/>
                  </a:lnTo>
                  <a:lnTo>
                    <a:pt x="888491" y="85343"/>
                  </a:lnTo>
                  <a:lnTo>
                    <a:pt x="877823" y="77723"/>
                  </a:lnTo>
                  <a:lnTo>
                    <a:pt x="874775" y="76199"/>
                  </a:lnTo>
                  <a:lnTo>
                    <a:pt x="861059" y="99059"/>
                  </a:lnTo>
                  <a:lnTo>
                    <a:pt x="865631" y="100583"/>
                  </a:lnTo>
                  <a:lnTo>
                    <a:pt x="883919" y="112775"/>
                  </a:lnTo>
                  <a:lnTo>
                    <a:pt x="891539" y="118871"/>
                  </a:lnTo>
                  <a:lnTo>
                    <a:pt x="903731" y="131063"/>
                  </a:lnTo>
                  <a:lnTo>
                    <a:pt x="908303" y="137159"/>
                  </a:lnTo>
                  <a:lnTo>
                    <a:pt x="911351" y="143255"/>
                  </a:lnTo>
                  <a:lnTo>
                    <a:pt x="934211" y="134111"/>
                  </a:lnTo>
                  <a:close/>
                </a:path>
                <a:path w="940434" h="318770">
                  <a:moveTo>
                    <a:pt x="911351" y="216407"/>
                  </a:moveTo>
                  <a:lnTo>
                    <a:pt x="911351" y="175259"/>
                  </a:lnTo>
                  <a:lnTo>
                    <a:pt x="906779" y="182879"/>
                  </a:lnTo>
                  <a:lnTo>
                    <a:pt x="897635" y="195071"/>
                  </a:lnTo>
                  <a:lnTo>
                    <a:pt x="891539" y="201167"/>
                  </a:lnTo>
                  <a:lnTo>
                    <a:pt x="883919" y="205739"/>
                  </a:lnTo>
                  <a:lnTo>
                    <a:pt x="876299" y="211835"/>
                  </a:lnTo>
                  <a:lnTo>
                    <a:pt x="890015" y="233171"/>
                  </a:lnTo>
                  <a:lnTo>
                    <a:pt x="899159" y="225551"/>
                  </a:lnTo>
                  <a:lnTo>
                    <a:pt x="908303" y="219455"/>
                  </a:lnTo>
                  <a:lnTo>
                    <a:pt x="911351" y="216407"/>
                  </a:lnTo>
                  <a:close/>
                </a:path>
                <a:path w="940434" h="318770">
                  <a:moveTo>
                    <a:pt x="940307" y="164591"/>
                  </a:moveTo>
                  <a:lnTo>
                    <a:pt x="914399" y="161543"/>
                  </a:lnTo>
                  <a:lnTo>
                    <a:pt x="914399" y="164591"/>
                  </a:lnTo>
                  <a:lnTo>
                    <a:pt x="912875" y="170687"/>
                  </a:lnTo>
                  <a:lnTo>
                    <a:pt x="909827" y="176783"/>
                  </a:lnTo>
                  <a:lnTo>
                    <a:pt x="911351" y="175259"/>
                  </a:lnTo>
                  <a:lnTo>
                    <a:pt x="911351" y="216407"/>
                  </a:lnTo>
                  <a:lnTo>
                    <a:pt x="915923" y="211835"/>
                  </a:lnTo>
                  <a:lnTo>
                    <a:pt x="923543" y="202691"/>
                  </a:lnTo>
                  <a:lnTo>
                    <a:pt x="929639" y="195071"/>
                  </a:lnTo>
                  <a:lnTo>
                    <a:pt x="932687" y="187451"/>
                  </a:lnTo>
                  <a:lnTo>
                    <a:pt x="934211" y="187451"/>
                  </a:lnTo>
                  <a:lnTo>
                    <a:pt x="934211" y="185927"/>
                  </a:lnTo>
                  <a:lnTo>
                    <a:pt x="937259" y="176783"/>
                  </a:lnTo>
                  <a:lnTo>
                    <a:pt x="938783" y="170687"/>
                  </a:lnTo>
                  <a:lnTo>
                    <a:pt x="938783" y="167639"/>
                  </a:lnTo>
                  <a:lnTo>
                    <a:pt x="940307" y="164591"/>
                  </a:lnTo>
                  <a:close/>
                </a:path>
                <a:path w="940434" h="318770">
                  <a:moveTo>
                    <a:pt x="867155" y="246887"/>
                  </a:moveTo>
                  <a:lnTo>
                    <a:pt x="854963" y="224027"/>
                  </a:lnTo>
                  <a:lnTo>
                    <a:pt x="842771" y="230123"/>
                  </a:lnTo>
                  <a:lnTo>
                    <a:pt x="830579" y="234695"/>
                  </a:lnTo>
                  <a:lnTo>
                    <a:pt x="818387" y="240791"/>
                  </a:lnTo>
                  <a:lnTo>
                    <a:pt x="804671" y="245363"/>
                  </a:lnTo>
                  <a:lnTo>
                    <a:pt x="789431" y="251459"/>
                  </a:lnTo>
                  <a:lnTo>
                    <a:pt x="786383" y="251459"/>
                  </a:lnTo>
                  <a:lnTo>
                    <a:pt x="794003" y="275843"/>
                  </a:lnTo>
                  <a:lnTo>
                    <a:pt x="797051" y="274319"/>
                  </a:lnTo>
                  <a:lnTo>
                    <a:pt x="812291" y="269747"/>
                  </a:lnTo>
                  <a:lnTo>
                    <a:pt x="827531" y="263651"/>
                  </a:lnTo>
                  <a:lnTo>
                    <a:pt x="841247" y="259079"/>
                  </a:lnTo>
                  <a:lnTo>
                    <a:pt x="854963" y="252983"/>
                  </a:lnTo>
                  <a:lnTo>
                    <a:pt x="867155" y="246887"/>
                  </a:lnTo>
                  <a:close/>
                </a:path>
                <a:path w="940434" h="318770">
                  <a:moveTo>
                    <a:pt x="769619" y="283463"/>
                  </a:moveTo>
                  <a:lnTo>
                    <a:pt x="763523" y="259079"/>
                  </a:lnTo>
                  <a:lnTo>
                    <a:pt x="757427" y="260603"/>
                  </a:lnTo>
                  <a:lnTo>
                    <a:pt x="740663" y="265175"/>
                  </a:lnTo>
                  <a:lnTo>
                    <a:pt x="722375" y="268223"/>
                  </a:lnTo>
                  <a:lnTo>
                    <a:pt x="704087" y="272795"/>
                  </a:lnTo>
                  <a:lnTo>
                    <a:pt x="690371" y="274319"/>
                  </a:lnTo>
                  <a:lnTo>
                    <a:pt x="694943" y="300227"/>
                  </a:lnTo>
                  <a:lnTo>
                    <a:pt x="710183" y="297179"/>
                  </a:lnTo>
                  <a:lnTo>
                    <a:pt x="728471" y="292607"/>
                  </a:lnTo>
                  <a:lnTo>
                    <a:pt x="746759" y="289559"/>
                  </a:lnTo>
                  <a:lnTo>
                    <a:pt x="765047" y="284987"/>
                  </a:lnTo>
                  <a:lnTo>
                    <a:pt x="769619" y="283463"/>
                  </a:lnTo>
                  <a:close/>
                </a:path>
                <a:path w="940434" h="318770">
                  <a:moveTo>
                    <a:pt x="669035" y="303275"/>
                  </a:moveTo>
                  <a:lnTo>
                    <a:pt x="664463" y="278891"/>
                  </a:lnTo>
                  <a:lnTo>
                    <a:pt x="646175" y="281939"/>
                  </a:lnTo>
                  <a:lnTo>
                    <a:pt x="605027" y="286511"/>
                  </a:lnTo>
                  <a:lnTo>
                    <a:pt x="589787" y="288035"/>
                  </a:lnTo>
                  <a:lnTo>
                    <a:pt x="592835" y="313943"/>
                  </a:lnTo>
                  <a:lnTo>
                    <a:pt x="608075" y="312419"/>
                  </a:lnTo>
                  <a:lnTo>
                    <a:pt x="649223" y="306323"/>
                  </a:lnTo>
                  <a:lnTo>
                    <a:pt x="669035" y="303275"/>
                  </a:lnTo>
                  <a:close/>
                </a:path>
                <a:path w="940434" h="318770">
                  <a:moveTo>
                    <a:pt x="566927" y="315467"/>
                  </a:moveTo>
                  <a:lnTo>
                    <a:pt x="565403" y="289559"/>
                  </a:lnTo>
                  <a:lnTo>
                    <a:pt x="560831" y="289559"/>
                  </a:lnTo>
                  <a:lnTo>
                    <a:pt x="516635" y="292607"/>
                  </a:lnTo>
                  <a:lnTo>
                    <a:pt x="489203" y="292607"/>
                  </a:lnTo>
                  <a:lnTo>
                    <a:pt x="490727" y="318515"/>
                  </a:lnTo>
                  <a:lnTo>
                    <a:pt x="518159" y="318515"/>
                  </a:lnTo>
                  <a:lnTo>
                    <a:pt x="563879" y="315467"/>
                  </a:lnTo>
                  <a:lnTo>
                    <a:pt x="566927" y="315467"/>
                  </a:lnTo>
                  <a:close/>
                </a:path>
                <a:path w="940434" h="318770">
                  <a:moveTo>
                    <a:pt x="464819" y="318515"/>
                  </a:moveTo>
                  <a:lnTo>
                    <a:pt x="464819" y="292607"/>
                  </a:lnTo>
                  <a:lnTo>
                    <a:pt x="423671" y="292607"/>
                  </a:lnTo>
                  <a:lnTo>
                    <a:pt x="388619" y="291083"/>
                  </a:lnTo>
                  <a:lnTo>
                    <a:pt x="387095" y="315467"/>
                  </a:lnTo>
                  <a:lnTo>
                    <a:pt x="423671" y="318515"/>
                  </a:lnTo>
                  <a:lnTo>
                    <a:pt x="464819" y="318515"/>
                  </a:lnTo>
                  <a:close/>
                </a:path>
                <a:path w="940434" h="318770">
                  <a:moveTo>
                    <a:pt x="364235" y="289559"/>
                  </a:moveTo>
                  <a:lnTo>
                    <a:pt x="335279" y="286511"/>
                  </a:lnTo>
                  <a:lnTo>
                    <a:pt x="294131" y="281939"/>
                  </a:lnTo>
                  <a:lnTo>
                    <a:pt x="289559" y="280415"/>
                  </a:lnTo>
                  <a:lnTo>
                    <a:pt x="284987" y="306323"/>
                  </a:lnTo>
                  <a:lnTo>
                    <a:pt x="291083" y="306323"/>
                  </a:lnTo>
                  <a:lnTo>
                    <a:pt x="333755" y="312419"/>
                  </a:lnTo>
                  <a:lnTo>
                    <a:pt x="361187" y="313943"/>
                  </a:lnTo>
                  <a:lnTo>
                    <a:pt x="364235" y="289559"/>
                  </a:lnTo>
                  <a:close/>
                </a:path>
                <a:path w="940434" h="318770">
                  <a:moveTo>
                    <a:pt x="263651" y="277367"/>
                  </a:moveTo>
                  <a:lnTo>
                    <a:pt x="254507" y="275843"/>
                  </a:lnTo>
                  <a:lnTo>
                    <a:pt x="234695" y="272795"/>
                  </a:lnTo>
                  <a:lnTo>
                    <a:pt x="216407" y="268223"/>
                  </a:lnTo>
                  <a:lnTo>
                    <a:pt x="199643" y="263651"/>
                  </a:lnTo>
                  <a:lnTo>
                    <a:pt x="190499" y="262127"/>
                  </a:lnTo>
                  <a:lnTo>
                    <a:pt x="184403" y="286511"/>
                  </a:lnTo>
                  <a:lnTo>
                    <a:pt x="193547" y="289559"/>
                  </a:lnTo>
                  <a:lnTo>
                    <a:pt x="211835" y="292607"/>
                  </a:lnTo>
                  <a:lnTo>
                    <a:pt x="230123" y="297179"/>
                  </a:lnTo>
                  <a:lnTo>
                    <a:pt x="249935" y="300227"/>
                  </a:lnTo>
                  <a:lnTo>
                    <a:pt x="260603" y="301751"/>
                  </a:lnTo>
                  <a:lnTo>
                    <a:pt x="263651" y="277367"/>
                  </a:lnTo>
                  <a:close/>
                </a:path>
                <a:path w="940434" h="318770">
                  <a:moveTo>
                    <a:pt x="166115" y="256031"/>
                  </a:moveTo>
                  <a:lnTo>
                    <a:pt x="150875" y="251459"/>
                  </a:lnTo>
                  <a:lnTo>
                    <a:pt x="135635" y="245363"/>
                  </a:lnTo>
                  <a:lnTo>
                    <a:pt x="121919" y="240791"/>
                  </a:lnTo>
                  <a:lnTo>
                    <a:pt x="108203" y="234695"/>
                  </a:lnTo>
                  <a:lnTo>
                    <a:pt x="96011" y="230123"/>
                  </a:lnTo>
                  <a:lnTo>
                    <a:pt x="86867" y="252983"/>
                  </a:lnTo>
                  <a:lnTo>
                    <a:pt x="99059" y="259079"/>
                  </a:lnTo>
                  <a:lnTo>
                    <a:pt x="112775" y="265175"/>
                  </a:lnTo>
                  <a:lnTo>
                    <a:pt x="143255" y="274319"/>
                  </a:lnTo>
                  <a:lnTo>
                    <a:pt x="160019" y="280415"/>
                  </a:lnTo>
                  <a:lnTo>
                    <a:pt x="166115" y="256031"/>
                  </a:lnTo>
                  <a:close/>
                </a:path>
                <a:path w="940434" h="318770">
                  <a:moveTo>
                    <a:pt x="30479" y="176783"/>
                  </a:moveTo>
                  <a:lnTo>
                    <a:pt x="27431" y="172211"/>
                  </a:lnTo>
                  <a:lnTo>
                    <a:pt x="4571" y="181355"/>
                  </a:lnTo>
                  <a:lnTo>
                    <a:pt x="6095" y="185927"/>
                  </a:lnTo>
                  <a:lnTo>
                    <a:pt x="6095" y="187451"/>
                  </a:lnTo>
                  <a:lnTo>
                    <a:pt x="7619" y="187451"/>
                  </a:lnTo>
                  <a:lnTo>
                    <a:pt x="12191" y="196595"/>
                  </a:lnTo>
                  <a:lnTo>
                    <a:pt x="24383" y="211835"/>
                  </a:lnTo>
                  <a:lnTo>
                    <a:pt x="28955" y="216407"/>
                  </a:lnTo>
                  <a:lnTo>
                    <a:pt x="28955" y="175259"/>
                  </a:lnTo>
                  <a:lnTo>
                    <a:pt x="30479" y="176783"/>
                  </a:lnTo>
                  <a:close/>
                </a:path>
                <a:path w="940434" h="318770">
                  <a:moveTo>
                    <a:pt x="74675" y="217931"/>
                  </a:moveTo>
                  <a:lnTo>
                    <a:pt x="36575" y="187451"/>
                  </a:lnTo>
                  <a:lnTo>
                    <a:pt x="28955" y="175259"/>
                  </a:lnTo>
                  <a:lnTo>
                    <a:pt x="28955" y="216407"/>
                  </a:lnTo>
                  <a:lnTo>
                    <a:pt x="32003" y="219455"/>
                  </a:lnTo>
                  <a:lnTo>
                    <a:pt x="41147" y="227075"/>
                  </a:lnTo>
                  <a:lnTo>
                    <a:pt x="51815" y="233171"/>
                  </a:lnTo>
                  <a:lnTo>
                    <a:pt x="62483" y="240791"/>
                  </a:lnTo>
                  <a:lnTo>
                    <a:pt x="74675" y="21793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52201" y="4308349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2909" y="106610"/>
            <a:ext cx="466090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85" dirty="0"/>
              <a:t>Tree </a:t>
            </a:r>
            <a:r>
              <a:rPr sz="4399" spc="-10" dirty="0"/>
              <a:t>search</a:t>
            </a:r>
            <a:r>
              <a:rPr sz="4399" spc="15" dirty="0"/>
              <a:t> </a:t>
            </a:r>
            <a:r>
              <a:rPr sz="4399" spc="-25" dirty="0"/>
              <a:t>example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3229810" y="837696"/>
            <a:ext cx="5925302" cy="26007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E1CAE7F-6A63-A938-4569-54AA9B5153A7}"/>
              </a:ext>
            </a:extLst>
          </p:cNvPr>
          <p:cNvGrpSpPr/>
          <p:nvPr/>
        </p:nvGrpSpPr>
        <p:grpSpPr>
          <a:xfrm>
            <a:off x="4226885" y="3492502"/>
            <a:ext cx="7519027" cy="3957387"/>
            <a:chOff x="5637089" y="4308349"/>
            <a:chExt cx="5422393" cy="2630806"/>
          </a:xfrm>
        </p:grpSpPr>
        <p:sp>
          <p:nvSpPr>
            <p:cNvPr id="4" name="object 4"/>
            <p:cNvSpPr/>
            <p:nvPr/>
          </p:nvSpPr>
          <p:spPr>
            <a:xfrm>
              <a:off x="5725482" y="4311398"/>
              <a:ext cx="5334000" cy="261518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7892" y="6204203"/>
              <a:ext cx="711835" cy="407034"/>
            </a:xfrm>
            <a:custGeom>
              <a:avLst/>
              <a:gdLst/>
              <a:ahLst/>
              <a:cxnLst/>
              <a:rect l="l" t="t" r="r" b="b"/>
              <a:pathLst>
                <a:path w="711834" h="407034">
                  <a:moveTo>
                    <a:pt x="711707" y="202691"/>
                  </a:moveTo>
                  <a:lnTo>
                    <a:pt x="707135" y="170687"/>
                  </a:lnTo>
                  <a:lnTo>
                    <a:pt x="704087" y="160019"/>
                  </a:lnTo>
                  <a:lnTo>
                    <a:pt x="699515" y="149351"/>
                  </a:lnTo>
                  <a:lnTo>
                    <a:pt x="693419" y="140207"/>
                  </a:lnTo>
                  <a:lnTo>
                    <a:pt x="688847" y="131063"/>
                  </a:lnTo>
                  <a:lnTo>
                    <a:pt x="656843" y="94487"/>
                  </a:lnTo>
                  <a:lnTo>
                    <a:pt x="615695" y="64007"/>
                  </a:lnTo>
                  <a:lnTo>
                    <a:pt x="603503" y="57911"/>
                  </a:lnTo>
                  <a:lnTo>
                    <a:pt x="579119" y="44195"/>
                  </a:lnTo>
                  <a:lnTo>
                    <a:pt x="522731" y="24383"/>
                  </a:lnTo>
                  <a:lnTo>
                    <a:pt x="460247" y="9143"/>
                  </a:lnTo>
                  <a:lnTo>
                    <a:pt x="391667" y="1523"/>
                  </a:lnTo>
                  <a:lnTo>
                    <a:pt x="355091" y="0"/>
                  </a:lnTo>
                  <a:lnTo>
                    <a:pt x="320039" y="1523"/>
                  </a:lnTo>
                  <a:lnTo>
                    <a:pt x="251459" y="9143"/>
                  </a:lnTo>
                  <a:lnTo>
                    <a:pt x="158495" y="33527"/>
                  </a:lnTo>
                  <a:lnTo>
                    <a:pt x="106679" y="57911"/>
                  </a:lnTo>
                  <a:lnTo>
                    <a:pt x="62483" y="86867"/>
                  </a:lnTo>
                  <a:lnTo>
                    <a:pt x="28955" y="121919"/>
                  </a:lnTo>
                  <a:lnTo>
                    <a:pt x="7619" y="161543"/>
                  </a:lnTo>
                  <a:lnTo>
                    <a:pt x="0" y="193547"/>
                  </a:lnTo>
                  <a:lnTo>
                    <a:pt x="0" y="204215"/>
                  </a:lnTo>
                  <a:lnTo>
                    <a:pt x="7619" y="246887"/>
                  </a:lnTo>
                  <a:lnTo>
                    <a:pt x="25907" y="279501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28955" y="176783"/>
                  </a:lnTo>
                  <a:lnTo>
                    <a:pt x="32003" y="169163"/>
                  </a:lnTo>
                  <a:lnTo>
                    <a:pt x="35051" y="160019"/>
                  </a:lnTo>
                  <a:lnTo>
                    <a:pt x="79247" y="106679"/>
                  </a:lnTo>
                  <a:lnTo>
                    <a:pt x="99059" y="92963"/>
                  </a:lnTo>
                  <a:lnTo>
                    <a:pt x="108203" y="85343"/>
                  </a:lnTo>
                  <a:lnTo>
                    <a:pt x="120395" y="79247"/>
                  </a:lnTo>
                  <a:lnTo>
                    <a:pt x="143255" y="67055"/>
                  </a:lnTo>
                  <a:lnTo>
                    <a:pt x="169163" y="57911"/>
                  </a:lnTo>
                  <a:lnTo>
                    <a:pt x="225551" y="39623"/>
                  </a:lnTo>
                  <a:lnTo>
                    <a:pt x="288035" y="28955"/>
                  </a:lnTo>
                  <a:lnTo>
                    <a:pt x="321563" y="25907"/>
                  </a:lnTo>
                  <a:lnTo>
                    <a:pt x="390143" y="25907"/>
                  </a:lnTo>
                  <a:lnTo>
                    <a:pt x="455675" y="33527"/>
                  </a:lnTo>
                  <a:lnTo>
                    <a:pt x="516635" y="48767"/>
                  </a:lnTo>
                  <a:lnTo>
                    <a:pt x="568451" y="68579"/>
                  </a:lnTo>
                  <a:lnTo>
                    <a:pt x="614171" y="92963"/>
                  </a:lnTo>
                  <a:lnTo>
                    <a:pt x="623315" y="100583"/>
                  </a:lnTo>
                  <a:lnTo>
                    <a:pt x="632459" y="106679"/>
                  </a:lnTo>
                  <a:lnTo>
                    <a:pt x="640079" y="114299"/>
                  </a:lnTo>
                  <a:lnTo>
                    <a:pt x="649223" y="121919"/>
                  </a:lnTo>
                  <a:lnTo>
                    <a:pt x="667511" y="144779"/>
                  </a:lnTo>
                  <a:lnTo>
                    <a:pt x="672083" y="153923"/>
                  </a:lnTo>
                  <a:lnTo>
                    <a:pt x="676655" y="161543"/>
                  </a:lnTo>
                  <a:lnTo>
                    <a:pt x="679703" y="169163"/>
                  </a:lnTo>
                  <a:lnTo>
                    <a:pt x="682751" y="178307"/>
                  </a:lnTo>
                  <a:lnTo>
                    <a:pt x="684275" y="187451"/>
                  </a:lnTo>
                  <a:lnTo>
                    <a:pt x="685799" y="195071"/>
                  </a:lnTo>
                  <a:lnTo>
                    <a:pt x="685799" y="280415"/>
                  </a:lnTo>
                  <a:lnTo>
                    <a:pt x="688847" y="275843"/>
                  </a:lnTo>
                  <a:lnTo>
                    <a:pt x="694943" y="265175"/>
                  </a:lnTo>
                  <a:lnTo>
                    <a:pt x="699515" y="256031"/>
                  </a:lnTo>
                  <a:lnTo>
                    <a:pt x="704087" y="245363"/>
                  </a:lnTo>
                  <a:lnTo>
                    <a:pt x="710183" y="224027"/>
                  </a:lnTo>
                  <a:lnTo>
                    <a:pt x="710183" y="213359"/>
                  </a:lnTo>
                  <a:lnTo>
                    <a:pt x="711707" y="202691"/>
                  </a:lnTo>
                  <a:close/>
                </a:path>
                <a:path w="711834" h="407034">
                  <a:moveTo>
                    <a:pt x="685799" y="280415"/>
                  </a:moveTo>
                  <a:lnTo>
                    <a:pt x="685799" y="213359"/>
                  </a:lnTo>
                  <a:lnTo>
                    <a:pt x="684275" y="220979"/>
                  </a:lnTo>
                  <a:lnTo>
                    <a:pt x="682751" y="230123"/>
                  </a:lnTo>
                  <a:lnTo>
                    <a:pt x="679703" y="237743"/>
                  </a:lnTo>
                  <a:lnTo>
                    <a:pt x="655319" y="277367"/>
                  </a:lnTo>
                  <a:lnTo>
                    <a:pt x="623315" y="307847"/>
                  </a:lnTo>
                  <a:lnTo>
                    <a:pt x="612647" y="313943"/>
                  </a:lnTo>
                  <a:lnTo>
                    <a:pt x="603503" y="321563"/>
                  </a:lnTo>
                  <a:lnTo>
                    <a:pt x="568451" y="338327"/>
                  </a:lnTo>
                  <a:lnTo>
                    <a:pt x="515111" y="359663"/>
                  </a:lnTo>
                  <a:lnTo>
                    <a:pt x="455675" y="373379"/>
                  </a:lnTo>
                  <a:lnTo>
                    <a:pt x="390143" y="379475"/>
                  </a:lnTo>
                  <a:lnTo>
                    <a:pt x="355091" y="380999"/>
                  </a:lnTo>
                  <a:lnTo>
                    <a:pt x="321563" y="380999"/>
                  </a:lnTo>
                  <a:lnTo>
                    <a:pt x="256031" y="373379"/>
                  </a:lnTo>
                  <a:lnTo>
                    <a:pt x="195071" y="358139"/>
                  </a:lnTo>
                  <a:lnTo>
                    <a:pt x="143255" y="338327"/>
                  </a:lnTo>
                  <a:lnTo>
                    <a:pt x="97535" y="313943"/>
                  </a:lnTo>
                  <a:lnTo>
                    <a:pt x="88391" y="306323"/>
                  </a:lnTo>
                  <a:lnTo>
                    <a:pt x="79247" y="300227"/>
                  </a:lnTo>
                  <a:lnTo>
                    <a:pt x="70103" y="292607"/>
                  </a:lnTo>
                  <a:lnTo>
                    <a:pt x="62483" y="284987"/>
                  </a:lnTo>
                  <a:lnTo>
                    <a:pt x="44195" y="262127"/>
                  </a:lnTo>
                  <a:lnTo>
                    <a:pt x="39623" y="252983"/>
                  </a:lnTo>
                  <a:lnTo>
                    <a:pt x="35051" y="245363"/>
                  </a:lnTo>
                  <a:lnTo>
                    <a:pt x="32003" y="236219"/>
                  </a:lnTo>
                  <a:lnTo>
                    <a:pt x="28955" y="228599"/>
                  </a:lnTo>
                  <a:lnTo>
                    <a:pt x="27431" y="219455"/>
                  </a:lnTo>
                  <a:lnTo>
                    <a:pt x="25907" y="211835"/>
                  </a:lnTo>
                  <a:lnTo>
                    <a:pt x="25907" y="279501"/>
                  </a:lnTo>
                  <a:lnTo>
                    <a:pt x="54863" y="312419"/>
                  </a:lnTo>
                  <a:lnTo>
                    <a:pt x="96011" y="342899"/>
                  </a:lnTo>
                  <a:lnTo>
                    <a:pt x="108203" y="348995"/>
                  </a:lnTo>
                  <a:lnTo>
                    <a:pt x="132587" y="362711"/>
                  </a:lnTo>
                  <a:lnTo>
                    <a:pt x="188975" y="382523"/>
                  </a:lnTo>
                  <a:lnTo>
                    <a:pt x="251459" y="397763"/>
                  </a:lnTo>
                  <a:lnTo>
                    <a:pt x="320039" y="405383"/>
                  </a:lnTo>
                  <a:lnTo>
                    <a:pt x="356615" y="406907"/>
                  </a:lnTo>
                  <a:lnTo>
                    <a:pt x="391667" y="405383"/>
                  </a:lnTo>
                  <a:lnTo>
                    <a:pt x="460247" y="397763"/>
                  </a:lnTo>
                  <a:lnTo>
                    <a:pt x="522731" y="382523"/>
                  </a:lnTo>
                  <a:lnTo>
                    <a:pt x="579119" y="361187"/>
                  </a:lnTo>
                  <a:lnTo>
                    <a:pt x="617219" y="342899"/>
                  </a:lnTo>
                  <a:lnTo>
                    <a:pt x="658367" y="310895"/>
                  </a:lnTo>
                  <a:lnTo>
                    <a:pt x="667511" y="303275"/>
                  </a:lnTo>
                  <a:lnTo>
                    <a:pt x="682751" y="284987"/>
                  </a:lnTo>
                  <a:lnTo>
                    <a:pt x="685799" y="28041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7089" y="4908805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767" y="102107"/>
                  </a:moveTo>
                  <a:lnTo>
                    <a:pt x="28955" y="88391"/>
                  </a:lnTo>
                  <a:lnTo>
                    <a:pt x="19811" y="100583"/>
                  </a:lnTo>
                  <a:lnTo>
                    <a:pt x="10667" y="115823"/>
                  </a:lnTo>
                  <a:lnTo>
                    <a:pt x="4571" y="131063"/>
                  </a:lnTo>
                  <a:lnTo>
                    <a:pt x="1523" y="147827"/>
                  </a:lnTo>
                  <a:lnTo>
                    <a:pt x="0" y="156971"/>
                  </a:lnTo>
                  <a:lnTo>
                    <a:pt x="0" y="164591"/>
                  </a:lnTo>
                  <a:lnTo>
                    <a:pt x="25907" y="166115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30479" y="137159"/>
                  </a:lnTo>
                  <a:lnTo>
                    <a:pt x="35051" y="124967"/>
                  </a:lnTo>
                  <a:lnTo>
                    <a:pt x="42671" y="112775"/>
                  </a:lnTo>
                  <a:lnTo>
                    <a:pt x="48767" y="102107"/>
                  </a:lnTo>
                  <a:close/>
                </a:path>
                <a:path w="483235" h="330835">
                  <a:moveTo>
                    <a:pt x="124967" y="48767"/>
                  </a:moveTo>
                  <a:lnTo>
                    <a:pt x="115823" y="24383"/>
                  </a:lnTo>
                  <a:lnTo>
                    <a:pt x="108203" y="27431"/>
                  </a:lnTo>
                  <a:lnTo>
                    <a:pt x="89915" y="36575"/>
                  </a:lnTo>
                  <a:lnTo>
                    <a:pt x="71627" y="47243"/>
                  </a:lnTo>
                  <a:lnTo>
                    <a:pt x="56387" y="59435"/>
                  </a:lnTo>
                  <a:lnTo>
                    <a:pt x="47243" y="67055"/>
                  </a:lnTo>
                  <a:lnTo>
                    <a:pt x="64007" y="85343"/>
                  </a:lnTo>
                  <a:lnTo>
                    <a:pt x="73151" y="7772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18871" y="50291"/>
                  </a:lnTo>
                  <a:lnTo>
                    <a:pt x="124967" y="48767"/>
                  </a:lnTo>
                  <a:close/>
                </a:path>
                <a:path w="483235" h="330835">
                  <a:moveTo>
                    <a:pt x="219455" y="25907"/>
                  </a:moveTo>
                  <a:lnTo>
                    <a:pt x="217931" y="1523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70687" y="7619"/>
                  </a:lnTo>
                  <a:lnTo>
                    <a:pt x="149351" y="12191"/>
                  </a:lnTo>
                  <a:lnTo>
                    <a:pt x="140207" y="15239"/>
                  </a:lnTo>
                  <a:lnTo>
                    <a:pt x="147827" y="39623"/>
                  </a:lnTo>
                  <a:lnTo>
                    <a:pt x="156971" y="36575"/>
                  </a:lnTo>
                  <a:lnTo>
                    <a:pt x="176783" y="32003"/>
                  </a:lnTo>
                  <a:lnTo>
                    <a:pt x="219455" y="25907"/>
                  </a:lnTo>
                  <a:close/>
                </a:path>
                <a:path w="483235" h="330835">
                  <a:moveTo>
                    <a:pt x="323087" y="9143"/>
                  </a:moveTo>
                  <a:lnTo>
                    <a:pt x="310895" y="7619"/>
                  </a:lnTo>
                  <a:lnTo>
                    <a:pt x="289559" y="3047"/>
                  </a:lnTo>
                  <a:lnTo>
                    <a:pt x="265175" y="1523"/>
                  </a:lnTo>
                  <a:lnTo>
                    <a:pt x="243839" y="0"/>
                  </a:lnTo>
                  <a:lnTo>
                    <a:pt x="243839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16991" y="35051"/>
                  </a:lnTo>
                  <a:lnTo>
                    <a:pt x="323087" y="9143"/>
                  </a:lnTo>
                  <a:close/>
                </a:path>
                <a:path w="483235" h="330835">
                  <a:moveTo>
                    <a:pt x="419099" y="53339"/>
                  </a:moveTo>
                  <a:lnTo>
                    <a:pt x="373379" y="27431"/>
                  </a:lnTo>
                  <a:lnTo>
                    <a:pt x="347471" y="16763"/>
                  </a:lnTo>
                  <a:lnTo>
                    <a:pt x="339851" y="41147"/>
                  </a:lnTo>
                  <a:lnTo>
                    <a:pt x="345947" y="42671"/>
                  </a:lnTo>
                  <a:lnTo>
                    <a:pt x="364235" y="50291"/>
                  </a:lnTo>
                  <a:lnTo>
                    <a:pt x="380999" y="59435"/>
                  </a:lnTo>
                  <a:lnTo>
                    <a:pt x="396239" y="68579"/>
                  </a:lnTo>
                  <a:lnTo>
                    <a:pt x="403859" y="74675"/>
                  </a:lnTo>
                  <a:lnTo>
                    <a:pt x="419099" y="53339"/>
                  </a:lnTo>
                  <a:close/>
                </a:path>
                <a:path w="483235" h="330835">
                  <a:moveTo>
                    <a:pt x="480059" y="143255"/>
                  </a:moveTo>
                  <a:lnTo>
                    <a:pt x="477011" y="129539"/>
                  </a:lnTo>
                  <a:lnTo>
                    <a:pt x="470915" y="114299"/>
                  </a:lnTo>
                  <a:lnTo>
                    <a:pt x="452627" y="83819"/>
                  </a:lnTo>
                  <a:lnTo>
                    <a:pt x="438911" y="70103"/>
                  </a:lnTo>
                  <a:lnTo>
                    <a:pt x="422147" y="89915"/>
                  </a:lnTo>
                  <a:lnTo>
                    <a:pt x="432815" y="100583"/>
                  </a:lnTo>
                  <a:lnTo>
                    <a:pt x="441959" y="11277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5675" y="147827"/>
                  </a:lnTo>
                  <a:lnTo>
                    <a:pt x="480059" y="143255"/>
                  </a:lnTo>
                  <a:close/>
                </a:path>
                <a:path w="483235" h="330835">
                  <a:moveTo>
                    <a:pt x="431291" y="266699"/>
                  </a:moveTo>
                  <a:lnTo>
                    <a:pt x="414527" y="248411"/>
                  </a:lnTo>
                  <a:lnTo>
                    <a:pt x="409955" y="252983"/>
                  </a:lnTo>
                  <a:lnTo>
                    <a:pt x="396239" y="263651"/>
                  </a:lnTo>
                  <a:lnTo>
                    <a:pt x="380999" y="272795"/>
                  </a:lnTo>
                  <a:lnTo>
                    <a:pt x="364235" y="280415"/>
                  </a:lnTo>
                  <a:lnTo>
                    <a:pt x="353567" y="284987"/>
                  </a:lnTo>
                  <a:lnTo>
                    <a:pt x="362711" y="307847"/>
                  </a:lnTo>
                  <a:lnTo>
                    <a:pt x="374903" y="303275"/>
                  </a:lnTo>
                  <a:lnTo>
                    <a:pt x="393191" y="294131"/>
                  </a:lnTo>
                  <a:lnTo>
                    <a:pt x="409955" y="283463"/>
                  </a:lnTo>
                  <a:lnTo>
                    <a:pt x="426719" y="271271"/>
                  </a:lnTo>
                  <a:lnTo>
                    <a:pt x="431291" y="266699"/>
                  </a:lnTo>
                  <a:close/>
                </a:path>
                <a:path w="483235" h="330835">
                  <a:moveTo>
                    <a:pt x="483107" y="173735"/>
                  </a:moveTo>
                  <a:lnTo>
                    <a:pt x="483107" y="170687"/>
                  </a:lnTo>
                  <a:lnTo>
                    <a:pt x="457199" y="170687"/>
                  </a:ln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48055" y="205739"/>
                  </a:lnTo>
                  <a:lnTo>
                    <a:pt x="432815" y="230123"/>
                  </a:lnTo>
                  <a:lnTo>
                    <a:pt x="431291" y="231647"/>
                  </a:lnTo>
                  <a:lnTo>
                    <a:pt x="451103" y="248411"/>
                  </a:lnTo>
                  <a:lnTo>
                    <a:pt x="452627" y="245363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338327" y="316991"/>
                  </a:moveTo>
                  <a:lnTo>
                    <a:pt x="330707" y="292607"/>
                  </a:lnTo>
                  <a:lnTo>
                    <a:pt x="326135" y="294131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59079" y="304799"/>
                  </a:lnTo>
                  <a:lnTo>
                    <a:pt x="259079" y="329183"/>
                  </a:lnTo>
                  <a:lnTo>
                    <a:pt x="266699" y="329183"/>
                  </a:lnTo>
                  <a:lnTo>
                    <a:pt x="289559" y="327659"/>
                  </a:lnTo>
                  <a:lnTo>
                    <a:pt x="312419" y="323087"/>
                  </a:lnTo>
                  <a:lnTo>
                    <a:pt x="333755" y="318515"/>
                  </a:lnTo>
                  <a:lnTo>
                    <a:pt x="338327" y="316991"/>
                  </a:lnTo>
                  <a:close/>
                </a:path>
                <a:path w="483235" h="330835">
                  <a:moveTo>
                    <a:pt x="234695" y="304799"/>
                  </a:moveTo>
                  <a:lnTo>
                    <a:pt x="217931" y="304799"/>
                  </a:lnTo>
                  <a:lnTo>
                    <a:pt x="175259" y="298703"/>
                  </a:lnTo>
                  <a:lnTo>
                    <a:pt x="161543" y="294131"/>
                  </a:lnTo>
                  <a:lnTo>
                    <a:pt x="155447" y="320039"/>
                  </a:lnTo>
                  <a:lnTo>
                    <a:pt x="193547" y="327659"/>
                  </a:lnTo>
                  <a:lnTo>
                    <a:pt x="217931" y="329183"/>
                  </a:lnTo>
                  <a:lnTo>
                    <a:pt x="233171" y="330707"/>
                  </a:lnTo>
                  <a:lnTo>
                    <a:pt x="234695" y="304799"/>
                  </a:lnTo>
                  <a:close/>
                </a:path>
                <a:path w="483235" h="330835">
                  <a:moveTo>
                    <a:pt x="137159" y="288035"/>
                  </a:moveTo>
                  <a:lnTo>
                    <a:pt x="137159" y="286511"/>
                  </a:lnTo>
                  <a:lnTo>
                    <a:pt x="118871" y="280415"/>
                  </a:lnTo>
                  <a:lnTo>
                    <a:pt x="102107" y="271271"/>
                  </a:lnTo>
                  <a:lnTo>
                    <a:pt x="86867" y="262127"/>
                  </a:lnTo>
                  <a:lnTo>
                    <a:pt x="74675" y="252983"/>
                  </a:lnTo>
                  <a:lnTo>
                    <a:pt x="59435" y="274319"/>
                  </a:lnTo>
                  <a:lnTo>
                    <a:pt x="73151" y="283463"/>
                  </a:lnTo>
                  <a:lnTo>
                    <a:pt x="89915" y="294131"/>
                  </a:lnTo>
                  <a:lnTo>
                    <a:pt x="108203" y="303275"/>
                  </a:lnTo>
                  <a:lnTo>
                    <a:pt x="128015" y="310895"/>
                  </a:lnTo>
                  <a:lnTo>
                    <a:pt x="129539" y="312419"/>
                  </a:lnTo>
                  <a:lnTo>
                    <a:pt x="137159" y="288035"/>
                  </a:lnTo>
                  <a:close/>
                </a:path>
                <a:path w="483235" h="330835">
                  <a:moveTo>
                    <a:pt x="57911" y="237743"/>
                  </a:moveTo>
                  <a:lnTo>
                    <a:pt x="50291" y="230123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1523" y="181355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30479" y="246887"/>
                  </a:lnTo>
                  <a:lnTo>
                    <a:pt x="39623" y="254507"/>
                  </a:lnTo>
                  <a:lnTo>
                    <a:pt x="57911" y="2377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89491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1991" y="5137403"/>
              <a:ext cx="596265" cy="318770"/>
            </a:xfrm>
            <a:custGeom>
              <a:avLst/>
              <a:gdLst/>
              <a:ahLst/>
              <a:cxnLst/>
              <a:rect l="l" t="t" r="r" b="b"/>
              <a:pathLst>
                <a:path w="596264" h="318770">
                  <a:moveTo>
                    <a:pt x="53339" y="100583"/>
                  </a:moveTo>
                  <a:lnTo>
                    <a:pt x="35051" y="83819"/>
                  </a:lnTo>
                  <a:lnTo>
                    <a:pt x="32003" y="86867"/>
                  </a:lnTo>
                  <a:lnTo>
                    <a:pt x="19811" y="102107"/>
                  </a:lnTo>
                  <a:lnTo>
                    <a:pt x="10667" y="117347"/>
                  </a:lnTo>
                  <a:lnTo>
                    <a:pt x="6095" y="126491"/>
                  </a:lnTo>
                  <a:lnTo>
                    <a:pt x="4571" y="134111"/>
                  </a:lnTo>
                  <a:lnTo>
                    <a:pt x="1523" y="143255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30479" y="134111"/>
                  </a:lnTo>
                  <a:lnTo>
                    <a:pt x="36575" y="121919"/>
                  </a:lnTo>
                  <a:lnTo>
                    <a:pt x="50291" y="103631"/>
                  </a:lnTo>
                  <a:lnTo>
                    <a:pt x="53339" y="100583"/>
                  </a:lnTo>
                  <a:close/>
                </a:path>
                <a:path w="596264" h="318770">
                  <a:moveTo>
                    <a:pt x="50291" y="214883"/>
                  </a:moveTo>
                  <a:lnTo>
                    <a:pt x="50291" y="213359"/>
                  </a:lnTo>
                  <a:lnTo>
                    <a:pt x="45719" y="207263"/>
                  </a:lnTo>
                  <a:lnTo>
                    <a:pt x="39623" y="202691"/>
                  </a:lnTo>
                  <a:lnTo>
                    <a:pt x="33527" y="190499"/>
                  </a:lnTo>
                  <a:lnTo>
                    <a:pt x="30479" y="182879"/>
                  </a:lnTo>
                  <a:lnTo>
                    <a:pt x="28955" y="178307"/>
                  </a:lnTo>
                  <a:lnTo>
                    <a:pt x="25907" y="170687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0" y="169163"/>
                  </a:lnTo>
                  <a:lnTo>
                    <a:pt x="1523" y="176783"/>
                  </a:lnTo>
                  <a:lnTo>
                    <a:pt x="4571" y="185927"/>
                  </a:lnTo>
                  <a:lnTo>
                    <a:pt x="7619" y="193547"/>
                  </a:lnTo>
                  <a:lnTo>
                    <a:pt x="10667" y="202691"/>
                  </a:lnTo>
                  <a:lnTo>
                    <a:pt x="19811" y="217931"/>
                  </a:lnTo>
                  <a:lnTo>
                    <a:pt x="25907" y="224027"/>
                  </a:lnTo>
                  <a:lnTo>
                    <a:pt x="32003" y="231647"/>
                  </a:lnTo>
                  <a:lnTo>
                    <a:pt x="33527" y="233171"/>
                  </a:lnTo>
                  <a:lnTo>
                    <a:pt x="50291" y="214883"/>
                  </a:lnTo>
                  <a:close/>
                </a:path>
                <a:path w="596264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596264" h="318770">
                  <a:moveTo>
                    <a:pt x="132587" y="265175"/>
                  </a:moveTo>
                  <a:lnTo>
                    <a:pt x="121919" y="260603"/>
                  </a:lnTo>
                  <a:lnTo>
                    <a:pt x="102107" y="251459"/>
                  </a:lnTo>
                  <a:lnTo>
                    <a:pt x="83819" y="240791"/>
                  </a:lnTo>
                  <a:lnTo>
                    <a:pt x="68579" y="230123"/>
                  </a:lnTo>
                  <a:lnTo>
                    <a:pt x="53339" y="249935"/>
                  </a:lnTo>
                  <a:lnTo>
                    <a:pt x="91439" y="274319"/>
                  </a:lnTo>
                  <a:lnTo>
                    <a:pt x="123443" y="288035"/>
                  </a:lnTo>
                  <a:lnTo>
                    <a:pt x="132587" y="265175"/>
                  </a:lnTo>
                  <a:close/>
                </a:path>
                <a:path w="596264" h="318770">
                  <a:moveTo>
                    <a:pt x="135635" y="53339"/>
                  </a:moveTo>
                  <a:lnTo>
                    <a:pt x="126491" y="28955"/>
                  </a:lnTo>
                  <a:lnTo>
                    <a:pt x="111251" y="35051"/>
                  </a:lnTo>
                  <a:lnTo>
                    <a:pt x="89915" y="44195"/>
                  </a:lnTo>
                  <a:lnTo>
                    <a:pt x="71627" y="56387"/>
                  </a:lnTo>
                  <a:lnTo>
                    <a:pt x="56387" y="65531"/>
                  </a:lnTo>
                  <a:lnTo>
                    <a:pt x="71627" y="86867"/>
                  </a:lnTo>
                  <a:lnTo>
                    <a:pt x="85343" y="76199"/>
                  </a:lnTo>
                  <a:lnTo>
                    <a:pt x="102107" y="67055"/>
                  </a:lnTo>
                  <a:lnTo>
                    <a:pt x="121919" y="57911"/>
                  </a:lnTo>
                  <a:lnTo>
                    <a:pt x="135635" y="53339"/>
                  </a:lnTo>
                  <a:close/>
                </a:path>
                <a:path w="596264" h="318770">
                  <a:moveTo>
                    <a:pt x="231647" y="30479"/>
                  </a:moveTo>
                  <a:lnTo>
                    <a:pt x="228599" y="4571"/>
                  </a:lnTo>
                  <a:lnTo>
                    <a:pt x="211835" y="7619"/>
                  </a:lnTo>
                  <a:lnTo>
                    <a:pt x="184403" y="12191"/>
                  </a:lnTo>
                  <a:lnTo>
                    <a:pt x="158495" y="18287"/>
                  </a:lnTo>
                  <a:lnTo>
                    <a:pt x="152399" y="21335"/>
                  </a:lnTo>
                  <a:lnTo>
                    <a:pt x="158495" y="44195"/>
                  </a:lnTo>
                  <a:lnTo>
                    <a:pt x="166115" y="42671"/>
                  </a:lnTo>
                  <a:lnTo>
                    <a:pt x="190499" y="36575"/>
                  </a:lnTo>
                  <a:lnTo>
                    <a:pt x="216407" y="32003"/>
                  </a:lnTo>
                  <a:lnTo>
                    <a:pt x="231647" y="30479"/>
                  </a:lnTo>
                  <a:close/>
                </a:path>
                <a:path w="596264" h="318770">
                  <a:moveTo>
                    <a:pt x="332231" y="1523"/>
                  </a:moveTo>
                  <a:lnTo>
                    <a:pt x="327659" y="1523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54507" y="1523"/>
                  </a:lnTo>
                  <a:lnTo>
                    <a:pt x="256031" y="27431"/>
                  </a:lnTo>
                  <a:lnTo>
                    <a:pt x="269747" y="25907"/>
                  </a:lnTo>
                  <a:lnTo>
                    <a:pt x="330707" y="25907"/>
                  </a:lnTo>
                  <a:lnTo>
                    <a:pt x="332231" y="1523"/>
                  </a:lnTo>
                  <a:close/>
                </a:path>
                <a:path w="596264" h="318770">
                  <a:moveTo>
                    <a:pt x="434339" y="16763"/>
                  </a:moveTo>
                  <a:lnTo>
                    <a:pt x="413003" y="12191"/>
                  </a:lnTo>
                  <a:lnTo>
                    <a:pt x="358139" y="3047"/>
                  </a:lnTo>
                  <a:lnTo>
                    <a:pt x="355091" y="28955"/>
                  </a:lnTo>
                  <a:lnTo>
                    <a:pt x="382523" y="32003"/>
                  </a:lnTo>
                  <a:lnTo>
                    <a:pt x="406907" y="36575"/>
                  </a:lnTo>
                  <a:lnTo>
                    <a:pt x="428243" y="42671"/>
                  </a:lnTo>
                  <a:lnTo>
                    <a:pt x="434339" y="16763"/>
                  </a:lnTo>
                  <a:close/>
                </a:path>
                <a:path w="596264" h="318770">
                  <a:moveTo>
                    <a:pt x="531875" y="59435"/>
                  </a:moveTo>
                  <a:lnTo>
                    <a:pt x="525779" y="54863"/>
                  </a:lnTo>
                  <a:lnTo>
                    <a:pt x="505967" y="44195"/>
                  </a:lnTo>
                  <a:lnTo>
                    <a:pt x="484631" y="35051"/>
                  </a:lnTo>
                  <a:lnTo>
                    <a:pt x="461771" y="25907"/>
                  </a:lnTo>
                  <a:lnTo>
                    <a:pt x="460247" y="24383"/>
                  </a:lnTo>
                  <a:lnTo>
                    <a:pt x="452627" y="48767"/>
                  </a:lnTo>
                  <a:lnTo>
                    <a:pt x="454151" y="50291"/>
                  </a:lnTo>
                  <a:lnTo>
                    <a:pt x="475487" y="57911"/>
                  </a:lnTo>
                  <a:lnTo>
                    <a:pt x="495299" y="67055"/>
                  </a:lnTo>
                  <a:lnTo>
                    <a:pt x="513587" y="77723"/>
                  </a:lnTo>
                  <a:lnTo>
                    <a:pt x="516635" y="80771"/>
                  </a:lnTo>
                  <a:lnTo>
                    <a:pt x="531875" y="59435"/>
                  </a:lnTo>
                  <a:close/>
                </a:path>
                <a:path w="596264" h="318770">
                  <a:moveTo>
                    <a:pt x="595883" y="146303"/>
                  </a:moveTo>
                  <a:lnTo>
                    <a:pt x="595883" y="141731"/>
                  </a:lnTo>
                  <a:lnTo>
                    <a:pt x="592835" y="132587"/>
                  </a:lnTo>
                  <a:lnTo>
                    <a:pt x="586739" y="117347"/>
                  </a:lnTo>
                  <a:lnTo>
                    <a:pt x="582167" y="108203"/>
                  </a:lnTo>
                  <a:lnTo>
                    <a:pt x="577595" y="100583"/>
                  </a:lnTo>
                  <a:lnTo>
                    <a:pt x="571499" y="94487"/>
                  </a:lnTo>
                  <a:lnTo>
                    <a:pt x="565403" y="86867"/>
                  </a:lnTo>
                  <a:lnTo>
                    <a:pt x="553211" y="74675"/>
                  </a:lnTo>
                  <a:lnTo>
                    <a:pt x="536447" y="94487"/>
                  </a:lnTo>
                  <a:lnTo>
                    <a:pt x="547115" y="105155"/>
                  </a:lnTo>
                  <a:lnTo>
                    <a:pt x="551687" y="111251"/>
                  </a:lnTo>
                  <a:lnTo>
                    <a:pt x="557783" y="117347"/>
                  </a:lnTo>
                  <a:lnTo>
                    <a:pt x="566927" y="135635"/>
                  </a:lnTo>
                  <a:lnTo>
                    <a:pt x="569975" y="147827"/>
                  </a:lnTo>
                  <a:lnTo>
                    <a:pt x="571499" y="150875"/>
                  </a:lnTo>
                  <a:lnTo>
                    <a:pt x="595883" y="146303"/>
                  </a:lnTo>
                  <a:close/>
                </a:path>
                <a:path w="596264" h="318770">
                  <a:moveTo>
                    <a:pt x="595883" y="176783"/>
                  </a:moveTo>
                  <a:lnTo>
                    <a:pt x="595883" y="175259"/>
                  </a:lnTo>
                  <a:lnTo>
                    <a:pt x="569975" y="172211"/>
                  </a:lnTo>
                  <a:lnTo>
                    <a:pt x="566927" y="184403"/>
                  </a:lnTo>
                  <a:lnTo>
                    <a:pt x="560831" y="196595"/>
                  </a:lnTo>
                  <a:lnTo>
                    <a:pt x="547115" y="214883"/>
                  </a:lnTo>
                  <a:lnTo>
                    <a:pt x="541019" y="220979"/>
                  </a:lnTo>
                  <a:lnTo>
                    <a:pt x="533399" y="227075"/>
                  </a:lnTo>
                  <a:lnTo>
                    <a:pt x="550163" y="245363"/>
                  </a:lnTo>
                  <a:lnTo>
                    <a:pt x="577595" y="216407"/>
                  </a:lnTo>
                  <a:lnTo>
                    <a:pt x="592835" y="184403"/>
                  </a:lnTo>
                  <a:lnTo>
                    <a:pt x="595883" y="176783"/>
                  </a:lnTo>
                  <a:close/>
                </a:path>
                <a:path w="596264" h="318770">
                  <a:moveTo>
                    <a:pt x="528827" y="262127"/>
                  </a:moveTo>
                  <a:lnTo>
                    <a:pt x="513587" y="240791"/>
                  </a:lnTo>
                  <a:lnTo>
                    <a:pt x="512063" y="242315"/>
                  </a:lnTo>
                  <a:lnTo>
                    <a:pt x="475487" y="260603"/>
                  </a:lnTo>
                  <a:lnTo>
                    <a:pt x="454151" y="268223"/>
                  </a:lnTo>
                  <a:lnTo>
                    <a:pt x="448055" y="271271"/>
                  </a:lnTo>
                  <a:lnTo>
                    <a:pt x="455675" y="294131"/>
                  </a:lnTo>
                  <a:lnTo>
                    <a:pt x="463295" y="292607"/>
                  </a:lnTo>
                  <a:lnTo>
                    <a:pt x="486155" y="283463"/>
                  </a:lnTo>
                  <a:lnTo>
                    <a:pt x="507491" y="274319"/>
                  </a:lnTo>
                  <a:lnTo>
                    <a:pt x="525779" y="263651"/>
                  </a:lnTo>
                  <a:lnTo>
                    <a:pt x="528827" y="262127"/>
                  </a:lnTo>
                  <a:close/>
                </a:path>
                <a:path w="596264" h="318770">
                  <a:moveTo>
                    <a:pt x="431291" y="301751"/>
                  </a:moveTo>
                  <a:lnTo>
                    <a:pt x="425195" y="277367"/>
                  </a:lnTo>
                  <a:lnTo>
                    <a:pt x="406907" y="281939"/>
                  </a:lnTo>
                  <a:lnTo>
                    <a:pt x="355091" y="291083"/>
                  </a:lnTo>
                  <a:lnTo>
                    <a:pt x="352043" y="291083"/>
                  </a:lnTo>
                  <a:lnTo>
                    <a:pt x="353567" y="315467"/>
                  </a:lnTo>
                  <a:lnTo>
                    <a:pt x="358139" y="315467"/>
                  </a:lnTo>
                  <a:lnTo>
                    <a:pt x="385571" y="312419"/>
                  </a:lnTo>
                  <a:lnTo>
                    <a:pt x="413003" y="306323"/>
                  </a:lnTo>
                  <a:lnTo>
                    <a:pt x="431291" y="301751"/>
                  </a:lnTo>
                  <a:close/>
                </a:path>
                <a:path w="596264" h="318770">
                  <a:moveTo>
                    <a:pt x="327659" y="318515"/>
                  </a:moveTo>
                  <a:lnTo>
                    <a:pt x="327659" y="292607"/>
                  </a:lnTo>
                  <a:lnTo>
                    <a:pt x="269747" y="292607"/>
                  </a:lnTo>
                  <a:lnTo>
                    <a:pt x="252983" y="291083"/>
                  </a:lnTo>
                  <a:lnTo>
                    <a:pt x="249935" y="316991"/>
                  </a:lnTo>
                  <a:lnTo>
                    <a:pt x="269747" y="318515"/>
                  </a:lnTo>
                  <a:lnTo>
                    <a:pt x="327659" y="318515"/>
                  </a:lnTo>
                  <a:close/>
                </a:path>
                <a:path w="596264" h="318770">
                  <a:moveTo>
                    <a:pt x="228599" y="288035"/>
                  </a:moveTo>
                  <a:lnTo>
                    <a:pt x="214883" y="286511"/>
                  </a:lnTo>
                  <a:lnTo>
                    <a:pt x="190499" y="281939"/>
                  </a:lnTo>
                  <a:lnTo>
                    <a:pt x="166115" y="275843"/>
                  </a:lnTo>
                  <a:lnTo>
                    <a:pt x="155447" y="272795"/>
                  </a:lnTo>
                  <a:lnTo>
                    <a:pt x="147827" y="297179"/>
                  </a:lnTo>
                  <a:lnTo>
                    <a:pt x="184403" y="306323"/>
                  </a:lnTo>
                  <a:lnTo>
                    <a:pt x="211835" y="312419"/>
                  </a:lnTo>
                  <a:lnTo>
                    <a:pt x="224027" y="313943"/>
                  </a:lnTo>
                  <a:lnTo>
                    <a:pt x="228599" y="2880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9801" y="4613149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22990" y="6533390"/>
              <a:ext cx="597535" cy="405765"/>
            </a:xfrm>
            <a:custGeom>
              <a:avLst/>
              <a:gdLst/>
              <a:ahLst/>
              <a:cxnLst/>
              <a:rect l="l" t="t" r="r" b="b"/>
              <a:pathLst>
                <a:path w="597535" h="405765">
                  <a:moveTo>
                    <a:pt x="45719" y="137159"/>
                  </a:moveTo>
                  <a:lnTo>
                    <a:pt x="22859" y="123443"/>
                  </a:lnTo>
                  <a:lnTo>
                    <a:pt x="18287" y="131063"/>
                  </a:lnTo>
                  <a:lnTo>
                    <a:pt x="13715" y="141731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0687"/>
                  </a:lnTo>
                  <a:lnTo>
                    <a:pt x="0" y="192023"/>
                  </a:lnTo>
                  <a:lnTo>
                    <a:pt x="0" y="202691"/>
                  </a:lnTo>
                  <a:lnTo>
                    <a:pt x="25907" y="202691"/>
                  </a:lnTo>
                  <a:lnTo>
                    <a:pt x="25907" y="193547"/>
                  </a:lnTo>
                  <a:lnTo>
                    <a:pt x="27431" y="184403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0875"/>
                  </a:lnTo>
                  <a:lnTo>
                    <a:pt x="41147" y="143255"/>
                  </a:lnTo>
                  <a:lnTo>
                    <a:pt x="45719" y="137159"/>
                  </a:lnTo>
                  <a:close/>
                </a:path>
                <a:path w="597535" h="405765">
                  <a:moveTo>
                    <a:pt x="114299" y="73151"/>
                  </a:moveTo>
                  <a:lnTo>
                    <a:pt x="100583" y="50291"/>
                  </a:lnTo>
                  <a:lnTo>
                    <a:pt x="88391" y="57911"/>
                  </a:lnTo>
                  <a:lnTo>
                    <a:pt x="70103" y="71627"/>
                  </a:lnTo>
                  <a:lnTo>
                    <a:pt x="51815" y="88391"/>
                  </a:lnTo>
                  <a:lnTo>
                    <a:pt x="39623" y="102107"/>
                  </a:lnTo>
                  <a:lnTo>
                    <a:pt x="57911" y="118871"/>
                  </a:lnTo>
                  <a:lnTo>
                    <a:pt x="71627" y="105155"/>
                  </a:lnTo>
                  <a:lnTo>
                    <a:pt x="86867" y="91439"/>
                  </a:lnTo>
                  <a:lnTo>
                    <a:pt x="103631" y="77723"/>
                  </a:lnTo>
                  <a:lnTo>
                    <a:pt x="114299" y="73151"/>
                  </a:lnTo>
                  <a:close/>
                </a:path>
                <a:path w="597535" h="405765">
                  <a:moveTo>
                    <a:pt x="204215" y="36575"/>
                  </a:moveTo>
                  <a:lnTo>
                    <a:pt x="198119" y="12191"/>
                  </a:lnTo>
                  <a:lnTo>
                    <a:pt x="182879" y="15239"/>
                  </a:lnTo>
                  <a:lnTo>
                    <a:pt x="156971" y="22859"/>
                  </a:lnTo>
                  <a:lnTo>
                    <a:pt x="132587" y="33527"/>
                  </a:lnTo>
                  <a:lnTo>
                    <a:pt x="123443" y="38099"/>
                  </a:lnTo>
                  <a:lnTo>
                    <a:pt x="135635" y="60959"/>
                  </a:lnTo>
                  <a:lnTo>
                    <a:pt x="144779" y="56387"/>
                  </a:lnTo>
                  <a:lnTo>
                    <a:pt x="167639" y="47243"/>
                  </a:lnTo>
                  <a:lnTo>
                    <a:pt x="192023" y="39623"/>
                  </a:lnTo>
                  <a:lnTo>
                    <a:pt x="204215" y="36575"/>
                  </a:lnTo>
                  <a:close/>
                </a:path>
                <a:path w="597535" h="405765">
                  <a:moveTo>
                    <a:pt x="301751" y="24383"/>
                  </a:moveTo>
                  <a:lnTo>
                    <a:pt x="301751" y="0"/>
                  </a:lnTo>
                  <a:lnTo>
                    <a:pt x="268223" y="0"/>
                  </a:lnTo>
                  <a:lnTo>
                    <a:pt x="239267" y="3047"/>
                  </a:lnTo>
                  <a:lnTo>
                    <a:pt x="224027" y="6095"/>
                  </a:lnTo>
                  <a:lnTo>
                    <a:pt x="228599" y="3200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298703" y="24383"/>
                  </a:lnTo>
                  <a:lnTo>
                    <a:pt x="301751" y="24383"/>
                  </a:lnTo>
                  <a:close/>
                </a:path>
                <a:path w="597535" h="405765">
                  <a:moveTo>
                    <a:pt x="405383" y="13715"/>
                  </a:moveTo>
                  <a:lnTo>
                    <a:pt x="385571" y="9143"/>
                  </a:lnTo>
                  <a:lnTo>
                    <a:pt x="358139" y="3047"/>
                  </a:lnTo>
                  <a:lnTo>
                    <a:pt x="327659" y="0"/>
                  </a:lnTo>
                  <a:lnTo>
                    <a:pt x="326135" y="25907"/>
                  </a:lnTo>
                  <a:lnTo>
                    <a:pt x="327659" y="25907"/>
                  </a:lnTo>
                  <a:lnTo>
                    <a:pt x="355091" y="28955"/>
                  </a:lnTo>
                  <a:lnTo>
                    <a:pt x="380999" y="33527"/>
                  </a:lnTo>
                  <a:lnTo>
                    <a:pt x="399287" y="38099"/>
                  </a:lnTo>
                  <a:lnTo>
                    <a:pt x="405383" y="13715"/>
                  </a:lnTo>
                  <a:close/>
                </a:path>
                <a:path w="597535" h="405765">
                  <a:moveTo>
                    <a:pt x="501395" y="54863"/>
                  </a:moveTo>
                  <a:lnTo>
                    <a:pt x="486155" y="44195"/>
                  </a:lnTo>
                  <a:lnTo>
                    <a:pt x="463295" y="33527"/>
                  </a:lnTo>
                  <a:lnTo>
                    <a:pt x="438911" y="22859"/>
                  </a:lnTo>
                  <a:lnTo>
                    <a:pt x="431291" y="21335"/>
                  </a:lnTo>
                  <a:lnTo>
                    <a:pt x="422147" y="44195"/>
                  </a:lnTo>
                  <a:lnTo>
                    <a:pt x="431291" y="47243"/>
                  </a:lnTo>
                  <a:lnTo>
                    <a:pt x="454151" y="56387"/>
                  </a:lnTo>
                  <a:lnTo>
                    <a:pt x="473963" y="67055"/>
                  </a:lnTo>
                  <a:lnTo>
                    <a:pt x="489203" y="76199"/>
                  </a:lnTo>
                  <a:lnTo>
                    <a:pt x="501395" y="54863"/>
                  </a:lnTo>
                  <a:close/>
                </a:path>
                <a:path w="597535" h="405765">
                  <a:moveTo>
                    <a:pt x="577595" y="129539"/>
                  </a:moveTo>
                  <a:lnTo>
                    <a:pt x="544067" y="86867"/>
                  </a:lnTo>
                  <a:lnTo>
                    <a:pt x="527303" y="71627"/>
                  </a:lnTo>
                  <a:lnTo>
                    <a:pt x="524255" y="68579"/>
                  </a:lnTo>
                  <a:lnTo>
                    <a:pt x="509015" y="89915"/>
                  </a:lnTo>
                  <a:lnTo>
                    <a:pt x="512063" y="91439"/>
                  </a:lnTo>
                  <a:lnTo>
                    <a:pt x="527303" y="105155"/>
                  </a:lnTo>
                  <a:lnTo>
                    <a:pt x="541019" y="120395"/>
                  </a:lnTo>
                  <a:lnTo>
                    <a:pt x="545591" y="128015"/>
                  </a:lnTo>
                  <a:lnTo>
                    <a:pt x="551687" y="135635"/>
                  </a:lnTo>
                  <a:lnTo>
                    <a:pt x="556259" y="143255"/>
                  </a:lnTo>
                  <a:lnTo>
                    <a:pt x="577595" y="129539"/>
                  </a:lnTo>
                  <a:close/>
                </a:path>
                <a:path w="597535" h="405765">
                  <a:moveTo>
                    <a:pt x="597407" y="202691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0019"/>
                  </a:lnTo>
                  <a:lnTo>
                    <a:pt x="588263" y="155447"/>
                  </a:lnTo>
                  <a:lnTo>
                    <a:pt x="565403" y="163067"/>
                  </a:lnTo>
                  <a:lnTo>
                    <a:pt x="566927" y="169163"/>
                  </a:lnTo>
                  <a:lnTo>
                    <a:pt x="568451" y="176783"/>
                  </a:lnTo>
                  <a:lnTo>
                    <a:pt x="571499" y="195071"/>
                  </a:lnTo>
                  <a:lnTo>
                    <a:pt x="571499" y="202691"/>
                  </a:lnTo>
                  <a:lnTo>
                    <a:pt x="597407" y="202691"/>
                  </a:lnTo>
                  <a:close/>
                </a:path>
                <a:path w="597535" h="405765">
                  <a:moveTo>
                    <a:pt x="597407" y="213359"/>
                  </a:moveTo>
                  <a:lnTo>
                    <a:pt x="597407" y="202691"/>
                  </a:lnTo>
                  <a:lnTo>
                    <a:pt x="571499" y="202691"/>
                  </a:lnTo>
                  <a:lnTo>
                    <a:pt x="571499" y="211835"/>
                  </a:lnTo>
                  <a:lnTo>
                    <a:pt x="569975" y="220979"/>
                  </a:lnTo>
                  <a:lnTo>
                    <a:pt x="568451" y="228599"/>
                  </a:lnTo>
                  <a:lnTo>
                    <a:pt x="568451" y="231647"/>
                  </a:lnTo>
                  <a:lnTo>
                    <a:pt x="592835" y="23774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5" h="405765">
                  <a:moveTo>
                    <a:pt x="583691" y="265175"/>
                  </a:moveTo>
                  <a:lnTo>
                    <a:pt x="583691" y="263651"/>
                  </a:lnTo>
                  <a:lnTo>
                    <a:pt x="560831" y="252983"/>
                  </a:lnTo>
                  <a:lnTo>
                    <a:pt x="559307" y="254507"/>
                  </a:lnTo>
                  <a:lnTo>
                    <a:pt x="556259" y="262127"/>
                  </a:lnTo>
                  <a:lnTo>
                    <a:pt x="551687" y="269747"/>
                  </a:lnTo>
                  <a:lnTo>
                    <a:pt x="545591" y="278891"/>
                  </a:lnTo>
                  <a:lnTo>
                    <a:pt x="539495" y="286511"/>
                  </a:lnTo>
                  <a:lnTo>
                    <a:pt x="525779" y="300227"/>
                  </a:lnTo>
                  <a:lnTo>
                    <a:pt x="516635" y="307847"/>
                  </a:lnTo>
                  <a:lnTo>
                    <a:pt x="534923" y="327659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9119" y="274319"/>
                  </a:lnTo>
                  <a:lnTo>
                    <a:pt x="583691" y="265175"/>
                  </a:lnTo>
                  <a:close/>
                </a:path>
                <a:path w="597535" h="405765">
                  <a:moveTo>
                    <a:pt x="513587" y="344423"/>
                  </a:moveTo>
                  <a:lnTo>
                    <a:pt x="498347" y="323087"/>
                  </a:lnTo>
                  <a:lnTo>
                    <a:pt x="493775" y="327659"/>
                  </a:lnTo>
                  <a:lnTo>
                    <a:pt x="473963" y="338327"/>
                  </a:lnTo>
                  <a:lnTo>
                    <a:pt x="452627" y="348995"/>
                  </a:lnTo>
                  <a:lnTo>
                    <a:pt x="434339" y="356615"/>
                  </a:lnTo>
                  <a:lnTo>
                    <a:pt x="443483" y="380999"/>
                  </a:lnTo>
                  <a:lnTo>
                    <a:pt x="463295" y="371855"/>
                  </a:lnTo>
                  <a:lnTo>
                    <a:pt x="487679" y="361187"/>
                  </a:lnTo>
                  <a:lnTo>
                    <a:pt x="507491" y="347471"/>
                  </a:lnTo>
                  <a:lnTo>
                    <a:pt x="513587" y="344423"/>
                  </a:lnTo>
                  <a:close/>
                </a:path>
                <a:path w="597535" h="405765">
                  <a:moveTo>
                    <a:pt x="417575" y="388619"/>
                  </a:moveTo>
                  <a:lnTo>
                    <a:pt x="409955" y="364235"/>
                  </a:lnTo>
                  <a:lnTo>
                    <a:pt x="405383" y="365759"/>
                  </a:lnTo>
                  <a:lnTo>
                    <a:pt x="380999" y="371855"/>
                  </a:lnTo>
                  <a:lnTo>
                    <a:pt x="353567" y="376427"/>
                  </a:lnTo>
                  <a:lnTo>
                    <a:pt x="338327" y="377951"/>
                  </a:lnTo>
                  <a:lnTo>
                    <a:pt x="341375" y="403859"/>
                  </a:lnTo>
                  <a:lnTo>
                    <a:pt x="358139" y="402335"/>
                  </a:lnTo>
                  <a:lnTo>
                    <a:pt x="387095" y="397763"/>
                  </a:lnTo>
                  <a:lnTo>
                    <a:pt x="414527" y="390143"/>
                  </a:lnTo>
                  <a:lnTo>
                    <a:pt x="417575" y="388619"/>
                  </a:lnTo>
                  <a:close/>
                </a:path>
                <a:path w="597535" h="405765">
                  <a:moveTo>
                    <a:pt x="315467" y="405383"/>
                  </a:moveTo>
                  <a:lnTo>
                    <a:pt x="313943" y="379475"/>
                  </a:lnTo>
                  <a:lnTo>
                    <a:pt x="298703" y="380999"/>
                  </a:lnTo>
                  <a:lnTo>
                    <a:pt x="269747" y="379475"/>
                  </a:lnTo>
                  <a:lnTo>
                    <a:pt x="242315" y="376427"/>
                  </a:lnTo>
                  <a:lnTo>
                    <a:pt x="240791" y="376427"/>
                  </a:lnTo>
                  <a:lnTo>
                    <a:pt x="236219" y="400811"/>
                  </a:lnTo>
                  <a:lnTo>
                    <a:pt x="239267" y="402335"/>
                  </a:lnTo>
                  <a:lnTo>
                    <a:pt x="269747" y="405383"/>
                  </a:lnTo>
                  <a:lnTo>
                    <a:pt x="315467" y="405383"/>
                  </a:lnTo>
                  <a:close/>
                </a:path>
                <a:path w="597535" h="405765">
                  <a:moveTo>
                    <a:pt x="216407" y="371855"/>
                  </a:moveTo>
                  <a:lnTo>
                    <a:pt x="190499" y="365759"/>
                  </a:lnTo>
                  <a:lnTo>
                    <a:pt x="166115" y="358139"/>
                  </a:lnTo>
                  <a:lnTo>
                    <a:pt x="146303" y="348995"/>
                  </a:lnTo>
                  <a:lnTo>
                    <a:pt x="135635" y="373379"/>
                  </a:lnTo>
                  <a:lnTo>
                    <a:pt x="158495" y="382523"/>
                  </a:lnTo>
                  <a:lnTo>
                    <a:pt x="184403" y="390143"/>
                  </a:lnTo>
                  <a:lnTo>
                    <a:pt x="210311" y="396239"/>
                  </a:lnTo>
                  <a:lnTo>
                    <a:pt x="216407" y="371855"/>
                  </a:lnTo>
                  <a:close/>
                </a:path>
                <a:path w="597535" h="405765">
                  <a:moveTo>
                    <a:pt x="123443" y="338327"/>
                  </a:moveTo>
                  <a:lnTo>
                    <a:pt x="121919" y="338327"/>
                  </a:lnTo>
                  <a:lnTo>
                    <a:pt x="85343" y="313943"/>
                  </a:lnTo>
                  <a:lnTo>
                    <a:pt x="70103" y="300227"/>
                  </a:lnTo>
                  <a:lnTo>
                    <a:pt x="67055" y="295655"/>
                  </a:lnTo>
                  <a:lnTo>
                    <a:pt x="48767" y="313943"/>
                  </a:lnTo>
                  <a:lnTo>
                    <a:pt x="53339" y="318515"/>
                  </a:lnTo>
                  <a:lnTo>
                    <a:pt x="70103" y="333755"/>
                  </a:lnTo>
                  <a:lnTo>
                    <a:pt x="89915" y="348995"/>
                  </a:lnTo>
                  <a:lnTo>
                    <a:pt x="111251" y="361187"/>
                  </a:lnTo>
                  <a:lnTo>
                    <a:pt x="112775" y="361187"/>
                  </a:lnTo>
                  <a:lnTo>
                    <a:pt x="123443" y="338327"/>
                  </a:lnTo>
                  <a:close/>
                </a:path>
                <a:path w="597535" h="405765">
                  <a:moveTo>
                    <a:pt x="51815" y="278891"/>
                  </a:moveTo>
                  <a:lnTo>
                    <a:pt x="30479" y="237743"/>
                  </a:lnTo>
                  <a:lnTo>
                    <a:pt x="27431" y="219455"/>
                  </a:lnTo>
                  <a:lnTo>
                    <a:pt x="25907" y="213359"/>
                  </a:lnTo>
                  <a:lnTo>
                    <a:pt x="1523" y="216407"/>
                  </a:lnTo>
                  <a:lnTo>
                    <a:pt x="1523" y="224027"/>
                  </a:lnTo>
                  <a:lnTo>
                    <a:pt x="4571" y="234695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4319"/>
                  </a:lnTo>
                  <a:lnTo>
                    <a:pt x="24383" y="283463"/>
                  </a:lnTo>
                  <a:lnTo>
                    <a:pt x="30479" y="292607"/>
                  </a:lnTo>
                  <a:lnTo>
                    <a:pt x="51815" y="2788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32490" y="5518403"/>
              <a:ext cx="940435" cy="318770"/>
            </a:xfrm>
            <a:custGeom>
              <a:avLst/>
              <a:gdLst/>
              <a:ahLst/>
              <a:cxnLst/>
              <a:rect l="l" t="t" r="r" b="b"/>
              <a:pathLst>
                <a:path w="940434" h="318770">
                  <a:moveTo>
                    <a:pt x="60959" y="109727"/>
                  </a:moveTo>
                  <a:lnTo>
                    <a:pt x="47243" y="88391"/>
                  </a:lnTo>
                  <a:lnTo>
                    <a:pt x="41147" y="92963"/>
                  </a:lnTo>
                  <a:lnTo>
                    <a:pt x="32003" y="100583"/>
                  </a:lnTo>
                  <a:lnTo>
                    <a:pt x="24383" y="106679"/>
                  </a:lnTo>
                  <a:lnTo>
                    <a:pt x="16763" y="115823"/>
                  </a:lnTo>
                  <a:lnTo>
                    <a:pt x="10667" y="123443"/>
                  </a:lnTo>
                  <a:lnTo>
                    <a:pt x="7619" y="131063"/>
                  </a:lnTo>
                  <a:lnTo>
                    <a:pt x="6095" y="131063"/>
                  </a:lnTo>
                  <a:lnTo>
                    <a:pt x="6095" y="132587"/>
                  </a:lnTo>
                  <a:lnTo>
                    <a:pt x="3047" y="141731"/>
                  </a:lnTo>
                  <a:lnTo>
                    <a:pt x="1523" y="149351"/>
                  </a:lnTo>
                  <a:lnTo>
                    <a:pt x="1523" y="150875"/>
                  </a:lnTo>
                  <a:lnTo>
                    <a:pt x="0" y="158495"/>
                  </a:lnTo>
                  <a:lnTo>
                    <a:pt x="25907" y="160019"/>
                  </a:lnTo>
                  <a:lnTo>
                    <a:pt x="25907" y="155447"/>
                  </a:lnTo>
                  <a:lnTo>
                    <a:pt x="27431" y="147827"/>
                  </a:lnTo>
                  <a:lnTo>
                    <a:pt x="28955" y="144779"/>
                  </a:lnTo>
                  <a:lnTo>
                    <a:pt x="28955" y="143255"/>
                  </a:lnTo>
                  <a:lnTo>
                    <a:pt x="33527" y="135635"/>
                  </a:lnTo>
                  <a:lnTo>
                    <a:pt x="38099" y="129539"/>
                  </a:lnTo>
                  <a:lnTo>
                    <a:pt x="48767" y="118871"/>
                  </a:lnTo>
                  <a:lnTo>
                    <a:pt x="56387" y="112775"/>
                  </a:lnTo>
                  <a:lnTo>
                    <a:pt x="60959" y="109727"/>
                  </a:lnTo>
                  <a:close/>
                </a:path>
                <a:path w="940434" h="318770">
                  <a:moveTo>
                    <a:pt x="30479" y="141731"/>
                  </a:moveTo>
                  <a:lnTo>
                    <a:pt x="28955" y="143255"/>
                  </a:lnTo>
                  <a:lnTo>
                    <a:pt x="28955" y="144779"/>
                  </a:lnTo>
                  <a:lnTo>
                    <a:pt x="30479" y="141731"/>
                  </a:lnTo>
                  <a:close/>
                </a:path>
                <a:path w="940434" h="318770">
                  <a:moveTo>
                    <a:pt x="149351" y="68579"/>
                  </a:moveTo>
                  <a:lnTo>
                    <a:pt x="141731" y="44195"/>
                  </a:lnTo>
                  <a:lnTo>
                    <a:pt x="128015" y="48767"/>
                  </a:lnTo>
                  <a:lnTo>
                    <a:pt x="112775" y="54863"/>
                  </a:lnTo>
                  <a:lnTo>
                    <a:pt x="99059" y="59435"/>
                  </a:lnTo>
                  <a:lnTo>
                    <a:pt x="85343" y="65531"/>
                  </a:lnTo>
                  <a:lnTo>
                    <a:pt x="73151" y="71627"/>
                  </a:lnTo>
                  <a:lnTo>
                    <a:pt x="70103" y="74675"/>
                  </a:lnTo>
                  <a:lnTo>
                    <a:pt x="82295" y="96011"/>
                  </a:lnTo>
                  <a:lnTo>
                    <a:pt x="85343" y="94487"/>
                  </a:lnTo>
                  <a:lnTo>
                    <a:pt x="96011" y="88391"/>
                  </a:lnTo>
                  <a:lnTo>
                    <a:pt x="108203" y="83819"/>
                  </a:lnTo>
                  <a:lnTo>
                    <a:pt x="121919" y="77723"/>
                  </a:lnTo>
                  <a:lnTo>
                    <a:pt x="149351" y="68579"/>
                  </a:lnTo>
                  <a:close/>
                </a:path>
                <a:path w="940434" h="318770">
                  <a:moveTo>
                    <a:pt x="246887" y="44195"/>
                  </a:moveTo>
                  <a:lnTo>
                    <a:pt x="242315" y="19811"/>
                  </a:lnTo>
                  <a:lnTo>
                    <a:pt x="230123" y="21335"/>
                  </a:lnTo>
                  <a:lnTo>
                    <a:pt x="193547" y="30479"/>
                  </a:lnTo>
                  <a:lnTo>
                    <a:pt x="175259" y="33527"/>
                  </a:lnTo>
                  <a:lnTo>
                    <a:pt x="166115" y="36575"/>
                  </a:lnTo>
                  <a:lnTo>
                    <a:pt x="173735" y="60959"/>
                  </a:lnTo>
                  <a:lnTo>
                    <a:pt x="182879" y="57911"/>
                  </a:lnTo>
                  <a:lnTo>
                    <a:pt x="199643" y="54863"/>
                  </a:lnTo>
                  <a:lnTo>
                    <a:pt x="217931" y="50291"/>
                  </a:lnTo>
                  <a:lnTo>
                    <a:pt x="236219" y="47243"/>
                  </a:lnTo>
                  <a:lnTo>
                    <a:pt x="246887" y="44195"/>
                  </a:lnTo>
                  <a:close/>
                </a:path>
                <a:path w="940434" h="318770">
                  <a:moveTo>
                    <a:pt x="345947" y="30479"/>
                  </a:moveTo>
                  <a:lnTo>
                    <a:pt x="344423" y="6095"/>
                  </a:lnTo>
                  <a:lnTo>
                    <a:pt x="332231" y="7619"/>
                  </a:lnTo>
                  <a:lnTo>
                    <a:pt x="289559" y="12191"/>
                  </a:lnTo>
                  <a:lnTo>
                    <a:pt x="268223" y="15239"/>
                  </a:lnTo>
                  <a:lnTo>
                    <a:pt x="271271" y="41147"/>
                  </a:lnTo>
                  <a:lnTo>
                    <a:pt x="294131" y="36575"/>
                  </a:lnTo>
                  <a:lnTo>
                    <a:pt x="335279" y="32003"/>
                  </a:lnTo>
                  <a:lnTo>
                    <a:pt x="345947" y="30479"/>
                  </a:lnTo>
                  <a:close/>
                </a:path>
                <a:path w="940434" h="318770">
                  <a:moveTo>
                    <a:pt x="446531" y="25907"/>
                  </a:moveTo>
                  <a:lnTo>
                    <a:pt x="446531" y="0"/>
                  </a:lnTo>
                  <a:lnTo>
                    <a:pt x="422147" y="1523"/>
                  </a:lnTo>
                  <a:lnTo>
                    <a:pt x="376427" y="3047"/>
                  </a:lnTo>
                  <a:lnTo>
                    <a:pt x="368807" y="4571"/>
                  </a:lnTo>
                  <a:lnTo>
                    <a:pt x="371855" y="28955"/>
                  </a:lnTo>
                  <a:lnTo>
                    <a:pt x="379475" y="28955"/>
                  </a:lnTo>
                  <a:lnTo>
                    <a:pt x="423671" y="25907"/>
                  </a:lnTo>
                  <a:lnTo>
                    <a:pt x="446531" y="25907"/>
                  </a:lnTo>
                  <a:close/>
                </a:path>
                <a:path w="940434" h="318770">
                  <a:moveTo>
                    <a:pt x="548639" y="3047"/>
                  </a:moveTo>
                  <a:lnTo>
                    <a:pt x="516635" y="1523"/>
                  </a:lnTo>
                  <a:lnTo>
                    <a:pt x="472439" y="0"/>
                  </a:lnTo>
                  <a:lnTo>
                    <a:pt x="472439" y="25907"/>
                  </a:lnTo>
                  <a:lnTo>
                    <a:pt x="516635" y="25907"/>
                  </a:lnTo>
                  <a:lnTo>
                    <a:pt x="547115" y="27431"/>
                  </a:lnTo>
                  <a:lnTo>
                    <a:pt x="548639" y="3047"/>
                  </a:lnTo>
                  <a:close/>
                </a:path>
                <a:path w="940434" h="318770">
                  <a:moveTo>
                    <a:pt x="650747" y="12191"/>
                  </a:moveTo>
                  <a:lnTo>
                    <a:pt x="649223" y="12191"/>
                  </a:lnTo>
                  <a:lnTo>
                    <a:pt x="606551" y="6095"/>
                  </a:lnTo>
                  <a:lnTo>
                    <a:pt x="574547" y="4571"/>
                  </a:lnTo>
                  <a:lnTo>
                    <a:pt x="573023" y="28955"/>
                  </a:lnTo>
                  <a:lnTo>
                    <a:pt x="605027" y="32003"/>
                  </a:lnTo>
                  <a:lnTo>
                    <a:pt x="646175" y="36575"/>
                  </a:lnTo>
                  <a:lnTo>
                    <a:pt x="647699" y="36575"/>
                  </a:lnTo>
                  <a:lnTo>
                    <a:pt x="650747" y="12191"/>
                  </a:lnTo>
                  <a:close/>
                </a:path>
                <a:path w="940434" h="318770">
                  <a:moveTo>
                    <a:pt x="752855" y="30479"/>
                  </a:moveTo>
                  <a:lnTo>
                    <a:pt x="746759" y="28955"/>
                  </a:lnTo>
                  <a:lnTo>
                    <a:pt x="728471" y="25907"/>
                  </a:lnTo>
                  <a:lnTo>
                    <a:pt x="710183" y="21335"/>
                  </a:lnTo>
                  <a:lnTo>
                    <a:pt x="690371" y="18287"/>
                  </a:lnTo>
                  <a:lnTo>
                    <a:pt x="676655" y="15239"/>
                  </a:lnTo>
                  <a:lnTo>
                    <a:pt x="672083" y="41147"/>
                  </a:lnTo>
                  <a:lnTo>
                    <a:pt x="685799" y="42671"/>
                  </a:lnTo>
                  <a:lnTo>
                    <a:pt x="705611" y="47243"/>
                  </a:lnTo>
                  <a:lnTo>
                    <a:pt x="723899" y="50291"/>
                  </a:lnTo>
                  <a:lnTo>
                    <a:pt x="740663" y="54863"/>
                  </a:lnTo>
                  <a:lnTo>
                    <a:pt x="746759" y="56387"/>
                  </a:lnTo>
                  <a:lnTo>
                    <a:pt x="752855" y="30479"/>
                  </a:lnTo>
                  <a:close/>
                </a:path>
                <a:path w="940434" h="318770">
                  <a:moveTo>
                    <a:pt x="850391" y="64007"/>
                  </a:moveTo>
                  <a:lnTo>
                    <a:pt x="841247" y="59435"/>
                  </a:lnTo>
                  <a:lnTo>
                    <a:pt x="827531" y="54863"/>
                  </a:lnTo>
                  <a:lnTo>
                    <a:pt x="812291" y="48767"/>
                  </a:lnTo>
                  <a:lnTo>
                    <a:pt x="797051" y="44195"/>
                  </a:lnTo>
                  <a:lnTo>
                    <a:pt x="780287" y="38099"/>
                  </a:lnTo>
                  <a:lnTo>
                    <a:pt x="777239" y="38099"/>
                  </a:lnTo>
                  <a:lnTo>
                    <a:pt x="769619" y="62483"/>
                  </a:lnTo>
                  <a:lnTo>
                    <a:pt x="774191" y="62483"/>
                  </a:lnTo>
                  <a:lnTo>
                    <a:pt x="789431" y="68579"/>
                  </a:lnTo>
                  <a:lnTo>
                    <a:pt x="804671" y="73151"/>
                  </a:lnTo>
                  <a:lnTo>
                    <a:pt x="818387" y="77723"/>
                  </a:lnTo>
                  <a:lnTo>
                    <a:pt x="832103" y="83819"/>
                  </a:lnTo>
                  <a:lnTo>
                    <a:pt x="839723" y="86867"/>
                  </a:lnTo>
                  <a:lnTo>
                    <a:pt x="850391" y="64007"/>
                  </a:lnTo>
                  <a:close/>
                </a:path>
                <a:path w="940434" h="318770">
                  <a:moveTo>
                    <a:pt x="934211" y="134111"/>
                  </a:moveTo>
                  <a:lnTo>
                    <a:pt x="934211" y="132587"/>
                  </a:lnTo>
                  <a:lnTo>
                    <a:pt x="932687" y="131063"/>
                  </a:lnTo>
                  <a:lnTo>
                    <a:pt x="928115" y="121919"/>
                  </a:lnTo>
                  <a:lnTo>
                    <a:pt x="915923" y="106679"/>
                  </a:lnTo>
                  <a:lnTo>
                    <a:pt x="908303" y="99059"/>
                  </a:lnTo>
                  <a:lnTo>
                    <a:pt x="899159" y="91439"/>
                  </a:lnTo>
                  <a:lnTo>
                    <a:pt x="888491" y="85343"/>
                  </a:lnTo>
                  <a:lnTo>
                    <a:pt x="877823" y="77723"/>
                  </a:lnTo>
                  <a:lnTo>
                    <a:pt x="874775" y="76199"/>
                  </a:lnTo>
                  <a:lnTo>
                    <a:pt x="861059" y="99059"/>
                  </a:lnTo>
                  <a:lnTo>
                    <a:pt x="865631" y="100583"/>
                  </a:lnTo>
                  <a:lnTo>
                    <a:pt x="883919" y="112775"/>
                  </a:lnTo>
                  <a:lnTo>
                    <a:pt x="891539" y="118871"/>
                  </a:lnTo>
                  <a:lnTo>
                    <a:pt x="903731" y="131063"/>
                  </a:lnTo>
                  <a:lnTo>
                    <a:pt x="908303" y="137159"/>
                  </a:lnTo>
                  <a:lnTo>
                    <a:pt x="911351" y="143255"/>
                  </a:lnTo>
                  <a:lnTo>
                    <a:pt x="934211" y="134111"/>
                  </a:lnTo>
                  <a:close/>
                </a:path>
                <a:path w="940434" h="318770">
                  <a:moveTo>
                    <a:pt x="911351" y="216407"/>
                  </a:moveTo>
                  <a:lnTo>
                    <a:pt x="911351" y="175259"/>
                  </a:lnTo>
                  <a:lnTo>
                    <a:pt x="906779" y="182879"/>
                  </a:lnTo>
                  <a:lnTo>
                    <a:pt x="897635" y="195071"/>
                  </a:lnTo>
                  <a:lnTo>
                    <a:pt x="891539" y="201167"/>
                  </a:lnTo>
                  <a:lnTo>
                    <a:pt x="883919" y="205739"/>
                  </a:lnTo>
                  <a:lnTo>
                    <a:pt x="876299" y="211835"/>
                  </a:lnTo>
                  <a:lnTo>
                    <a:pt x="890015" y="233171"/>
                  </a:lnTo>
                  <a:lnTo>
                    <a:pt x="899159" y="225551"/>
                  </a:lnTo>
                  <a:lnTo>
                    <a:pt x="908303" y="219455"/>
                  </a:lnTo>
                  <a:lnTo>
                    <a:pt x="911351" y="216407"/>
                  </a:lnTo>
                  <a:close/>
                </a:path>
                <a:path w="940434" h="318770">
                  <a:moveTo>
                    <a:pt x="940307" y="164591"/>
                  </a:moveTo>
                  <a:lnTo>
                    <a:pt x="914399" y="161543"/>
                  </a:lnTo>
                  <a:lnTo>
                    <a:pt x="914399" y="164591"/>
                  </a:lnTo>
                  <a:lnTo>
                    <a:pt x="912875" y="170687"/>
                  </a:lnTo>
                  <a:lnTo>
                    <a:pt x="909827" y="176783"/>
                  </a:lnTo>
                  <a:lnTo>
                    <a:pt x="911351" y="175259"/>
                  </a:lnTo>
                  <a:lnTo>
                    <a:pt x="911351" y="216407"/>
                  </a:lnTo>
                  <a:lnTo>
                    <a:pt x="915923" y="211835"/>
                  </a:lnTo>
                  <a:lnTo>
                    <a:pt x="923543" y="202691"/>
                  </a:lnTo>
                  <a:lnTo>
                    <a:pt x="929639" y="195071"/>
                  </a:lnTo>
                  <a:lnTo>
                    <a:pt x="932687" y="187451"/>
                  </a:lnTo>
                  <a:lnTo>
                    <a:pt x="934211" y="187451"/>
                  </a:lnTo>
                  <a:lnTo>
                    <a:pt x="934211" y="185927"/>
                  </a:lnTo>
                  <a:lnTo>
                    <a:pt x="937259" y="176783"/>
                  </a:lnTo>
                  <a:lnTo>
                    <a:pt x="938783" y="170687"/>
                  </a:lnTo>
                  <a:lnTo>
                    <a:pt x="938783" y="167639"/>
                  </a:lnTo>
                  <a:lnTo>
                    <a:pt x="940307" y="164591"/>
                  </a:lnTo>
                  <a:close/>
                </a:path>
                <a:path w="940434" h="318770">
                  <a:moveTo>
                    <a:pt x="867155" y="246887"/>
                  </a:moveTo>
                  <a:lnTo>
                    <a:pt x="854963" y="224027"/>
                  </a:lnTo>
                  <a:lnTo>
                    <a:pt x="842771" y="230123"/>
                  </a:lnTo>
                  <a:lnTo>
                    <a:pt x="830579" y="234695"/>
                  </a:lnTo>
                  <a:lnTo>
                    <a:pt x="818387" y="240791"/>
                  </a:lnTo>
                  <a:lnTo>
                    <a:pt x="804671" y="245363"/>
                  </a:lnTo>
                  <a:lnTo>
                    <a:pt x="789431" y="251459"/>
                  </a:lnTo>
                  <a:lnTo>
                    <a:pt x="786383" y="251459"/>
                  </a:lnTo>
                  <a:lnTo>
                    <a:pt x="794003" y="275843"/>
                  </a:lnTo>
                  <a:lnTo>
                    <a:pt x="797051" y="274319"/>
                  </a:lnTo>
                  <a:lnTo>
                    <a:pt x="812291" y="269747"/>
                  </a:lnTo>
                  <a:lnTo>
                    <a:pt x="827531" y="263651"/>
                  </a:lnTo>
                  <a:lnTo>
                    <a:pt x="841247" y="259079"/>
                  </a:lnTo>
                  <a:lnTo>
                    <a:pt x="854963" y="252983"/>
                  </a:lnTo>
                  <a:lnTo>
                    <a:pt x="867155" y="246887"/>
                  </a:lnTo>
                  <a:close/>
                </a:path>
                <a:path w="940434" h="318770">
                  <a:moveTo>
                    <a:pt x="769619" y="283463"/>
                  </a:moveTo>
                  <a:lnTo>
                    <a:pt x="763523" y="259079"/>
                  </a:lnTo>
                  <a:lnTo>
                    <a:pt x="757427" y="260603"/>
                  </a:lnTo>
                  <a:lnTo>
                    <a:pt x="740663" y="265175"/>
                  </a:lnTo>
                  <a:lnTo>
                    <a:pt x="722375" y="268223"/>
                  </a:lnTo>
                  <a:lnTo>
                    <a:pt x="704087" y="272795"/>
                  </a:lnTo>
                  <a:lnTo>
                    <a:pt x="690371" y="274319"/>
                  </a:lnTo>
                  <a:lnTo>
                    <a:pt x="694943" y="300227"/>
                  </a:lnTo>
                  <a:lnTo>
                    <a:pt x="710183" y="297179"/>
                  </a:lnTo>
                  <a:lnTo>
                    <a:pt x="728471" y="292607"/>
                  </a:lnTo>
                  <a:lnTo>
                    <a:pt x="746759" y="289559"/>
                  </a:lnTo>
                  <a:lnTo>
                    <a:pt x="765047" y="284987"/>
                  </a:lnTo>
                  <a:lnTo>
                    <a:pt x="769619" y="283463"/>
                  </a:lnTo>
                  <a:close/>
                </a:path>
                <a:path w="940434" h="318770">
                  <a:moveTo>
                    <a:pt x="669035" y="303275"/>
                  </a:moveTo>
                  <a:lnTo>
                    <a:pt x="664463" y="278891"/>
                  </a:lnTo>
                  <a:lnTo>
                    <a:pt x="646175" y="281939"/>
                  </a:lnTo>
                  <a:lnTo>
                    <a:pt x="605027" y="286511"/>
                  </a:lnTo>
                  <a:lnTo>
                    <a:pt x="589787" y="288035"/>
                  </a:lnTo>
                  <a:lnTo>
                    <a:pt x="592835" y="313943"/>
                  </a:lnTo>
                  <a:lnTo>
                    <a:pt x="608075" y="312419"/>
                  </a:lnTo>
                  <a:lnTo>
                    <a:pt x="649223" y="306323"/>
                  </a:lnTo>
                  <a:lnTo>
                    <a:pt x="669035" y="303275"/>
                  </a:lnTo>
                  <a:close/>
                </a:path>
                <a:path w="940434" h="318770">
                  <a:moveTo>
                    <a:pt x="566927" y="315467"/>
                  </a:moveTo>
                  <a:lnTo>
                    <a:pt x="565403" y="289559"/>
                  </a:lnTo>
                  <a:lnTo>
                    <a:pt x="560831" y="289559"/>
                  </a:lnTo>
                  <a:lnTo>
                    <a:pt x="516635" y="292607"/>
                  </a:lnTo>
                  <a:lnTo>
                    <a:pt x="489203" y="292607"/>
                  </a:lnTo>
                  <a:lnTo>
                    <a:pt x="490727" y="318515"/>
                  </a:lnTo>
                  <a:lnTo>
                    <a:pt x="518159" y="318515"/>
                  </a:lnTo>
                  <a:lnTo>
                    <a:pt x="563879" y="315467"/>
                  </a:lnTo>
                  <a:lnTo>
                    <a:pt x="566927" y="315467"/>
                  </a:lnTo>
                  <a:close/>
                </a:path>
                <a:path w="940434" h="318770">
                  <a:moveTo>
                    <a:pt x="464819" y="318515"/>
                  </a:moveTo>
                  <a:lnTo>
                    <a:pt x="464819" y="292607"/>
                  </a:lnTo>
                  <a:lnTo>
                    <a:pt x="423671" y="292607"/>
                  </a:lnTo>
                  <a:lnTo>
                    <a:pt x="388619" y="291083"/>
                  </a:lnTo>
                  <a:lnTo>
                    <a:pt x="387095" y="315467"/>
                  </a:lnTo>
                  <a:lnTo>
                    <a:pt x="423671" y="318515"/>
                  </a:lnTo>
                  <a:lnTo>
                    <a:pt x="464819" y="318515"/>
                  </a:lnTo>
                  <a:close/>
                </a:path>
                <a:path w="940434" h="318770">
                  <a:moveTo>
                    <a:pt x="364235" y="289559"/>
                  </a:moveTo>
                  <a:lnTo>
                    <a:pt x="335279" y="286511"/>
                  </a:lnTo>
                  <a:lnTo>
                    <a:pt x="294131" y="281939"/>
                  </a:lnTo>
                  <a:lnTo>
                    <a:pt x="289559" y="280415"/>
                  </a:lnTo>
                  <a:lnTo>
                    <a:pt x="284987" y="306323"/>
                  </a:lnTo>
                  <a:lnTo>
                    <a:pt x="291083" y="306323"/>
                  </a:lnTo>
                  <a:lnTo>
                    <a:pt x="333755" y="312419"/>
                  </a:lnTo>
                  <a:lnTo>
                    <a:pt x="361187" y="313943"/>
                  </a:lnTo>
                  <a:lnTo>
                    <a:pt x="364235" y="289559"/>
                  </a:lnTo>
                  <a:close/>
                </a:path>
                <a:path w="940434" h="318770">
                  <a:moveTo>
                    <a:pt x="263651" y="277367"/>
                  </a:moveTo>
                  <a:lnTo>
                    <a:pt x="254507" y="275843"/>
                  </a:lnTo>
                  <a:lnTo>
                    <a:pt x="234695" y="272795"/>
                  </a:lnTo>
                  <a:lnTo>
                    <a:pt x="216407" y="268223"/>
                  </a:lnTo>
                  <a:lnTo>
                    <a:pt x="199643" y="263651"/>
                  </a:lnTo>
                  <a:lnTo>
                    <a:pt x="190499" y="262127"/>
                  </a:lnTo>
                  <a:lnTo>
                    <a:pt x="184403" y="286511"/>
                  </a:lnTo>
                  <a:lnTo>
                    <a:pt x="193547" y="289559"/>
                  </a:lnTo>
                  <a:lnTo>
                    <a:pt x="211835" y="292607"/>
                  </a:lnTo>
                  <a:lnTo>
                    <a:pt x="230123" y="297179"/>
                  </a:lnTo>
                  <a:lnTo>
                    <a:pt x="249935" y="300227"/>
                  </a:lnTo>
                  <a:lnTo>
                    <a:pt x="260603" y="301751"/>
                  </a:lnTo>
                  <a:lnTo>
                    <a:pt x="263651" y="277367"/>
                  </a:lnTo>
                  <a:close/>
                </a:path>
                <a:path w="940434" h="318770">
                  <a:moveTo>
                    <a:pt x="166115" y="256031"/>
                  </a:moveTo>
                  <a:lnTo>
                    <a:pt x="150875" y="251459"/>
                  </a:lnTo>
                  <a:lnTo>
                    <a:pt x="135635" y="245363"/>
                  </a:lnTo>
                  <a:lnTo>
                    <a:pt x="121919" y="240791"/>
                  </a:lnTo>
                  <a:lnTo>
                    <a:pt x="108203" y="234695"/>
                  </a:lnTo>
                  <a:lnTo>
                    <a:pt x="96011" y="230123"/>
                  </a:lnTo>
                  <a:lnTo>
                    <a:pt x="86867" y="252983"/>
                  </a:lnTo>
                  <a:lnTo>
                    <a:pt x="99059" y="259079"/>
                  </a:lnTo>
                  <a:lnTo>
                    <a:pt x="112775" y="265175"/>
                  </a:lnTo>
                  <a:lnTo>
                    <a:pt x="143255" y="274319"/>
                  </a:lnTo>
                  <a:lnTo>
                    <a:pt x="160019" y="280415"/>
                  </a:lnTo>
                  <a:lnTo>
                    <a:pt x="166115" y="256031"/>
                  </a:lnTo>
                  <a:close/>
                </a:path>
                <a:path w="940434" h="318770">
                  <a:moveTo>
                    <a:pt x="30479" y="176783"/>
                  </a:moveTo>
                  <a:lnTo>
                    <a:pt x="27431" y="172211"/>
                  </a:lnTo>
                  <a:lnTo>
                    <a:pt x="4571" y="181355"/>
                  </a:lnTo>
                  <a:lnTo>
                    <a:pt x="6095" y="185927"/>
                  </a:lnTo>
                  <a:lnTo>
                    <a:pt x="6095" y="187451"/>
                  </a:lnTo>
                  <a:lnTo>
                    <a:pt x="7619" y="187451"/>
                  </a:lnTo>
                  <a:lnTo>
                    <a:pt x="12191" y="196595"/>
                  </a:lnTo>
                  <a:lnTo>
                    <a:pt x="24383" y="211835"/>
                  </a:lnTo>
                  <a:lnTo>
                    <a:pt x="28955" y="216407"/>
                  </a:lnTo>
                  <a:lnTo>
                    <a:pt x="28955" y="175259"/>
                  </a:lnTo>
                  <a:lnTo>
                    <a:pt x="30479" y="176783"/>
                  </a:lnTo>
                  <a:close/>
                </a:path>
                <a:path w="940434" h="318770">
                  <a:moveTo>
                    <a:pt x="74675" y="217931"/>
                  </a:moveTo>
                  <a:lnTo>
                    <a:pt x="36575" y="187451"/>
                  </a:lnTo>
                  <a:lnTo>
                    <a:pt x="28955" y="175259"/>
                  </a:lnTo>
                  <a:lnTo>
                    <a:pt x="28955" y="216407"/>
                  </a:lnTo>
                  <a:lnTo>
                    <a:pt x="32003" y="219455"/>
                  </a:lnTo>
                  <a:lnTo>
                    <a:pt x="41147" y="227075"/>
                  </a:lnTo>
                  <a:lnTo>
                    <a:pt x="51815" y="233171"/>
                  </a:lnTo>
                  <a:lnTo>
                    <a:pt x="62483" y="240791"/>
                  </a:lnTo>
                  <a:lnTo>
                    <a:pt x="74675" y="21793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27892" y="6204203"/>
              <a:ext cx="711835" cy="407034"/>
            </a:xfrm>
            <a:custGeom>
              <a:avLst/>
              <a:gdLst/>
              <a:ahLst/>
              <a:cxnLst/>
              <a:rect l="l" t="t" r="r" b="b"/>
              <a:pathLst>
                <a:path w="711834" h="407034">
                  <a:moveTo>
                    <a:pt x="47243" y="140207"/>
                  </a:moveTo>
                  <a:lnTo>
                    <a:pt x="27431" y="124967"/>
                  </a:lnTo>
                  <a:lnTo>
                    <a:pt x="22859" y="131063"/>
                  </a:lnTo>
                  <a:lnTo>
                    <a:pt x="16763" y="140207"/>
                  </a:lnTo>
                  <a:lnTo>
                    <a:pt x="7619" y="161543"/>
                  </a:lnTo>
                  <a:lnTo>
                    <a:pt x="1523" y="182879"/>
                  </a:lnTo>
                  <a:lnTo>
                    <a:pt x="0" y="193547"/>
                  </a:lnTo>
                  <a:lnTo>
                    <a:pt x="0" y="202691"/>
                  </a:lnTo>
                  <a:lnTo>
                    <a:pt x="25907" y="204215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28955" y="176783"/>
                  </a:lnTo>
                  <a:lnTo>
                    <a:pt x="32003" y="169163"/>
                  </a:lnTo>
                  <a:lnTo>
                    <a:pt x="35051" y="160019"/>
                  </a:lnTo>
                  <a:lnTo>
                    <a:pt x="44195" y="144779"/>
                  </a:lnTo>
                  <a:lnTo>
                    <a:pt x="47243" y="140207"/>
                  </a:lnTo>
                  <a:close/>
                </a:path>
                <a:path w="711834" h="407034">
                  <a:moveTo>
                    <a:pt x="120395" y="79247"/>
                  </a:moveTo>
                  <a:lnTo>
                    <a:pt x="109727" y="56387"/>
                  </a:lnTo>
                  <a:lnTo>
                    <a:pt x="94487" y="64007"/>
                  </a:lnTo>
                  <a:lnTo>
                    <a:pt x="62483" y="86867"/>
                  </a:lnTo>
                  <a:lnTo>
                    <a:pt x="44195" y="105155"/>
                  </a:lnTo>
                  <a:lnTo>
                    <a:pt x="62483" y="121919"/>
                  </a:lnTo>
                  <a:lnTo>
                    <a:pt x="64007" y="121919"/>
                  </a:lnTo>
                  <a:lnTo>
                    <a:pt x="79247" y="106679"/>
                  </a:lnTo>
                  <a:lnTo>
                    <a:pt x="88391" y="99059"/>
                  </a:lnTo>
                  <a:lnTo>
                    <a:pt x="99059" y="92963"/>
                  </a:lnTo>
                  <a:lnTo>
                    <a:pt x="108203" y="85343"/>
                  </a:lnTo>
                  <a:lnTo>
                    <a:pt x="120395" y="79247"/>
                  </a:lnTo>
                  <a:close/>
                </a:path>
                <a:path w="711834" h="407034">
                  <a:moveTo>
                    <a:pt x="211835" y="44195"/>
                  </a:moveTo>
                  <a:lnTo>
                    <a:pt x="205739" y="19811"/>
                  </a:lnTo>
                  <a:lnTo>
                    <a:pt x="188975" y="24383"/>
                  </a:lnTo>
                  <a:lnTo>
                    <a:pt x="158495" y="33527"/>
                  </a:lnTo>
                  <a:lnTo>
                    <a:pt x="132587" y="45719"/>
                  </a:lnTo>
                  <a:lnTo>
                    <a:pt x="131063" y="45719"/>
                  </a:lnTo>
                  <a:lnTo>
                    <a:pt x="143255" y="68579"/>
                  </a:lnTo>
                  <a:lnTo>
                    <a:pt x="143255" y="67055"/>
                  </a:lnTo>
                  <a:lnTo>
                    <a:pt x="169163" y="57911"/>
                  </a:lnTo>
                  <a:lnTo>
                    <a:pt x="196595" y="47243"/>
                  </a:lnTo>
                  <a:lnTo>
                    <a:pt x="211835" y="44195"/>
                  </a:lnTo>
                  <a:close/>
                </a:path>
                <a:path w="711834" h="407034">
                  <a:moveTo>
                    <a:pt x="310895" y="27431"/>
                  </a:moveTo>
                  <a:lnTo>
                    <a:pt x="307847" y="1523"/>
                  </a:lnTo>
                  <a:lnTo>
                    <a:pt x="284987" y="4571"/>
                  </a:lnTo>
                  <a:lnTo>
                    <a:pt x="251459" y="9143"/>
                  </a:lnTo>
                  <a:lnTo>
                    <a:pt x="231647" y="13715"/>
                  </a:lnTo>
                  <a:lnTo>
                    <a:pt x="236219" y="38099"/>
                  </a:lnTo>
                  <a:lnTo>
                    <a:pt x="256031" y="33527"/>
                  </a:lnTo>
                  <a:lnTo>
                    <a:pt x="288035" y="28955"/>
                  </a:lnTo>
                  <a:lnTo>
                    <a:pt x="310895" y="27431"/>
                  </a:lnTo>
                  <a:close/>
                </a:path>
                <a:path w="711834" h="407034">
                  <a:moveTo>
                    <a:pt x="355853" y="12953"/>
                  </a:moveTo>
                  <a:lnTo>
                    <a:pt x="355091" y="0"/>
                  </a:lnTo>
                  <a:lnTo>
                    <a:pt x="333755" y="1523"/>
                  </a:lnTo>
                  <a:lnTo>
                    <a:pt x="335279" y="25907"/>
                  </a:lnTo>
                  <a:lnTo>
                    <a:pt x="355091" y="25907"/>
                  </a:lnTo>
                  <a:lnTo>
                    <a:pt x="355853" y="12953"/>
                  </a:lnTo>
                  <a:close/>
                </a:path>
                <a:path w="711834" h="407034">
                  <a:moveTo>
                    <a:pt x="356615" y="25907"/>
                  </a:moveTo>
                  <a:lnTo>
                    <a:pt x="355853" y="12953"/>
                  </a:lnTo>
                  <a:lnTo>
                    <a:pt x="355091" y="25907"/>
                  </a:lnTo>
                  <a:lnTo>
                    <a:pt x="356615" y="25907"/>
                  </a:lnTo>
                  <a:close/>
                </a:path>
                <a:path w="711834" h="407034">
                  <a:moveTo>
                    <a:pt x="411479" y="3047"/>
                  </a:moveTo>
                  <a:lnTo>
                    <a:pt x="391667" y="1523"/>
                  </a:lnTo>
                  <a:lnTo>
                    <a:pt x="356615" y="0"/>
                  </a:lnTo>
                  <a:lnTo>
                    <a:pt x="355853" y="12953"/>
                  </a:lnTo>
                  <a:lnTo>
                    <a:pt x="356615" y="25907"/>
                  </a:lnTo>
                  <a:lnTo>
                    <a:pt x="390143" y="25907"/>
                  </a:lnTo>
                  <a:lnTo>
                    <a:pt x="409955" y="28955"/>
                  </a:lnTo>
                  <a:lnTo>
                    <a:pt x="411479" y="3047"/>
                  </a:lnTo>
                  <a:close/>
                </a:path>
                <a:path w="711834" h="407034">
                  <a:moveTo>
                    <a:pt x="513587" y="21335"/>
                  </a:moveTo>
                  <a:lnTo>
                    <a:pt x="492251" y="15239"/>
                  </a:lnTo>
                  <a:lnTo>
                    <a:pt x="460247" y="9143"/>
                  </a:lnTo>
                  <a:lnTo>
                    <a:pt x="437387" y="6095"/>
                  </a:lnTo>
                  <a:lnTo>
                    <a:pt x="434339" y="30479"/>
                  </a:lnTo>
                  <a:lnTo>
                    <a:pt x="455675" y="33527"/>
                  </a:lnTo>
                  <a:lnTo>
                    <a:pt x="486155" y="39623"/>
                  </a:lnTo>
                  <a:lnTo>
                    <a:pt x="507491" y="45719"/>
                  </a:lnTo>
                  <a:lnTo>
                    <a:pt x="513587" y="21335"/>
                  </a:lnTo>
                  <a:close/>
                </a:path>
                <a:path w="711834" h="407034">
                  <a:moveTo>
                    <a:pt x="611123" y="60959"/>
                  </a:moveTo>
                  <a:lnTo>
                    <a:pt x="603503" y="57911"/>
                  </a:lnTo>
                  <a:lnTo>
                    <a:pt x="579119" y="44195"/>
                  </a:lnTo>
                  <a:lnTo>
                    <a:pt x="551687" y="33527"/>
                  </a:lnTo>
                  <a:lnTo>
                    <a:pt x="539495" y="28955"/>
                  </a:lnTo>
                  <a:lnTo>
                    <a:pt x="530351" y="53339"/>
                  </a:lnTo>
                  <a:lnTo>
                    <a:pt x="544067" y="57911"/>
                  </a:lnTo>
                  <a:lnTo>
                    <a:pt x="568451" y="68579"/>
                  </a:lnTo>
                  <a:lnTo>
                    <a:pt x="592835" y="80771"/>
                  </a:lnTo>
                  <a:lnTo>
                    <a:pt x="597407" y="83819"/>
                  </a:lnTo>
                  <a:lnTo>
                    <a:pt x="611123" y="60959"/>
                  </a:lnTo>
                  <a:close/>
                </a:path>
                <a:path w="711834" h="407034">
                  <a:moveTo>
                    <a:pt x="690371" y="132587"/>
                  </a:moveTo>
                  <a:lnTo>
                    <a:pt x="688847" y="131063"/>
                  </a:lnTo>
                  <a:lnTo>
                    <a:pt x="665987" y="103631"/>
                  </a:lnTo>
                  <a:lnTo>
                    <a:pt x="656843" y="94487"/>
                  </a:lnTo>
                  <a:lnTo>
                    <a:pt x="638555" y="79247"/>
                  </a:lnTo>
                  <a:lnTo>
                    <a:pt x="632459" y="76199"/>
                  </a:lnTo>
                  <a:lnTo>
                    <a:pt x="618743" y="96011"/>
                  </a:lnTo>
                  <a:lnTo>
                    <a:pt x="623315" y="100583"/>
                  </a:lnTo>
                  <a:lnTo>
                    <a:pt x="632459" y="106679"/>
                  </a:lnTo>
                  <a:lnTo>
                    <a:pt x="640079" y="114299"/>
                  </a:lnTo>
                  <a:lnTo>
                    <a:pt x="649223" y="121919"/>
                  </a:lnTo>
                  <a:lnTo>
                    <a:pt x="667511" y="144779"/>
                  </a:lnTo>
                  <a:lnTo>
                    <a:pt x="667511" y="146303"/>
                  </a:lnTo>
                  <a:lnTo>
                    <a:pt x="690371" y="132587"/>
                  </a:lnTo>
                  <a:close/>
                </a:path>
                <a:path w="711834" h="407034">
                  <a:moveTo>
                    <a:pt x="711707" y="202691"/>
                  </a:moveTo>
                  <a:lnTo>
                    <a:pt x="707135" y="170687"/>
                  </a:lnTo>
                  <a:lnTo>
                    <a:pt x="704087" y="160019"/>
                  </a:lnTo>
                  <a:lnTo>
                    <a:pt x="702563" y="156971"/>
                  </a:lnTo>
                  <a:lnTo>
                    <a:pt x="678179" y="167639"/>
                  </a:lnTo>
                  <a:lnTo>
                    <a:pt x="679703" y="169163"/>
                  </a:lnTo>
                  <a:lnTo>
                    <a:pt x="682751" y="178307"/>
                  </a:lnTo>
                  <a:lnTo>
                    <a:pt x="684275" y="187451"/>
                  </a:lnTo>
                  <a:lnTo>
                    <a:pt x="685799" y="195071"/>
                  </a:lnTo>
                  <a:lnTo>
                    <a:pt x="685799" y="202691"/>
                  </a:lnTo>
                  <a:lnTo>
                    <a:pt x="698753" y="203453"/>
                  </a:lnTo>
                  <a:lnTo>
                    <a:pt x="711707" y="202691"/>
                  </a:lnTo>
                  <a:close/>
                </a:path>
                <a:path w="711834" h="407034">
                  <a:moveTo>
                    <a:pt x="711707" y="204215"/>
                  </a:moveTo>
                  <a:lnTo>
                    <a:pt x="698753" y="203453"/>
                  </a:lnTo>
                  <a:lnTo>
                    <a:pt x="685799" y="204215"/>
                  </a:lnTo>
                  <a:lnTo>
                    <a:pt x="685799" y="213359"/>
                  </a:lnTo>
                  <a:lnTo>
                    <a:pt x="684275" y="220979"/>
                  </a:lnTo>
                  <a:lnTo>
                    <a:pt x="682751" y="230123"/>
                  </a:lnTo>
                  <a:lnTo>
                    <a:pt x="681227" y="233171"/>
                  </a:lnTo>
                  <a:lnTo>
                    <a:pt x="705611" y="240791"/>
                  </a:lnTo>
                  <a:lnTo>
                    <a:pt x="707135" y="234695"/>
                  </a:lnTo>
                  <a:lnTo>
                    <a:pt x="710183" y="224027"/>
                  </a:lnTo>
                  <a:lnTo>
                    <a:pt x="710183" y="213359"/>
                  </a:lnTo>
                  <a:lnTo>
                    <a:pt x="711707" y="204215"/>
                  </a:lnTo>
                  <a:close/>
                </a:path>
                <a:path w="711834" h="407034">
                  <a:moveTo>
                    <a:pt x="698753" y="203453"/>
                  </a:moveTo>
                  <a:lnTo>
                    <a:pt x="685799" y="202691"/>
                  </a:lnTo>
                  <a:lnTo>
                    <a:pt x="685799" y="204215"/>
                  </a:lnTo>
                  <a:lnTo>
                    <a:pt x="698753" y="203453"/>
                  </a:lnTo>
                  <a:close/>
                </a:path>
                <a:path w="711834" h="407034">
                  <a:moveTo>
                    <a:pt x="693419" y="266699"/>
                  </a:moveTo>
                  <a:lnTo>
                    <a:pt x="672083" y="252983"/>
                  </a:lnTo>
                  <a:lnTo>
                    <a:pt x="667511" y="262127"/>
                  </a:lnTo>
                  <a:lnTo>
                    <a:pt x="655319" y="277367"/>
                  </a:lnTo>
                  <a:lnTo>
                    <a:pt x="632459" y="300227"/>
                  </a:lnTo>
                  <a:lnTo>
                    <a:pt x="624839" y="306323"/>
                  </a:lnTo>
                  <a:lnTo>
                    <a:pt x="640079" y="326135"/>
                  </a:lnTo>
                  <a:lnTo>
                    <a:pt x="647699" y="320039"/>
                  </a:lnTo>
                  <a:lnTo>
                    <a:pt x="658367" y="310895"/>
                  </a:lnTo>
                  <a:lnTo>
                    <a:pt x="667511" y="303275"/>
                  </a:lnTo>
                  <a:lnTo>
                    <a:pt x="682751" y="284987"/>
                  </a:lnTo>
                  <a:lnTo>
                    <a:pt x="688847" y="275843"/>
                  </a:lnTo>
                  <a:lnTo>
                    <a:pt x="693419" y="266699"/>
                  </a:lnTo>
                  <a:close/>
                </a:path>
                <a:path w="711834" h="407034">
                  <a:moveTo>
                    <a:pt x="618743" y="341375"/>
                  </a:moveTo>
                  <a:lnTo>
                    <a:pt x="605027" y="320039"/>
                  </a:lnTo>
                  <a:lnTo>
                    <a:pt x="603503" y="321563"/>
                  </a:lnTo>
                  <a:lnTo>
                    <a:pt x="591311" y="327659"/>
                  </a:lnTo>
                  <a:lnTo>
                    <a:pt x="568451" y="338327"/>
                  </a:lnTo>
                  <a:lnTo>
                    <a:pt x="542543" y="348995"/>
                  </a:lnTo>
                  <a:lnTo>
                    <a:pt x="537971" y="350519"/>
                  </a:lnTo>
                  <a:lnTo>
                    <a:pt x="547115" y="374903"/>
                  </a:lnTo>
                  <a:lnTo>
                    <a:pt x="551687" y="373379"/>
                  </a:lnTo>
                  <a:lnTo>
                    <a:pt x="579119" y="361187"/>
                  </a:lnTo>
                  <a:lnTo>
                    <a:pt x="605027" y="348995"/>
                  </a:lnTo>
                  <a:lnTo>
                    <a:pt x="617219" y="342899"/>
                  </a:lnTo>
                  <a:lnTo>
                    <a:pt x="618743" y="341375"/>
                  </a:lnTo>
                  <a:close/>
                </a:path>
                <a:path w="711834" h="407034">
                  <a:moveTo>
                    <a:pt x="521207" y="384047"/>
                  </a:moveTo>
                  <a:lnTo>
                    <a:pt x="515111" y="358139"/>
                  </a:lnTo>
                  <a:lnTo>
                    <a:pt x="486155" y="367283"/>
                  </a:lnTo>
                  <a:lnTo>
                    <a:pt x="455675" y="373379"/>
                  </a:lnTo>
                  <a:lnTo>
                    <a:pt x="441959" y="374903"/>
                  </a:lnTo>
                  <a:lnTo>
                    <a:pt x="446531" y="399287"/>
                  </a:lnTo>
                  <a:lnTo>
                    <a:pt x="460247" y="397763"/>
                  </a:lnTo>
                  <a:lnTo>
                    <a:pt x="492251" y="391667"/>
                  </a:lnTo>
                  <a:lnTo>
                    <a:pt x="521207" y="384047"/>
                  </a:lnTo>
                  <a:close/>
                </a:path>
                <a:path w="711834" h="407034">
                  <a:moveTo>
                    <a:pt x="355853" y="393953"/>
                  </a:moveTo>
                  <a:lnTo>
                    <a:pt x="355091" y="380999"/>
                  </a:lnTo>
                  <a:lnTo>
                    <a:pt x="342899" y="380999"/>
                  </a:lnTo>
                  <a:lnTo>
                    <a:pt x="342899" y="406907"/>
                  </a:lnTo>
                  <a:lnTo>
                    <a:pt x="355091" y="406907"/>
                  </a:lnTo>
                  <a:lnTo>
                    <a:pt x="355853" y="393953"/>
                  </a:lnTo>
                  <a:close/>
                </a:path>
                <a:path w="711834" h="407034">
                  <a:moveTo>
                    <a:pt x="420623" y="403859"/>
                  </a:moveTo>
                  <a:lnTo>
                    <a:pt x="417575" y="377951"/>
                  </a:lnTo>
                  <a:lnTo>
                    <a:pt x="390143" y="379475"/>
                  </a:lnTo>
                  <a:lnTo>
                    <a:pt x="355091" y="380999"/>
                  </a:lnTo>
                  <a:lnTo>
                    <a:pt x="356615" y="380999"/>
                  </a:lnTo>
                  <a:lnTo>
                    <a:pt x="356615" y="406907"/>
                  </a:lnTo>
                  <a:lnTo>
                    <a:pt x="391667" y="405383"/>
                  </a:lnTo>
                  <a:lnTo>
                    <a:pt x="420623" y="403859"/>
                  </a:lnTo>
                  <a:close/>
                </a:path>
                <a:path w="711834" h="407034">
                  <a:moveTo>
                    <a:pt x="356615" y="380999"/>
                  </a:moveTo>
                  <a:lnTo>
                    <a:pt x="355091" y="380999"/>
                  </a:lnTo>
                  <a:lnTo>
                    <a:pt x="355853" y="393953"/>
                  </a:lnTo>
                  <a:lnTo>
                    <a:pt x="356615" y="380999"/>
                  </a:lnTo>
                  <a:close/>
                </a:path>
                <a:path w="711834" h="407034">
                  <a:moveTo>
                    <a:pt x="356615" y="406907"/>
                  </a:moveTo>
                  <a:lnTo>
                    <a:pt x="356615" y="380999"/>
                  </a:lnTo>
                  <a:lnTo>
                    <a:pt x="355853" y="393953"/>
                  </a:lnTo>
                  <a:lnTo>
                    <a:pt x="356615" y="406907"/>
                  </a:lnTo>
                  <a:close/>
                </a:path>
                <a:path w="711834" h="407034">
                  <a:moveTo>
                    <a:pt x="318515" y="379475"/>
                  </a:moveTo>
                  <a:lnTo>
                    <a:pt x="288035" y="377951"/>
                  </a:lnTo>
                  <a:lnTo>
                    <a:pt x="256031" y="373379"/>
                  </a:lnTo>
                  <a:lnTo>
                    <a:pt x="243839" y="370331"/>
                  </a:lnTo>
                  <a:lnTo>
                    <a:pt x="239267" y="394715"/>
                  </a:lnTo>
                  <a:lnTo>
                    <a:pt x="251459" y="397763"/>
                  </a:lnTo>
                  <a:lnTo>
                    <a:pt x="284987" y="402335"/>
                  </a:lnTo>
                  <a:lnTo>
                    <a:pt x="316991" y="405383"/>
                  </a:lnTo>
                  <a:lnTo>
                    <a:pt x="318515" y="379475"/>
                  </a:lnTo>
                  <a:close/>
                </a:path>
                <a:path w="711834" h="407034">
                  <a:moveTo>
                    <a:pt x="220979" y="365759"/>
                  </a:moveTo>
                  <a:lnTo>
                    <a:pt x="195071" y="358139"/>
                  </a:lnTo>
                  <a:lnTo>
                    <a:pt x="167639" y="348995"/>
                  </a:lnTo>
                  <a:lnTo>
                    <a:pt x="149351" y="341375"/>
                  </a:lnTo>
                  <a:lnTo>
                    <a:pt x="140207" y="365759"/>
                  </a:lnTo>
                  <a:lnTo>
                    <a:pt x="160019" y="373379"/>
                  </a:lnTo>
                  <a:lnTo>
                    <a:pt x="188975" y="382523"/>
                  </a:lnTo>
                  <a:lnTo>
                    <a:pt x="213359" y="390143"/>
                  </a:lnTo>
                  <a:lnTo>
                    <a:pt x="220979" y="365759"/>
                  </a:lnTo>
                  <a:close/>
                </a:path>
                <a:path w="711834" h="407034">
                  <a:moveTo>
                    <a:pt x="51815" y="272795"/>
                  </a:moveTo>
                  <a:lnTo>
                    <a:pt x="50291" y="269747"/>
                  </a:lnTo>
                  <a:lnTo>
                    <a:pt x="44195" y="262127"/>
                  </a:lnTo>
                  <a:lnTo>
                    <a:pt x="39623" y="252983"/>
                  </a:lnTo>
                  <a:lnTo>
                    <a:pt x="35051" y="245363"/>
                  </a:lnTo>
                  <a:lnTo>
                    <a:pt x="32003" y="236219"/>
                  </a:lnTo>
                  <a:lnTo>
                    <a:pt x="28955" y="228599"/>
                  </a:lnTo>
                  <a:lnTo>
                    <a:pt x="27431" y="219455"/>
                  </a:lnTo>
                  <a:lnTo>
                    <a:pt x="25907" y="211835"/>
                  </a:lnTo>
                  <a:lnTo>
                    <a:pt x="25907" y="210311"/>
                  </a:lnTo>
                  <a:lnTo>
                    <a:pt x="0" y="211835"/>
                  </a:lnTo>
                  <a:lnTo>
                    <a:pt x="1523" y="214883"/>
                  </a:lnTo>
                  <a:lnTo>
                    <a:pt x="4571" y="236219"/>
                  </a:lnTo>
                  <a:lnTo>
                    <a:pt x="22859" y="275843"/>
                  </a:lnTo>
                  <a:lnTo>
                    <a:pt x="30479" y="284987"/>
                  </a:lnTo>
                  <a:lnTo>
                    <a:pt x="32003" y="289559"/>
                  </a:lnTo>
                  <a:lnTo>
                    <a:pt x="51815" y="272795"/>
                  </a:lnTo>
                  <a:close/>
                </a:path>
                <a:path w="711834" h="407034">
                  <a:moveTo>
                    <a:pt x="128015" y="330707"/>
                  </a:moveTo>
                  <a:lnTo>
                    <a:pt x="118871" y="326135"/>
                  </a:lnTo>
                  <a:lnTo>
                    <a:pt x="97535" y="313943"/>
                  </a:lnTo>
                  <a:lnTo>
                    <a:pt x="88391" y="306323"/>
                  </a:lnTo>
                  <a:lnTo>
                    <a:pt x="79247" y="300227"/>
                  </a:lnTo>
                  <a:lnTo>
                    <a:pt x="70103" y="292607"/>
                  </a:lnTo>
                  <a:lnTo>
                    <a:pt x="68579" y="289559"/>
                  </a:lnTo>
                  <a:lnTo>
                    <a:pt x="50291" y="307847"/>
                  </a:lnTo>
                  <a:lnTo>
                    <a:pt x="83819" y="335279"/>
                  </a:lnTo>
                  <a:lnTo>
                    <a:pt x="108203" y="348995"/>
                  </a:lnTo>
                  <a:lnTo>
                    <a:pt x="115823" y="353567"/>
                  </a:lnTo>
                  <a:lnTo>
                    <a:pt x="128015" y="33070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52201" y="4308349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6312" y="130495"/>
            <a:ext cx="568833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dirty="0"/>
              <a:t>Handling </a:t>
            </a:r>
            <a:r>
              <a:rPr sz="4399" spc="-15" dirty="0"/>
              <a:t>repeated</a:t>
            </a:r>
            <a:r>
              <a:rPr sz="4399" spc="-125" dirty="0"/>
              <a:t> </a:t>
            </a:r>
            <a:r>
              <a:rPr sz="4399" spc="-30" dirty="0"/>
              <a:t>states</a:t>
            </a:r>
            <a:endParaRPr sz="4399" dirty="0"/>
          </a:p>
        </p:txBody>
      </p:sp>
      <p:sp>
        <p:nvSpPr>
          <p:cNvPr id="3" name="object 3"/>
          <p:cNvSpPr txBox="1"/>
          <p:nvPr/>
        </p:nvSpPr>
        <p:spPr>
          <a:xfrm>
            <a:off x="163512" y="807475"/>
            <a:ext cx="12877800" cy="6758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indent="-342878">
              <a:buFont typeface="Courier New"/>
              <a:buChar char="•"/>
              <a:tabLst>
                <a:tab pos="355577" algn="l"/>
              </a:tabLst>
            </a:pP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15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frontier</a:t>
            </a:r>
            <a:r>
              <a:rPr lang="en-US" sz="3200" spc="15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/fringe</a:t>
            </a:r>
            <a:r>
              <a:rPr sz="3200" spc="15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15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sz="3200" spc="-120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5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577" indent="-342878">
              <a:spcBef>
                <a:spcPts val="285"/>
              </a:spcBef>
              <a:buFont typeface="Courier New"/>
              <a:buChar char="•"/>
              <a:tabLst>
                <a:tab pos="355577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36" marR="216521" lvl="1" indent="-286367">
              <a:spcBef>
                <a:spcPts val="610"/>
              </a:spcBef>
              <a:buFont typeface="Courier New"/>
              <a:buChar char="–"/>
              <a:tabLst>
                <a:tab pos="756871" algn="l"/>
              </a:tabLst>
            </a:pP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/fringe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3200" spc="10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sz="3200" spc="5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/fringe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36" lvl="1" indent="-286367">
              <a:spcBef>
                <a:spcPts val="245"/>
              </a:spcBef>
              <a:buFont typeface="Courier New"/>
              <a:buChar char="–"/>
              <a:tabLst>
                <a:tab pos="756871" algn="l"/>
              </a:tabLst>
            </a:pP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20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</a:t>
            </a:r>
            <a:r>
              <a:rPr sz="3200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36" lvl="1" indent="-286367">
              <a:spcBef>
                <a:spcPts val="285"/>
              </a:spcBef>
              <a:buFont typeface="Courier New"/>
              <a:buChar char="–"/>
              <a:tabLst>
                <a:tab pos="756871" algn="l"/>
              </a:tabLst>
            </a:pP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sz="3200" spc="20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add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children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5"/>
              </a:spcBef>
              <a:buFont typeface="Courier New"/>
              <a:buChar char="–"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577" indent="-342878">
              <a:buFont typeface="Courier New"/>
              <a:buChar char="•"/>
              <a:tabLst>
                <a:tab pos="355577" algn="l"/>
              </a:tabLst>
            </a:pP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</a:t>
            </a:r>
            <a:r>
              <a:rPr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36" lvl="1" indent="-286367">
              <a:spcBef>
                <a:spcPts val="285"/>
              </a:spcBef>
              <a:buFont typeface="Courier New"/>
              <a:buChar char="–"/>
              <a:tabLst>
                <a:tab pos="756871" algn="l"/>
              </a:tabLst>
            </a:pP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expand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to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15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explored </a:t>
            </a:r>
            <a:r>
              <a:rPr sz="3200" spc="10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32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put </a:t>
            </a:r>
            <a:r>
              <a:rPr sz="32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explored </a:t>
            </a:r>
            <a:r>
              <a:rPr sz="32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 </a:t>
            </a:r>
            <a:r>
              <a:rPr sz="32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frontier</a:t>
            </a:r>
            <a:r>
              <a:rPr sz="3200" spc="-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</a:t>
            </a:r>
            <a:r>
              <a:rPr lang="en-US" sz="32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36" marR="5079" lvl="1" indent="-286367">
              <a:spcBef>
                <a:spcPts val="615"/>
              </a:spcBef>
              <a:buFont typeface="Courier New"/>
              <a:buChar char="–"/>
              <a:tabLst>
                <a:tab pos="756871" algn="l"/>
              </a:tabLst>
            </a:pP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exists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</a:t>
            </a:r>
            <a:r>
              <a:rPr sz="32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32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if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yes,  </a:t>
            </a:r>
            <a:r>
              <a:rPr sz="32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</a:t>
            </a:r>
            <a:r>
              <a:rPr sz="32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32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sz="32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3200" spc="-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sz="32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137" y="823468"/>
            <a:ext cx="710438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0" dirty="0"/>
              <a:t>Search </a:t>
            </a:r>
            <a:r>
              <a:rPr sz="4399" dirty="0"/>
              <a:t>without </a:t>
            </a:r>
            <a:r>
              <a:rPr sz="4399" spc="-15" dirty="0"/>
              <a:t>repeated</a:t>
            </a:r>
            <a:r>
              <a:rPr sz="4399" spc="-100" dirty="0"/>
              <a:t> </a:t>
            </a:r>
            <a:r>
              <a:rPr sz="4399" spc="-30" dirty="0"/>
              <a:t>states</a:t>
            </a:r>
            <a:endParaRPr sz="4399"/>
          </a:p>
        </p:txBody>
      </p:sp>
      <p:sp>
        <p:nvSpPr>
          <p:cNvPr id="3" name="object 3"/>
          <p:cNvSpPr/>
          <p:nvPr/>
        </p:nvSpPr>
        <p:spPr>
          <a:xfrm>
            <a:off x="4049081" y="1872998"/>
            <a:ext cx="5410200" cy="2220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5482" y="4311398"/>
            <a:ext cx="5334000" cy="26151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37089" y="4908805"/>
            <a:ext cx="483234" cy="330835"/>
          </a:xfrm>
          <a:custGeom>
            <a:avLst/>
            <a:gdLst/>
            <a:ahLst/>
            <a:cxnLst/>
            <a:rect l="l" t="t" r="r" b="b"/>
            <a:pathLst>
              <a:path w="483235" h="330835">
                <a:moveTo>
                  <a:pt x="483107" y="173735"/>
                </a:moveTo>
                <a:lnTo>
                  <a:pt x="483107" y="155447"/>
                </a:lnTo>
                <a:lnTo>
                  <a:pt x="481583" y="146303"/>
                </a:lnTo>
                <a:lnTo>
                  <a:pt x="452627" y="83819"/>
                </a:lnTo>
                <a:lnTo>
                  <a:pt x="409955" y="47243"/>
                </a:lnTo>
                <a:lnTo>
                  <a:pt x="373379" y="27431"/>
                </a:lnTo>
                <a:lnTo>
                  <a:pt x="333755" y="12191"/>
                </a:lnTo>
                <a:lnTo>
                  <a:pt x="310895" y="7619"/>
                </a:lnTo>
                <a:lnTo>
                  <a:pt x="289559" y="3047"/>
                </a:lnTo>
                <a:lnTo>
                  <a:pt x="240791" y="0"/>
                </a:lnTo>
                <a:lnTo>
                  <a:pt x="216407" y="1523"/>
                </a:lnTo>
                <a:lnTo>
                  <a:pt x="193547" y="3047"/>
                </a:lnTo>
                <a:lnTo>
                  <a:pt x="149351" y="12191"/>
                </a:lnTo>
                <a:lnTo>
                  <a:pt x="108203" y="27431"/>
                </a:lnTo>
                <a:lnTo>
                  <a:pt x="71627" y="47243"/>
                </a:lnTo>
                <a:lnTo>
                  <a:pt x="30479" y="85343"/>
                </a:lnTo>
                <a:lnTo>
                  <a:pt x="4571" y="131063"/>
                </a:lnTo>
                <a:lnTo>
                  <a:pt x="0" y="156971"/>
                </a:lnTo>
                <a:lnTo>
                  <a:pt x="0" y="175259"/>
                </a:lnTo>
                <a:lnTo>
                  <a:pt x="1523" y="184403"/>
                </a:lnTo>
                <a:lnTo>
                  <a:pt x="6095" y="201167"/>
                </a:lnTo>
                <a:lnTo>
                  <a:pt x="12191" y="216407"/>
                </a:lnTo>
                <a:lnTo>
                  <a:pt x="25907" y="239267"/>
                </a:lnTo>
                <a:lnTo>
                  <a:pt x="25907" y="158495"/>
                </a:lnTo>
                <a:lnTo>
                  <a:pt x="27431" y="150875"/>
                </a:lnTo>
                <a:lnTo>
                  <a:pt x="50291" y="100583"/>
                </a:lnTo>
                <a:lnTo>
                  <a:pt x="86867" y="68579"/>
                </a:lnTo>
                <a:lnTo>
                  <a:pt x="102107" y="57911"/>
                </a:lnTo>
                <a:lnTo>
                  <a:pt x="137159" y="42671"/>
                </a:lnTo>
                <a:lnTo>
                  <a:pt x="176783" y="32003"/>
                </a:lnTo>
                <a:lnTo>
                  <a:pt x="219455" y="25907"/>
                </a:lnTo>
                <a:lnTo>
                  <a:pt x="265175" y="25907"/>
                </a:lnTo>
                <a:lnTo>
                  <a:pt x="307847" y="32003"/>
                </a:lnTo>
                <a:lnTo>
                  <a:pt x="345947" y="42671"/>
                </a:lnTo>
                <a:lnTo>
                  <a:pt x="380999" y="59435"/>
                </a:lnTo>
                <a:lnTo>
                  <a:pt x="422147" y="89915"/>
                </a:lnTo>
                <a:lnTo>
                  <a:pt x="448055" y="126491"/>
                </a:lnTo>
                <a:lnTo>
                  <a:pt x="454151" y="138683"/>
                </a:lnTo>
                <a:lnTo>
                  <a:pt x="457199" y="152399"/>
                </a:lnTo>
                <a:lnTo>
                  <a:pt x="457199" y="238832"/>
                </a:lnTo>
                <a:lnTo>
                  <a:pt x="463295" y="230123"/>
                </a:lnTo>
                <a:lnTo>
                  <a:pt x="478535" y="199643"/>
                </a:lnTo>
                <a:lnTo>
                  <a:pt x="481583" y="182879"/>
                </a:lnTo>
                <a:lnTo>
                  <a:pt x="483107" y="173735"/>
                </a:lnTo>
                <a:close/>
              </a:path>
              <a:path w="483235" h="330835">
                <a:moveTo>
                  <a:pt x="457199" y="238832"/>
                </a:moveTo>
                <a:lnTo>
                  <a:pt x="457199" y="172211"/>
                </a:lnTo>
                <a:lnTo>
                  <a:pt x="455675" y="179831"/>
                </a:lnTo>
                <a:lnTo>
                  <a:pt x="452627" y="193547"/>
                </a:lnTo>
                <a:lnTo>
                  <a:pt x="432815" y="230123"/>
                </a:lnTo>
                <a:lnTo>
                  <a:pt x="396239" y="263651"/>
                </a:lnTo>
                <a:lnTo>
                  <a:pt x="345947" y="288035"/>
                </a:lnTo>
                <a:lnTo>
                  <a:pt x="306323" y="298703"/>
                </a:lnTo>
                <a:lnTo>
                  <a:pt x="263651" y="304799"/>
                </a:lnTo>
                <a:lnTo>
                  <a:pt x="217931" y="304799"/>
                </a:lnTo>
                <a:lnTo>
                  <a:pt x="175259" y="298703"/>
                </a:lnTo>
                <a:lnTo>
                  <a:pt x="155447" y="294131"/>
                </a:lnTo>
                <a:lnTo>
                  <a:pt x="137159" y="286511"/>
                </a:lnTo>
                <a:lnTo>
                  <a:pt x="118871" y="280415"/>
                </a:lnTo>
                <a:lnTo>
                  <a:pt x="73151" y="251459"/>
                </a:lnTo>
                <a:lnTo>
                  <a:pt x="41147" y="217931"/>
                </a:lnTo>
                <a:lnTo>
                  <a:pt x="35051" y="204215"/>
                </a:lnTo>
                <a:lnTo>
                  <a:pt x="28955" y="192023"/>
                </a:lnTo>
                <a:lnTo>
                  <a:pt x="25907" y="178307"/>
                </a:lnTo>
                <a:lnTo>
                  <a:pt x="25907" y="239267"/>
                </a:lnTo>
                <a:lnTo>
                  <a:pt x="57911" y="272795"/>
                </a:lnTo>
                <a:lnTo>
                  <a:pt x="89915" y="294131"/>
                </a:lnTo>
                <a:lnTo>
                  <a:pt x="128015" y="310895"/>
                </a:lnTo>
                <a:lnTo>
                  <a:pt x="170687" y="323087"/>
                </a:lnTo>
                <a:lnTo>
                  <a:pt x="242315" y="330707"/>
                </a:lnTo>
                <a:lnTo>
                  <a:pt x="266699" y="329183"/>
                </a:lnTo>
                <a:lnTo>
                  <a:pt x="312419" y="323087"/>
                </a:lnTo>
                <a:lnTo>
                  <a:pt x="355091" y="310895"/>
                </a:lnTo>
                <a:lnTo>
                  <a:pt x="393191" y="294131"/>
                </a:lnTo>
                <a:lnTo>
                  <a:pt x="426719" y="271271"/>
                </a:lnTo>
                <a:lnTo>
                  <a:pt x="452627" y="245363"/>
                </a:lnTo>
                <a:lnTo>
                  <a:pt x="457199" y="23883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4636" y="291429"/>
            <a:ext cx="710438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0" dirty="0"/>
              <a:t>Search </a:t>
            </a:r>
            <a:r>
              <a:rPr sz="4399" dirty="0"/>
              <a:t>without </a:t>
            </a:r>
            <a:r>
              <a:rPr sz="4399" spc="-15" dirty="0"/>
              <a:t>repeated</a:t>
            </a:r>
            <a:r>
              <a:rPr sz="4399" spc="-100" dirty="0"/>
              <a:t> </a:t>
            </a:r>
            <a:r>
              <a:rPr sz="4399" spc="-30" dirty="0"/>
              <a:t>states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2774636" y="1227360"/>
            <a:ext cx="6684645" cy="2866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5482" y="4311398"/>
            <a:ext cx="5334000" cy="26151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89491" y="5518403"/>
            <a:ext cx="788035" cy="318770"/>
          </a:xfrm>
          <a:custGeom>
            <a:avLst/>
            <a:gdLst/>
            <a:ahLst/>
            <a:cxnLst/>
            <a:rect l="l" t="t" r="r" b="b"/>
            <a:pathLst>
              <a:path w="788035" h="318770">
                <a:moveTo>
                  <a:pt x="57911" y="105155"/>
                </a:moveTo>
                <a:lnTo>
                  <a:pt x="42671" y="86867"/>
                </a:lnTo>
                <a:lnTo>
                  <a:pt x="33527" y="92963"/>
                </a:lnTo>
                <a:lnTo>
                  <a:pt x="25907" y="100583"/>
                </a:lnTo>
                <a:lnTo>
                  <a:pt x="13715" y="115823"/>
                </a:lnTo>
                <a:lnTo>
                  <a:pt x="9143" y="124967"/>
                </a:lnTo>
                <a:lnTo>
                  <a:pt x="4571" y="132587"/>
                </a:lnTo>
                <a:lnTo>
                  <a:pt x="3047" y="141731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27431" y="146303"/>
                </a:lnTo>
                <a:lnTo>
                  <a:pt x="28955" y="141731"/>
                </a:lnTo>
                <a:lnTo>
                  <a:pt x="35051" y="129539"/>
                </a:lnTo>
                <a:lnTo>
                  <a:pt x="39623" y="123443"/>
                </a:lnTo>
                <a:lnTo>
                  <a:pt x="57911" y="105155"/>
                </a:lnTo>
                <a:close/>
              </a:path>
              <a:path w="788035" h="318770">
                <a:moveTo>
                  <a:pt x="27431" y="169163"/>
                </a:moveTo>
                <a:lnTo>
                  <a:pt x="25907" y="164591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1523" y="169163"/>
                </a:lnTo>
                <a:lnTo>
                  <a:pt x="1523" y="175259"/>
                </a:lnTo>
                <a:lnTo>
                  <a:pt x="27431" y="169163"/>
                </a:lnTo>
                <a:close/>
              </a:path>
              <a:path w="788035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788035" h="318770">
                <a:moveTo>
                  <a:pt x="144779" y="62483"/>
                </a:moveTo>
                <a:lnTo>
                  <a:pt x="137159" y="38099"/>
                </a:lnTo>
                <a:lnTo>
                  <a:pt x="132587" y="39623"/>
                </a:lnTo>
                <a:lnTo>
                  <a:pt x="120395" y="44195"/>
                </a:lnTo>
                <a:lnTo>
                  <a:pt x="106679" y="48767"/>
                </a:lnTo>
                <a:lnTo>
                  <a:pt x="82295" y="60959"/>
                </a:lnTo>
                <a:lnTo>
                  <a:pt x="71627" y="67055"/>
                </a:lnTo>
                <a:lnTo>
                  <a:pt x="64007" y="70103"/>
                </a:lnTo>
                <a:lnTo>
                  <a:pt x="77723" y="92963"/>
                </a:lnTo>
                <a:lnTo>
                  <a:pt x="83819" y="88391"/>
                </a:lnTo>
                <a:lnTo>
                  <a:pt x="94487" y="82295"/>
                </a:lnTo>
                <a:lnTo>
                  <a:pt x="105155" y="77723"/>
                </a:lnTo>
                <a:lnTo>
                  <a:pt x="117347" y="73151"/>
                </a:lnTo>
                <a:lnTo>
                  <a:pt x="129539" y="67055"/>
                </a:lnTo>
                <a:lnTo>
                  <a:pt x="141731" y="62483"/>
                </a:lnTo>
                <a:lnTo>
                  <a:pt x="144779" y="62483"/>
                </a:lnTo>
                <a:close/>
              </a:path>
              <a:path w="788035" h="318770">
                <a:moveTo>
                  <a:pt x="240791" y="38099"/>
                </a:moveTo>
                <a:lnTo>
                  <a:pt x="236219" y="13715"/>
                </a:lnTo>
                <a:lnTo>
                  <a:pt x="208787" y="18287"/>
                </a:lnTo>
                <a:lnTo>
                  <a:pt x="176783" y="25907"/>
                </a:lnTo>
                <a:lnTo>
                  <a:pt x="161543" y="30479"/>
                </a:lnTo>
                <a:lnTo>
                  <a:pt x="167639" y="54863"/>
                </a:lnTo>
                <a:lnTo>
                  <a:pt x="184403" y="50291"/>
                </a:lnTo>
                <a:lnTo>
                  <a:pt x="214883" y="42671"/>
                </a:lnTo>
                <a:lnTo>
                  <a:pt x="240791" y="38099"/>
                </a:lnTo>
                <a:close/>
              </a:path>
              <a:path w="788035" h="318770">
                <a:moveTo>
                  <a:pt x="341375" y="27431"/>
                </a:moveTo>
                <a:lnTo>
                  <a:pt x="339851" y="1523"/>
                </a:lnTo>
                <a:lnTo>
                  <a:pt x="315467" y="3047"/>
                </a:lnTo>
                <a:lnTo>
                  <a:pt x="278891" y="7619"/>
                </a:lnTo>
                <a:lnTo>
                  <a:pt x="262127" y="9143"/>
                </a:lnTo>
                <a:lnTo>
                  <a:pt x="265175" y="35051"/>
                </a:lnTo>
                <a:lnTo>
                  <a:pt x="281939" y="32003"/>
                </a:lnTo>
                <a:lnTo>
                  <a:pt x="318515" y="28955"/>
                </a:lnTo>
                <a:lnTo>
                  <a:pt x="341375" y="27431"/>
                </a:lnTo>
                <a:close/>
              </a:path>
              <a:path w="788035" h="318770">
                <a:moveTo>
                  <a:pt x="393953" y="12953"/>
                </a:moveTo>
                <a:lnTo>
                  <a:pt x="393191" y="0"/>
                </a:lnTo>
                <a:lnTo>
                  <a:pt x="365759" y="1523"/>
                </a:lnTo>
                <a:lnTo>
                  <a:pt x="365759" y="25907"/>
                </a:lnTo>
                <a:lnTo>
                  <a:pt x="393191" y="25907"/>
                </a:lnTo>
                <a:lnTo>
                  <a:pt x="393953" y="12953"/>
                </a:lnTo>
                <a:close/>
              </a:path>
              <a:path w="788035" h="318770">
                <a:moveTo>
                  <a:pt x="394715" y="25907"/>
                </a:moveTo>
                <a:lnTo>
                  <a:pt x="393953" y="12953"/>
                </a:lnTo>
                <a:lnTo>
                  <a:pt x="393191" y="25907"/>
                </a:lnTo>
                <a:lnTo>
                  <a:pt x="394715" y="25907"/>
                </a:lnTo>
                <a:close/>
              </a:path>
              <a:path w="788035" h="318770">
                <a:moveTo>
                  <a:pt x="441959" y="1523"/>
                </a:moveTo>
                <a:lnTo>
                  <a:pt x="432815" y="1523"/>
                </a:lnTo>
                <a:lnTo>
                  <a:pt x="394715" y="0"/>
                </a:lnTo>
                <a:lnTo>
                  <a:pt x="393953" y="12953"/>
                </a:lnTo>
                <a:lnTo>
                  <a:pt x="394715" y="25907"/>
                </a:lnTo>
                <a:lnTo>
                  <a:pt x="432815" y="25907"/>
                </a:lnTo>
                <a:lnTo>
                  <a:pt x="440435" y="27431"/>
                </a:lnTo>
                <a:lnTo>
                  <a:pt x="441959" y="1523"/>
                </a:lnTo>
                <a:close/>
              </a:path>
              <a:path w="788035" h="318770">
                <a:moveTo>
                  <a:pt x="544067" y="12191"/>
                </a:moveTo>
                <a:lnTo>
                  <a:pt x="509015" y="6095"/>
                </a:lnTo>
                <a:lnTo>
                  <a:pt x="470915" y="3047"/>
                </a:lnTo>
                <a:lnTo>
                  <a:pt x="467867" y="3047"/>
                </a:lnTo>
                <a:lnTo>
                  <a:pt x="466343" y="28955"/>
                </a:lnTo>
                <a:lnTo>
                  <a:pt x="469391" y="28955"/>
                </a:lnTo>
                <a:lnTo>
                  <a:pt x="505967" y="32003"/>
                </a:lnTo>
                <a:lnTo>
                  <a:pt x="541019" y="36575"/>
                </a:lnTo>
                <a:lnTo>
                  <a:pt x="544067" y="12191"/>
                </a:lnTo>
                <a:close/>
              </a:path>
              <a:path w="788035" h="318770">
                <a:moveTo>
                  <a:pt x="644651" y="36575"/>
                </a:moveTo>
                <a:lnTo>
                  <a:pt x="640079" y="33527"/>
                </a:lnTo>
                <a:lnTo>
                  <a:pt x="609599" y="25907"/>
                </a:lnTo>
                <a:lnTo>
                  <a:pt x="577595" y="18287"/>
                </a:lnTo>
                <a:lnTo>
                  <a:pt x="569975" y="16763"/>
                </a:lnTo>
                <a:lnTo>
                  <a:pt x="565403" y="41147"/>
                </a:lnTo>
                <a:lnTo>
                  <a:pt x="573023" y="42671"/>
                </a:lnTo>
                <a:lnTo>
                  <a:pt x="603503" y="50291"/>
                </a:lnTo>
                <a:lnTo>
                  <a:pt x="632459" y="57911"/>
                </a:lnTo>
                <a:lnTo>
                  <a:pt x="637031" y="59435"/>
                </a:lnTo>
                <a:lnTo>
                  <a:pt x="644651" y="36575"/>
                </a:lnTo>
                <a:close/>
              </a:path>
              <a:path w="788035" h="318770">
                <a:moveTo>
                  <a:pt x="739139" y="82295"/>
                </a:moveTo>
                <a:lnTo>
                  <a:pt x="736091" y="79247"/>
                </a:lnTo>
                <a:lnTo>
                  <a:pt x="726947" y="73151"/>
                </a:lnTo>
                <a:lnTo>
                  <a:pt x="716279" y="67055"/>
                </a:lnTo>
                <a:lnTo>
                  <a:pt x="704087" y="60959"/>
                </a:lnTo>
                <a:lnTo>
                  <a:pt x="693419" y="54863"/>
                </a:lnTo>
                <a:lnTo>
                  <a:pt x="681227" y="48767"/>
                </a:lnTo>
                <a:lnTo>
                  <a:pt x="670559" y="44195"/>
                </a:lnTo>
                <a:lnTo>
                  <a:pt x="659891" y="68579"/>
                </a:lnTo>
                <a:lnTo>
                  <a:pt x="670559" y="73151"/>
                </a:lnTo>
                <a:lnTo>
                  <a:pt x="682751" y="77723"/>
                </a:lnTo>
                <a:lnTo>
                  <a:pt x="693419" y="83819"/>
                </a:lnTo>
                <a:lnTo>
                  <a:pt x="704087" y="88391"/>
                </a:lnTo>
                <a:lnTo>
                  <a:pt x="722375" y="100583"/>
                </a:lnTo>
                <a:lnTo>
                  <a:pt x="725423" y="102107"/>
                </a:lnTo>
                <a:lnTo>
                  <a:pt x="739139" y="82295"/>
                </a:lnTo>
                <a:close/>
              </a:path>
              <a:path w="788035" h="318770">
                <a:moveTo>
                  <a:pt x="787907" y="158495"/>
                </a:moveTo>
                <a:lnTo>
                  <a:pt x="784859" y="140207"/>
                </a:lnTo>
                <a:lnTo>
                  <a:pt x="781811" y="131063"/>
                </a:lnTo>
                <a:lnTo>
                  <a:pt x="778763" y="123443"/>
                </a:lnTo>
                <a:lnTo>
                  <a:pt x="760475" y="100583"/>
                </a:lnTo>
                <a:lnTo>
                  <a:pt x="760475" y="99059"/>
                </a:lnTo>
                <a:lnTo>
                  <a:pt x="742187" y="117347"/>
                </a:lnTo>
                <a:lnTo>
                  <a:pt x="742187" y="118871"/>
                </a:lnTo>
                <a:lnTo>
                  <a:pt x="748283" y="124967"/>
                </a:lnTo>
                <a:lnTo>
                  <a:pt x="752855" y="131063"/>
                </a:lnTo>
                <a:lnTo>
                  <a:pt x="755903" y="137159"/>
                </a:lnTo>
                <a:lnTo>
                  <a:pt x="758951" y="141731"/>
                </a:lnTo>
                <a:lnTo>
                  <a:pt x="761999" y="153923"/>
                </a:lnTo>
                <a:lnTo>
                  <a:pt x="761999" y="158495"/>
                </a:lnTo>
                <a:lnTo>
                  <a:pt x="774953" y="159257"/>
                </a:lnTo>
                <a:lnTo>
                  <a:pt x="787907" y="158495"/>
                </a:lnTo>
                <a:close/>
              </a:path>
              <a:path w="788035" h="318770">
                <a:moveTo>
                  <a:pt x="787907" y="160019"/>
                </a:moveTo>
                <a:lnTo>
                  <a:pt x="774953" y="159257"/>
                </a:lnTo>
                <a:lnTo>
                  <a:pt x="761999" y="160019"/>
                </a:lnTo>
                <a:lnTo>
                  <a:pt x="761999" y="166115"/>
                </a:lnTo>
                <a:lnTo>
                  <a:pt x="760475" y="172211"/>
                </a:lnTo>
                <a:lnTo>
                  <a:pt x="758951" y="173735"/>
                </a:lnTo>
                <a:lnTo>
                  <a:pt x="783335" y="181355"/>
                </a:lnTo>
                <a:lnTo>
                  <a:pt x="784859" y="176783"/>
                </a:lnTo>
                <a:lnTo>
                  <a:pt x="786383" y="167639"/>
                </a:lnTo>
                <a:lnTo>
                  <a:pt x="787907" y="160019"/>
                </a:lnTo>
                <a:close/>
              </a:path>
              <a:path w="788035" h="318770">
                <a:moveTo>
                  <a:pt x="774953" y="159257"/>
                </a:moveTo>
                <a:lnTo>
                  <a:pt x="761999" y="158495"/>
                </a:lnTo>
                <a:lnTo>
                  <a:pt x="761999" y="160019"/>
                </a:lnTo>
                <a:lnTo>
                  <a:pt x="774953" y="159257"/>
                </a:lnTo>
                <a:close/>
              </a:path>
              <a:path w="788035" h="318770">
                <a:moveTo>
                  <a:pt x="769619" y="207263"/>
                </a:moveTo>
                <a:lnTo>
                  <a:pt x="749807" y="192023"/>
                </a:lnTo>
                <a:lnTo>
                  <a:pt x="748283" y="195071"/>
                </a:lnTo>
                <a:lnTo>
                  <a:pt x="736091" y="207263"/>
                </a:lnTo>
                <a:lnTo>
                  <a:pt x="720851" y="219455"/>
                </a:lnTo>
                <a:lnTo>
                  <a:pt x="713231" y="224027"/>
                </a:lnTo>
                <a:lnTo>
                  <a:pt x="702563" y="230123"/>
                </a:lnTo>
                <a:lnTo>
                  <a:pt x="693419" y="234695"/>
                </a:lnTo>
                <a:lnTo>
                  <a:pt x="705611" y="257555"/>
                </a:lnTo>
                <a:lnTo>
                  <a:pt x="745235" y="233171"/>
                </a:lnTo>
                <a:lnTo>
                  <a:pt x="768095" y="210311"/>
                </a:lnTo>
                <a:lnTo>
                  <a:pt x="769619" y="207263"/>
                </a:lnTo>
                <a:close/>
              </a:path>
              <a:path w="788035" h="318770">
                <a:moveTo>
                  <a:pt x="682751" y="269747"/>
                </a:moveTo>
                <a:lnTo>
                  <a:pt x="672083" y="245363"/>
                </a:lnTo>
                <a:lnTo>
                  <a:pt x="670559" y="246887"/>
                </a:lnTo>
                <a:lnTo>
                  <a:pt x="646175" y="256031"/>
                </a:lnTo>
                <a:lnTo>
                  <a:pt x="632459" y="260603"/>
                </a:lnTo>
                <a:lnTo>
                  <a:pt x="603503" y="268223"/>
                </a:lnTo>
                <a:lnTo>
                  <a:pt x="601979" y="268223"/>
                </a:lnTo>
                <a:lnTo>
                  <a:pt x="608075" y="294131"/>
                </a:lnTo>
                <a:lnTo>
                  <a:pt x="611123" y="292607"/>
                </a:lnTo>
                <a:lnTo>
                  <a:pt x="640079" y="284987"/>
                </a:lnTo>
                <a:lnTo>
                  <a:pt x="653795" y="280415"/>
                </a:lnTo>
                <a:lnTo>
                  <a:pt x="667511" y="274319"/>
                </a:lnTo>
                <a:lnTo>
                  <a:pt x="681227" y="269747"/>
                </a:lnTo>
                <a:lnTo>
                  <a:pt x="682751" y="269747"/>
                </a:lnTo>
                <a:close/>
              </a:path>
              <a:path w="788035" h="318770">
                <a:moveTo>
                  <a:pt x="583691" y="300227"/>
                </a:moveTo>
                <a:lnTo>
                  <a:pt x="577595" y="274319"/>
                </a:lnTo>
                <a:lnTo>
                  <a:pt x="573023" y="275843"/>
                </a:lnTo>
                <a:lnTo>
                  <a:pt x="539495" y="281939"/>
                </a:lnTo>
                <a:lnTo>
                  <a:pt x="505967" y="286511"/>
                </a:lnTo>
                <a:lnTo>
                  <a:pt x="504443" y="286511"/>
                </a:lnTo>
                <a:lnTo>
                  <a:pt x="505967" y="312419"/>
                </a:lnTo>
                <a:lnTo>
                  <a:pt x="509015" y="312419"/>
                </a:lnTo>
                <a:lnTo>
                  <a:pt x="579119" y="300227"/>
                </a:lnTo>
                <a:lnTo>
                  <a:pt x="583691" y="300227"/>
                </a:lnTo>
                <a:close/>
              </a:path>
              <a:path w="788035" h="318770">
                <a:moveTo>
                  <a:pt x="481583" y="313943"/>
                </a:moveTo>
                <a:lnTo>
                  <a:pt x="478535" y="289559"/>
                </a:lnTo>
                <a:lnTo>
                  <a:pt x="469391" y="289559"/>
                </a:lnTo>
                <a:lnTo>
                  <a:pt x="432815" y="292607"/>
                </a:lnTo>
                <a:lnTo>
                  <a:pt x="403859" y="292607"/>
                </a:lnTo>
                <a:lnTo>
                  <a:pt x="403859" y="318515"/>
                </a:lnTo>
                <a:lnTo>
                  <a:pt x="434339" y="318515"/>
                </a:lnTo>
                <a:lnTo>
                  <a:pt x="472439" y="315467"/>
                </a:lnTo>
                <a:lnTo>
                  <a:pt x="481583" y="313943"/>
                </a:lnTo>
                <a:close/>
              </a:path>
              <a:path w="788035" h="318770">
                <a:moveTo>
                  <a:pt x="377951" y="318515"/>
                </a:moveTo>
                <a:lnTo>
                  <a:pt x="377951" y="292607"/>
                </a:lnTo>
                <a:lnTo>
                  <a:pt x="355091" y="292607"/>
                </a:lnTo>
                <a:lnTo>
                  <a:pt x="318515" y="289559"/>
                </a:lnTo>
                <a:lnTo>
                  <a:pt x="303275" y="289559"/>
                </a:lnTo>
                <a:lnTo>
                  <a:pt x="300227" y="313943"/>
                </a:lnTo>
                <a:lnTo>
                  <a:pt x="316991" y="315467"/>
                </a:lnTo>
                <a:lnTo>
                  <a:pt x="355091" y="318515"/>
                </a:lnTo>
                <a:lnTo>
                  <a:pt x="377951" y="318515"/>
                </a:lnTo>
                <a:close/>
              </a:path>
              <a:path w="788035" h="318770">
                <a:moveTo>
                  <a:pt x="278891" y="286511"/>
                </a:moveTo>
                <a:lnTo>
                  <a:pt x="246887" y="281939"/>
                </a:lnTo>
                <a:lnTo>
                  <a:pt x="214883" y="275843"/>
                </a:lnTo>
                <a:lnTo>
                  <a:pt x="204215" y="272795"/>
                </a:lnTo>
                <a:lnTo>
                  <a:pt x="199643" y="298703"/>
                </a:lnTo>
                <a:lnTo>
                  <a:pt x="210311" y="300227"/>
                </a:lnTo>
                <a:lnTo>
                  <a:pt x="243839" y="306323"/>
                </a:lnTo>
                <a:lnTo>
                  <a:pt x="274319" y="310895"/>
                </a:lnTo>
                <a:lnTo>
                  <a:pt x="278891" y="286511"/>
                </a:lnTo>
                <a:close/>
              </a:path>
              <a:path w="788035" h="318770">
                <a:moveTo>
                  <a:pt x="181355" y="268223"/>
                </a:moveTo>
                <a:lnTo>
                  <a:pt x="155447" y="260603"/>
                </a:lnTo>
                <a:lnTo>
                  <a:pt x="141731" y="256031"/>
                </a:lnTo>
                <a:lnTo>
                  <a:pt x="129539" y="251459"/>
                </a:lnTo>
                <a:lnTo>
                  <a:pt x="115823" y="245363"/>
                </a:lnTo>
                <a:lnTo>
                  <a:pt x="109727" y="243839"/>
                </a:lnTo>
                <a:lnTo>
                  <a:pt x="100583" y="266699"/>
                </a:lnTo>
                <a:lnTo>
                  <a:pt x="106679" y="269747"/>
                </a:lnTo>
                <a:lnTo>
                  <a:pt x="120395" y="274319"/>
                </a:lnTo>
                <a:lnTo>
                  <a:pt x="134111" y="280415"/>
                </a:lnTo>
                <a:lnTo>
                  <a:pt x="147827" y="284987"/>
                </a:lnTo>
                <a:lnTo>
                  <a:pt x="173735" y="292607"/>
                </a:lnTo>
                <a:lnTo>
                  <a:pt x="181355" y="268223"/>
                </a:lnTo>
                <a:close/>
              </a:path>
              <a:path w="788035" h="318770">
                <a:moveTo>
                  <a:pt x="88391" y="233171"/>
                </a:moveTo>
                <a:lnTo>
                  <a:pt x="65531" y="217931"/>
                </a:lnTo>
                <a:lnTo>
                  <a:pt x="57911" y="213359"/>
                </a:lnTo>
                <a:lnTo>
                  <a:pt x="51815" y="207263"/>
                </a:lnTo>
                <a:lnTo>
                  <a:pt x="44195" y="201167"/>
                </a:lnTo>
                <a:lnTo>
                  <a:pt x="35051" y="188975"/>
                </a:lnTo>
                <a:lnTo>
                  <a:pt x="13715" y="201167"/>
                </a:lnTo>
                <a:lnTo>
                  <a:pt x="15239" y="204215"/>
                </a:lnTo>
                <a:lnTo>
                  <a:pt x="19811" y="211835"/>
                </a:lnTo>
                <a:lnTo>
                  <a:pt x="27431" y="219455"/>
                </a:lnTo>
                <a:lnTo>
                  <a:pt x="35051" y="225551"/>
                </a:lnTo>
                <a:lnTo>
                  <a:pt x="42671" y="233171"/>
                </a:lnTo>
                <a:lnTo>
                  <a:pt x="51815" y="239267"/>
                </a:lnTo>
                <a:lnTo>
                  <a:pt x="60959" y="246887"/>
                </a:lnTo>
                <a:lnTo>
                  <a:pt x="71627" y="252983"/>
                </a:lnTo>
                <a:lnTo>
                  <a:pt x="76199" y="254507"/>
                </a:lnTo>
                <a:lnTo>
                  <a:pt x="88391" y="2331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41991" y="5137403"/>
            <a:ext cx="596265" cy="318770"/>
          </a:xfrm>
          <a:custGeom>
            <a:avLst/>
            <a:gdLst/>
            <a:ahLst/>
            <a:cxnLst/>
            <a:rect l="l" t="t" r="r" b="b"/>
            <a:pathLst>
              <a:path w="596264" h="318770">
                <a:moveTo>
                  <a:pt x="53339" y="100583"/>
                </a:moveTo>
                <a:lnTo>
                  <a:pt x="35051" y="83819"/>
                </a:lnTo>
                <a:lnTo>
                  <a:pt x="32003" y="86867"/>
                </a:lnTo>
                <a:lnTo>
                  <a:pt x="19811" y="102107"/>
                </a:lnTo>
                <a:lnTo>
                  <a:pt x="10667" y="117347"/>
                </a:lnTo>
                <a:lnTo>
                  <a:pt x="6095" y="126491"/>
                </a:lnTo>
                <a:lnTo>
                  <a:pt x="4571" y="134111"/>
                </a:lnTo>
                <a:lnTo>
                  <a:pt x="1523" y="143255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30479" y="134111"/>
                </a:lnTo>
                <a:lnTo>
                  <a:pt x="36575" y="121919"/>
                </a:lnTo>
                <a:lnTo>
                  <a:pt x="50291" y="103631"/>
                </a:lnTo>
                <a:lnTo>
                  <a:pt x="53339" y="100583"/>
                </a:lnTo>
                <a:close/>
              </a:path>
              <a:path w="596264" h="318770">
                <a:moveTo>
                  <a:pt x="50291" y="214883"/>
                </a:moveTo>
                <a:lnTo>
                  <a:pt x="50291" y="213359"/>
                </a:lnTo>
                <a:lnTo>
                  <a:pt x="45719" y="207263"/>
                </a:lnTo>
                <a:lnTo>
                  <a:pt x="39623" y="202691"/>
                </a:lnTo>
                <a:lnTo>
                  <a:pt x="33527" y="190499"/>
                </a:lnTo>
                <a:lnTo>
                  <a:pt x="30479" y="182879"/>
                </a:lnTo>
                <a:lnTo>
                  <a:pt x="28955" y="178307"/>
                </a:lnTo>
                <a:lnTo>
                  <a:pt x="25907" y="170687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0" y="169163"/>
                </a:lnTo>
                <a:lnTo>
                  <a:pt x="1523" y="176783"/>
                </a:lnTo>
                <a:lnTo>
                  <a:pt x="4571" y="185927"/>
                </a:lnTo>
                <a:lnTo>
                  <a:pt x="7619" y="193547"/>
                </a:lnTo>
                <a:lnTo>
                  <a:pt x="10667" y="202691"/>
                </a:lnTo>
                <a:lnTo>
                  <a:pt x="19811" y="217931"/>
                </a:lnTo>
                <a:lnTo>
                  <a:pt x="25907" y="224027"/>
                </a:lnTo>
                <a:lnTo>
                  <a:pt x="32003" y="231647"/>
                </a:lnTo>
                <a:lnTo>
                  <a:pt x="33527" y="233171"/>
                </a:lnTo>
                <a:lnTo>
                  <a:pt x="50291" y="214883"/>
                </a:lnTo>
                <a:close/>
              </a:path>
              <a:path w="596264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596264" h="318770">
                <a:moveTo>
                  <a:pt x="132587" y="265175"/>
                </a:moveTo>
                <a:lnTo>
                  <a:pt x="121919" y="260603"/>
                </a:lnTo>
                <a:lnTo>
                  <a:pt x="102107" y="251459"/>
                </a:lnTo>
                <a:lnTo>
                  <a:pt x="83819" y="240791"/>
                </a:lnTo>
                <a:lnTo>
                  <a:pt x="68579" y="230123"/>
                </a:lnTo>
                <a:lnTo>
                  <a:pt x="53339" y="249935"/>
                </a:lnTo>
                <a:lnTo>
                  <a:pt x="91439" y="274319"/>
                </a:lnTo>
                <a:lnTo>
                  <a:pt x="123443" y="288035"/>
                </a:lnTo>
                <a:lnTo>
                  <a:pt x="132587" y="265175"/>
                </a:lnTo>
                <a:close/>
              </a:path>
              <a:path w="596264" h="318770">
                <a:moveTo>
                  <a:pt x="135635" y="53339"/>
                </a:moveTo>
                <a:lnTo>
                  <a:pt x="126491" y="28955"/>
                </a:lnTo>
                <a:lnTo>
                  <a:pt x="111251" y="35051"/>
                </a:lnTo>
                <a:lnTo>
                  <a:pt x="89915" y="44195"/>
                </a:lnTo>
                <a:lnTo>
                  <a:pt x="71627" y="56387"/>
                </a:lnTo>
                <a:lnTo>
                  <a:pt x="56387" y="65531"/>
                </a:lnTo>
                <a:lnTo>
                  <a:pt x="71627" y="86867"/>
                </a:lnTo>
                <a:lnTo>
                  <a:pt x="85343" y="76199"/>
                </a:lnTo>
                <a:lnTo>
                  <a:pt x="102107" y="67055"/>
                </a:lnTo>
                <a:lnTo>
                  <a:pt x="121919" y="57911"/>
                </a:lnTo>
                <a:lnTo>
                  <a:pt x="135635" y="53339"/>
                </a:lnTo>
                <a:close/>
              </a:path>
              <a:path w="596264" h="318770">
                <a:moveTo>
                  <a:pt x="231647" y="30479"/>
                </a:moveTo>
                <a:lnTo>
                  <a:pt x="228599" y="4571"/>
                </a:lnTo>
                <a:lnTo>
                  <a:pt x="211835" y="7619"/>
                </a:lnTo>
                <a:lnTo>
                  <a:pt x="184403" y="12191"/>
                </a:lnTo>
                <a:lnTo>
                  <a:pt x="158495" y="18287"/>
                </a:lnTo>
                <a:lnTo>
                  <a:pt x="152399" y="21335"/>
                </a:lnTo>
                <a:lnTo>
                  <a:pt x="158495" y="44195"/>
                </a:lnTo>
                <a:lnTo>
                  <a:pt x="166115" y="42671"/>
                </a:lnTo>
                <a:lnTo>
                  <a:pt x="190499" y="36575"/>
                </a:lnTo>
                <a:lnTo>
                  <a:pt x="216407" y="32003"/>
                </a:lnTo>
                <a:lnTo>
                  <a:pt x="231647" y="30479"/>
                </a:lnTo>
                <a:close/>
              </a:path>
              <a:path w="596264" h="318770">
                <a:moveTo>
                  <a:pt x="332231" y="1523"/>
                </a:moveTo>
                <a:lnTo>
                  <a:pt x="327659" y="1523"/>
                </a:lnTo>
                <a:lnTo>
                  <a:pt x="298703" y="0"/>
                </a:lnTo>
                <a:lnTo>
                  <a:pt x="268223" y="1523"/>
                </a:lnTo>
                <a:lnTo>
                  <a:pt x="254507" y="1523"/>
                </a:lnTo>
                <a:lnTo>
                  <a:pt x="256031" y="27431"/>
                </a:lnTo>
                <a:lnTo>
                  <a:pt x="269747" y="25907"/>
                </a:lnTo>
                <a:lnTo>
                  <a:pt x="330707" y="25907"/>
                </a:lnTo>
                <a:lnTo>
                  <a:pt x="332231" y="1523"/>
                </a:lnTo>
                <a:close/>
              </a:path>
              <a:path w="596264" h="318770">
                <a:moveTo>
                  <a:pt x="434339" y="16763"/>
                </a:moveTo>
                <a:lnTo>
                  <a:pt x="413003" y="12191"/>
                </a:lnTo>
                <a:lnTo>
                  <a:pt x="358139" y="3047"/>
                </a:lnTo>
                <a:lnTo>
                  <a:pt x="355091" y="28955"/>
                </a:lnTo>
                <a:lnTo>
                  <a:pt x="382523" y="32003"/>
                </a:lnTo>
                <a:lnTo>
                  <a:pt x="406907" y="36575"/>
                </a:lnTo>
                <a:lnTo>
                  <a:pt x="428243" y="42671"/>
                </a:lnTo>
                <a:lnTo>
                  <a:pt x="434339" y="16763"/>
                </a:lnTo>
                <a:close/>
              </a:path>
              <a:path w="596264" h="318770">
                <a:moveTo>
                  <a:pt x="531875" y="59435"/>
                </a:moveTo>
                <a:lnTo>
                  <a:pt x="525779" y="54863"/>
                </a:lnTo>
                <a:lnTo>
                  <a:pt x="505967" y="44195"/>
                </a:lnTo>
                <a:lnTo>
                  <a:pt x="484631" y="35051"/>
                </a:lnTo>
                <a:lnTo>
                  <a:pt x="461771" y="25907"/>
                </a:lnTo>
                <a:lnTo>
                  <a:pt x="460247" y="24383"/>
                </a:lnTo>
                <a:lnTo>
                  <a:pt x="452627" y="48767"/>
                </a:lnTo>
                <a:lnTo>
                  <a:pt x="454151" y="50291"/>
                </a:lnTo>
                <a:lnTo>
                  <a:pt x="475487" y="57911"/>
                </a:lnTo>
                <a:lnTo>
                  <a:pt x="495299" y="67055"/>
                </a:lnTo>
                <a:lnTo>
                  <a:pt x="513587" y="77723"/>
                </a:lnTo>
                <a:lnTo>
                  <a:pt x="516635" y="80771"/>
                </a:lnTo>
                <a:lnTo>
                  <a:pt x="531875" y="59435"/>
                </a:lnTo>
                <a:close/>
              </a:path>
              <a:path w="596264" h="318770">
                <a:moveTo>
                  <a:pt x="595883" y="146303"/>
                </a:moveTo>
                <a:lnTo>
                  <a:pt x="595883" y="141731"/>
                </a:lnTo>
                <a:lnTo>
                  <a:pt x="592835" y="132587"/>
                </a:lnTo>
                <a:lnTo>
                  <a:pt x="586739" y="117347"/>
                </a:lnTo>
                <a:lnTo>
                  <a:pt x="582167" y="108203"/>
                </a:lnTo>
                <a:lnTo>
                  <a:pt x="577595" y="100583"/>
                </a:lnTo>
                <a:lnTo>
                  <a:pt x="571499" y="94487"/>
                </a:lnTo>
                <a:lnTo>
                  <a:pt x="565403" y="86867"/>
                </a:lnTo>
                <a:lnTo>
                  <a:pt x="553211" y="74675"/>
                </a:lnTo>
                <a:lnTo>
                  <a:pt x="536447" y="94487"/>
                </a:lnTo>
                <a:lnTo>
                  <a:pt x="547115" y="105155"/>
                </a:lnTo>
                <a:lnTo>
                  <a:pt x="551687" y="111251"/>
                </a:lnTo>
                <a:lnTo>
                  <a:pt x="557783" y="117347"/>
                </a:lnTo>
                <a:lnTo>
                  <a:pt x="566927" y="135635"/>
                </a:lnTo>
                <a:lnTo>
                  <a:pt x="569975" y="147827"/>
                </a:lnTo>
                <a:lnTo>
                  <a:pt x="571499" y="150875"/>
                </a:lnTo>
                <a:lnTo>
                  <a:pt x="595883" y="146303"/>
                </a:lnTo>
                <a:close/>
              </a:path>
              <a:path w="596264" h="318770">
                <a:moveTo>
                  <a:pt x="595883" y="176783"/>
                </a:moveTo>
                <a:lnTo>
                  <a:pt x="595883" y="175259"/>
                </a:lnTo>
                <a:lnTo>
                  <a:pt x="569975" y="172211"/>
                </a:lnTo>
                <a:lnTo>
                  <a:pt x="566927" y="184403"/>
                </a:lnTo>
                <a:lnTo>
                  <a:pt x="560831" y="196595"/>
                </a:lnTo>
                <a:lnTo>
                  <a:pt x="547115" y="214883"/>
                </a:lnTo>
                <a:lnTo>
                  <a:pt x="541019" y="220979"/>
                </a:lnTo>
                <a:lnTo>
                  <a:pt x="533399" y="227075"/>
                </a:lnTo>
                <a:lnTo>
                  <a:pt x="550163" y="245363"/>
                </a:lnTo>
                <a:lnTo>
                  <a:pt x="577595" y="216407"/>
                </a:lnTo>
                <a:lnTo>
                  <a:pt x="592835" y="184403"/>
                </a:lnTo>
                <a:lnTo>
                  <a:pt x="595883" y="176783"/>
                </a:lnTo>
                <a:close/>
              </a:path>
              <a:path w="596264" h="318770">
                <a:moveTo>
                  <a:pt x="528827" y="262127"/>
                </a:moveTo>
                <a:lnTo>
                  <a:pt x="513587" y="240791"/>
                </a:lnTo>
                <a:lnTo>
                  <a:pt x="512063" y="242315"/>
                </a:lnTo>
                <a:lnTo>
                  <a:pt x="475487" y="260603"/>
                </a:lnTo>
                <a:lnTo>
                  <a:pt x="454151" y="268223"/>
                </a:lnTo>
                <a:lnTo>
                  <a:pt x="448055" y="271271"/>
                </a:lnTo>
                <a:lnTo>
                  <a:pt x="455675" y="294131"/>
                </a:lnTo>
                <a:lnTo>
                  <a:pt x="463295" y="292607"/>
                </a:lnTo>
                <a:lnTo>
                  <a:pt x="486155" y="283463"/>
                </a:lnTo>
                <a:lnTo>
                  <a:pt x="507491" y="274319"/>
                </a:lnTo>
                <a:lnTo>
                  <a:pt x="525779" y="263651"/>
                </a:lnTo>
                <a:lnTo>
                  <a:pt x="528827" y="262127"/>
                </a:lnTo>
                <a:close/>
              </a:path>
              <a:path w="596264" h="318770">
                <a:moveTo>
                  <a:pt x="431291" y="301751"/>
                </a:moveTo>
                <a:lnTo>
                  <a:pt x="425195" y="277367"/>
                </a:lnTo>
                <a:lnTo>
                  <a:pt x="406907" y="281939"/>
                </a:lnTo>
                <a:lnTo>
                  <a:pt x="355091" y="291083"/>
                </a:lnTo>
                <a:lnTo>
                  <a:pt x="352043" y="291083"/>
                </a:lnTo>
                <a:lnTo>
                  <a:pt x="353567" y="315467"/>
                </a:lnTo>
                <a:lnTo>
                  <a:pt x="358139" y="315467"/>
                </a:lnTo>
                <a:lnTo>
                  <a:pt x="385571" y="312419"/>
                </a:lnTo>
                <a:lnTo>
                  <a:pt x="413003" y="306323"/>
                </a:lnTo>
                <a:lnTo>
                  <a:pt x="431291" y="301751"/>
                </a:lnTo>
                <a:close/>
              </a:path>
              <a:path w="596264" h="318770">
                <a:moveTo>
                  <a:pt x="327659" y="318515"/>
                </a:moveTo>
                <a:lnTo>
                  <a:pt x="327659" y="292607"/>
                </a:lnTo>
                <a:lnTo>
                  <a:pt x="269747" y="292607"/>
                </a:lnTo>
                <a:lnTo>
                  <a:pt x="252983" y="291083"/>
                </a:lnTo>
                <a:lnTo>
                  <a:pt x="249935" y="316991"/>
                </a:lnTo>
                <a:lnTo>
                  <a:pt x="269747" y="318515"/>
                </a:lnTo>
                <a:lnTo>
                  <a:pt x="327659" y="318515"/>
                </a:lnTo>
                <a:close/>
              </a:path>
              <a:path w="596264" h="318770">
                <a:moveTo>
                  <a:pt x="228599" y="288035"/>
                </a:moveTo>
                <a:lnTo>
                  <a:pt x="214883" y="286511"/>
                </a:lnTo>
                <a:lnTo>
                  <a:pt x="190499" y="281939"/>
                </a:lnTo>
                <a:lnTo>
                  <a:pt x="166115" y="275843"/>
                </a:lnTo>
                <a:lnTo>
                  <a:pt x="155447" y="272795"/>
                </a:lnTo>
                <a:lnTo>
                  <a:pt x="147827" y="297179"/>
                </a:lnTo>
                <a:lnTo>
                  <a:pt x="184403" y="306323"/>
                </a:lnTo>
                <a:lnTo>
                  <a:pt x="211835" y="312419"/>
                </a:lnTo>
                <a:lnTo>
                  <a:pt x="224027" y="313943"/>
                </a:lnTo>
                <a:lnTo>
                  <a:pt x="228599" y="28803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99801" y="4613149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41991" y="5137403"/>
            <a:ext cx="597535" cy="318770"/>
          </a:xfrm>
          <a:custGeom>
            <a:avLst/>
            <a:gdLst/>
            <a:ahLst/>
            <a:cxnLst/>
            <a:rect l="l" t="t" r="r" b="b"/>
            <a:pathLst>
              <a:path w="597535" h="318770">
                <a:moveTo>
                  <a:pt x="597407" y="167639"/>
                </a:moveTo>
                <a:lnTo>
                  <a:pt x="597407" y="158495"/>
                </a:lnTo>
                <a:lnTo>
                  <a:pt x="595883" y="149351"/>
                </a:lnTo>
                <a:lnTo>
                  <a:pt x="595883" y="141731"/>
                </a:lnTo>
                <a:lnTo>
                  <a:pt x="577595" y="100583"/>
                </a:lnTo>
                <a:lnTo>
                  <a:pt x="571499" y="94487"/>
                </a:lnTo>
                <a:lnTo>
                  <a:pt x="565403" y="86867"/>
                </a:lnTo>
                <a:lnTo>
                  <a:pt x="525779" y="54863"/>
                </a:lnTo>
                <a:lnTo>
                  <a:pt x="484631" y="35051"/>
                </a:lnTo>
                <a:lnTo>
                  <a:pt x="437387" y="18287"/>
                </a:lnTo>
                <a:lnTo>
                  <a:pt x="385571" y="7619"/>
                </a:lnTo>
                <a:lnTo>
                  <a:pt x="298703" y="0"/>
                </a:lnTo>
                <a:lnTo>
                  <a:pt x="268223" y="1523"/>
                </a:lnTo>
                <a:lnTo>
                  <a:pt x="184403" y="12191"/>
                </a:lnTo>
                <a:lnTo>
                  <a:pt x="134111" y="25907"/>
                </a:lnTo>
                <a:lnTo>
                  <a:pt x="89915" y="44195"/>
                </a:lnTo>
                <a:lnTo>
                  <a:pt x="71627" y="56387"/>
                </a:lnTo>
                <a:lnTo>
                  <a:pt x="53339" y="67055"/>
                </a:lnTo>
                <a:lnTo>
                  <a:pt x="19811" y="102107"/>
                </a:lnTo>
                <a:lnTo>
                  <a:pt x="4571" y="134111"/>
                </a:lnTo>
                <a:lnTo>
                  <a:pt x="1523" y="143255"/>
                </a:lnTo>
                <a:lnTo>
                  <a:pt x="0" y="150875"/>
                </a:lnTo>
                <a:lnTo>
                  <a:pt x="0" y="169163"/>
                </a:lnTo>
                <a:lnTo>
                  <a:pt x="1523" y="178307"/>
                </a:lnTo>
                <a:lnTo>
                  <a:pt x="7619" y="193547"/>
                </a:lnTo>
                <a:lnTo>
                  <a:pt x="10667" y="202691"/>
                </a:lnTo>
                <a:lnTo>
                  <a:pt x="19811" y="217931"/>
                </a:lnTo>
                <a:lnTo>
                  <a:pt x="25907" y="224027"/>
                </a:lnTo>
                <a:lnTo>
                  <a:pt x="25907" y="152399"/>
                </a:lnTo>
                <a:lnTo>
                  <a:pt x="30479" y="134111"/>
                </a:lnTo>
                <a:lnTo>
                  <a:pt x="36575" y="121919"/>
                </a:lnTo>
                <a:lnTo>
                  <a:pt x="50291" y="103631"/>
                </a:lnTo>
                <a:lnTo>
                  <a:pt x="56387" y="99059"/>
                </a:lnTo>
                <a:lnTo>
                  <a:pt x="70103" y="86867"/>
                </a:lnTo>
                <a:lnTo>
                  <a:pt x="121919" y="57911"/>
                </a:lnTo>
                <a:lnTo>
                  <a:pt x="166115" y="42671"/>
                </a:lnTo>
                <a:lnTo>
                  <a:pt x="216407" y="32003"/>
                </a:lnTo>
                <a:lnTo>
                  <a:pt x="269747" y="25907"/>
                </a:lnTo>
                <a:lnTo>
                  <a:pt x="327659" y="25907"/>
                </a:lnTo>
                <a:lnTo>
                  <a:pt x="382523" y="32003"/>
                </a:lnTo>
                <a:lnTo>
                  <a:pt x="431291" y="42671"/>
                </a:lnTo>
                <a:lnTo>
                  <a:pt x="475487" y="57911"/>
                </a:lnTo>
                <a:lnTo>
                  <a:pt x="513587" y="77723"/>
                </a:lnTo>
                <a:lnTo>
                  <a:pt x="547115" y="105155"/>
                </a:lnTo>
                <a:lnTo>
                  <a:pt x="551687" y="111251"/>
                </a:lnTo>
                <a:lnTo>
                  <a:pt x="557783" y="117347"/>
                </a:lnTo>
                <a:lnTo>
                  <a:pt x="566927" y="135635"/>
                </a:lnTo>
                <a:lnTo>
                  <a:pt x="571499" y="153923"/>
                </a:lnTo>
                <a:lnTo>
                  <a:pt x="571499" y="224027"/>
                </a:lnTo>
                <a:lnTo>
                  <a:pt x="577595" y="216407"/>
                </a:lnTo>
                <a:lnTo>
                  <a:pt x="591311" y="193547"/>
                </a:lnTo>
                <a:lnTo>
                  <a:pt x="592835" y="184403"/>
                </a:lnTo>
                <a:lnTo>
                  <a:pt x="595883" y="176783"/>
                </a:lnTo>
                <a:lnTo>
                  <a:pt x="597407" y="167639"/>
                </a:lnTo>
                <a:close/>
              </a:path>
              <a:path w="597535" h="318770">
                <a:moveTo>
                  <a:pt x="571499" y="224027"/>
                </a:moveTo>
                <a:lnTo>
                  <a:pt x="571499" y="166115"/>
                </a:lnTo>
                <a:lnTo>
                  <a:pt x="566927" y="184403"/>
                </a:lnTo>
                <a:lnTo>
                  <a:pt x="560831" y="196595"/>
                </a:lnTo>
                <a:lnTo>
                  <a:pt x="527303" y="231647"/>
                </a:lnTo>
                <a:lnTo>
                  <a:pt x="475487" y="260603"/>
                </a:lnTo>
                <a:lnTo>
                  <a:pt x="431291" y="275843"/>
                </a:lnTo>
                <a:lnTo>
                  <a:pt x="355091" y="291083"/>
                </a:lnTo>
                <a:lnTo>
                  <a:pt x="326135" y="292607"/>
                </a:lnTo>
                <a:lnTo>
                  <a:pt x="269747" y="292607"/>
                </a:lnTo>
                <a:lnTo>
                  <a:pt x="214883" y="286511"/>
                </a:lnTo>
                <a:lnTo>
                  <a:pt x="166115" y="275843"/>
                </a:lnTo>
                <a:lnTo>
                  <a:pt x="121919" y="260603"/>
                </a:lnTo>
                <a:lnTo>
                  <a:pt x="83819" y="240791"/>
                </a:lnTo>
                <a:lnTo>
                  <a:pt x="45719" y="207263"/>
                </a:lnTo>
                <a:lnTo>
                  <a:pt x="39623" y="202691"/>
                </a:lnTo>
                <a:lnTo>
                  <a:pt x="33527" y="190499"/>
                </a:lnTo>
                <a:lnTo>
                  <a:pt x="30479" y="182879"/>
                </a:lnTo>
                <a:lnTo>
                  <a:pt x="28955" y="178307"/>
                </a:lnTo>
                <a:lnTo>
                  <a:pt x="25907" y="170687"/>
                </a:lnTo>
                <a:lnTo>
                  <a:pt x="25907" y="224027"/>
                </a:lnTo>
                <a:lnTo>
                  <a:pt x="32003" y="231647"/>
                </a:lnTo>
                <a:lnTo>
                  <a:pt x="71627" y="263651"/>
                </a:lnTo>
                <a:lnTo>
                  <a:pt x="112775" y="284987"/>
                </a:lnTo>
                <a:lnTo>
                  <a:pt x="160019" y="300227"/>
                </a:lnTo>
                <a:lnTo>
                  <a:pt x="211835" y="312419"/>
                </a:lnTo>
                <a:lnTo>
                  <a:pt x="269747" y="318515"/>
                </a:lnTo>
                <a:lnTo>
                  <a:pt x="329183" y="318515"/>
                </a:lnTo>
                <a:lnTo>
                  <a:pt x="385571" y="312419"/>
                </a:lnTo>
                <a:lnTo>
                  <a:pt x="438911" y="300227"/>
                </a:lnTo>
                <a:lnTo>
                  <a:pt x="486155" y="283463"/>
                </a:lnTo>
                <a:lnTo>
                  <a:pt x="525779" y="263651"/>
                </a:lnTo>
                <a:lnTo>
                  <a:pt x="559307" y="237743"/>
                </a:lnTo>
                <a:lnTo>
                  <a:pt x="565403" y="231647"/>
                </a:lnTo>
                <a:lnTo>
                  <a:pt x="571499" y="2240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07777" y="49773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89491" y="4959097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4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4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4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4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4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4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37089" y="4908805"/>
            <a:ext cx="483234" cy="330835"/>
          </a:xfrm>
          <a:custGeom>
            <a:avLst/>
            <a:gdLst/>
            <a:ahLst/>
            <a:cxnLst/>
            <a:rect l="l" t="t" r="r" b="b"/>
            <a:pathLst>
              <a:path w="483235" h="330835">
                <a:moveTo>
                  <a:pt x="483107" y="173735"/>
                </a:moveTo>
                <a:lnTo>
                  <a:pt x="483107" y="155447"/>
                </a:lnTo>
                <a:lnTo>
                  <a:pt x="481583" y="146303"/>
                </a:lnTo>
                <a:lnTo>
                  <a:pt x="452627" y="83819"/>
                </a:lnTo>
                <a:lnTo>
                  <a:pt x="409955" y="47243"/>
                </a:lnTo>
                <a:lnTo>
                  <a:pt x="373379" y="27431"/>
                </a:lnTo>
                <a:lnTo>
                  <a:pt x="333755" y="12191"/>
                </a:lnTo>
                <a:lnTo>
                  <a:pt x="310895" y="7619"/>
                </a:lnTo>
                <a:lnTo>
                  <a:pt x="289559" y="3047"/>
                </a:lnTo>
                <a:lnTo>
                  <a:pt x="240791" y="0"/>
                </a:lnTo>
                <a:lnTo>
                  <a:pt x="216407" y="1523"/>
                </a:lnTo>
                <a:lnTo>
                  <a:pt x="193547" y="3047"/>
                </a:lnTo>
                <a:lnTo>
                  <a:pt x="149351" y="12191"/>
                </a:lnTo>
                <a:lnTo>
                  <a:pt x="108203" y="27431"/>
                </a:lnTo>
                <a:lnTo>
                  <a:pt x="71627" y="47243"/>
                </a:lnTo>
                <a:lnTo>
                  <a:pt x="30479" y="85343"/>
                </a:lnTo>
                <a:lnTo>
                  <a:pt x="4571" y="131063"/>
                </a:lnTo>
                <a:lnTo>
                  <a:pt x="0" y="156971"/>
                </a:lnTo>
                <a:lnTo>
                  <a:pt x="0" y="175259"/>
                </a:lnTo>
                <a:lnTo>
                  <a:pt x="1523" y="184403"/>
                </a:lnTo>
                <a:lnTo>
                  <a:pt x="6095" y="201167"/>
                </a:lnTo>
                <a:lnTo>
                  <a:pt x="12191" y="216407"/>
                </a:lnTo>
                <a:lnTo>
                  <a:pt x="25907" y="239267"/>
                </a:lnTo>
                <a:lnTo>
                  <a:pt x="25907" y="158495"/>
                </a:lnTo>
                <a:lnTo>
                  <a:pt x="27431" y="150875"/>
                </a:lnTo>
                <a:lnTo>
                  <a:pt x="50291" y="100583"/>
                </a:lnTo>
                <a:lnTo>
                  <a:pt x="86867" y="68579"/>
                </a:lnTo>
                <a:lnTo>
                  <a:pt x="102107" y="57911"/>
                </a:lnTo>
                <a:lnTo>
                  <a:pt x="137159" y="42671"/>
                </a:lnTo>
                <a:lnTo>
                  <a:pt x="176783" y="32003"/>
                </a:lnTo>
                <a:lnTo>
                  <a:pt x="219455" y="25907"/>
                </a:lnTo>
                <a:lnTo>
                  <a:pt x="265175" y="25907"/>
                </a:lnTo>
                <a:lnTo>
                  <a:pt x="307847" y="32003"/>
                </a:lnTo>
                <a:lnTo>
                  <a:pt x="345947" y="42671"/>
                </a:lnTo>
                <a:lnTo>
                  <a:pt x="380999" y="59435"/>
                </a:lnTo>
                <a:lnTo>
                  <a:pt x="422147" y="89915"/>
                </a:lnTo>
                <a:lnTo>
                  <a:pt x="448055" y="126491"/>
                </a:lnTo>
                <a:lnTo>
                  <a:pt x="454151" y="138683"/>
                </a:lnTo>
                <a:lnTo>
                  <a:pt x="457199" y="152399"/>
                </a:lnTo>
                <a:lnTo>
                  <a:pt x="457199" y="238832"/>
                </a:lnTo>
                <a:lnTo>
                  <a:pt x="463295" y="230123"/>
                </a:lnTo>
                <a:lnTo>
                  <a:pt x="478535" y="199643"/>
                </a:lnTo>
                <a:lnTo>
                  <a:pt x="481583" y="182879"/>
                </a:lnTo>
                <a:lnTo>
                  <a:pt x="483107" y="173735"/>
                </a:lnTo>
                <a:close/>
              </a:path>
              <a:path w="483235" h="330835">
                <a:moveTo>
                  <a:pt x="457199" y="238832"/>
                </a:moveTo>
                <a:lnTo>
                  <a:pt x="457199" y="172211"/>
                </a:lnTo>
                <a:lnTo>
                  <a:pt x="455675" y="179831"/>
                </a:lnTo>
                <a:lnTo>
                  <a:pt x="452627" y="193547"/>
                </a:lnTo>
                <a:lnTo>
                  <a:pt x="432815" y="230123"/>
                </a:lnTo>
                <a:lnTo>
                  <a:pt x="396239" y="263651"/>
                </a:lnTo>
                <a:lnTo>
                  <a:pt x="345947" y="288035"/>
                </a:lnTo>
                <a:lnTo>
                  <a:pt x="306323" y="298703"/>
                </a:lnTo>
                <a:lnTo>
                  <a:pt x="263651" y="304799"/>
                </a:lnTo>
                <a:lnTo>
                  <a:pt x="217931" y="304799"/>
                </a:lnTo>
                <a:lnTo>
                  <a:pt x="175259" y="298703"/>
                </a:lnTo>
                <a:lnTo>
                  <a:pt x="155447" y="294131"/>
                </a:lnTo>
                <a:lnTo>
                  <a:pt x="137159" y="286511"/>
                </a:lnTo>
                <a:lnTo>
                  <a:pt x="118871" y="280415"/>
                </a:lnTo>
                <a:lnTo>
                  <a:pt x="73151" y="251459"/>
                </a:lnTo>
                <a:lnTo>
                  <a:pt x="41147" y="217931"/>
                </a:lnTo>
                <a:lnTo>
                  <a:pt x="35051" y="204215"/>
                </a:lnTo>
                <a:lnTo>
                  <a:pt x="28955" y="192023"/>
                </a:lnTo>
                <a:lnTo>
                  <a:pt x="25907" y="178307"/>
                </a:lnTo>
                <a:lnTo>
                  <a:pt x="25907" y="239267"/>
                </a:lnTo>
                <a:lnTo>
                  <a:pt x="57911" y="272795"/>
                </a:lnTo>
                <a:lnTo>
                  <a:pt x="89915" y="294131"/>
                </a:lnTo>
                <a:lnTo>
                  <a:pt x="128015" y="310895"/>
                </a:lnTo>
                <a:lnTo>
                  <a:pt x="170687" y="323087"/>
                </a:lnTo>
                <a:lnTo>
                  <a:pt x="242315" y="330707"/>
                </a:lnTo>
                <a:lnTo>
                  <a:pt x="266699" y="329183"/>
                </a:lnTo>
                <a:lnTo>
                  <a:pt x="312419" y="323087"/>
                </a:lnTo>
                <a:lnTo>
                  <a:pt x="355091" y="310895"/>
                </a:lnTo>
                <a:lnTo>
                  <a:pt x="393191" y="294131"/>
                </a:lnTo>
                <a:lnTo>
                  <a:pt x="426719" y="271271"/>
                </a:lnTo>
                <a:lnTo>
                  <a:pt x="452627" y="245363"/>
                </a:lnTo>
                <a:lnTo>
                  <a:pt x="457199" y="23883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6712" y="106357"/>
            <a:ext cx="710438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0" dirty="0"/>
              <a:t>Search </a:t>
            </a:r>
            <a:r>
              <a:rPr sz="4399" dirty="0"/>
              <a:t>without </a:t>
            </a:r>
            <a:r>
              <a:rPr sz="4399" spc="-15" dirty="0"/>
              <a:t>repeated</a:t>
            </a:r>
            <a:r>
              <a:rPr sz="4399" spc="-100" dirty="0"/>
              <a:t> </a:t>
            </a:r>
            <a:r>
              <a:rPr sz="4399" spc="-30" dirty="0"/>
              <a:t>states</a:t>
            </a:r>
            <a:endParaRPr sz="4399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FC66DD-F559-651E-8FE7-20316B648107}"/>
              </a:ext>
            </a:extLst>
          </p:cNvPr>
          <p:cNvGrpSpPr/>
          <p:nvPr/>
        </p:nvGrpSpPr>
        <p:grpSpPr>
          <a:xfrm>
            <a:off x="2603825" y="998224"/>
            <a:ext cx="6855456" cy="2779774"/>
            <a:chOff x="4049081" y="1872998"/>
            <a:chExt cx="5410200" cy="1904999"/>
          </a:xfrm>
        </p:grpSpPr>
        <p:sp>
          <p:nvSpPr>
            <p:cNvPr id="3" name="object 3"/>
            <p:cNvSpPr/>
            <p:nvPr/>
          </p:nvSpPr>
          <p:spPr>
            <a:xfrm>
              <a:off x="4049081" y="1872998"/>
              <a:ext cx="5410200" cy="1904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83778" y="2767584"/>
              <a:ext cx="294640" cy="264160"/>
            </a:xfrm>
            <a:custGeom>
              <a:avLst/>
              <a:gdLst/>
              <a:ahLst/>
              <a:cxnLst/>
              <a:rect l="l" t="t" r="r" b="b"/>
              <a:pathLst>
                <a:path w="294639" h="264160">
                  <a:moveTo>
                    <a:pt x="294131" y="68579"/>
                  </a:moveTo>
                  <a:lnTo>
                    <a:pt x="237743" y="0"/>
                  </a:lnTo>
                  <a:lnTo>
                    <a:pt x="146303" y="74675"/>
                  </a:lnTo>
                  <a:lnTo>
                    <a:pt x="56387" y="0"/>
                  </a:lnTo>
                  <a:lnTo>
                    <a:pt x="0" y="68579"/>
                  </a:lnTo>
                  <a:lnTo>
                    <a:pt x="77723" y="132587"/>
                  </a:lnTo>
                  <a:lnTo>
                    <a:pt x="77723" y="245932"/>
                  </a:lnTo>
                  <a:lnTo>
                    <a:pt x="146303" y="188975"/>
                  </a:lnTo>
                  <a:lnTo>
                    <a:pt x="216407" y="246227"/>
                  </a:lnTo>
                  <a:lnTo>
                    <a:pt x="216407" y="132587"/>
                  </a:lnTo>
                  <a:lnTo>
                    <a:pt x="294131" y="68579"/>
                  </a:lnTo>
                  <a:close/>
                </a:path>
                <a:path w="294639" h="264160">
                  <a:moveTo>
                    <a:pt x="77723" y="245932"/>
                  </a:moveTo>
                  <a:lnTo>
                    <a:pt x="77723" y="132587"/>
                  </a:lnTo>
                  <a:lnTo>
                    <a:pt x="0" y="195071"/>
                  </a:lnTo>
                  <a:lnTo>
                    <a:pt x="56387" y="263651"/>
                  </a:lnTo>
                  <a:lnTo>
                    <a:pt x="77723" y="245932"/>
                  </a:lnTo>
                  <a:close/>
                </a:path>
                <a:path w="294639" h="264160">
                  <a:moveTo>
                    <a:pt x="294131" y="195071"/>
                  </a:moveTo>
                  <a:lnTo>
                    <a:pt x="216407" y="132587"/>
                  </a:lnTo>
                  <a:lnTo>
                    <a:pt x="216407" y="246227"/>
                  </a:lnTo>
                  <a:lnTo>
                    <a:pt x="237743" y="263651"/>
                  </a:lnTo>
                  <a:lnTo>
                    <a:pt x="294131" y="195071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65492" y="2749297"/>
              <a:ext cx="330835" cy="300355"/>
            </a:xfrm>
            <a:custGeom>
              <a:avLst/>
              <a:gdLst/>
              <a:ahLst/>
              <a:cxnLst/>
              <a:rect l="l" t="t" r="r" b="b"/>
              <a:pathLst>
                <a:path w="330835" h="300355">
                  <a:moveTo>
                    <a:pt x="165353" y="76834"/>
                  </a:moveTo>
                  <a:lnTo>
                    <a:pt x="73151" y="0"/>
                  </a:lnTo>
                  <a:lnTo>
                    <a:pt x="0" y="88391"/>
                  </a:lnTo>
                  <a:lnTo>
                    <a:pt x="25907" y="109386"/>
                  </a:lnTo>
                  <a:lnTo>
                    <a:pt x="25907" y="77723"/>
                  </a:lnTo>
                  <a:lnTo>
                    <a:pt x="35878" y="85835"/>
                  </a:lnTo>
                  <a:lnTo>
                    <a:pt x="67055" y="46862"/>
                  </a:lnTo>
                  <a:lnTo>
                    <a:pt x="67055" y="28955"/>
                  </a:lnTo>
                  <a:lnTo>
                    <a:pt x="83819" y="25907"/>
                  </a:lnTo>
                  <a:lnTo>
                    <a:pt x="83819" y="42838"/>
                  </a:lnTo>
                  <a:lnTo>
                    <a:pt x="156971" y="103417"/>
                  </a:lnTo>
                  <a:lnTo>
                    <a:pt x="156971" y="83819"/>
                  </a:lnTo>
                  <a:lnTo>
                    <a:pt x="165353" y="76834"/>
                  </a:lnTo>
                  <a:close/>
                </a:path>
                <a:path w="330835" h="300355">
                  <a:moveTo>
                    <a:pt x="88391" y="173193"/>
                  </a:moveTo>
                  <a:lnTo>
                    <a:pt x="88391" y="160019"/>
                  </a:lnTo>
                  <a:lnTo>
                    <a:pt x="76167" y="150113"/>
                  </a:lnTo>
                  <a:lnTo>
                    <a:pt x="0" y="211835"/>
                  </a:lnTo>
                  <a:lnTo>
                    <a:pt x="25907" y="243141"/>
                  </a:lnTo>
                  <a:lnTo>
                    <a:pt x="25907" y="224027"/>
                  </a:lnTo>
                  <a:lnTo>
                    <a:pt x="28955" y="205739"/>
                  </a:lnTo>
                  <a:lnTo>
                    <a:pt x="36616" y="215315"/>
                  </a:lnTo>
                  <a:lnTo>
                    <a:pt x="88391" y="173193"/>
                  </a:lnTo>
                  <a:close/>
                </a:path>
                <a:path w="330835" h="300355">
                  <a:moveTo>
                    <a:pt x="35878" y="85835"/>
                  </a:moveTo>
                  <a:lnTo>
                    <a:pt x="25907" y="77723"/>
                  </a:lnTo>
                  <a:lnTo>
                    <a:pt x="28955" y="94487"/>
                  </a:lnTo>
                  <a:lnTo>
                    <a:pt x="35878" y="85835"/>
                  </a:lnTo>
                  <a:close/>
                </a:path>
                <a:path w="330835" h="300355">
                  <a:moveTo>
                    <a:pt x="115823" y="150875"/>
                  </a:moveTo>
                  <a:lnTo>
                    <a:pt x="35878" y="85835"/>
                  </a:lnTo>
                  <a:lnTo>
                    <a:pt x="28955" y="94487"/>
                  </a:lnTo>
                  <a:lnTo>
                    <a:pt x="25907" y="77723"/>
                  </a:lnTo>
                  <a:lnTo>
                    <a:pt x="25907" y="109386"/>
                  </a:lnTo>
                  <a:lnTo>
                    <a:pt x="76167" y="150113"/>
                  </a:lnTo>
                  <a:lnTo>
                    <a:pt x="88391" y="140207"/>
                  </a:lnTo>
                  <a:lnTo>
                    <a:pt x="88391" y="173193"/>
                  </a:lnTo>
                  <a:lnTo>
                    <a:pt x="115823" y="150875"/>
                  </a:lnTo>
                  <a:close/>
                </a:path>
                <a:path w="330835" h="300355">
                  <a:moveTo>
                    <a:pt x="36616" y="215315"/>
                  </a:moveTo>
                  <a:lnTo>
                    <a:pt x="28955" y="205739"/>
                  </a:lnTo>
                  <a:lnTo>
                    <a:pt x="25907" y="224027"/>
                  </a:lnTo>
                  <a:lnTo>
                    <a:pt x="36616" y="215315"/>
                  </a:lnTo>
                  <a:close/>
                </a:path>
                <a:path w="330835" h="300355">
                  <a:moveTo>
                    <a:pt x="75672" y="264136"/>
                  </a:moveTo>
                  <a:lnTo>
                    <a:pt x="36616" y="215315"/>
                  </a:lnTo>
                  <a:lnTo>
                    <a:pt x="25907" y="224027"/>
                  </a:lnTo>
                  <a:lnTo>
                    <a:pt x="25907" y="243141"/>
                  </a:lnTo>
                  <a:lnTo>
                    <a:pt x="67055" y="292861"/>
                  </a:lnTo>
                  <a:lnTo>
                    <a:pt x="67055" y="271271"/>
                  </a:lnTo>
                  <a:lnTo>
                    <a:pt x="75672" y="264136"/>
                  </a:lnTo>
                  <a:close/>
                </a:path>
                <a:path w="330835" h="300355">
                  <a:moveTo>
                    <a:pt x="83819" y="25907"/>
                  </a:moveTo>
                  <a:lnTo>
                    <a:pt x="67055" y="28955"/>
                  </a:lnTo>
                  <a:lnTo>
                    <a:pt x="75672" y="36091"/>
                  </a:lnTo>
                  <a:lnTo>
                    <a:pt x="83819" y="25907"/>
                  </a:lnTo>
                  <a:close/>
                </a:path>
                <a:path w="330835" h="300355">
                  <a:moveTo>
                    <a:pt x="75672" y="36091"/>
                  </a:moveTo>
                  <a:lnTo>
                    <a:pt x="67055" y="28955"/>
                  </a:lnTo>
                  <a:lnTo>
                    <a:pt x="67055" y="46862"/>
                  </a:lnTo>
                  <a:lnTo>
                    <a:pt x="75672" y="36091"/>
                  </a:lnTo>
                  <a:close/>
                </a:path>
                <a:path w="330835" h="300355">
                  <a:moveTo>
                    <a:pt x="83819" y="274319"/>
                  </a:moveTo>
                  <a:lnTo>
                    <a:pt x="75672" y="264136"/>
                  </a:lnTo>
                  <a:lnTo>
                    <a:pt x="67055" y="271271"/>
                  </a:lnTo>
                  <a:lnTo>
                    <a:pt x="83819" y="274319"/>
                  </a:lnTo>
                  <a:close/>
                </a:path>
                <a:path w="330835" h="300355">
                  <a:moveTo>
                    <a:pt x="83819" y="291337"/>
                  </a:moveTo>
                  <a:lnTo>
                    <a:pt x="83819" y="274319"/>
                  </a:lnTo>
                  <a:lnTo>
                    <a:pt x="67055" y="271271"/>
                  </a:lnTo>
                  <a:lnTo>
                    <a:pt x="67055" y="292861"/>
                  </a:lnTo>
                  <a:lnTo>
                    <a:pt x="73151" y="300227"/>
                  </a:lnTo>
                  <a:lnTo>
                    <a:pt x="83819" y="291337"/>
                  </a:lnTo>
                  <a:close/>
                </a:path>
                <a:path w="330835" h="300355">
                  <a:moveTo>
                    <a:pt x="83819" y="42838"/>
                  </a:moveTo>
                  <a:lnTo>
                    <a:pt x="83819" y="25907"/>
                  </a:lnTo>
                  <a:lnTo>
                    <a:pt x="75672" y="36091"/>
                  </a:lnTo>
                  <a:lnTo>
                    <a:pt x="83819" y="42838"/>
                  </a:lnTo>
                  <a:close/>
                </a:path>
                <a:path w="330835" h="300355">
                  <a:moveTo>
                    <a:pt x="254981" y="264202"/>
                  </a:moveTo>
                  <a:lnTo>
                    <a:pt x="164591" y="190499"/>
                  </a:lnTo>
                  <a:lnTo>
                    <a:pt x="75672" y="264136"/>
                  </a:lnTo>
                  <a:lnTo>
                    <a:pt x="83819" y="274319"/>
                  </a:lnTo>
                  <a:lnTo>
                    <a:pt x="83819" y="291337"/>
                  </a:lnTo>
                  <a:lnTo>
                    <a:pt x="156971" y="230377"/>
                  </a:lnTo>
                  <a:lnTo>
                    <a:pt x="156971" y="216407"/>
                  </a:lnTo>
                  <a:lnTo>
                    <a:pt x="173735" y="216407"/>
                  </a:lnTo>
                  <a:lnTo>
                    <a:pt x="173735" y="230377"/>
                  </a:lnTo>
                  <a:lnTo>
                    <a:pt x="246887" y="291337"/>
                  </a:lnTo>
                  <a:lnTo>
                    <a:pt x="246887" y="274319"/>
                  </a:lnTo>
                  <a:lnTo>
                    <a:pt x="254981" y="264202"/>
                  </a:lnTo>
                  <a:close/>
                </a:path>
                <a:path w="330835" h="300355">
                  <a:moveTo>
                    <a:pt x="88391" y="160019"/>
                  </a:moveTo>
                  <a:lnTo>
                    <a:pt x="88391" y="140207"/>
                  </a:lnTo>
                  <a:lnTo>
                    <a:pt x="76167" y="150113"/>
                  </a:lnTo>
                  <a:lnTo>
                    <a:pt x="88391" y="160019"/>
                  </a:lnTo>
                  <a:close/>
                </a:path>
                <a:path w="330835" h="300355">
                  <a:moveTo>
                    <a:pt x="173735" y="83819"/>
                  </a:moveTo>
                  <a:lnTo>
                    <a:pt x="165353" y="76834"/>
                  </a:lnTo>
                  <a:lnTo>
                    <a:pt x="156971" y="83819"/>
                  </a:lnTo>
                  <a:lnTo>
                    <a:pt x="173735" y="83819"/>
                  </a:lnTo>
                  <a:close/>
                </a:path>
                <a:path w="330835" h="300355">
                  <a:moveTo>
                    <a:pt x="173735" y="102272"/>
                  </a:moveTo>
                  <a:lnTo>
                    <a:pt x="173735" y="83819"/>
                  </a:lnTo>
                  <a:lnTo>
                    <a:pt x="156971" y="83819"/>
                  </a:lnTo>
                  <a:lnTo>
                    <a:pt x="156971" y="103417"/>
                  </a:lnTo>
                  <a:lnTo>
                    <a:pt x="164591" y="109727"/>
                  </a:lnTo>
                  <a:lnTo>
                    <a:pt x="173735" y="102272"/>
                  </a:lnTo>
                  <a:close/>
                </a:path>
                <a:path w="330835" h="300355">
                  <a:moveTo>
                    <a:pt x="173735" y="216407"/>
                  </a:moveTo>
                  <a:lnTo>
                    <a:pt x="156971" y="216407"/>
                  </a:lnTo>
                  <a:lnTo>
                    <a:pt x="165353" y="223392"/>
                  </a:lnTo>
                  <a:lnTo>
                    <a:pt x="173735" y="216407"/>
                  </a:lnTo>
                  <a:close/>
                </a:path>
                <a:path w="330835" h="300355">
                  <a:moveTo>
                    <a:pt x="165353" y="223392"/>
                  </a:moveTo>
                  <a:lnTo>
                    <a:pt x="156971" y="216407"/>
                  </a:lnTo>
                  <a:lnTo>
                    <a:pt x="156971" y="230377"/>
                  </a:lnTo>
                  <a:lnTo>
                    <a:pt x="165353" y="223392"/>
                  </a:lnTo>
                  <a:close/>
                </a:path>
                <a:path w="330835" h="300355">
                  <a:moveTo>
                    <a:pt x="330707" y="88391"/>
                  </a:moveTo>
                  <a:lnTo>
                    <a:pt x="257555" y="0"/>
                  </a:lnTo>
                  <a:lnTo>
                    <a:pt x="165353" y="76834"/>
                  </a:lnTo>
                  <a:lnTo>
                    <a:pt x="173735" y="83819"/>
                  </a:lnTo>
                  <a:lnTo>
                    <a:pt x="173735" y="102272"/>
                  </a:lnTo>
                  <a:lnTo>
                    <a:pt x="246887" y="42625"/>
                  </a:lnTo>
                  <a:lnTo>
                    <a:pt x="246887" y="25907"/>
                  </a:lnTo>
                  <a:lnTo>
                    <a:pt x="263651" y="28955"/>
                  </a:lnTo>
                  <a:lnTo>
                    <a:pt x="263651" y="46862"/>
                  </a:lnTo>
                  <a:lnTo>
                    <a:pt x="294290" y="85160"/>
                  </a:lnTo>
                  <a:lnTo>
                    <a:pt x="303275" y="77723"/>
                  </a:lnTo>
                  <a:lnTo>
                    <a:pt x="303275" y="110621"/>
                  </a:lnTo>
                  <a:lnTo>
                    <a:pt x="330707" y="88391"/>
                  </a:lnTo>
                  <a:close/>
                </a:path>
                <a:path w="330835" h="300355">
                  <a:moveTo>
                    <a:pt x="173735" y="230377"/>
                  </a:moveTo>
                  <a:lnTo>
                    <a:pt x="173735" y="216407"/>
                  </a:lnTo>
                  <a:lnTo>
                    <a:pt x="165353" y="223392"/>
                  </a:lnTo>
                  <a:lnTo>
                    <a:pt x="173735" y="230377"/>
                  </a:lnTo>
                  <a:close/>
                </a:path>
                <a:path w="330835" h="300355">
                  <a:moveTo>
                    <a:pt x="303275" y="110621"/>
                  </a:moveTo>
                  <a:lnTo>
                    <a:pt x="303275" y="77723"/>
                  </a:lnTo>
                  <a:lnTo>
                    <a:pt x="301751" y="94487"/>
                  </a:lnTo>
                  <a:lnTo>
                    <a:pt x="294290" y="85160"/>
                  </a:lnTo>
                  <a:lnTo>
                    <a:pt x="214883" y="150875"/>
                  </a:lnTo>
                  <a:lnTo>
                    <a:pt x="242315" y="173578"/>
                  </a:lnTo>
                  <a:lnTo>
                    <a:pt x="242315" y="140207"/>
                  </a:lnTo>
                  <a:lnTo>
                    <a:pt x="254540" y="150113"/>
                  </a:lnTo>
                  <a:lnTo>
                    <a:pt x="303275" y="110621"/>
                  </a:lnTo>
                  <a:close/>
                </a:path>
                <a:path w="330835" h="300355">
                  <a:moveTo>
                    <a:pt x="254540" y="150113"/>
                  </a:moveTo>
                  <a:lnTo>
                    <a:pt x="242315" y="140207"/>
                  </a:lnTo>
                  <a:lnTo>
                    <a:pt x="242315" y="160019"/>
                  </a:lnTo>
                  <a:lnTo>
                    <a:pt x="254540" y="150113"/>
                  </a:lnTo>
                  <a:close/>
                </a:path>
                <a:path w="330835" h="300355">
                  <a:moveTo>
                    <a:pt x="330707" y="211835"/>
                  </a:moveTo>
                  <a:lnTo>
                    <a:pt x="254540" y="150113"/>
                  </a:lnTo>
                  <a:lnTo>
                    <a:pt x="242315" y="160019"/>
                  </a:lnTo>
                  <a:lnTo>
                    <a:pt x="242315" y="173578"/>
                  </a:lnTo>
                  <a:lnTo>
                    <a:pt x="293556" y="215984"/>
                  </a:lnTo>
                  <a:lnTo>
                    <a:pt x="301751" y="205739"/>
                  </a:lnTo>
                  <a:lnTo>
                    <a:pt x="303275" y="224027"/>
                  </a:lnTo>
                  <a:lnTo>
                    <a:pt x="303275" y="244982"/>
                  </a:lnTo>
                  <a:lnTo>
                    <a:pt x="330707" y="211835"/>
                  </a:lnTo>
                  <a:close/>
                </a:path>
                <a:path w="330835" h="300355">
                  <a:moveTo>
                    <a:pt x="263651" y="28955"/>
                  </a:moveTo>
                  <a:lnTo>
                    <a:pt x="246887" y="25907"/>
                  </a:lnTo>
                  <a:lnTo>
                    <a:pt x="254981" y="36025"/>
                  </a:lnTo>
                  <a:lnTo>
                    <a:pt x="263651" y="28955"/>
                  </a:lnTo>
                  <a:close/>
                </a:path>
                <a:path w="330835" h="300355">
                  <a:moveTo>
                    <a:pt x="254981" y="36025"/>
                  </a:moveTo>
                  <a:lnTo>
                    <a:pt x="246887" y="25907"/>
                  </a:lnTo>
                  <a:lnTo>
                    <a:pt x="246887" y="42625"/>
                  </a:lnTo>
                  <a:lnTo>
                    <a:pt x="254981" y="36025"/>
                  </a:lnTo>
                  <a:close/>
                </a:path>
                <a:path w="330835" h="300355">
                  <a:moveTo>
                    <a:pt x="263651" y="271271"/>
                  </a:moveTo>
                  <a:lnTo>
                    <a:pt x="254981" y="264202"/>
                  </a:lnTo>
                  <a:lnTo>
                    <a:pt x="246887" y="274319"/>
                  </a:lnTo>
                  <a:lnTo>
                    <a:pt x="263651" y="271271"/>
                  </a:lnTo>
                  <a:close/>
                </a:path>
                <a:path w="330835" h="300355">
                  <a:moveTo>
                    <a:pt x="263651" y="292861"/>
                  </a:moveTo>
                  <a:lnTo>
                    <a:pt x="263651" y="271271"/>
                  </a:lnTo>
                  <a:lnTo>
                    <a:pt x="246887" y="274319"/>
                  </a:lnTo>
                  <a:lnTo>
                    <a:pt x="246887" y="291337"/>
                  </a:lnTo>
                  <a:lnTo>
                    <a:pt x="257555" y="300227"/>
                  </a:lnTo>
                  <a:lnTo>
                    <a:pt x="263651" y="292861"/>
                  </a:lnTo>
                  <a:close/>
                </a:path>
                <a:path w="330835" h="300355">
                  <a:moveTo>
                    <a:pt x="263651" y="46862"/>
                  </a:moveTo>
                  <a:lnTo>
                    <a:pt x="263651" y="28955"/>
                  </a:lnTo>
                  <a:lnTo>
                    <a:pt x="254981" y="36025"/>
                  </a:lnTo>
                  <a:lnTo>
                    <a:pt x="263651" y="46862"/>
                  </a:lnTo>
                  <a:close/>
                </a:path>
                <a:path w="330835" h="300355">
                  <a:moveTo>
                    <a:pt x="303275" y="244982"/>
                  </a:moveTo>
                  <a:lnTo>
                    <a:pt x="303275" y="224027"/>
                  </a:lnTo>
                  <a:lnTo>
                    <a:pt x="293556" y="215984"/>
                  </a:lnTo>
                  <a:lnTo>
                    <a:pt x="254981" y="264202"/>
                  </a:lnTo>
                  <a:lnTo>
                    <a:pt x="263651" y="271271"/>
                  </a:lnTo>
                  <a:lnTo>
                    <a:pt x="263651" y="292861"/>
                  </a:lnTo>
                  <a:lnTo>
                    <a:pt x="303275" y="244982"/>
                  </a:lnTo>
                  <a:close/>
                </a:path>
                <a:path w="330835" h="300355">
                  <a:moveTo>
                    <a:pt x="303275" y="224027"/>
                  </a:moveTo>
                  <a:lnTo>
                    <a:pt x="301751" y="205739"/>
                  </a:lnTo>
                  <a:lnTo>
                    <a:pt x="293556" y="215984"/>
                  </a:lnTo>
                  <a:lnTo>
                    <a:pt x="303275" y="224027"/>
                  </a:lnTo>
                  <a:close/>
                </a:path>
                <a:path w="330835" h="300355">
                  <a:moveTo>
                    <a:pt x="303275" y="77723"/>
                  </a:moveTo>
                  <a:lnTo>
                    <a:pt x="294290" y="85160"/>
                  </a:lnTo>
                  <a:lnTo>
                    <a:pt x="301751" y="94487"/>
                  </a:lnTo>
                  <a:lnTo>
                    <a:pt x="303275" y="77723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049081" y="3777995"/>
            <a:ext cx="5410200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975623E-1109-F87A-E511-D3F1DF261F6F}"/>
              </a:ext>
            </a:extLst>
          </p:cNvPr>
          <p:cNvGrpSpPr/>
          <p:nvPr/>
        </p:nvGrpSpPr>
        <p:grpSpPr>
          <a:xfrm>
            <a:off x="4226885" y="3549650"/>
            <a:ext cx="6832597" cy="3376931"/>
            <a:chOff x="5725482" y="4308349"/>
            <a:chExt cx="5334000" cy="2618232"/>
          </a:xfrm>
        </p:grpSpPr>
        <p:sp>
          <p:nvSpPr>
            <p:cNvPr id="7" name="object 7"/>
            <p:cNvSpPr/>
            <p:nvPr/>
          </p:nvSpPr>
          <p:spPr>
            <a:xfrm>
              <a:off x="5725482" y="4311398"/>
              <a:ext cx="5334000" cy="26151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89491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89490" y="4308349"/>
              <a:ext cx="2235707" cy="152857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4636" y="233230"/>
            <a:ext cx="710438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0" dirty="0"/>
              <a:t>Search </a:t>
            </a:r>
            <a:r>
              <a:rPr sz="4399" dirty="0"/>
              <a:t>without </a:t>
            </a:r>
            <a:r>
              <a:rPr sz="4399" spc="-15" dirty="0"/>
              <a:t>repeated</a:t>
            </a:r>
            <a:r>
              <a:rPr sz="4399" spc="-100" dirty="0"/>
              <a:t> </a:t>
            </a:r>
            <a:r>
              <a:rPr sz="4399" spc="-30" dirty="0"/>
              <a:t>states</a:t>
            </a:r>
            <a:endParaRPr sz="4399" dirty="0"/>
          </a:p>
        </p:txBody>
      </p:sp>
      <p:sp>
        <p:nvSpPr>
          <p:cNvPr id="3" name="object 3"/>
          <p:cNvSpPr/>
          <p:nvPr/>
        </p:nvSpPr>
        <p:spPr>
          <a:xfrm>
            <a:off x="2774636" y="1181354"/>
            <a:ext cx="6684645" cy="2596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3778" y="2767584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95632" y="2479676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5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5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5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5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5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5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5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5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5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5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5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5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5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5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5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5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5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5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5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5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5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5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5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5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5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5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5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81536" y="3100832"/>
            <a:ext cx="292735" cy="264160"/>
          </a:xfrm>
          <a:custGeom>
            <a:avLst/>
            <a:gdLst/>
            <a:ahLst/>
            <a:cxnLst/>
            <a:rect l="l" t="t" r="r" b="b"/>
            <a:pathLst>
              <a:path w="292734" h="264160">
                <a:moveTo>
                  <a:pt x="292607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246227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264160">
                <a:moveTo>
                  <a:pt x="76199" y="246227"/>
                </a:moveTo>
                <a:lnTo>
                  <a:pt x="76199" y="132587"/>
                </a:lnTo>
                <a:lnTo>
                  <a:pt x="0" y="195071"/>
                </a:lnTo>
                <a:lnTo>
                  <a:pt x="54863" y="263651"/>
                </a:lnTo>
                <a:lnTo>
                  <a:pt x="76199" y="246227"/>
                </a:lnTo>
                <a:close/>
              </a:path>
              <a:path w="292734" h="264160">
                <a:moveTo>
                  <a:pt x="292607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2607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49081" y="3777995"/>
            <a:ext cx="5410200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5482" y="4311398"/>
            <a:ext cx="5334000" cy="26151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89491" y="5518403"/>
            <a:ext cx="788035" cy="318770"/>
          </a:xfrm>
          <a:custGeom>
            <a:avLst/>
            <a:gdLst/>
            <a:ahLst/>
            <a:cxnLst/>
            <a:rect l="l" t="t" r="r" b="b"/>
            <a:pathLst>
              <a:path w="788035" h="318770">
                <a:moveTo>
                  <a:pt x="57911" y="105155"/>
                </a:moveTo>
                <a:lnTo>
                  <a:pt x="42671" y="86867"/>
                </a:lnTo>
                <a:lnTo>
                  <a:pt x="33527" y="92963"/>
                </a:lnTo>
                <a:lnTo>
                  <a:pt x="25907" y="100583"/>
                </a:lnTo>
                <a:lnTo>
                  <a:pt x="13715" y="115823"/>
                </a:lnTo>
                <a:lnTo>
                  <a:pt x="9143" y="124967"/>
                </a:lnTo>
                <a:lnTo>
                  <a:pt x="4571" y="132587"/>
                </a:lnTo>
                <a:lnTo>
                  <a:pt x="3047" y="141731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27431" y="146303"/>
                </a:lnTo>
                <a:lnTo>
                  <a:pt x="28955" y="141731"/>
                </a:lnTo>
                <a:lnTo>
                  <a:pt x="35051" y="129539"/>
                </a:lnTo>
                <a:lnTo>
                  <a:pt x="39623" y="123443"/>
                </a:lnTo>
                <a:lnTo>
                  <a:pt x="57911" y="105155"/>
                </a:lnTo>
                <a:close/>
              </a:path>
              <a:path w="788035" h="318770">
                <a:moveTo>
                  <a:pt x="27431" y="169163"/>
                </a:moveTo>
                <a:lnTo>
                  <a:pt x="25907" y="164591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1523" y="169163"/>
                </a:lnTo>
                <a:lnTo>
                  <a:pt x="1523" y="175259"/>
                </a:lnTo>
                <a:lnTo>
                  <a:pt x="27431" y="169163"/>
                </a:lnTo>
                <a:close/>
              </a:path>
              <a:path w="788035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788035" h="318770">
                <a:moveTo>
                  <a:pt x="144779" y="62483"/>
                </a:moveTo>
                <a:lnTo>
                  <a:pt x="137159" y="38099"/>
                </a:lnTo>
                <a:lnTo>
                  <a:pt x="132587" y="39623"/>
                </a:lnTo>
                <a:lnTo>
                  <a:pt x="120395" y="44195"/>
                </a:lnTo>
                <a:lnTo>
                  <a:pt x="106679" y="48767"/>
                </a:lnTo>
                <a:lnTo>
                  <a:pt x="82295" y="60959"/>
                </a:lnTo>
                <a:lnTo>
                  <a:pt x="71627" y="67055"/>
                </a:lnTo>
                <a:lnTo>
                  <a:pt x="64007" y="70103"/>
                </a:lnTo>
                <a:lnTo>
                  <a:pt x="77723" y="92963"/>
                </a:lnTo>
                <a:lnTo>
                  <a:pt x="83819" y="88391"/>
                </a:lnTo>
                <a:lnTo>
                  <a:pt x="94487" y="82295"/>
                </a:lnTo>
                <a:lnTo>
                  <a:pt x="105155" y="77723"/>
                </a:lnTo>
                <a:lnTo>
                  <a:pt x="117347" y="73151"/>
                </a:lnTo>
                <a:lnTo>
                  <a:pt x="129539" y="67055"/>
                </a:lnTo>
                <a:lnTo>
                  <a:pt x="141731" y="62483"/>
                </a:lnTo>
                <a:lnTo>
                  <a:pt x="144779" y="62483"/>
                </a:lnTo>
                <a:close/>
              </a:path>
              <a:path w="788035" h="318770">
                <a:moveTo>
                  <a:pt x="240791" y="38099"/>
                </a:moveTo>
                <a:lnTo>
                  <a:pt x="236219" y="13715"/>
                </a:lnTo>
                <a:lnTo>
                  <a:pt x="208787" y="18287"/>
                </a:lnTo>
                <a:lnTo>
                  <a:pt x="176783" y="25907"/>
                </a:lnTo>
                <a:lnTo>
                  <a:pt x="161543" y="30479"/>
                </a:lnTo>
                <a:lnTo>
                  <a:pt x="167639" y="54863"/>
                </a:lnTo>
                <a:lnTo>
                  <a:pt x="184403" y="50291"/>
                </a:lnTo>
                <a:lnTo>
                  <a:pt x="214883" y="42671"/>
                </a:lnTo>
                <a:lnTo>
                  <a:pt x="240791" y="38099"/>
                </a:lnTo>
                <a:close/>
              </a:path>
              <a:path w="788035" h="318770">
                <a:moveTo>
                  <a:pt x="341375" y="27431"/>
                </a:moveTo>
                <a:lnTo>
                  <a:pt x="339851" y="1523"/>
                </a:lnTo>
                <a:lnTo>
                  <a:pt x="315467" y="3047"/>
                </a:lnTo>
                <a:lnTo>
                  <a:pt x="278891" y="7619"/>
                </a:lnTo>
                <a:lnTo>
                  <a:pt x="262127" y="9143"/>
                </a:lnTo>
                <a:lnTo>
                  <a:pt x="265175" y="35051"/>
                </a:lnTo>
                <a:lnTo>
                  <a:pt x="281939" y="32003"/>
                </a:lnTo>
                <a:lnTo>
                  <a:pt x="318515" y="28955"/>
                </a:lnTo>
                <a:lnTo>
                  <a:pt x="341375" y="27431"/>
                </a:lnTo>
                <a:close/>
              </a:path>
              <a:path w="788035" h="318770">
                <a:moveTo>
                  <a:pt x="393953" y="12953"/>
                </a:moveTo>
                <a:lnTo>
                  <a:pt x="393191" y="0"/>
                </a:lnTo>
                <a:lnTo>
                  <a:pt x="365759" y="1523"/>
                </a:lnTo>
                <a:lnTo>
                  <a:pt x="365759" y="25907"/>
                </a:lnTo>
                <a:lnTo>
                  <a:pt x="393191" y="25907"/>
                </a:lnTo>
                <a:lnTo>
                  <a:pt x="393953" y="12953"/>
                </a:lnTo>
                <a:close/>
              </a:path>
              <a:path w="788035" h="318770">
                <a:moveTo>
                  <a:pt x="394715" y="25907"/>
                </a:moveTo>
                <a:lnTo>
                  <a:pt x="393953" y="12953"/>
                </a:lnTo>
                <a:lnTo>
                  <a:pt x="393191" y="25907"/>
                </a:lnTo>
                <a:lnTo>
                  <a:pt x="394715" y="25907"/>
                </a:lnTo>
                <a:close/>
              </a:path>
              <a:path w="788035" h="318770">
                <a:moveTo>
                  <a:pt x="441959" y="1523"/>
                </a:moveTo>
                <a:lnTo>
                  <a:pt x="432815" y="1523"/>
                </a:lnTo>
                <a:lnTo>
                  <a:pt x="394715" y="0"/>
                </a:lnTo>
                <a:lnTo>
                  <a:pt x="393953" y="12953"/>
                </a:lnTo>
                <a:lnTo>
                  <a:pt x="394715" y="25907"/>
                </a:lnTo>
                <a:lnTo>
                  <a:pt x="432815" y="25907"/>
                </a:lnTo>
                <a:lnTo>
                  <a:pt x="440435" y="27431"/>
                </a:lnTo>
                <a:lnTo>
                  <a:pt x="441959" y="1523"/>
                </a:lnTo>
                <a:close/>
              </a:path>
              <a:path w="788035" h="318770">
                <a:moveTo>
                  <a:pt x="544067" y="12191"/>
                </a:moveTo>
                <a:lnTo>
                  <a:pt x="509015" y="6095"/>
                </a:lnTo>
                <a:lnTo>
                  <a:pt x="470915" y="3047"/>
                </a:lnTo>
                <a:lnTo>
                  <a:pt x="467867" y="3047"/>
                </a:lnTo>
                <a:lnTo>
                  <a:pt x="466343" y="28955"/>
                </a:lnTo>
                <a:lnTo>
                  <a:pt x="469391" y="28955"/>
                </a:lnTo>
                <a:lnTo>
                  <a:pt x="505967" y="32003"/>
                </a:lnTo>
                <a:lnTo>
                  <a:pt x="541019" y="36575"/>
                </a:lnTo>
                <a:lnTo>
                  <a:pt x="544067" y="12191"/>
                </a:lnTo>
                <a:close/>
              </a:path>
              <a:path w="788035" h="318770">
                <a:moveTo>
                  <a:pt x="644651" y="36575"/>
                </a:moveTo>
                <a:lnTo>
                  <a:pt x="640079" y="33527"/>
                </a:lnTo>
                <a:lnTo>
                  <a:pt x="609599" y="25907"/>
                </a:lnTo>
                <a:lnTo>
                  <a:pt x="577595" y="18287"/>
                </a:lnTo>
                <a:lnTo>
                  <a:pt x="569975" y="16763"/>
                </a:lnTo>
                <a:lnTo>
                  <a:pt x="565403" y="41147"/>
                </a:lnTo>
                <a:lnTo>
                  <a:pt x="573023" y="42671"/>
                </a:lnTo>
                <a:lnTo>
                  <a:pt x="603503" y="50291"/>
                </a:lnTo>
                <a:lnTo>
                  <a:pt x="632459" y="57911"/>
                </a:lnTo>
                <a:lnTo>
                  <a:pt x="637031" y="59435"/>
                </a:lnTo>
                <a:lnTo>
                  <a:pt x="644651" y="36575"/>
                </a:lnTo>
                <a:close/>
              </a:path>
              <a:path w="788035" h="318770">
                <a:moveTo>
                  <a:pt x="739139" y="82295"/>
                </a:moveTo>
                <a:lnTo>
                  <a:pt x="736091" y="79247"/>
                </a:lnTo>
                <a:lnTo>
                  <a:pt x="726947" y="73151"/>
                </a:lnTo>
                <a:lnTo>
                  <a:pt x="716279" y="67055"/>
                </a:lnTo>
                <a:lnTo>
                  <a:pt x="704087" y="60959"/>
                </a:lnTo>
                <a:lnTo>
                  <a:pt x="693419" y="54863"/>
                </a:lnTo>
                <a:lnTo>
                  <a:pt x="681227" y="48767"/>
                </a:lnTo>
                <a:lnTo>
                  <a:pt x="670559" y="44195"/>
                </a:lnTo>
                <a:lnTo>
                  <a:pt x="659891" y="68579"/>
                </a:lnTo>
                <a:lnTo>
                  <a:pt x="670559" y="73151"/>
                </a:lnTo>
                <a:lnTo>
                  <a:pt x="682751" y="77723"/>
                </a:lnTo>
                <a:lnTo>
                  <a:pt x="693419" y="83819"/>
                </a:lnTo>
                <a:lnTo>
                  <a:pt x="704087" y="88391"/>
                </a:lnTo>
                <a:lnTo>
                  <a:pt x="722375" y="100583"/>
                </a:lnTo>
                <a:lnTo>
                  <a:pt x="725423" y="102107"/>
                </a:lnTo>
                <a:lnTo>
                  <a:pt x="739139" y="82295"/>
                </a:lnTo>
                <a:close/>
              </a:path>
              <a:path w="788035" h="318770">
                <a:moveTo>
                  <a:pt x="787907" y="158495"/>
                </a:moveTo>
                <a:lnTo>
                  <a:pt x="784859" y="140207"/>
                </a:lnTo>
                <a:lnTo>
                  <a:pt x="781811" y="131063"/>
                </a:lnTo>
                <a:lnTo>
                  <a:pt x="778763" y="123443"/>
                </a:lnTo>
                <a:lnTo>
                  <a:pt x="760475" y="100583"/>
                </a:lnTo>
                <a:lnTo>
                  <a:pt x="760475" y="99059"/>
                </a:lnTo>
                <a:lnTo>
                  <a:pt x="742187" y="117347"/>
                </a:lnTo>
                <a:lnTo>
                  <a:pt x="742187" y="118871"/>
                </a:lnTo>
                <a:lnTo>
                  <a:pt x="748283" y="124967"/>
                </a:lnTo>
                <a:lnTo>
                  <a:pt x="752855" y="131063"/>
                </a:lnTo>
                <a:lnTo>
                  <a:pt x="755903" y="137159"/>
                </a:lnTo>
                <a:lnTo>
                  <a:pt x="758951" y="141731"/>
                </a:lnTo>
                <a:lnTo>
                  <a:pt x="761999" y="153923"/>
                </a:lnTo>
                <a:lnTo>
                  <a:pt x="761999" y="158495"/>
                </a:lnTo>
                <a:lnTo>
                  <a:pt x="774953" y="159257"/>
                </a:lnTo>
                <a:lnTo>
                  <a:pt x="787907" y="158495"/>
                </a:lnTo>
                <a:close/>
              </a:path>
              <a:path w="788035" h="318770">
                <a:moveTo>
                  <a:pt x="787907" y="160019"/>
                </a:moveTo>
                <a:lnTo>
                  <a:pt x="774953" y="159257"/>
                </a:lnTo>
                <a:lnTo>
                  <a:pt x="761999" y="160019"/>
                </a:lnTo>
                <a:lnTo>
                  <a:pt x="761999" y="166115"/>
                </a:lnTo>
                <a:lnTo>
                  <a:pt x="760475" y="172211"/>
                </a:lnTo>
                <a:lnTo>
                  <a:pt x="758951" y="173735"/>
                </a:lnTo>
                <a:lnTo>
                  <a:pt x="783335" y="181355"/>
                </a:lnTo>
                <a:lnTo>
                  <a:pt x="784859" y="176783"/>
                </a:lnTo>
                <a:lnTo>
                  <a:pt x="786383" y="167639"/>
                </a:lnTo>
                <a:lnTo>
                  <a:pt x="787907" y="160019"/>
                </a:lnTo>
                <a:close/>
              </a:path>
              <a:path w="788035" h="318770">
                <a:moveTo>
                  <a:pt x="774953" y="159257"/>
                </a:moveTo>
                <a:lnTo>
                  <a:pt x="761999" y="158495"/>
                </a:lnTo>
                <a:lnTo>
                  <a:pt x="761999" y="160019"/>
                </a:lnTo>
                <a:lnTo>
                  <a:pt x="774953" y="159257"/>
                </a:lnTo>
                <a:close/>
              </a:path>
              <a:path w="788035" h="318770">
                <a:moveTo>
                  <a:pt x="769619" y="207263"/>
                </a:moveTo>
                <a:lnTo>
                  <a:pt x="749807" y="192023"/>
                </a:lnTo>
                <a:lnTo>
                  <a:pt x="748283" y="195071"/>
                </a:lnTo>
                <a:lnTo>
                  <a:pt x="736091" y="207263"/>
                </a:lnTo>
                <a:lnTo>
                  <a:pt x="720851" y="219455"/>
                </a:lnTo>
                <a:lnTo>
                  <a:pt x="713231" y="224027"/>
                </a:lnTo>
                <a:lnTo>
                  <a:pt x="702563" y="230123"/>
                </a:lnTo>
                <a:lnTo>
                  <a:pt x="693419" y="234695"/>
                </a:lnTo>
                <a:lnTo>
                  <a:pt x="705611" y="257555"/>
                </a:lnTo>
                <a:lnTo>
                  <a:pt x="745235" y="233171"/>
                </a:lnTo>
                <a:lnTo>
                  <a:pt x="768095" y="210311"/>
                </a:lnTo>
                <a:lnTo>
                  <a:pt x="769619" y="207263"/>
                </a:lnTo>
                <a:close/>
              </a:path>
              <a:path w="788035" h="318770">
                <a:moveTo>
                  <a:pt x="682751" y="269747"/>
                </a:moveTo>
                <a:lnTo>
                  <a:pt x="672083" y="245363"/>
                </a:lnTo>
                <a:lnTo>
                  <a:pt x="670559" y="246887"/>
                </a:lnTo>
                <a:lnTo>
                  <a:pt x="646175" y="256031"/>
                </a:lnTo>
                <a:lnTo>
                  <a:pt x="632459" y="260603"/>
                </a:lnTo>
                <a:lnTo>
                  <a:pt x="603503" y="268223"/>
                </a:lnTo>
                <a:lnTo>
                  <a:pt x="601979" y="268223"/>
                </a:lnTo>
                <a:lnTo>
                  <a:pt x="608075" y="294131"/>
                </a:lnTo>
                <a:lnTo>
                  <a:pt x="611123" y="292607"/>
                </a:lnTo>
                <a:lnTo>
                  <a:pt x="640079" y="284987"/>
                </a:lnTo>
                <a:lnTo>
                  <a:pt x="653795" y="280415"/>
                </a:lnTo>
                <a:lnTo>
                  <a:pt x="667511" y="274319"/>
                </a:lnTo>
                <a:lnTo>
                  <a:pt x="681227" y="269747"/>
                </a:lnTo>
                <a:lnTo>
                  <a:pt x="682751" y="269747"/>
                </a:lnTo>
                <a:close/>
              </a:path>
              <a:path w="788035" h="318770">
                <a:moveTo>
                  <a:pt x="583691" y="300227"/>
                </a:moveTo>
                <a:lnTo>
                  <a:pt x="577595" y="274319"/>
                </a:lnTo>
                <a:lnTo>
                  <a:pt x="573023" y="275843"/>
                </a:lnTo>
                <a:lnTo>
                  <a:pt x="539495" y="281939"/>
                </a:lnTo>
                <a:lnTo>
                  <a:pt x="505967" y="286511"/>
                </a:lnTo>
                <a:lnTo>
                  <a:pt x="504443" y="286511"/>
                </a:lnTo>
                <a:lnTo>
                  <a:pt x="505967" y="312419"/>
                </a:lnTo>
                <a:lnTo>
                  <a:pt x="509015" y="312419"/>
                </a:lnTo>
                <a:lnTo>
                  <a:pt x="579119" y="300227"/>
                </a:lnTo>
                <a:lnTo>
                  <a:pt x="583691" y="300227"/>
                </a:lnTo>
                <a:close/>
              </a:path>
              <a:path w="788035" h="318770">
                <a:moveTo>
                  <a:pt x="481583" y="313943"/>
                </a:moveTo>
                <a:lnTo>
                  <a:pt x="478535" y="289559"/>
                </a:lnTo>
                <a:lnTo>
                  <a:pt x="469391" y="289559"/>
                </a:lnTo>
                <a:lnTo>
                  <a:pt x="432815" y="292607"/>
                </a:lnTo>
                <a:lnTo>
                  <a:pt x="403859" y="292607"/>
                </a:lnTo>
                <a:lnTo>
                  <a:pt x="403859" y="318515"/>
                </a:lnTo>
                <a:lnTo>
                  <a:pt x="434339" y="318515"/>
                </a:lnTo>
                <a:lnTo>
                  <a:pt x="472439" y="315467"/>
                </a:lnTo>
                <a:lnTo>
                  <a:pt x="481583" y="313943"/>
                </a:lnTo>
                <a:close/>
              </a:path>
              <a:path w="788035" h="318770">
                <a:moveTo>
                  <a:pt x="377951" y="318515"/>
                </a:moveTo>
                <a:lnTo>
                  <a:pt x="377951" y="292607"/>
                </a:lnTo>
                <a:lnTo>
                  <a:pt x="355091" y="292607"/>
                </a:lnTo>
                <a:lnTo>
                  <a:pt x="318515" y="289559"/>
                </a:lnTo>
                <a:lnTo>
                  <a:pt x="303275" y="289559"/>
                </a:lnTo>
                <a:lnTo>
                  <a:pt x="300227" y="313943"/>
                </a:lnTo>
                <a:lnTo>
                  <a:pt x="316991" y="315467"/>
                </a:lnTo>
                <a:lnTo>
                  <a:pt x="355091" y="318515"/>
                </a:lnTo>
                <a:lnTo>
                  <a:pt x="377951" y="318515"/>
                </a:lnTo>
                <a:close/>
              </a:path>
              <a:path w="788035" h="318770">
                <a:moveTo>
                  <a:pt x="278891" y="286511"/>
                </a:moveTo>
                <a:lnTo>
                  <a:pt x="246887" y="281939"/>
                </a:lnTo>
                <a:lnTo>
                  <a:pt x="214883" y="275843"/>
                </a:lnTo>
                <a:lnTo>
                  <a:pt x="204215" y="272795"/>
                </a:lnTo>
                <a:lnTo>
                  <a:pt x="199643" y="298703"/>
                </a:lnTo>
                <a:lnTo>
                  <a:pt x="210311" y="300227"/>
                </a:lnTo>
                <a:lnTo>
                  <a:pt x="243839" y="306323"/>
                </a:lnTo>
                <a:lnTo>
                  <a:pt x="274319" y="310895"/>
                </a:lnTo>
                <a:lnTo>
                  <a:pt x="278891" y="286511"/>
                </a:lnTo>
                <a:close/>
              </a:path>
              <a:path w="788035" h="318770">
                <a:moveTo>
                  <a:pt x="181355" y="268223"/>
                </a:moveTo>
                <a:lnTo>
                  <a:pt x="155447" y="260603"/>
                </a:lnTo>
                <a:lnTo>
                  <a:pt x="141731" y="256031"/>
                </a:lnTo>
                <a:lnTo>
                  <a:pt x="129539" y="251459"/>
                </a:lnTo>
                <a:lnTo>
                  <a:pt x="115823" y="245363"/>
                </a:lnTo>
                <a:lnTo>
                  <a:pt x="109727" y="243839"/>
                </a:lnTo>
                <a:lnTo>
                  <a:pt x="100583" y="266699"/>
                </a:lnTo>
                <a:lnTo>
                  <a:pt x="106679" y="269747"/>
                </a:lnTo>
                <a:lnTo>
                  <a:pt x="120395" y="274319"/>
                </a:lnTo>
                <a:lnTo>
                  <a:pt x="134111" y="280415"/>
                </a:lnTo>
                <a:lnTo>
                  <a:pt x="147827" y="284987"/>
                </a:lnTo>
                <a:lnTo>
                  <a:pt x="173735" y="292607"/>
                </a:lnTo>
                <a:lnTo>
                  <a:pt x="181355" y="268223"/>
                </a:lnTo>
                <a:close/>
              </a:path>
              <a:path w="788035" h="318770">
                <a:moveTo>
                  <a:pt x="88391" y="233171"/>
                </a:moveTo>
                <a:lnTo>
                  <a:pt x="65531" y="217931"/>
                </a:lnTo>
                <a:lnTo>
                  <a:pt x="57911" y="213359"/>
                </a:lnTo>
                <a:lnTo>
                  <a:pt x="51815" y="207263"/>
                </a:lnTo>
                <a:lnTo>
                  <a:pt x="44195" y="201167"/>
                </a:lnTo>
                <a:lnTo>
                  <a:pt x="35051" y="188975"/>
                </a:lnTo>
                <a:lnTo>
                  <a:pt x="13715" y="201167"/>
                </a:lnTo>
                <a:lnTo>
                  <a:pt x="15239" y="204215"/>
                </a:lnTo>
                <a:lnTo>
                  <a:pt x="19811" y="211835"/>
                </a:lnTo>
                <a:lnTo>
                  <a:pt x="27431" y="219455"/>
                </a:lnTo>
                <a:lnTo>
                  <a:pt x="35051" y="225551"/>
                </a:lnTo>
                <a:lnTo>
                  <a:pt x="42671" y="233171"/>
                </a:lnTo>
                <a:lnTo>
                  <a:pt x="51815" y="239267"/>
                </a:lnTo>
                <a:lnTo>
                  <a:pt x="60959" y="246887"/>
                </a:lnTo>
                <a:lnTo>
                  <a:pt x="71627" y="252983"/>
                </a:lnTo>
                <a:lnTo>
                  <a:pt x="76199" y="254507"/>
                </a:lnTo>
                <a:lnTo>
                  <a:pt x="88391" y="2331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99801" y="4613149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28858" y="5137405"/>
            <a:ext cx="1290827" cy="10927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22990" y="6533390"/>
            <a:ext cx="597535" cy="405765"/>
          </a:xfrm>
          <a:custGeom>
            <a:avLst/>
            <a:gdLst/>
            <a:ahLst/>
            <a:cxnLst/>
            <a:rect l="l" t="t" r="r" b="b"/>
            <a:pathLst>
              <a:path w="597535" h="405765">
                <a:moveTo>
                  <a:pt x="45719" y="137159"/>
                </a:moveTo>
                <a:lnTo>
                  <a:pt x="22859" y="123443"/>
                </a:lnTo>
                <a:lnTo>
                  <a:pt x="18287" y="131063"/>
                </a:lnTo>
                <a:lnTo>
                  <a:pt x="13715" y="141731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0687"/>
                </a:lnTo>
                <a:lnTo>
                  <a:pt x="0" y="192023"/>
                </a:lnTo>
                <a:lnTo>
                  <a:pt x="0" y="202691"/>
                </a:lnTo>
                <a:lnTo>
                  <a:pt x="25907" y="202691"/>
                </a:lnTo>
                <a:lnTo>
                  <a:pt x="25907" y="193547"/>
                </a:lnTo>
                <a:lnTo>
                  <a:pt x="27431" y="184403"/>
                </a:lnTo>
                <a:lnTo>
                  <a:pt x="28955" y="176783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0875"/>
                </a:lnTo>
                <a:lnTo>
                  <a:pt x="41147" y="143255"/>
                </a:lnTo>
                <a:lnTo>
                  <a:pt x="45719" y="137159"/>
                </a:lnTo>
                <a:close/>
              </a:path>
              <a:path w="597535" h="405765">
                <a:moveTo>
                  <a:pt x="114299" y="73151"/>
                </a:moveTo>
                <a:lnTo>
                  <a:pt x="100583" y="50291"/>
                </a:lnTo>
                <a:lnTo>
                  <a:pt x="88391" y="57911"/>
                </a:lnTo>
                <a:lnTo>
                  <a:pt x="70103" y="71627"/>
                </a:lnTo>
                <a:lnTo>
                  <a:pt x="51815" y="88391"/>
                </a:lnTo>
                <a:lnTo>
                  <a:pt x="39623" y="102107"/>
                </a:lnTo>
                <a:lnTo>
                  <a:pt x="57911" y="118871"/>
                </a:lnTo>
                <a:lnTo>
                  <a:pt x="71627" y="105155"/>
                </a:lnTo>
                <a:lnTo>
                  <a:pt x="86867" y="91439"/>
                </a:lnTo>
                <a:lnTo>
                  <a:pt x="103631" y="77723"/>
                </a:lnTo>
                <a:lnTo>
                  <a:pt x="114299" y="73151"/>
                </a:lnTo>
                <a:close/>
              </a:path>
              <a:path w="597535" h="405765">
                <a:moveTo>
                  <a:pt x="204215" y="36575"/>
                </a:moveTo>
                <a:lnTo>
                  <a:pt x="198119" y="12191"/>
                </a:lnTo>
                <a:lnTo>
                  <a:pt x="182879" y="15239"/>
                </a:lnTo>
                <a:lnTo>
                  <a:pt x="156971" y="22859"/>
                </a:lnTo>
                <a:lnTo>
                  <a:pt x="132587" y="33527"/>
                </a:lnTo>
                <a:lnTo>
                  <a:pt x="123443" y="38099"/>
                </a:lnTo>
                <a:lnTo>
                  <a:pt x="135635" y="60959"/>
                </a:lnTo>
                <a:lnTo>
                  <a:pt x="144779" y="56387"/>
                </a:lnTo>
                <a:lnTo>
                  <a:pt x="167639" y="47243"/>
                </a:lnTo>
                <a:lnTo>
                  <a:pt x="192023" y="39623"/>
                </a:lnTo>
                <a:lnTo>
                  <a:pt x="204215" y="36575"/>
                </a:lnTo>
                <a:close/>
              </a:path>
              <a:path w="597535" h="405765">
                <a:moveTo>
                  <a:pt x="301751" y="24383"/>
                </a:moveTo>
                <a:lnTo>
                  <a:pt x="301751" y="0"/>
                </a:lnTo>
                <a:lnTo>
                  <a:pt x="268223" y="0"/>
                </a:lnTo>
                <a:lnTo>
                  <a:pt x="239267" y="3047"/>
                </a:lnTo>
                <a:lnTo>
                  <a:pt x="224027" y="6095"/>
                </a:lnTo>
                <a:lnTo>
                  <a:pt x="228599" y="32003"/>
                </a:lnTo>
                <a:lnTo>
                  <a:pt x="243839" y="28955"/>
                </a:lnTo>
                <a:lnTo>
                  <a:pt x="271271" y="25907"/>
                </a:lnTo>
                <a:lnTo>
                  <a:pt x="298703" y="24383"/>
                </a:lnTo>
                <a:lnTo>
                  <a:pt x="301751" y="24383"/>
                </a:lnTo>
                <a:close/>
              </a:path>
              <a:path w="597535" h="405765">
                <a:moveTo>
                  <a:pt x="405383" y="13715"/>
                </a:moveTo>
                <a:lnTo>
                  <a:pt x="385571" y="9143"/>
                </a:lnTo>
                <a:lnTo>
                  <a:pt x="358139" y="3047"/>
                </a:lnTo>
                <a:lnTo>
                  <a:pt x="327659" y="0"/>
                </a:lnTo>
                <a:lnTo>
                  <a:pt x="326135" y="25907"/>
                </a:lnTo>
                <a:lnTo>
                  <a:pt x="327659" y="25907"/>
                </a:lnTo>
                <a:lnTo>
                  <a:pt x="355091" y="28955"/>
                </a:lnTo>
                <a:lnTo>
                  <a:pt x="380999" y="33527"/>
                </a:lnTo>
                <a:lnTo>
                  <a:pt x="399287" y="38099"/>
                </a:lnTo>
                <a:lnTo>
                  <a:pt x="405383" y="13715"/>
                </a:lnTo>
                <a:close/>
              </a:path>
              <a:path w="597535" h="405765">
                <a:moveTo>
                  <a:pt x="501395" y="54863"/>
                </a:moveTo>
                <a:lnTo>
                  <a:pt x="486155" y="44195"/>
                </a:lnTo>
                <a:lnTo>
                  <a:pt x="463295" y="33527"/>
                </a:lnTo>
                <a:lnTo>
                  <a:pt x="438911" y="22859"/>
                </a:lnTo>
                <a:lnTo>
                  <a:pt x="431291" y="21335"/>
                </a:lnTo>
                <a:lnTo>
                  <a:pt x="422147" y="44195"/>
                </a:lnTo>
                <a:lnTo>
                  <a:pt x="431291" y="47243"/>
                </a:lnTo>
                <a:lnTo>
                  <a:pt x="454151" y="56387"/>
                </a:lnTo>
                <a:lnTo>
                  <a:pt x="473963" y="67055"/>
                </a:lnTo>
                <a:lnTo>
                  <a:pt x="489203" y="76199"/>
                </a:lnTo>
                <a:lnTo>
                  <a:pt x="501395" y="54863"/>
                </a:lnTo>
                <a:close/>
              </a:path>
              <a:path w="597535" h="405765">
                <a:moveTo>
                  <a:pt x="577595" y="129539"/>
                </a:moveTo>
                <a:lnTo>
                  <a:pt x="544067" y="86867"/>
                </a:lnTo>
                <a:lnTo>
                  <a:pt x="527303" y="71627"/>
                </a:lnTo>
                <a:lnTo>
                  <a:pt x="524255" y="68579"/>
                </a:lnTo>
                <a:lnTo>
                  <a:pt x="509015" y="89915"/>
                </a:lnTo>
                <a:lnTo>
                  <a:pt x="512063" y="91439"/>
                </a:lnTo>
                <a:lnTo>
                  <a:pt x="527303" y="105155"/>
                </a:lnTo>
                <a:lnTo>
                  <a:pt x="541019" y="120395"/>
                </a:lnTo>
                <a:lnTo>
                  <a:pt x="545591" y="128015"/>
                </a:lnTo>
                <a:lnTo>
                  <a:pt x="551687" y="135635"/>
                </a:lnTo>
                <a:lnTo>
                  <a:pt x="556259" y="143255"/>
                </a:lnTo>
                <a:lnTo>
                  <a:pt x="577595" y="129539"/>
                </a:lnTo>
                <a:close/>
              </a:path>
              <a:path w="597535" h="405765">
                <a:moveTo>
                  <a:pt x="597407" y="202691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0019"/>
                </a:lnTo>
                <a:lnTo>
                  <a:pt x="588263" y="155447"/>
                </a:lnTo>
                <a:lnTo>
                  <a:pt x="565403" y="163067"/>
                </a:lnTo>
                <a:lnTo>
                  <a:pt x="566927" y="169163"/>
                </a:lnTo>
                <a:lnTo>
                  <a:pt x="568451" y="176783"/>
                </a:lnTo>
                <a:lnTo>
                  <a:pt x="571499" y="195071"/>
                </a:lnTo>
                <a:lnTo>
                  <a:pt x="571499" y="202691"/>
                </a:lnTo>
                <a:lnTo>
                  <a:pt x="597407" y="202691"/>
                </a:lnTo>
                <a:close/>
              </a:path>
              <a:path w="597535" h="405765">
                <a:moveTo>
                  <a:pt x="597407" y="213359"/>
                </a:moveTo>
                <a:lnTo>
                  <a:pt x="597407" y="202691"/>
                </a:lnTo>
                <a:lnTo>
                  <a:pt x="571499" y="202691"/>
                </a:lnTo>
                <a:lnTo>
                  <a:pt x="571499" y="211835"/>
                </a:lnTo>
                <a:lnTo>
                  <a:pt x="569975" y="220979"/>
                </a:lnTo>
                <a:lnTo>
                  <a:pt x="568451" y="228599"/>
                </a:lnTo>
                <a:lnTo>
                  <a:pt x="568451" y="231647"/>
                </a:lnTo>
                <a:lnTo>
                  <a:pt x="592835" y="23774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5" h="405765">
                <a:moveTo>
                  <a:pt x="583691" y="265175"/>
                </a:moveTo>
                <a:lnTo>
                  <a:pt x="583691" y="263651"/>
                </a:lnTo>
                <a:lnTo>
                  <a:pt x="560831" y="252983"/>
                </a:lnTo>
                <a:lnTo>
                  <a:pt x="559307" y="254507"/>
                </a:lnTo>
                <a:lnTo>
                  <a:pt x="556259" y="262127"/>
                </a:lnTo>
                <a:lnTo>
                  <a:pt x="551687" y="269747"/>
                </a:lnTo>
                <a:lnTo>
                  <a:pt x="545591" y="278891"/>
                </a:lnTo>
                <a:lnTo>
                  <a:pt x="539495" y="286511"/>
                </a:lnTo>
                <a:lnTo>
                  <a:pt x="525779" y="300227"/>
                </a:lnTo>
                <a:lnTo>
                  <a:pt x="516635" y="307847"/>
                </a:lnTo>
                <a:lnTo>
                  <a:pt x="534923" y="327659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9119" y="274319"/>
                </a:lnTo>
                <a:lnTo>
                  <a:pt x="583691" y="265175"/>
                </a:lnTo>
                <a:close/>
              </a:path>
              <a:path w="597535" h="405765">
                <a:moveTo>
                  <a:pt x="513587" y="344423"/>
                </a:moveTo>
                <a:lnTo>
                  <a:pt x="498347" y="323087"/>
                </a:lnTo>
                <a:lnTo>
                  <a:pt x="493775" y="327659"/>
                </a:lnTo>
                <a:lnTo>
                  <a:pt x="473963" y="338327"/>
                </a:lnTo>
                <a:lnTo>
                  <a:pt x="452627" y="348995"/>
                </a:lnTo>
                <a:lnTo>
                  <a:pt x="434339" y="356615"/>
                </a:lnTo>
                <a:lnTo>
                  <a:pt x="443483" y="380999"/>
                </a:lnTo>
                <a:lnTo>
                  <a:pt x="463295" y="371855"/>
                </a:lnTo>
                <a:lnTo>
                  <a:pt x="487679" y="361187"/>
                </a:lnTo>
                <a:lnTo>
                  <a:pt x="507491" y="347471"/>
                </a:lnTo>
                <a:lnTo>
                  <a:pt x="513587" y="344423"/>
                </a:lnTo>
                <a:close/>
              </a:path>
              <a:path w="597535" h="405765">
                <a:moveTo>
                  <a:pt x="417575" y="388619"/>
                </a:moveTo>
                <a:lnTo>
                  <a:pt x="409955" y="364235"/>
                </a:lnTo>
                <a:lnTo>
                  <a:pt x="405383" y="365759"/>
                </a:lnTo>
                <a:lnTo>
                  <a:pt x="380999" y="371855"/>
                </a:lnTo>
                <a:lnTo>
                  <a:pt x="353567" y="376427"/>
                </a:lnTo>
                <a:lnTo>
                  <a:pt x="338327" y="377951"/>
                </a:lnTo>
                <a:lnTo>
                  <a:pt x="341375" y="403859"/>
                </a:lnTo>
                <a:lnTo>
                  <a:pt x="358139" y="402335"/>
                </a:lnTo>
                <a:lnTo>
                  <a:pt x="387095" y="397763"/>
                </a:lnTo>
                <a:lnTo>
                  <a:pt x="414527" y="390143"/>
                </a:lnTo>
                <a:lnTo>
                  <a:pt x="417575" y="388619"/>
                </a:lnTo>
                <a:close/>
              </a:path>
              <a:path w="597535" h="405765">
                <a:moveTo>
                  <a:pt x="315467" y="405383"/>
                </a:moveTo>
                <a:lnTo>
                  <a:pt x="313943" y="379475"/>
                </a:lnTo>
                <a:lnTo>
                  <a:pt x="298703" y="380999"/>
                </a:lnTo>
                <a:lnTo>
                  <a:pt x="269747" y="379475"/>
                </a:lnTo>
                <a:lnTo>
                  <a:pt x="242315" y="376427"/>
                </a:lnTo>
                <a:lnTo>
                  <a:pt x="240791" y="376427"/>
                </a:lnTo>
                <a:lnTo>
                  <a:pt x="236219" y="400811"/>
                </a:lnTo>
                <a:lnTo>
                  <a:pt x="239267" y="402335"/>
                </a:lnTo>
                <a:lnTo>
                  <a:pt x="269747" y="405383"/>
                </a:lnTo>
                <a:lnTo>
                  <a:pt x="315467" y="405383"/>
                </a:lnTo>
                <a:close/>
              </a:path>
              <a:path w="597535" h="405765">
                <a:moveTo>
                  <a:pt x="216407" y="371855"/>
                </a:moveTo>
                <a:lnTo>
                  <a:pt x="190499" y="365759"/>
                </a:lnTo>
                <a:lnTo>
                  <a:pt x="166115" y="358139"/>
                </a:lnTo>
                <a:lnTo>
                  <a:pt x="146303" y="348995"/>
                </a:lnTo>
                <a:lnTo>
                  <a:pt x="135635" y="373379"/>
                </a:lnTo>
                <a:lnTo>
                  <a:pt x="158495" y="382523"/>
                </a:lnTo>
                <a:lnTo>
                  <a:pt x="184403" y="390143"/>
                </a:lnTo>
                <a:lnTo>
                  <a:pt x="210311" y="396239"/>
                </a:lnTo>
                <a:lnTo>
                  <a:pt x="216407" y="371855"/>
                </a:lnTo>
                <a:close/>
              </a:path>
              <a:path w="597535" h="405765">
                <a:moveTo>
                  <a:pt x="123443" y="338327"/>
                </a:moveTo>
                <a:lnTo>
                  <a:pt x="121919" y="338327"/>
                </a:lnTo>
                <a:lnTo>
                  <a:pt x="85343" y="313943"/>
                </a:lnTo>
                <a:lnTo>
                  <a:pt x="70103" y="300227"/>
                </a:lnTo>
                <a:lnTo>
                  <a:pt x="67055" y="295655"/>
                </a:lnTo>
                <a:lnTo>
                  <a:pt x="48767" y="313943"/>
                </a:lnTo>
                <a:lnTo>
                  <a:pt x="53339" y="318515"/>
                </a:lnTo>
                <a:lnTo>
                  <a:pt x="70103" y="333755"/>
                </a:lnTo>
                <a:lnTo>
                  <a:pt x="89915" y="348995"/>
                </a:lnTo>
                <a:lnTo>
                  <a:pt x="111251" y="361187"/>
                </a:lnTo>
                <a:lnTo>
                  <a:pt x="112775" y="361187"/>
                </a:lnTo>
                <a:lnTo>
                  <a:pt x="123443" y="338327"/>
                </a:lnTo>
                <a:close/>
              </a:path>
              <a:path w="597535" h="405765">
                <a:moveTo>
                  <a:pt x="51815" y="278891"/>
                </a:moveTo>
                <a:lnTo>
                  <a:pt x="30479" y="237743"/>
                </a:lnTo>
                <a:lnTo>
                  <a:pt x="27431" y="219455"/>
                </a:lnTo>
                <a:lnTo>
                  <a:pt x="25907" y="213359"/>
                </a:lnTo>
                <a:lnTo>
                  <a:pt x="1523" y="216407"/>
                </a:lnTo>
                <a:lnTo>
                  <a:pt x="1523" y="224027"/>
                </a:lnTo>
                <a:lnTo>
                  <a:pt x="4571" y="234695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4319"/>
                </a:lnTo>
                <a:lnTo>
                  <a:pt x="24383" y="283463"/>
                </a:lnTo>
                <a:lnTo>
                  <a:pt x="30479" y="292607"/>
                </a:lnTo>
                <a:lnTo>
                  <a:pt x="51815" y="2788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07777" y="49773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89491" y="4959097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4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4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4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4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4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4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52201" y="4308349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137" y="823468"/>
            <a:ext cx="710438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0" dirty="0"/>
              <a:t>Search </a:t>
            </a:r>
            <a:r>
              <a:rPr sz="4399" dirty="0"/>
              <a:t>without </a:t>
            </a:r>
            <a:r>
              <a:rPr sz="4399" spc="-15" dirty="0"/>
              <a:t>repeated</a:t>
            </a:r>
            <a:r>
              <a:rPr sz="4399" spc="-100" dirty="0"/>
              <a:t> </a:t>
            </a:r>
            <a:r>
              <a:rPr sz="4399" spc="-30" dirty="0"/>
              <a:t>states</a:t>
            </a:r>
            <a:endParaRPr sz="4399"/>
          </a:p>
        </p:txBody>
      </p:sp>
      <p:sp>
        <p:nvSpPr>
          <p:cNvPr id="3" name="object 3"/>
          <p:cNvSpPr/>
          <p:nvPr/>
        </p:nvSpPr>
        <p:spPr>
          <a:xfrm>
            <a:off x="4049081" y="1872998"/>
            <a:ext cx="5410200" cy="190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3778" y="2767584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5492" y="2749297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5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5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5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5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5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5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5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5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5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5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5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5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5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5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5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5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5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5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5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5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5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5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5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5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5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5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5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80191" y="3224783"/>
            <a:ext cx="292735" cy="264160"/>
          </a:xfrm>
          <a:custGeom>
            <a:avLst/>
            <a:gdLst/>
            <a:ahLst/>
            <a:cxnLst/>
            <a:rect l="l" t="t" r="r" b="b"/>
            <a:pathLst>
              <a:path w="292734" h="264160">
                <a:moveTo>
                  <a:pt x="292607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246227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264160">
                <a:moveTo>
                  <a:pt x="76199" y="246227"/>
                </a:moveTo>
                <a:lnTo>
                  <a:pt x="76199" y="132587"/>
                </a:lnTo>
                <a:lnTo>
                  <a:pt x="0" y="195071"/>
                </a:lnTo>
                <a:lnTo>
                  <a:pt x="54863" y="263651"/>
                </a:lnTo>
                <a:lnTo>
                  <a:pt x="76199" y="246227"/>
                </a:lnTo>
                <a:close/>
              </a:path>
              <a:path w="292734" h="264160">
                <a:moveTo>
                  <a:pt x="292607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2607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1903" y="3206497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5" h="300354">
                <a:moveTo>
                  <a:pt x="164591" y="77469"/>
                </a:moveTo>
                <a:lnTo>
                  <a:pt x="71627" y="0"/>
                </a:lnTo>
                <a:lnTo>
                  <a:pt x="0" y="88391"/>
                </a:lnTo>
                <a:lnTo>
                  <a:pt x="25907" y="109754"/>
                </a:lnTo>
                <a:lnTo>
                  <a:pt x="25907" y="77723"/>
                </a:lnTo>
                <a:lnTo>
                  <a:pt x="35017" y="85262"/>
                </a:lnTo>
                <a:lnTo>
                  <a:pt x="65531" y="48150"/>
                </a:lnTo>
                <a:lnTo>
                  <a:pt x="65531" y="28955"/>
                </a:lnTo>
                <a:lnTo>
                  <a:pt x="83819" y="25907"/>
                </a:lnTo>
                <a:lnTo>
                  <a:pt x="83819" y="43867"/>
                </a:lnTo>
                <a:lnTo>
                  <a:pt x="156971" y="103514"/>
                </a:lnTo>
                <a:lnTo>
                  <a:pt x="156971" y="83819"/>
                </a:lnTo>
                <a:lnTo>
                  <a:pt x="164591" y="77469"/>
                </a:lnTo>
                <a:close/>
              </a:path>
              <a:path w="329565" h="300354">
                <a:moveTo>
                  <a:pt x="86867" y="173578"/>
                </a:moveTo>
                <a:lnTo>
                  <a:pt x="86867" y="160019"/>
                </a:lnTo>
                <a:lnTo>
                  <a:pt x="74854" y="150113"/>
                </a:lnTo>
                <a:lnTo>
                  <a:pt x="0" y="211835"/>
                </a:lnTo>
                <a:lnTo>
                  <a:pt x="25907" y="243807"/>
                </a:lnTo>
                <a:lnTo>
                  <a:pt x="25907" y="224027"/>
                </a:lnTo>
                <a:lnTo>
                  <a:pt x="27431" y="205739"/>
                </a:lnTo>
                <a:lnTo>
                  <a:pt x="35762" y="215872"/>
                </a:lnTo>
                <a:lnTo>
                  <a:pt x="86867" y="173578"/>
                </a:lnTo>
                <a:close/>
              </a:path>
              <a:path w="329565" h="300354">
                <a:moveTo>
                  <a:pt x="35017" y="85262"/>
                </a:moveTo>
                <a:lnTo>
                  <a:pt x="25907" y="77723"/>
                </a:lnTo>
                <a:lnTo>
                  <a:pt x="27431" y="94487"/>
                </a:lnTo>
                <a:lnTo>
                  <a:pt x="35017" y="85262"/>
                </a:lnTo>
                <a:close/>
              </a:path>
              <a:path w="329565" h="300354">
                <a:moveTo>
                  <a:pt x="114299" y="150875"/>
                </a:moveTo>
                <a:lnTo>
                  <a:pt x="35017" y="85262"/>
                </a:lnTo>
                <a:lnTo>
                  <a:pt x="27431" y="94487"/>
                </a:lnTo>
                <a:lnTo>
                  <a:pt x="25907" y="77723"/>
                </a:lnTo>
                <a:lnTo>
                  <a:pt x="25907" y="109754"/>
                </a:lnTo>
                <a:lnTo>
                  <a:pt x="74854" y="150113"/>
                </a:lnTo>
                <a:lnTo>
                  <a:pt x="86867" y="140207"/>
                </a:lnTo>
                <a:lnTo>
                  <a:pt x="86867" y="173578"/>
                </a:lnTo>
                <a:lnTo>
                  <a:pt x="114299" y="150875"/>
                </a:lnTo>
                <a:close/>
              </a:path>
              <a:path w="329565" h="300354">
                <a:moveTo>
                  <a:pt x="35762" y="215872"/>
                </a:moveTo>
                <a:lnTo>
                  <a:pt x="27431" y="205739"/>
                </a:lnTo>
                <a:lnTo>
                  <a:pt x="25907" y="224027"/>
                </a:lnTo>
                <a:lnTo>
                  <a:pt x="35762" y="215872"/>
                </a:lnTo>
                <a:close/>
              </a:path>
              <a:path w="329565" h="300354">
                <a:moveTo>
                  <a:pt x="74979" y="263568"/>
                </a:moveTo>
                <a:lnTo>
                  <a:pt x="35762" y="215872"/>
                </a:lnTo>
                <a:lnTo>
                  <a:pt x="25907" y="224027"/>
                </a:lnTo>
                <a:lnTo>
                  <a:pt x="25907" y="243807"/>
                </a:lnTo>
                <a:lnTo>
                  <a:pt x="65531" y="292705"/>
                </a:lnTo>
                <a:lnTo>
                  <a:pt x="65531" y="271271"/>
                </a:lnTo>
                <a:lnTo>
                  <a:pt x="74979" y="263568"/>
                </a:lnTo>
                <a:close/>
              </a:path>
              <a:path w="329565" h="300354">
                <a:moveTo>
                  <a:pt x="83819" y="25907"/>
                </a:moveTo>
                <a:lnTo>
                  <a:pt x="65531" y="28955"/>
                </a:lnTo>
                <a:lnTo>
                  <a:pt x="74979" y="36659"/>
                </a:lnTo>
                <a:lnTo>
                  <a:pt x="83819" y="25907"/>
                </a:lnTo>
                <a:close/>
              </a:path>
              <a:path w="329565" h="300354">
                <a:moveTo>
                  <a:pt x="74979" y="36659"/>
                </a:moveTo>
                <a:lnTo>
                  <a:pt x="65531" y="28955"/>
                </a:lnTo>
                <a:lnTo>
                  <a:pt x="65531" y="48150"/>
                </a:lnTo>
                <a:lnTo>
                  <a:pt x="74979" y="36659"/>
                </a:lnTo>
                <a:close/>
              </a:path>
              <a:path w="329565" h="300354">
                <a:moveTo>
                  <a:pt x="83819" y="274319"/>
                </a:moveTo>
                <a:lnTo>
                  <a:pt x="74979" y="263568"/>
                </a:lnTo>
                <a:lnTo>
                  <a:pt x="65531" y="271271"/>
                </a:lnTo>
                <a:lnTo>
                  <a:pt x="83819" y="274319"/>
                </a:lnTo>
                <a:close/>
              </a:path>
              <a:path w="329565" h="300354">
                <a:moveTo>
                  <a:pt x="83819" y="290067"/>
                </a:moveTo>
                <a:lnTo>
                  <a:pt x="83819" y="274319"/>
                </a:lnTo>
                <a:lnTo>
                  <a:pt x="65531" y="271271"/>
                </a:lnTo>
                <a:lnTo>
                  <a:pt x="65531" y="292705"/>
                </a:lnTo>
                <a:lnTo>
                  <a:pt x="71627" y="300227"/>
                </a:lnTo>
                <a:lnTo>
                  <a:pt x="83819" y="290067"/>
                </a:lnTo>
                <a:close/>
              </a:path>
              <a:path w="329565" h="300354">
                <a:moveTo>
                  <a:pt x="86867" y="160019"/>
                </a:moveTo>
                <a:lnTo>
                  <a:pt x="86867" y="140207"/>
                </a:lnTo>
                <a:lnTo>
                  <a:pt x="74854" y="150113"/>
                </a:lnTo>
                <a:lnTo>
                  <a:pt x="86867" y="160019"/>
                </a:lnTo>
                <a:close/>
              </a:path>
              <a:path w="329565" h="300354">
                <a:moveTo>
                  <a:pt x="83819" y="43867"/>
                </a:moveTo>
                <a:lnTo>
                  <a:pt x="83819" y="25907"/>
                </a:lnTo>
                <a:lnTo>
                  <a:pt x="74979" y="36659"/>
                </a:lnTo>
                <a:lnTo>
                  <a:pt x="83819" y="43867"/>
                </a:lnTo>
                <a:close/>
              </a:path>
              <a:path w="329565" h="300354">
                <a:moveTo>
                  <a:pt x="254204" y="263568"/>
                </a:moveTo>
                <a:lnTo>
                  <a:pt x="164591" y="190499"/>
                </a:lnTo>
                <a:lnTo>
                  <a:pt x="74979" y="263568"/>
                </a:lnTo>
                <a:lnTo>
                  <a:pt x="83819" y="274319"/>
                </a:lnTo>
                <a:lnTo>
                  <a:pt x="83819" y="290067"/>
                </a:lnTo>
                <a:lnTo>
                  <a:pt x="156971" y="229107"/>
                </a:lnTo>
                <a:lnTo>
                  <a:pt x="156971" y="216407"/>
                </a:lnTo>
                <a:lnTo>
                  <a:pt x="172211" y="216407"/>
                </a:lnTo>
                <a:lnTo>
                  <a:pt x="172211" y="229107"/>
                </a:lnTo>
                <a:lnTo>
                  <a:pt x="245363" y="290067"/>
                </a:lnTo>
                <a:lnTo>
                  <a:pt x="245363" y="274319"/>
                </a:lnTo>
                <a:lnTo>
                  <a:pt x="254204" y="263568"/>
                </a:lnTo>
                <a:close/>
              </a:path>
              <a:path w="329565" h="300354">
                <a:moveTo>
                  <a:pt x="172211" y="83819"/>
                </a:moveTo>
                <a:lnTo>
                  <a:pt x="164591" y="77469"/>
                </a:lnTo>
                <a:lnTo>
                  <a:pt x="156971" y="83819"/>
                </a:lnTo>
                <a:lnTo>
                  <a:pt x="172211" y="83819"/>
                </a:lnTo>
                <a:close/>
              </a:path>
              <a:path w="329565" h="300354">
                <a:moveTo>
                  <a:pt x="172211" y="103514"/>
                </a:moveTo>
                <a:lnTo>
                  <a:pt x="172211" y="83819"/>
                </a:lnTo>
                <a:lnTo>
                  <a:pt x="156971" y="83819"/>
                </a:lnTo>
                <a:lnTo>
                  <a:pt x="156971" y="103514"/>
                </a:lnTo>
                <a:lnTo>
                  <a:pt x="164591" y="109727"/>
                </a:lnTo>
                <a:lnTo>
                  <a:pt x="172211" y="103514"/>
                </a:lnTo>
                <a:close/>
              </a:path>
              <a:path w="329565" h="300354">
                <a:moveTo>
                  <a:pt x="172211" y="216407"/>
                </a:moveTo>
                <a:lnTo>
                  <a:pt x="156971" y="216407"/>
                </a:lnTo>
                <a:lnTo>
                  <a:pt x="164591" y="222757"/>
                </a:lnTo>
                <a:lnTo>
                  <a:pt x="172211" y="216407"/>
                </a:lnTo>
                <a:close/>
              </a:path>
              <a:path w="329565" h="300354">
                <a:moveTo>
                  <a:pt x="164591" y="222757"/>
                </a:moveTo>
                <a:lnTo>
                  <a:pt x="156971" y="216407"/>
                </a:lnTo>
                <a:lnTo>
                  <a:pt x="156971" y="229107"/>
                </a:lnTo>
                <a:lnTo>
                  <a:pt x="164591" y="222757"/>
                </a:lnTo>
                <a:close/>
              </a:path>
              <a:path w="329565" h="300354">
                <a:moveTo>
                  <a:pt x="329183" y="88391"/>
                </a:moveTo>
                <a:lnTo>
                  <a:pt x="257555" y="0"/>
                </a:lnTo>
                <a:lnTo>
                  <a:pt x="164591" y="77469"/>
                </a:lnTo>
                <a:lnTo>
                  <a:pt x="172211" y="83819"/>
                </a:lnTo>
                <a:lnTo>
                  <a:pt x="172211" y="103514"/>
                </a:lnTo>
                <a:lnTo>
                  <a:pt x="245363" y="43867"/>
                </a:lnTo>
                <a:lnTo>
                  <a:pt x="245363" y="25907"/>
                </a:lnTo>
                <a:lnTo>
                  <a:pt x="263651" y="28955"/>
                </a:lnTo>
                <a:lnTo>
                  <a:pt x="263651" y="48150"/>
                </a:lnTo>
                <a:lnTo>
                  <a:pt x="294103" y="85186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5" h="300354">
                <a:moveTo>
                  <a:pt x="172211" y="229107"/>
                </a:moveTo>
                <a:lnTo>
                  <a:pt x="172211" y="216407"/>
                </a:lnTo>
                <a:lnTo>
                  <a:pt x="164591" y="222757"/>
                </a:lnTo>
                <a:lnTo>
                  <a:pt x="172211" y="229107"/>
                </a:lnTo>
                <a:close/>
              </a:path>
              <a:path w="329565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103" y="85186"/>
                </a:lnTo>
                <a:lnTo>
                  <a:pt x="213359" y="150875"/>
                </a:lnTo>
                <a:lnTo>
                  <a:pt x="242315" y="174433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5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5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4433"/>
                </a:lnTo>
                <a:lnTo>
                  <a:pt x="293352" y="215955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5" h="300354">
                <a:moveTo>
                  <a:pt x="263651" y="28955"/>
                </a:moveTo>
                <a:lnTo>
                  <a:pt x="245363" y="25907"/>
                </a:lnTo>
                <a:lnTo>
                  <a:pt x="254204" y="36659"/>
                </a:lnTo>
                <a:lnTo>
                  <a:pt x="263651" y="28955"/>
                </a:lnTo>
                <a:close/>
              </a:path>
              <a:path w="329565" h="300354">
                <a:moveTo>
                  <a:pt x="254204" y="36659"/>
                </a:moveTo>
                <a:lnTo>
                  <a:pt x="245363" y="25907"/>
                </a:lnTo>
                <a:lnTo>
                  <a:pt x="245363" y="43867"/>
                </a:lnTo>
                <a:lnTo>
                  <a:pt x="254204" y="36659"/>
                </a:lnTo>
                <a:close/>
              </a:path>
              <a:path w="329565" h="300354">
                <a:moveTo>
                  <a:pt x="263651" y="271271"/>
                </a:moveTo>
                <a:lnTo>
                  <a:pt x="254204" y="263568"/>
                </a:lnTo>
                <a:lnTo>
                  <a:pt x="245363" y="274319"/>
                </a:lnTo>
                <a:lnTo>
                  <a:pt x="263651" y="271271"/>
                </a:lnTo>
                <a:close/>
              </a:path>
              <a:path w="329565" h="300354">
                <a:moveTo>
                  <a:pt x="263651" y="292705"/>
                </a:moveTo>
                <a:lnTo>
                  <a:pt x="263651" y="271271"/>
                </a:lnTo>
                <a:lnTo>
                  <a:pt x="245363" y="274319"/>
                </a:lnTo>
                <a:lnTo>
                  <a:pt x="245363" y="29006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5" h="300354">
                <a:moveTo>
                  <a:pt x="263651" y="48150"/>
                </a:moveTo>
                <a:lnTo>
                  <a:pt x="263651" y="28955"/>
                </a:lnTo>
                <a:lnTo>
                  <a:pt x="254204" y="36659"/>
                </a:lnTo>
                <a:lnTo>
                  <a:pt x="263651" y="48150"/>
                </a:lnTo>
                <a:close/>
              </a:path>
              <a:path w="329565" h="300354">
                <a:moveTo>
                  <a:pt x="303275" y="243807"/>
                </a:moveTo>
                <a:lnTo>
                  <a:pt x="303275" y="224027"/>
                </a:lnTo>
                <a:lnTo>
                  <a:pt x="293352" y="215955"/>
                </a:lnTo>
                <a:lnTo>
                  <a:pt x="254204" y="263568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5" h="300354">
                <a:moveTo>
                  <a:pt x="303275" y="224027"/>
                </a:moveTo>
                <a:lnTo>
                  <a:pt x="301751" y="205739"/>
                </a:lnTo>
                <a:lnTo>
                  <a:pt x="293352" y="215955"/>
                </a:lnTo>
                <a:lnTo>
                  <a:pt x="303275" y="224027"/>
                </a:lnTo>
                <a:close/>
              </a:path>
              <a:path w="329565" h="300354">
                <a:moveTo>
                  <a:pt x="303275" y="77723"/>
                </a:moveTo>
                <a:lnTo>
                  <a:pt x="294103" y="85186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64777" y="321868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6491" y="3200402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576"/>
                </a:lnTo>
                <a:lnTo>
                  <a:pt x="156971" y="103298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05" y="263611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05" y="263611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36" y="35262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36" y="35262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36" y="35262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05" y="26361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344" y="263682"/>
                </a:moveTo>
                <a:lnTo>
                  <a:pt x="164591" y="190499"/>
                </a:lnTo>
                <a:lnTo>
                  <a:pt x="76305" y="26361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44" y="263682"/>
                </a:lnTo>
                <a:close/>
              </a:path>
              <a:path w="330835" h="299085">
                <a:moveTo>
                  <a:pt x="83819" y="41576"/>
                </a:moveTo>
                <a:lnTo>
                  <a:pt x="83819" y="25907"/>
                </a:lnTo>
                <a:lnTo>
                  <a:pt x="76336" y="35262"/>
                </a:lnTo>
                <a:lnTo>
                  <a:pt x="83819" y="41576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2131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3298"/>
                </a:lnTo>
                <a:lnTo>
                  <a:pt x="164591" y="109727"/>
                </a:lnTo>
                <a:lnTo>
                  <a:pt x="173735" y="102131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2131"/>
                </a:lnTo>
                <a:lnTo>
                  <a:pt x="246887" y="41359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3556" y="84243"/>
                </a:lnTo>
                <a:lnTo>
                  <a:pt x="303275" y="76199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3275" y="110621"/>
                </a:moveTo>
                <a:lnTo>
                  <a:pt x="303275" y="76199"/>
                </a:lnTo>
                <a:lnTo>
                  <a:pt x="301751" y="94487"/>
                </a:lnTo>
                <a:lnTo>
                  <a:pt x="293556" y="84243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2054"/>
                </a:lnTo>
                <a:lnTo>
                  <a:pt x="294188" y="214983"/>
                </a:lnTo>
                <a:lnTo>
                  <a:pt x="301751" y="205739"/>
                </a:lnTo>
                <a:lnTo>
                  <a:pt x="303275" y="222503"/>
                </a:lnTo>
                <a:lnTo>
                  <a:pt x="303275" y="24441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13" y="35190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13" y="35190"/>
                </a:moveTo>
                <a:lnTo>
                  <a:pt x="246887" y="25907"/>
                </a:lnTo>
                <a:lnTo>
                  <a:pt x="246887" y="41359"/>
                </a:lnTo>
                <a:lnTo>
                  <a:pt x="254313" y="35190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344" y="263682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13" y="35190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3275" y="244411"/>
                </a:moveTo>
                <a:lnTo>
                  <a:pt x="303275" y="222503"/>
                </a:lnTo>
                <a:lnTo>
                  <a:pt x="294188" y="214983"/>
                </a:lnTo>
                <a:lnTo>
                  <a:pt x="254344" y="263682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3275" y="244411"/>
                </a:lnTo>
                <a:close/>
              </a:path>
              <a:path w="330835" h="299085">
                <a:moveTo>
                  <a:pt x="303275" y="76199"/>
                </a:moveTo>
                <a:lnTo>
                  <a:pt x="293556" y="84243"/>
                </a:lnTo>
                <a:lnTo>
                  <a:pt x="301751" y="94487"/>
                </a:lnTo>
                <a:lnTo>
                  <a:pt x="303275" y="76199"/>
                </a:lnTo>
                <a:close/>
              </a:path>
              <a:path w="330835" h="299085">
                <a:moveTo>
                  <a:pt x="303275" y="222503"/>
                </a:moveTo>
                <a:lnTo>
                  <a:pt x="301751" y="205739"/>
                </a:lnTo>
                <a:lnTo>
                  <a:pt x="294188" y="214983"/>
                </a:lnTo>
                <a:lnTo>
                  <a:pt x="303275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49081" y="3777995"/>
            <a:ext cx="5410200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25482" y="4311398"/>
            <a:ext cx="5334000" cy="26151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27892" y="6204203"/>
            <a:ext cx="711835" cy="407034"/>
          </a:xfrm>
          <a:custGeom>
            <a:avLst/>
            <a:gdLst/>
            <a:ahLst/>
            <a:cxnLst/>
            <a:rect l="l" t="t" r="r" b="b"/>
            <a:pathLst>
              <a:path w="711834" h="407034">
                <a:moveTo>
                  <a:pt x="47243" y="140207"/>
                </a:moveTo>
                <a:lnTo>
                  <a:pt x="27431" y="124967"/>
                </a:lnTo>
                <a:lnTo>
                  <a:pt x="22859" y="131063"/>
                </a:lnTo>
                <a:lnTo>
                  <a:pt x="16763" y="140207"/>
                </a:lnTo>
                <a:lnTo>
                  <a:pt x="7619" y="161543"/>
                </a:lnTo>
                <a:lnTo>
                  <a:pt x="1523" y="182879"/>
                </a:lnTo>
                <a:lnTo>
                  <a:pt x="0" y="193547"/>
                </a:lnTo>
                <a:lnTo>
                  <a:pt x="0" y="202691"/>
                </a:lnTo>
                <a:lnTo>
                  <a:pt x="25907" y="204215"/>
                </a:lnTo>
                <a:lnTo>
                  <a:pt x="25907" y="193547"/>
                </a:lnTo>
                <a:lnTo>
                  <a:pt x="27431" y="185927"/>
                </a:lnTo>
                <a:lnTo>
                  <a:pt x="28955" y="176783"/>
                </a:lnTo>
                <a:lnTo>
                  <a:pt x="32003" y="169163"/>
                </a:lnTo>
                <a:lnTo>
                  <a:pt x="35051" y="160019"/>
                </a:lnTo>
                <a:lnTo>
                  <a:pt x="44195" y="144779"/>
                </a:lnTo>
                <a:lnTo>
                  <a:pt x="47243" y="140207"/>
                </a:lnTo>
                <a:close/>
              </a:path>
              <a:path w="711834" h="407034">
                <a:moveTo>
                  <a:pt x="120395" y="79247"/>
                </a:moveTo>
                <a:lnTo>
                  <a:pt x="109727" y="56387"/>
                </a:lnTo>
                <a:lnTo>
                  <a:pt x="94487" y="64007"/>
                </a:lnTo>
                <a:lnTo>
                  <a:pt x="62483" y="86867"/>
                </a:lnTo>
                <a:lnTo>
                  <a:pt x="44195" y="105155"/>
                </a:lnTo>
                <a:lnTo>
                  <a:pt x="62483" y="121919"/>
                </a:lnTo>
                <a:lnTo>
                  <a:pt x="64007" y="121919"/>
                </a:lnTo>
                <a:lnTo>
                  <a:pt x="79247" y="106679"/>
                </a:lnTo>
                <a:lnTo>
                  <a:pt x="88391" y="99059"/>
                </a:lnTo>
                <a:lnTo>
                  <a:pt x="99059" y="92963"/>
                </a:lnTo>
                <a:lnTo>
                  <a:pt x="108203" y="85343"/>
                </a:lnTo>
                <a:lnTo>
                  <a:pt x="120395" y="79247"/>
                </a:lnTo>
                <a:close/>
              </a:path>
              <a:path w="711834" h="407034">
                <a:moveTo>
                  <a:pt x="211835" y="44195"/>
                </a:moveTo>
                <a:lnTo>
                  <a:pt x="205739" y="19811"/>
                </a:lnTo>
                <a:lnTo>
                  <a:pt x="188975" y="24383"/>
                </a:lnTo>
                <a:lnTo>
                  <a:pt x="158495" y="33527"/>
                </a:lnTo>
                <a:lnTo>
                  <a:pt x="132587" y="45719"/>
                </a:lnTo>
                <a:lnTo>
                  <a:pt x="131063" y="45719"/>
                </a:lnTo>
                <a:lnTo>
                  <a:pt x="143255" y="68579"/>
                </a:lnTo>
                <a:lnTo>
                  <a:pt x="143255" y="67055"/>
                </a:lnTo>
                <a:lnTo>
                  <a:pt x="169163" y="57911"/>
                </a:lnTo>
                <a:lnTo>
                  <a:pt x="196595" y="47243"/>
                </a:lnTo>
                <a:lnTo>
                  <a:pt x="211835" y="44195"/>
                </a:lnTo>
                <a:close/>
              </a:path>
              <a:path w="711834" h="407034">
                <a:moveTo>
                  <a:pt x="310895" y="27431"/>
                </a:moveTo>
                <a:lnTo>
                  <a:pt x="307847" y="1523"/>
                </a:lnTo>
                <a:lnTo>
                  <a:pt x="284987" y="4571"/>
                </a:lnTo>
                <a:lnTo>
                  <a:pt x="251459" y="9143"/>
                </a:lnTo>
                <a:lnTo>
                  <a:pt x="231647" y="13715"/>
                </a:lnTo>
                <a:lnTo>
                  <a:pt x="236219" y="38099"/>
                </a:lnTo>
                <a:lnTo>
                  <a:pt x="256031" y="33527"/>
                </a:lnTo>
                <a:lnTo>
                  <a:pt x="288035" y="28955"/>
                </a:lnTo>
                <a:lnTo>
                  <a:pt x="310895" y="27431"/>
                </a:lnTo>
                <a:close/>
              </a:path>
              <a:path w="711834" h="407034">
                <a:moveTo>
                  <a:pt x="355853" y="12953"/>
                </a:moveTo>
                <a:lnTo>
                  <a:pt x="355091" y="0"/>
                </a:lnTo>
                <a:lnTo>
                  <a:pt x="333755" y="1523"/>
                </a:lnTo>
                <a:lnTo>
                  <a:pt x="335279" y="25907"/>
                </a:lnTo>
                <a:lnTo>
                  <a:pt x="355091" y="25907"/>
                </a:lnTo>
                <a:lnTo>
                  <a:pt x="355853" y="12953"/>
                </a:lnTo>
                <a:close/>
              </a:path>
              <a:path w="711834" h="407034">
                <a:moveTo>
                  <a:pt x="356615" y="25907"/>
                </a:moveTo>
                <a:lnTo>
                  <a:pt x="355853" y="12953"/>
                </a:lnTo>
                <a:lnTo>
                  <a:pt x="355091" y="25907"/>
                </a:lnTo>
                <a:lnTo>
                  <a:pt x="356615" y="25907"/>
                </a:lnTo>
                <a:close/>
              </a:path>
              <a:path w="711834" h="407034">
                <a:moveTo>
                  <a:pt x="411479" y="3047"/>
                </a:moveTo>
                <a:lnTo>
                  <a:pt x="391667" y="1523"/>
                </a:lnTo>
                <a:lnTo>
                  <a:pt x="356615" y="0"/>
                </a:lnTo>
                <a:lnTo>
                  <a:pt x="355853" y="12953"/>
                </a:lnTo>
                <a:lnTo>
                  <a:pt x="356615" y="25907"/>
                </a:lnTo>
                <a:lnTo>
                  <a:pt x="390143" y="25907"/>
                </a:lnTo>
                <a:lnTo>
                  <a:pt x="409955" y="28955"/>
                </a:lnTo>
                <a:lnTo>
                  <a:pt x="411479" y="3047"/>
                </a:lnTo>
                <a:close/>
              </a:path>
              <a:path w="711834" h="407034">
                <a:moveTo>
                  <a:pt x="513587" y="21335"/>
                </a:moveTo>
                <a:lnTo>
                  <a:pt x="492251" y="15239"/>
                </a:lnTo>
                <a:lnTo>
                  <a:pt x="460247" y="9143"/>
                </a:lnTo>
                <a:lnTo>
                  <a:pt x="437387" y="6095"/>
                </a:lnTo>
                <a:lnTo>
                  <a:pt x="434339" y="30479"/>
                </a:lnTo>
                <a:lnTo>
                  <a:pt x="455675" y="33527"/>
                </a:lnTo>
                <a:lnTo>
                  <a:pt x="486155" y="39623"/>
                </a:lnTo>
                <a:lnTo>
                  <a:pt x="507491" y="45719"/>
                </a:lnTo>
                <a:lnTo>
                  <a:pt x="513587" y="21335"/>
                </a:lnTo>
                <a:close/>
              </a:path>
              <a:path w="711834" h="407034">
                <a:moveTo>
                  <a:pt x="611123" y="60959"/>
                </a:moveTo>
                <a:lnTo>
                  <a:pt x="603503" y="57911"/>
                </a:lnTo>
                <a:lnTo>
                  <a:pt x="579119" y="44195"/>
                </a:lnTo>
                <a:lnTo>
                  <a:pt x="551687" y="33527"/>
                </a:lnTo>
                <a:lnTo>
                  <a:pt x="539495" y="28955"/>
                </a:lnTo>
                <a:lnTo>
                  <a:pt x="530351" y="53339"/>
                </a:lnTo>
                <a:lnTo>
                  <a:pt x="544067" y="57911"/>
                </a:lnTo>
                <a:lnTo>
                  <a:pt x="568451" y="68579"/>
                </a:lnTo>
                <a:lnTo>
                  <a:pt x="592835" y="80771"/>
                </a:lnTo>
                <a:lnTo>
                  <a:pt x="597407" y="83819"/>
                </a:lnTo>
                <a:lnTo>
                  <a:pt x="611123" y="60959"/>
                </a:lnTo>
                <a:close/>
              </a:path>
              <a:path w="711834" h="407034">
                <a:moveTo>
                  <a:pt x="690371" y="132587"/>
                </a:moveTo>
                <a:lnTo>
                  <a:pt x="688847" y="131063"/>
                </a:lnTo>
                <a:lnTo>
                  <a:pt x="665987" y="103631"/>
                </a:lnTo>
                <a:lnTo>
                  <a:pt x="656843" y="94487"/>
                </a:lnTo>
                <a:lnTo>
                  <a:pt x="638555" y="79247"/>
                </a:lnTo>
                <a:lnTo>
                  <a:pt x="632459" y="76199"/>
                </a:lnTo>
                <a:lnTo>
                  <a:pt x="618743" y="96011"/>
                </a:lnTo>
                <a:lnTo>
                  <a:pt x="623315" y="100583"/>
                </a:lnTo>
                <a:lnTo>
                  <a:pt x="632459" y="106679"/>
                </a:lnTo>
                <a:lnTo>
                  <a:pt x="640079" y="114299"/>
                </a:lnTo>
                <a:lnTo>
                  <a:pt x="649223" y="121919"/>
                </a:lnTo>
                <a:lnTo>
                  <a:pt x="667511" y="144779"/>
                </a:lnTo>
                <a:lnTo>
                  <a:pt x="667511" y="146303"/>
                </a:lnTo>
                <a:lnTo>
                  <a:pt x="690371" y="132587"/>
                </a:lnTo>
                <a:close/>
              </a:path>
              <a:path w="711834" h="407034">
                <a:moveTo>
                  <a:pt x="711707" y="202691"/>
                </a:moveTo>
                <a:lnTo>
                  <a:pt x="707135" y="170687"/>
                </a:lnTo>
                <a:lnTo>
                  <a:pt x="704087" y="160019"/>
                </a:lnTo>
                <a:lnTo>
                  <a:pt x="702563" y="156971"/>
                </a:lnTo>
                <a:lnTo>
                  <a:pt x="678179" y="167639"/>
                </a:lnTo>
                <a:lnTo>
                  <a:pt x="679703" y="169163"/>
                </a:lnTo>
                <a:lnTo>
                  <a:pt x="682751" y="178307"/>
                </a:lnTo>
                <a:lnTo>
                  <a:pt x="684275" y="187451"/>
                </a:lnTo>
                <a:lnTo>
                  <a:pt x="685799" y="195071"/>
                </a:lnTo>
                <a:lnTo>
                  <a:pt x="685799" y="202691"/>
                </a:lnTo>
                <a:lnTo>
                  <a:pt x="698753" y="203453"/>
                </a:lnTo>
                <a:lnTo>
                  <a:pt x="711707" y="202691"/>
                </a:lnTo>
                <a:close/>
              </a:path>
              <a:path w="711834" h="407034">
                <a:moveTo>
                  <a:pt x="711707" y="204215"/>
                </a:moveTo>
                <a:lnTo>
                  <a:pt x="698753" y="203453"/>
                </a:lnTo>
                <a:lnTo>
                  <a:pt x="685799" y="204215"/>
                </a:lnTo>
                <a:lnTo>
                  <a:pt x="685799" y="213359"/>
                </a:lnTo>
                <a:lnTo>
                  <a:pt x="684275" y="220979"/>
                </a:lnTo>
                <a:lnTo>
                  <a:pt x="682751" y="230123"/>
                </a:lnTo>
                <a:lnTo>
                  <a:pt x="681227" y="233171"/>
                </a:lnTo>
                <a:lnTo>
                  <a:pt x="705611" y="240791"/>
                </a:lnTo>
                <a:lnTo>
                  <a:pt x="707135" y="234695"/>
                </a:lnTo>
                <a:lnTo>
                  <a:pt x="710183" y="224027"/>
                </a:lnTo>
                <a:lnTo>
                  <a:pt x="710183" y="213359"/>
                </a:lnTo>
                <a:lnTo>
                  <a:pt x="711707" y="204215"/>
                </a:lnTo>
                <a:close/>
              </a:path>
              <a:path w="711834" h="407034">
                <a:moveTo>
                  <a:pt x="698753" y="203453"/>
                </a:moveTo>
                <a:lnTo>
                  <a:pt x="685799" y="202691"/>
                </a:lnTo>
                <a:lnTo>
                  <a:pt x="685799" y="204215"/>
                </a:lnTo>
                <a:lnTo>
                  <a:pt x="698753" y="203453"/>
                </a:lnTo>
                <a:close/>
              </a:path>
              <a:path w="711834" h="407034">
                <a:moveTo>
                  <a:pt x="693419" y="266699"/>
                </a:moveTo>
                <a:lnTo>
                  <a:pt x="672083" y="252983"/>
                </a:lnTo>
                <a:lnTo>
                  <a:pt x="667511" y="262127"/>
                </a:lnTo>
                <a:lnTo>
                  <a:pt x="655319" y="277367"/>
                </a:lnTo>
                <a:lnTo>
                  <a:pt x="632459" y="300227"/>
                </a:lnTo>
                <a:lnTo>
                  <a:pt x="624839" y="306323"/>
                </a:lnTo>
                <a:lnTo>
                  <a:pt x="640079" y="326135"/>
                </a:lnTo>
                <a:lnTo>
                  <a:pt x="647699" y="320039"/>
                </a:lnTo>
                <a:lnTo>
                  <a:pt x="658367" y="310895"/>
                </a:lnTo>
                <a:lnTo>
                  <a:pt x="667511" y="303275"/>
                </a:lnTo>
                <a:lnTo>
                  <a:pt x="682751" y="284987"/>
                </a:lnTo>
                <a:lnTo>
                  <a:pt x="688847" y="275843"/>
                </a:lnTo>
                <a:lnTo>
                  <a:pt x="693419" y="266699"/>
                </a:lnTo>
                <a:close/>
              </a:path>
              <a:path w="711834" h="407034">
                <a:moveTo>
                  <a:pt x="618743" y="341375"/>
                </a:moveTo>
                <a:lnTo>
                  <a:pt x="605027" y="320039"/>
                </a:lnTo>
                <a:lnTo>
                  <a:pt x="603503" y="321563"/>
                </a:lnTo>
                <a:lnTo>
                  <a:pt x="591311" y="327659"/>
                </a:lnTo>
                <a:lnTo>
                  <a:pt x="568451" y="338327"/>
                </a:lnTo>
                <a:lnTo>
                  <a:pt x="542543" y="348995"/>
                </a:lnTo>
                <a:lnTo>
                  <a:pt x="537971" y="350519"/>
                </a:lnTo>
                <a:lnTo>
                  <a:pt x="547115" y="374903"/>
                </a:lnTo>
                <a:lnTo>
                  <a:pt x="551687" y="373379"/>
                </a:lnTo>
                <a:lnTo>
                  <a:pt x="579119" y="361187"/>
                </a:lnTo>
                <a:lnTo>
                  <a:pt x="605027" y="348995"/>
                </a:lnTo>
                <a:lnTo>
                  <a:pt x="617219" y="342899"/>
                </a:lnTo>
                <a:lnTo>
                  <a:pt x="618743" y="341375"/>
                </a:lnTo>
                <a:close/>
              </a:path>
              <a:path w="711834" h="407034">
                <a:moveTo>
                  <a:pt x="521207" y="384047"/>
                </a:moveTo>
                <a:lnTo>
                  <a:pt x="515111" y="358139"/>
                </a:lnTo>
                <a:lnTo>
                  <a:pt x="486155" y="367283"/>
                </a:lnTo>
                <a:lnTo>
                  <a:pt x="455675" y="373379"/>
                </a:lnTo>
                <a:lnTo>
                  <a:pt x="441959" y="374903"/>
                </a:lnTo>
                <a:lnTo>
                  <a:pt x="446531" y="399287"/>
                </a:lnTo>
                <a:lnTo>
                  <a:pt x="460247" y="397763"/>
                </a:lnTo>
                <a:lnTo>
                  <a:pt x="492251" y="391667"/>
                </a:lnTo>
                <a:lnTo>
                  <a:pt x="521207" y="384047"/>
                </a:lnTo>
                <a:close/>
              </a:path>
              <a:path w="711834" h="407034">
                <a:moveTo>
                  <a:pt x="355853" y="393953"/>
                </a:moveTo>
                <a:lnTo>
                  <a:pt x="355091" y="380999"/>
                </a:lnTo>
                <a:lnTo>
                  <a:pt x="342899" y="380999"/>
                </a:lnTo>
                <a:lnTo>
                  <a:pt x="342899" y="406907"/>
                </a:lnTo>
                <a:lnTo>
                  <a:pt x="355091" y="406907"/>
                </a:lnTo>
                <a:lnTo>
                  <a:pt x="355853" y="393953"/>
                </a:lnTo>
                <a:close/>
              </a:path>
              <a:path w="711834" h="407034">
                <a:moveTo>
                  <a:pt x="420623" y="403859"/>
                </a:moveTo>
                <a:lnTo>
                  <a:pt x="417575" y="377951"/>
                </a:lnTo>
                <a:lnTo>
                  <a:pt x="390143" y="379475"/>
                </a:lnTo>
                <a:lnTo>
                  <a:pt x="355091" y="380999"/>
                </a:lnTo>
                <a:lnTo>
                  <a:pt x="356615" y="380999"/>
                </a:lnTo>
                <a:lnTo>
                  <a:pt x="356615" y="406907"/>
                </a:lnTo>
                <a:lnTo>
                  <a:pt x="391667" y="405383"/>
                </a:lnTo>
                <a:lnTo>
                  <a:pt x="420623" y="403859"/>
                </a:lnTo>
                <a:close/>
              </a:path>
              <a:path w="711834" h="407034">
                <a:moveTo>
                  <a:pt x="356615" y="380999"/>
                </a:moveTo>
                <a:lnTo>
                  <a:pt x="355091" y="380999"/>
                </a:lnTo>
                <a:lnTo>
                  <a:pt x="355853" y="393953"/>
                </a:lnTo>
                <a:lnTo>
                  <a:pt x="356615" y="380999"/>
                </a:lnTo>
                <a:close/>
              </a:path>
              <a:path w="711834" h="407034">
                <a:moveTo>
                  <a:pt x="356615" y="406907"/>
                </a:moveTo>
                <a:lnTo>
                  <a:pt x="356615" y="380999"/>
                </a:lnTo>
                <a:lnTo>
                  <a:pt x="355853" y="393953"/>
                </a:lnTo>
                <a:lnTo>
                  <a:pt x="356615" y="406907"/>
                </a:lnTo>
                <a:close/>
              </a:path>
              <a:path w="711834" h="407034">
                <a:moveTo>
                  <a:pt x="318515" y="379475"/>
                </a:moveTo>
                <a:lnTo>
                  <a:pt x="288035" y="377951"/>
                </a:lnTo>
                <a:lnTo>
                  <a:pt x="256031" y="373379"/>
                </a:lnTo>
                <a:lnTo>
                  <a:pt x="243839" y="370331"/>
                </a:lnTo>
                <a:lnTo>
                  <a:pt x="239267" y="394715"/>
                </a:lnTo>
                <a:lnTo>
                  <a:pt x="251459" y="397763"/>
                </a:lnTo>
                <a:lnTo>
                  <a:pt x="284987" y="402335"/>
                </a:lnTo>
                <a:lnTo>
                  <a:pt x="316991" y="405383"/>
                </a:lnTo>
                <a:lnTo>
                  <a:pt x="318515" y="379475"/>
                </a:lnTo>
                <a:close/>
              </a:path>
              <a:path w="711834" h="407034">
                <a:moveTo>
                  <a:pt x="220979" y="365759"/>
                </a:moveTo>
                <a:lnTo>
                  <a:pt x="195071" y="358139"/>
                </a:lnTo>
                <a:lnTo>
                  <a:pt x="167639" y="348995"/>
                </a:lnTo>
                <a:lnTo>
                  <a:pt x="149351" y="341375"/>
                </a:lnTo>
                <a:lnTo>
                  <a:pt x="140207" y="365759"/>
                </a:lnTo>
                <a:lnTo>
                  <a:pt x="160019" y="373379"/>
                </a:lnTo>
                <a:lnTo>
                  <a:pt x="188975" y="382523"/>
                </a:lnTo>
                <a:lnTo>
                  <a:pt x="213359" y="390143"/>
                </a:lnTo>
                <a:lnTo>
                  <a:pt x="220979" y="365759"/>
                </a:lnTo>
                <a:close/>
              </a:path>
              <a:path w="711834" h="407034">
                <a:moveTo>
                  <a:pt x="51815" y="272795"/>
                </a:moveTo>
                <a:lnTo>
                  <a:pt x="50291" y="269747"/>
                </a:lnTo>
                <a:lnTo>
                  <a:pt x="44195" y="262127"/>
                </a:lnTo>
                <a:lnTo>
                  <a:pt x="39623" y="252983"/>
                </a:lnTo>
                <a:lnTo>
                  <a:pt x="35051" y="245363"/>
                </a:lnTo>
                <a:lnTo>
                  <a:pt x="32003" y="236219"/>
                </a:lnTo>
                <a:lnTo>
                  <a:pt x="28955" y="228599"/>
                </a:lnTo>
                <a:lnTo>
                  <a:pt x="27431" y="219455"/>
                </a:lnTo>
                <a:lnTo>
                  <a:pt x="25907" y="211835"/>
                </a:lnTo>
                <a:lnTo>
                  <a:pt x="25907" y="210311"/>
                </a:lnTo>
                <a:lnTo>
                  <a:pt x="0" y="211835"/>
                </a:lnTo>
                <a:lnTo>
                  <a:pt x="1523" y="214883"/>
                </a:lnTo>
                <a:lnTo>
                  <a:pt x="4571" y="236219"/>
                </a:lnTo>
                <a:lnTo>
                  <a:pt x="22859" y="275843"/>
                </a:lnTo>
                <a:lnTo>
                  <a:pt x="30479" y="284987"/>
                </a:lnTo>
                <a:lnTo>
                  <a:pt x="32003" y="289559"/>
                </a:lnTo>
                <a:lnTo>
                  <a:pt x="51815" y="272795"/>
                </a:lnTo>
                <a:close/>
              </a:path>
              <a:path w="711834" h="407034">
                <a:moveTo>
                  <a:pt x="128015" y="330707"/>
                </a:moveTo>
                <a:lnTo>
                  <a:pt x="118871" y="326135"/>
                </a:lnTo>
                <a:lnTo>
                  <a:pt x="97535" y="313943"/>
                </a:lnTo>
                <a:lnTo>
                  <a:pt x="88391" y="306323"/>
                </a:lnTo>
                <a:lnTo>
                  <a:pt x="79247" y="300227"/>
                </a:lnTo>
                <a:lnTo>
                  <a:pt x="70103" y="292607"/>
                </a:lnTo>
                <a:lnTo>
                  <a:pt x="68579" y="289559"/>
                </a:lnTo>
                <a:lnTo>
                  <a:pt x="50291" y="307847"/>
                </a:lnTo>
                <a:lnTo>
                  <a:pt x="83819" y="335279"/>
                </a:lnTo>
                <a:lnTo>
                  <a:pt x="108203" y="348995"/>
                </a:lnTo>
                <a:lnTo>
                  <a:pt x="115823" y="353567"/>
                </a:lnTo>
                <a:lnTo>
                  <a:pt x="128015" y="3307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89491" y="5518403"/>
            <a:ext cx="788035" cy="318770"/>
          </a:xfrm>
          <a:custGeom>
            <a:avLst/>
            <a:gdLst/>
            <a:ahLst/>
            <a:cxnLst/>
            <a:rect l="l" t="t" r="r" b="b"/>
            <a:pathLst>
              <a:path w="788035" h="318770">
                <a:moveTo>
                  <a:pt x="57911" y="105155"/>
                </a:moveTo>
                <a:lnTo>
                  <a:pt x="42671" y="86867"/>
                </a:lnTo>
                <a:lnTo>
                  <a:pt x="33527" y="92963"/>
                </a:lnTo>
                <a:lnTo>
                  <a:pt x="25907" y="100583"/>
                </a:lnTo>
                <a:lnTo>
                  <a:pt x="13715" y="115823"/>
                </a:lnTo>
                <a:lnTo>
                  <a:pt x="9143" y="124967"/>
                </a:lnTo>
                <a:lnTo>
                  <a:pt x="4571" y="132587"/>
                </a:lnTo>
                <a:lnTo>
                  <a:pt x="3047" y="141731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27431" y="146303"/>
                </a:lnTo>
                <a:lnTo>
                  <a:pt x="28955" y="141731"/>
                </a:lnTo>
                <a:lnTo>
                  <a:pt x="35051" y="129539"/>
                </a:lnTo>
                <a:lnTo>
                  <a:pt x="39623" y="123443"/>
                </a:lnTo>
                <a:lnTo>
                  <a:pt x="57911" y="105155"/>
                </a:lnTo>
                <a:close/>
              </a:path>
              <a:path w="788035" h="318770">
                <a:moveTo>
                  <a:pt x="27431" y="169163"/>
                </a:moveTo>
                <a:lnTo>
                  <a:pt x="25907" y="164591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1523" y="169163"/>
                </a:lnTo>
                <a:lnTo>
                  <a:pt x="1523" y="175259"/>
                </a:lnTo>
                <a:lnTo>
                  <a:pt x="27431" y="169163"/>
                </a:lnTo>
                <a:close/>
              </a:path>
              <a:path w="788035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788035" h="318770">
                <a:moveTo>
                  <a:pt x="144779" y="62483"/>
                </a:moveTo>
                <a:lnTo>
                  <a:pt x="137159" y="38099"/>
                </a:lnTo>
                <a:lnTo>
                  <a:pt x="132587" y="39623"/>
                </a:lnTo>
                <a:lnTo>
                  <a:pt x="120395" y="44195"/>
                </a:lnTo>
                <a:lnTo>
                  <a:pt x="106679" y="48767"/>
                </a:lnTo>
                <a:lnTo>
                  <a:pt x="82295" y="60959"/>
                </a:lnTo>
                <a:lnTo>
                  <a:pt x="71627" y="67055"/>
                </a:lnTo>
                <a:lnTo>
                  <a:pt x="64007" y="70103"/>
                </a:lnTo>
                <a:lnTo>
                  <a:pt x="77723" y="92963"/>
                </a:lnTo>
                <a:lnTo>
                  <a:pt x="83819" y="88391"/>
                </a:lnTo>
                <a:lnTo>
                  <a:pt x="94487" y="82295"/>
                </a:lnTo>
                <a:lnTo>
                  <a:pt x="105155" y="77723"/>
                </a:lnTo>
                <a:lnTo>
                  <a:pt x="117347" y="73151"/>
                </a:lnTo>
                <a:lnTo>
                  <a:pt x="129539" y="67055"/>
                </a:lnTo>
                <a:lnTo>
                  <a:pt x="141731" y="62483"/>
                </a:lnTo>
                <a:lnTo>
                  <a:pt x="144779" y="62483"/>
                </a:lnTo>
                <a:close/>
              </a:path>
              <a:path w="788035" h="318770">
                <a:moveTo>
                  <a:pt x="240791" y="38099"/>
                </a:moveTo>
                <a:lnTo>
                  <a:pt x="236219" y="13715"/>
                </a:lnTo>
                <a:lnTo>
                  <a:pt x="208787" y="18287"/>
                </a:lnTo>
                <a:lnTo>
                  <a:pt x="176783" y="25907"/>
                </a:lnTo>
                <a:lnTo>
                  <a:pt x="161543" y="30479"/>
                </a:lnTo>
                <a:lnTo>
                  <a:pt x="167639" y="54863"/>
                </a:lnTo>
                <a:lnTo>
                  <a:pt x="184403" y="50291"/>
                </a:lnTo>
                <a:lnTo>
                  <a:pt x="214883" y="42671"/>
                </a:lnTo>
                <a:lnTo>
                  <a:pt x="240791" y="38099"/>
                </a:lnTo>
                <a:close/>
              </a:path>
              <a:path w="788035" h="318770">
                <a:moveTo>
                  <a:pt x="341375" y="27431"/>
                </a:moveTo>
                <a:lnTo>
                  <a:pt x="339851" y="1523"/>
                </a:lnTo>
                <a:lnTo>
                  <a:pt x="315467" y="3047"/>
                </a:lnTo>
                <a:lnTo>
                  <a:pt x="278891" y="7619"/>
                </a:lnTo>
                <a:lnTo>
                  <a:pt x="262127" y="9143"/>
                </a:lnTo>
                <a:lnTo>
                  <a:pt x="265175" y="35051"/>
                </a:lnTo>
                <a:lnTo>
                  <a:pt x="281939" y="32003"/>
                </a:lnTo>
                <a:lnTo>
                  <a:pt x="318515" y="28955"/>
                </a:lnTo>
                <a:lnTo>
                  <a:pt x="341375" y="27431"/>
                </a:lnTo>
                <a:close/>
              </a:path>
              <a:path w="788035" h="318770">
                <a:moveTo>
                  <a:pt x="393953" y="12953"/>
                </a:moveTo>
                <a:lnTo>
                  <a:pt x="393191" y="0"/>
                </a:lnTo>
                <a:lnTo>
                  <a:pt x="365759" y="1523"/>
                </a:lnTo>
                <a:lnTo>
                  <a:pt x="365759" y="25907"/>
                </a:lnTo>
                <a:lnTo>
                  <a:pt x="393191" y="25907"/>
                </a:lnTo>
                <a:lnTo>
                  <a:pt x="393953" y="12953"/>
                </a:lnTo>
                <a:close/>
              </a:path>
              <a:path w="788035" h="318770">
                <a:moveTo>
                  <a:pt x="394715" y="25907"/>
                </a:moveTo>
                <a:lnTo>
                  <a:pt x="393953" y="12953"/>
                </a:lnTo>
                <a:lnTo>
                  <a:pt x="393191" y="25907"/>
                </a:lnTo>
                <a:lnTo>
                  <a:pt x="394715" y="25907"/>
                </a:lnTo>
                <a:close/>
              </a:path>
              <a:path w="788035" h="318770">
                <a:moveTo>
                  <a:pt x="441959" y="1523"/>
                </a:moveTo>
                <a:lnTo>
                  <a:pt x="432815" y="1523"/>
                </a:lnTo>
                <a:lnTo>
                  <a:pt x="394715" y="0"/>
                </a:lnTo>
                <a:lnTo>
                  <a:pt x="393953" y="12953"/>
                </a:lnTo>
                <a:lnTo>
                  <a:pt x="394715" y="25907"/>
                </a:lnTo>
                <a:lnTo>
                  <a:pt x="432815" y="25907"/>
                </a:lnTo>
                <a:lnTo>
                  <a:pt x="440435" y="27431"/>
                </a:lnTo>
                <a:lnTo>
                  <a:pt x="441959" y="1523"/>
                </a:lnTo>
                <a:close/>
              </a:path>
              <a:path w="788035" h="318770">
                <a:moveTo>
                  <a:pt x="544067" y="12191"/>
                </a:moveTo>
                <a:lnTo>
                  <a:pt x="509015" y="6095"/>
                </a:lnTo>
                <a:lnTo>
                  <a:pt x="470915" y="3047"/>
                </a:lnTo>
                <a:lnTo>
                  <a:pt x="467867" y="3047"/>
                </a:lnTo>
                <a:lnTo>
                  <a:pt x="466343" y="28955"/>
                </a:lnTo>
                <a:lnTo>
                  <a:pt x="469391" y="28955"/>
                </a:lnTo>
                <a:lnTo>
                  <a:pt x="505967" y="32003"/>
                </a:lnTo>
                <a:lnTo>
                  <a:pt x="541019" y="36575"/>
                </a:lnTo>
                <a:lnTo>
                  <a:pt x="544067" y="12191"/>
                </a:lnTo>
                <a:close/>
              </a:path>
              <a:path w="788035" h="318770">
                <a:moveTo>
                  <a:pt x="644651" y="36575"/>
                </a:moveTo>
                <a:lnTo>
                  <a:pt x="640079" y="33527"/>
                </a:lnTo>
                <a:lnTo>
                  <a:pt x="609599" y="25907"/>
                </a:lnTo>
                <a:lnTo>
                  <a:pt x="577595" y="18287"/>
                </a:lnTo>
                <a:lnTo>
                  <a:pt x="569975" y="16763"/>
                </a:lnTo>
                <a:lnTo>
                  <a:pt x="565403" y="41147"/>
                </a:lnTo>
                <a:lnTo>
                  <a:pt x="573023" y="42671"/>
                </a:lnTo>
                <a:lnTo>
                  <a:pt x="603503" y="50291"/>
                </a:lnTo>
                <a:lnTo>
                  <a:pt x="632459" y="57911"/>
                </a:lnTo>
                <a:lnTo>
                  <a:pt x="637031" y="59435"/>
                </a:lnTo>
                <a:lnTo>
                  <a:pt x="644651" y="36575"/>
                </a:lnTo>
                <a:close/>
              </a:path>
              <a:path w="788035" h="318770">
                <a:moveTo>
                  <a:pt x="739139" y="82295"/>
                </a:moveTo>
                <a:lnTo>
                  <a:pt x="736091" y="79247"/>
                </a:lnTo>
                <a:lnTo>
                  <a:pt x="726947" y="73151"/>
                </a:lnTo>
                <a:lnTo>
                  <a:pt x="716279" y="67055"/>
                </a:lnTo>
                <a:lnTo>
                  <a:pt x="704087" y="60959"/>
                </a:lnTo>
                <a:lnTo>
                  <a:pt x="693419" y="54863"/>
                </a:lnTo>
                <a:lnTo>
                  <a:pt x="681227" y="48767"/>
                </a:lnTo>
                <a:lnTo>
                  <a:pt x="670559" y="44195"/>
                </a:lnTo>
                <a:lnTo>
                  <a:pt x="659891" y="68579"/>
                </a:lnTo>
                <a:lnTo>
                  <a:pt x="670559" y="73151"/>
                </a:lnTo>
                <a:lnTo>
                  <a:pt x="682751" y="77723"/>
                </a:lnTo>
                <a:lnTo>
                  <a:pt x="693419" y="83819"/>
                </a:lnTo>
                <a:lnTo>
                  <a:pt x="704087" y="88391"/>
                </a:lnTo>
                <a:lnTo>
                  <a:pt x="722375" y="100583"/>
                </a:lnTo>
                <a:lnTo>
                  <a:pt x="725423" y="102107"/>
                </a:lnTo>
                <a:lnTo>
                  <a:pt x="739139" y="82295"/>
                </a:lnTo>
                <a:close/>
              </a:path>
              <a:path w="788035" h="318770">
                <a:moveTo>
                  <a:pt x="787907" y="158495"/>
                </a:moveTo>
                <a:lnTo>
                  <a:pt x="784859" y="140207"/>
                </a:lnTo>
                <a:lnTo>
                  <a:pt x="781811" y="131063"/>
                </a:lnTo>
                <a:lnTo>
                  <a:pt x="778763" y="123443"/>
                </a:lnTo>
                <a:lnTo>
                  <a:pt x="760475" y="100583"/>
                </a:lnTo>
                <a:lnTo>
                  <a:pt x="760475" y="99059"/>
                </a:lnTo>
                <a:lnTo>
                  <a:pt x="742187" y="117347"/>
                </a:lnTo>
                <a:lnTo>
                  <a:pt x="742187" y="118871"/>
                </a:lnTo>
                <a:lnTo>
                  <a:pt x="748283" y="124967"/>
                </a:lnTo>
                <a:lnTo>
                  <a:pt x="752855" y="131063"/>
                </a:lnTo>
                <a:lnTo>
                  <a:pt x="755903" y="137159"/>
                </a:lnTo>
                <a:lnTo>
                  <a:pt x="758951" y="141731"/>
                </a:lnTo>
                <a:lnTo>
                  <a:pt x="761999" y="153923"/>
                </a:lnTo>
                <a:lnTo>
                  <a:pt x="761999" y="158495"/>
                </a:lnTo>
                <a:lnTo>
                  <a:pt x="774953" y="159257"/>
                </a:lnTo>
                <a:lnTo>
                  <a:pt x="787907" y="158495"/>
                </a:lnTo>
                <a:close/>
              </a:path>
              <a:path w="788035" h="318770">
                <a:moveTo>
                  <a:pt x="787907" y="160019"/>
                </a:moveTo>
                <a:lnTo>
                  <a:pt x="774953" y="159257"/>
                </a:lnTo>
                <a:lnTo>
                  <a:pt x="761999" y="160019"/>
                </a:lnTo>
                <a:lnTo>
                  <a:pt x="761999" y="166115"/>
                </a:lnTo>
                <a:lnTo>
                  <a:pt x="760475" y="172211"/>
                </a:lnTo>
                <a:lnTo>
                  <a:pt x="758951" y="173735"/>
                </a:lnTo>
                <a:lnTo>
                  <a:pt x="783335" y="181355"/>
                </a:lnTo>
                <a:lnTo>
                  <a:pt x="784859" y="176783"/>
                </a:lnTo>
                <a:lnTo>
                  <a:pt x="786383" y="167639"/>
                </a:lnTo>
                <a:lnTo>
                  <a:pt x="787907" y="160019"/>
                </a:lnTo>
                <a:close/>
              </a:path>
              <a:path w="788035" h="318770">
                <a:moveTo>
                  <a:pt x="774953" y="159257"/>
                </a:moveTo>
                <a:lnTo>
                  <a:pt x="761999" y="158495"/>
                </a:lnTo>
                <a:lnTo>
                  <a:pt x="761999" y="160019"/>
                </a:lnTo>
                <a:lnTo>
                  <a:pt x="774953" y="159257"/>
                </a:lnTo>
                <a:close/>
              </a:path>
              <a:path w="788035" h="318770">
                <a:moveTo>
                  <a:pt x="769619" y="207263"/>
                </a:moveTo>
                <a:lnTo>
                  <a:pt x="749807" y="192023"/>
                </a:lnTo>
                <a:lnTo>
                  <a:pt x="748283" y="195071"/>
                </a:lnTo>
                <a:lnTo>
                  <a:pt x="736091" y="207263"/>
                </a:lnTo>
                <a:lnTo>
                  <a:pt x="720851" y="219455"/>
                </a:lnTo>
                <a:lnTo>
                  <a:pt x="713231" y="224027"/>
                </a:lnTo>
                <a:lnTo>
                  <a:pt x="702563" y="230123"/>
                </a:lnTo>
                <a:lnTo>
                  <a:pt x="693419" y="234695"/>
                </a:lnTo>
                <a:lnTo>
                  <a:pt x="705611" y="257555"/>
                </a:lnTo>
                <a:lnTo>
                  <a:pt x="745235" y="233171"/>
                </a:lnTo>
                <a:lnTo>
                  <a:pt x="768095" y="210311"/>
                </a:lnTo>
                <a:lnTo>
                  <a:pt x="769619" y="207263"/>
                </a:lnTo>
                <a:close/>
              </a:path>
              <a:path w="788035" h="318770">
                <a:moveTo>
                  <a:pt x="682751" y="269747"/>
                </a:moveTo>
                <a:lnTo>
                  <a:pt x="672083" y="245363"/>
                </a:lnTo>
                <a:lnTo>
                  <a:pt x="670559" y="246887"/>
                </a:lnTo>
                <a:lnTo>
                  <a:pt x="646175" y="256031"/>
                </a:lnTo>
                <a:lnTo>
                  <a:pt x="632459" y="260603"/>
                </a:lnTo>
                <a:lnTo>
                  <a:pt x="603503" y="268223"/>
                </a:lnTo>
                <a:lnTo>
                  <a:pt x="601979" y="268223"/>
                </a:lnTo>
                <a:lnTo>
                  <a:pt x="608075" y="294131"/>
                </a:lnTo>
                <a:lnTo>
                  <a:pt x="611123" y="292607"/>
                </a:lnTo>
                <a:lnTo>
                  <a:pt x="640079" y="284987"/>
                </a:lnTo>
                <a:lnTo>
                  <a:pt x="653795" y="280415"/>
                </a:lnTo>
                <a:lnTo>
                  <a:pt x="667511" y="274319"/>
                </a:lnTo>
                <a:lnTo>
                  <a:pt x="681227" y="269747"/>
                </a:lnTo>
                <a:lnTo>
                  <a:pt x="682751" y="269747"/>
                </a:lnTo>
                <a:close/>
              </a:path>
              <a:path w="788035" h="318770">
                <a:moveTo>
                  <a:pt x="583691" y="300227"/>
                </a:moveTo>
                <a:lnTo>
                  <a:pt x="577595" y="274319"/>
                </a:lnTo>
                <a:lnTo>
                  <a:pt x="573023" y="275843"/>
                </a:lnTo>
                <a:lnTo>
                  <a:pt x="539495" y="281939"/>
                </a:lnTo>
                <a:lnTo>
                  <a:pt x="505967" y="286511"/>
                </a:lnTo>
                <a:lnTo>
                  <a:pt x="504443" y="286511"/>
                </a:lnTo>
                <a:lnTo>
                  <a:pt x="505967" y="312419"/>
                </a:lnTo>
                <a:lnTo>
                  <a:pt x="509015" y="312419"/>
                </a:lnTo>
                <a:lnTo>
                  <a:pt x="579119" y="300227"/>
                </a:lnTo>
                <a:lnTo>
                  <a:pt x="583691" y="300227"/>
                </a:lnTo>
                <a:close/>
              </a:path>
              <a:path w="788035" h="318770">
                <a:moveTo>
                  <a:pt x="481583" y="313943"/>
                </a:moveTo>
                <a:lnTo>
                  <a:pt x="478535" y="289559"/>
                </a:lnTo>
                <a:lnTo>
                  <a:pt x="469391" y="289559"/>
                </a:lnTo>
                <a:lnTo>
                  <a:pt x="432815" y="292607"/>
                </a:lnTo>
                <a:lnTo>
                  <a:pt x="403859" y="292607"/>
                </a:lnTo>
                <a:lnTo>
                  <a:pt x="403859" y="318515"/>
                </a:lnTo>
                <a:lnTo>
                  <a:pt x="434339" y="318515"/>
                </a:lnTo>
                <a:lnTo>
                  <a:pt x="472439" y="315467"/>
                </a:lnTo>
                <a:lnTo>
                  <a:pt x="481583" y="313943"/>
                </a:lnTo>
                <a:close/>
              </a:path>
              <a:path w="788035" h="318770">
                <a:moveTo>
                  <a:pt x="377951" y="318515"/>
                </a:moveTo>
                <a:lnTo>
                  <a:pt x="377951" y="292607"/>
                </a:lnTo>
                <a:lnTo>
                  <a:pt x="355091" y="292607"/>
                </a:lnTo>
                <a:lnTo>
                  <a:pt x="318515" y="289559"/>
                </a:lnTo>
                <a:lnTo>
                  <a:pt x="303275" y="289559"/>
                </a:lnTo>
                <a:lnTo>
                  <a:pt x="300227" y="313943"/>
                </a:lnTo>
                <a:lnTo>
                  <a:pt x="316991" y="315467"/>
                </a:lnTo>
                <a:lnTo>
                  <a:pt x="355091" y="318515"/>
                </a:lnTo>
                <a:lnTo>
                  <a:pt x="377951" y="318515"/>
                </a:lnTo>
                <a:close/>
              </a:path>
              <a:path w="788035" h="318770">
                <a:moveTo>
                  <a:pt x="278891" y="286511"/>
                </a:moveTo>
                <a:lnTo>
                  <a:pt x="246887" y="281939"/>
                </a:lnTo>
                <a:lnTo>
                  <a:pt x="214883" y="275843"/>
                </a:lnTo>
                <a:lnTo>
                  <a:pt x="204215" y="272795"/>
                </a:lnTo>
                <a:lnTo>
                  <a:pt x="199643" y="298703"/>
                </a:lnTo>
                <a:lnTo>
                  <a:pt x="210311" y="300227"/>
                </a:lnTo>
                <a:lnTo>
                  <a:pt x="243839" y="306323"/>
                </a:lnTo>
                <a:lnTo>
                  <a:pt x="274319" y="310895"/>
                </a:lnTo>
                <a:lnTo>
                  <a:pt x="278891" y="286511"/>
                </a:lnTo>
                <a:close/>
              </a:path>
              <a:path w="788035" h="318770">
                <a:moveTo>
                  <a:pt x="181355" y="268223"/>
                </a:moveTo>
                <a:lnTo>
                  <a:pt x="155447" y="260603"/>
                </a:lnTo>
                <a:lnTo>
                  <a:pt x="141731" y="256031"/>
                </a:lnTo>
                <a:lnTo>
                  <a:pt x="129539" y="251459"/>
                </a:lnTo>
                <a:lnTo>
                  <a:pt x="115823" y="245363"/>
                </a:lnTo>
                <a:lnTo>
                  <a:pt x="109727" y="243839"/>
                </a:lnTo>
                <a:lnTo>
                  <a:pt x="100583" y="266699"/>
                </a:lnTo>
                <a:lnTo>
                  <a:pt x="106679" y="269747"/>
                </a:lnTo>
                <a:lnTo>
                  <a:pt x="120395" y="274319"/>
                </a:lnTo>
                <a:lnTo>
                  <a:pt x="134111" y="280415"/>
                </a:lnTo>
                <a:lnTo>
                  <a:pt x="147827" y="284987"/>
                </a:lnTo>
                <a:lnTo>
                  <a:pt x="173735" y="292607"/>
                </a:lnTo>
                <a:lnTo>
                  <a:pt x="181355" y="268223"/>
                </a:lnTo>
                <a:close/>
              </a:path>
              <a:path w="788035" h="318770">
                <a:moveTo>
                  <a:pt x="88391" y="233171"/>
                </a:moveTo>
                <a:lnTo>
                  <a:pt x="65531" y="217931"/>
                </a:lnTo>
                <a:lnTo>
                  <a:pt x="57911" y="213359"/>
                </a:lnTo>
                <a:lnTo>
                  <a:pt x="51815" y="207263"/>
                </a:lnTo>
                <a:lnTo>
                  <a:pt x="44195" y="201167"/>
                </a:lnTo>
                <a:lnTo>
                  <a:pt x="35051" y="188975"/>
                </a:lnTo>
                <a:lnTo>
                  <a:pt x="13715" y="201167"/>
                </a:lnTo>
                <a:lnTo>
                  <a:pt x="15239" y="204215"/>
                </a:lnTo>
                <a:lnTo>
                  <a:pt x="19811" y="211835"/>
                </a:lnTo>
                <a:lnTo>
                  <a:pt x="27431" y="219455"/>
                </a:lnTo>
                <a:lnTo>
                  <a:pt x="35051" y="225551"/>
                </a:lnTo>
                <a:lnTo>
                  <a:pt x="42671" y="233171"/>
                </a:lnTo>
                <a:lnTo>
                  <a:pt x="51815" y="239267"/>
                </a:lnTo>
                <a:lnTo>
                  <a:pt x="60959" y="246887"/>
                </a:lnTo>
                <a:lnTo>
                  <a:pt x="71627" y="252983"/>
                </a:lnTo>
                <a:lnTo>
                  <a:pt x="76199" y="254507"/>
                </a:lnTo>
                <a:lnTo>
                  <a:pt x="88391" y="2331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99801" y="4613149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27791" y="5137403"/>
            <a:ext cx="597535" cy="407034"/>
          </a:xfrm>
          <a:custGeom>
            <a:avLst/>
            <a:gdLst/>
            <a:ahLst/>
            <a:cxnLst/>
            <a:rect l="l" t="t" r="r" b="b"/>
            <a:pathLst>
              <a:path w="597534" h="407035">
                <a:moveTo>
                  <a:pt x="597407" y="213359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1543"/>
                </a:lnTo>
                <a:lnTo>
                  <a:pt x="573023" y="121919"/>
                </a:lnTo>
                <a:lnTo>
                  <a:pt x="544067" y="86867"/>
                </a:lnTo>
                <a:lnTo>
                  <a:pt x="507491" y="57911"/>
                </a:lnTo>
                <a:lnTo>
                  <a:pt x="463295" y="33527"/>
                </a:lnTo>
                <a:lnTo>
                  <a:pt x="413003" y="15239"/>
                </a:lnTo>
                <a:lnTo>
                  <a:pt x="358139" y="4571"/>
                </a:lnTo>
                <a:lnTo>
                  <a:pt x="298703" y="0"/>
                </a:lnTo>
                <a:lnTo>
                  <a:pt x="268223" y="1523"/>
                </a:lnTo>
                <a:lnTo>
                  <a:pt x="210311" y="9143"/>
                </a:lnTo>
                <a:lnTo>
                  <a:pt x="156971" y="24383"/>
                </a:lnTo>
                <a:lnTo>
                  <a:pt x="109727" y="45719"/>
                </a:lnTo>
                <a:lnTo>
                  <a:pt x="51815" y="88391"/>
                </a:lnTo>
                <a:lnTo>
                  <a:pt x="18287" y="132587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2211"/>
                </a:lnTo>
                <a:lnTo>
                  <a:pt x="0" y="193547"/>
                </a:lnTo>
                <a:lnTo>
                  <a:pt x="0" y="214883"/>
                </a:lnTo>
                <a:lnTo>
                  <a:pt x="1523" y="225551"/>
                </a:lnTo>
                <a:lnTo>
                  <a:pt x="4571" y="236219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5843"/>
                </a:lnTo>
                <a:lnTo>
                  <a:pt x="24383" y="284987"/>
                </a:lnTo>
                <a:lnTo>
                  <a:pt x="25907" y="287273"/>
                </a:lnTo>
                <a:lnTo>
                  <a:pt x="25907" y="193547"/>
                </a:lnTo>
                <a:lnTo>
                  <a:pt x="27431" y="185927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2399"/>
                </a:lnTo>
                <a:lnTo>
                  <a:pt x="41147" y="143255"/>
                </a:lnTo>
                <a:lnTo>
                  <a:pt x="71627" y="105155"/>
                </a:lnTo>
                <a:lnTo>
                  <a:pt x="103631" y="79247"/>
                </a:lnTo>
                <a:lnTo>
                  <a:pt x="144779" y="56387"/>
                </a:lnTo>
                <a:lnTo>
                  <a:pt x="192023" y="39623"/>
                </a:lnTo>
                <a:lnTo>
                  <a:pt x="243839" y="28955"/>
                </a:lnTo>
                <a:lnTo>
                  <a:pt x="271271" y="25907"/>
                </a:lnTo>
                <a:lnTo>
                  <a:pt x="327659" y="25907"/>
                </a:lnTo>
                <a:lnTo>
                  <a:pt x="380999" y="33527"/>
                </a:lnTo>
                <a:lnTo>
                  <a:pt x="431291" y="48767"/>
                </a:lnTo>
                <a:lnTo>
                  <a:pt x="475487" y="67055"/>
                </a:lnTo>
                <a:lnTo>
                  <a:pt x="512063" y="92963"/>
                </a:lnTo>
                <a:lnTo>
                  <a:pt x="541019" y="121919"/>
                </a:lnTo>
                <a:lnTo>
                  <a:pt x="563879" y="161543"/>
                </a:lnTo>
                <a:lnTo>
                  <a:pt x="566927" y="169163"/>
                </a:lnTo>
                <a:lnTo>
                  <a:pt x="568451" y="178307"/>
                </a:lnTo>
                <a:lnTo>
                  <a:pt x="569975" y="185927"/>
                </a:lnTo>
                <a:lnTo>
                  <a:pt x="571499" y="195071"/>
                </a:lnTo>
                <a:lnTo>
                  <a:pt x="571499" y="285749"/>
                </a:lnTo>
                <a:lnTo>
                  <a:pt x="579119" y="274319"/>
                </a:lnTo>
                <a:lnTo>
                  <a:pt x="583691" y="265175"/>
                </a:lnTo>
                <a:lnTo>
                  <a:pt x="586739" y="254507"/>
                </a:lnTo>
                <a:lnTo>
                  <a:pt x="591311" y="24536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4" h="407035">
                <a:moveTo>
                  <a:pt x="571499" y="285749"/>
                </a:moveTo>
                <a:lnTo>
                  <a:pt x="571499" y="213359"/>
                </a:lnTo>
                <a:lnTo>
                  <a:pt x="569975" y="220979"/>
                </a:lnTo>
                <a:lnTo>
                  <a:pt x="566927" y="239267"/>
                </a:lnTo>
                <a:lnTo>
                  <a:pt x="563879" y="246887"/>
                </a:lnTo>
                <a:lnTo>
                  <a:pt x="559307" y="254507"/>
                </a:lnTo>
                <a:lnTo>
                  <a:pt x="556259" y="263651"/>
                </a:lnTo>
                <a:lnTo>
                  <a:pt x="551687" y="271271"/>
                </a:lnTo>
                <a:lnTo>
                  <a:pt x="525779" y="301751"/>
                </a:lnTo>
                <a:lnTo>
                  <a:pt x="493775" y="327659"/>
                </a:lnTo>
                <a:lnTo>
                  <a:pt x="452627" y="350519"/>
                </a:lnTo>
                <a:lnTo>
                  <a:pt x="405383" y="367283"/>
                </a:lnTo>
                <a:lnTo>
                  <a:pt x="353567" y="377951"/>
                </a:lnTo>
                <a:lnTo>
                  <a:pt x="298703" y="380999"/>
                </a:lnTo>
                <a:lnTo>
                  <a:pt x="269747" y="380999"/>
                </a:lnTo>
                <a:lnTo>
                  <a:pt x="216407" y="373379"/>
                </a:lnTo>
                <a:lnTo>
                  <a:pt x="166115" y="358139"/>
                </a:lnTo>
                <a:lnTo>
                  <a:pt x="121919" y="338327"/>
                </a:lnTo>
                <a:lnTo>
                  <a:pt x="85343" y="313943"/>
                </a:lnTo>
                <a:lnTo>
                  <a:pt x="56387" y="284987"/>
                </a:lnTo>
                <a:lnTo>
                  <a:pt x="33527" y="245363"/>
                </a:lnTo>
                <a:lnTo>
                  <a:pt x="30479" y="237743"/>
                </a:lnTo>
                <a:lnTo>
                  <a:pt x="28955" y="228599"/>
                </a:lnTo>
                <a:lnTo>
                  <a:pt x="27431" y="220979"/>
                </a:lnTo>
                <a:lnTo>
                  <a:pt x="25907" y="211835"/>
                </a:lnTo>
                <a:lnTo>
                  <a:pt x="25907" y="287273"/>
                </a:lnTo>
                <a:lnTo>
                  <a:pt x="30479" y="294131"/>
                </a:lnTo>
                <a:lnTo>
                  <a:pt x="70103" y="335279"/>
                </a:lnTo>
                <a:lnTo>
                  <a:pt x="111251" y="361187"/>
                </a:lnTo>
                <a:lnTo>
                  <a:pt x="158495" y="382523"/>
                </a:lnTo>
                <a:lnTo>
                  <a:pt x="211835" y="397763"/>
                </a:lnTo>
                <a:lnTo>
                  <a:pt x="269747" y="405383"/>
                </a:lnTo>
                <a:lnTo>
                  <a:pt x="298703" y="406907"/>
                </a:lnTo>
                <a:lnTo>
                  <a:pt x="329183" y="405383"/>
                </a:lnTo>
                <a:lnTo>
                  <a:pt x="387095" y="397763"/>
                </a:lnTo>
                <a:lnTo>
                  <a:pt x="463295" y="373379"/>
                </a:lnTo>
                <a:lnTo>
                  <a:pt x="507491" y="348995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1499" y="2857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22990" y="6533390"/>
            <a:ext cx="597535" cy="405765"/>
          </a:xfrm>
          <a:custGeom>
            <a:avLst/>
            <a:gdLst/>
            <a:ahLst/>
            <a:cxnLst/>
            <a:rect l="l" t="t" r="r" b="b"/>
            <a:pathLst>
              <a:path w="597535" h="405765">
                <a:moveTo>
                  <a:pt x="45719" y="137159"/>
                </a:moveTo>
                <a:lnTo>
                  <a:pt x="22859" y="123443"/>
                </a:lnTo>
                <a:lnTo>
                  <a:pt x="18287" y="131063"/>
                </a:lnTo>
                <a:lnTo>
                  <a:pt x="13715" y="141731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0687"/>
                </a:lnTo>
                <a:lnTo>
                  <a:pt x="0" y="192023"/>
                </a:lnTo>
                <a:lnTo>
                  <a:pt x="0" y="202691"/>
                </a:lnTo>
                <a:lnTo>
                  <a:pt x="25907" y="202691"/>
                </a:lnTo>
                <a:lnTo>
                  <a:pt x="25907" y="193547"/>
                </a:lnTo>
                <a:lnTo>
                  <a:pt x="27431" y="184403"/>
                </a:lnTo>
                <a:lnTo>
                  <a:pt x="28955" y="176783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0875"/>
                </a:lnTo>
                <a:lnTo>
                  <a:pt x="41147" y="143255"/>
                </a:lnTo>
                <a:lnTo>
                  <a:pt x="45719" y="137159"/>
                </a:lnTo>
                <a:close/>
              </a:path>
              <a:path w="597535" h="405765">
                <a:moveTo>
                  <a:pt x="114299" y="73151"/>
                </a:moveTo>
                <a:lnTo>
                  <a:pt x="100583" y="50291"/>
                </a:lnTo>
                <a:lnTo>
                  <a:pt x="88391" y="57911"/>
                </a:lnTo>
                <a:lnTo>
                  <a:pt x="70103" y="71627"/>
                </a:lnTo>
                <a:lnTo>
                  <a:pt x="51815" y="88391"/>
                </a:lnTo>
                <a:lnTo>
                  <a:pt x="39623" y="102107"/>
                </a:lnTo>
                <a:lnTo>
                  <a:pt x="57911" y="118871"/>
                </a:lnTo>
                <a:lnTo>
                  <a:pt x="71627" y="105155"/>
                </a:lnTo>
                <a:lnTo>
                  <a:pt x="86867" y="91439"/>
                </a:lnTo>
                <a:lnTo>
                  <a:pt x="103631" y="77723"/>
                </a:lnTo>
                <a:lnTo>
                  <a:pt x="114299" y="73151"/>
                </a:lnTo>
                <a:close/>
              </a:path>
              <a:path w="597535" h="405765">
                <a:moveTo>
                  <a:pt x="204215" y="36575"/>
                </a:moveTo>
                <a:lnTo>
                  <a:pt x="198119" y="12191"/>
                </a:lnTo>
                <a:lnTo>
                  <a:pt x="182879" y="15239"/>
                </a:lnTo>
                <a:lnTo>
                  <a:pt x="156971" y="22859"/>
                </a:lnTo>
                <a:lnTo>
                  <a:pt x="132587" y="33527"/>
                </a:lnTo>
                <a:lnTo>
                  <a:pt x="123443" y="38099"/>
                </a:lnTo>
                <a:lnTo>
                  <a:pt x="135635" y="60959"/>
                </a:lnTo>
                <a:lnTo>
                  <a:pt x="144779" y="56387"/>
                </a:lnTo>
                <a:lnTo>
                  <a:pt x="167639" y="47243"/>
                </a:lnTo>
                <a:lnTo>
                  <a:pt x="192023" y="39623"/>
                </a:lnTo>
                <a:lnTo>
                  <a:pt x="204215" y="36575"/>
                </a:lnTo>
                <a:close/>
              </a:path>
              <a:path w="597535" h="405765">
                <a:moveTo>
                  <a:pt x="301751" y="24383"/>
                </a:moveTo>
                <a:lnTo>
                  <a:pt x="301751" y="0"/>
                </a:lnTo>
                <a:lnTo>
                  <a:pt x="268223" y="0"/>
                </a:lnTo>
                <a:lnTo>
                  <a:pt x="239267" y="3047"/>
                </a:lnTo>
                <a:lnTo>
                  <a:pt x="224027" y="6095"/>
                </a:lnTo>
                <a:lnTo>
                  <a:pt x="228599" y="32003"/>
                </a:lnTo>
                <a:lnTo>
                  <a:pt x="243839" y="28955"/>
                </a:lnTo>
                <a:lnTo>
                  <a:pt x="271271" y="25907"/>
                </a:lnTo>
                <a:lnTo>
                  <a:pt x="298703" y="24383"/>
                </a:lnTo>
                <a:lnTo>
                  <a:pt x="301751" y="24383"/>
                </a:lnTo>
                <a:close/>
              </a:path>
              <a:path w="597535" h="405765">
                <a:moveTo>
                  <a:pt x="405383" y="13715"/>
                </a:moveTo>
                <a:lnTo>
                  <a:pt x="385571" y="9143"/>
                </a:lnTo>
                <a:lnTo>
                  <a:pt x="358139" y="3047"/>
                </a:lnTo>
                <a:lnTo>
                  <a:pt x="327659" y="0"/>
                </a:lnTo>
                <a:lnTo>
                  <a:pt x="326135" y="25907"/>
                </a:lnTo>
                <a:lnTo>
                  <a:pt x="327659" y="25907"/>
                </a:lnTo>
                <a:lnTo>
                  <a:pt x="355091" y="28955"/>
                </a:lnTo>
                <a:lnTo>
                  <a:pt x="380999" y="33527"/>
                </a:lnTo>
                <a:lnTo>
                  <a:pt x="399287" y="38099"/>
                </a:lnTo>
                <a:lnTo>
                  <a:pt x="405383" y="13715"/>
                </a:lnTo>
                <a:close/>
              </a:path>
              <a:path w="597535" h="405765">
                <a:moveTo>
                  <a:pt x="501395" y="54863"/>
                </a:moveTo>
                <a:lnTo>
                  <a:pt x="486155" y="44195"/>
                </a:lnTo>
                <a:lnTo>
                  <a:pt x="463295" y="33527"/>
                </a:lnTo>
                <a:lnTo>
                  <a:pt x="438911" y="22859"/>
                </a:lnTo>
                <a:lnTo>
                  <a:pt x="431291" y="21335"/>
                </a:lnTo>
                <a:lnTo>
                  <a:pt x="422147" y="44195"/>
                </a:lnTo>
                <a:lnTo>
                  <a:pt x="431291" y="47243"/>
                </a:lnTo>
                <a:lnTo>
                  <a:pt x="454151" y="56387"/>
                </a:lnTo>
                <a:lnTo>
                  <a:pt x="473963" y="67055"/>
                </a:lnTo>
                <a:lnTo>
                  <a:pt x="489203" y="76199"/>
                </a:lnTo>
                <a:lnTo>
                  <a:pt x="501395" y="54863"/>
                </a:lnTo>
                <a:close/>
              </a:path>
              <a:path w="597535" h="405765">
                <a:moveTo>
                  <a:pt x="577595" y="129539"/>
                </a:moveTo>
                <a:lnTo>
                  <a:pt x="544067" y="86867"/>
                </a:lnTo>
                <a:lnTo>
                  <a:pt x="527303" y="71627"/>
                </a:lnTo>
                <a:lnTo>
                  <a:pt x="524255" y="68579"/>
                </a:lnTo>
                <a:lnTo>
                  <a:pt x="509015" y="89915"/>
                </a:lnTo>
                <a:lnTo>
                  <a:pt x="512063" y="91439"/>
                </a:lnTo>
                <a:lnTo>
                  <a:pt x="527303" y="105155"/>
                </a:lnTo>
                <a:lnTo>
                  <a:pt x="541019" y="120395"/>
                </a:lnTo>
                <a:lnTo>
                  <a:pt x="545591" y="128015"/>
                </a:lnTo>
                <a:lnTo>
                  <a:pt x="551687" y="135635"/>
                </a:lnTo>
                <a:lnTo>
                  <a:pt x="556259" y="143255"/>
                </a:lnTo>
                <a:lnTo>
                  <a:pt x="577595" y="129539"/>
                </a:lnTo>
                <a:close/>
              </a:path>
              <a:path w="597535" h="405765">
                <a:moveTo>
                  <a:pt x="597407" y="202691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0019"/>
                </a:lnTo>
                <a:lnTo>
                  <a:pt x="588263" y="155447"/>
                </a:lnTo>
                <a:lnTo>
                  <a:pt x="565403" y="163067"/>
                </a:lnTo>
                <a:lnTo>
                  <a:pt x="566927" y="169163"/>
                </a:lnTo>
                <a:lnTo>
                  <a:pt x="568451" y="176783"/>
                </a:lnTo>
                <a:lnTo>
                  <a:pt x="571499" y="195071"/>
                </a:lnTo>
                <a:lnTo>
                  <a:pt x="571499" y="202691"/>
                </a:lnTo>
                <a:lnTo>
                  <a:pt x="597407" y="202691"/>
                </a:lnTo>
                <a:close/>
              </a:path>
              <a:path w="597535" h="405765">
                <a:moveTo>
                  <a:pt x="597407" y="213359"/>
                </a:moveTo>
                <a:lnTo>
                  <a:pt x="597407" y="202691"/>
                </a:lnTo>
                <a:lnTo>
                  <a:pt x="571499" y="202691"/>
                </a:lnTo>
                <a:lnTo>
                  <a:pt x="571499" y="211835"/>
                </a:lnTo>
                <a:lnTo>
                  <a:pt x="569975" y="220979"/>
                </a:lnTo>
                <a:lnTo>
                  <a:pt x="568451" y="228599"/>
                </a:lnTo>
                <a:lnTo>
                  <a:pt x="568451" y="231647"/>
                </a:lnTo>
                <a:lnTo>
                  <a:pt x="592835" y="23774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5" h="405765">
                <a:moveTo>
                  <a:pt x="583691" y="265175"/>
                </a:moveTo>
                <a:lnTo>
                  <a:pt x="583691" y="263651"/>
                </a:lnTo>
                <a:lnTo>
                  <a:pt x="560831" y="252983"/>
                </a:lnTo>
                <a:lnTo>
                  <a:pt x="559307" y="254507"/>
                </a:lnTo>
                <a:lnTo>
                  <a:pt x="556259" y="262127"/>
                </a:lnTo>
                <a:lnTo>
                  <a:pt x="551687" y="269747"/>
                </a:lnTo>
                <a:lnTo>
                  <a:pt x="545591" y="278891"/>
                </a:lnTo>
                <a:lnTo>
                  <a:pt x="539495" y="286511"/>
                </a:lnTo>
                <a:lnTo>
                  <a:pt x="525779" y="300227"/>
                </a:lnTo>
                <a:lnTo>
                  <a:pt x="516635" y="307847"/>
                </a:lnTo>
                <a:lnTo>
                  <a:pt x="534923" y="327659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9119" y="274319"/>
                </a:lnTo>
                <a:lnTo>
                  <a:pt x="583691" y="265175"/>
                </a:lnTo>
                <a:close/>
              </a:path>
              <a:path w="597535" h="405765">
                <a:moveTo>
                  <a:pt x="513587" y="344423"/>
                </a:moveTo>
                <a:lnTo>
                  <a:pt x="498347" y="323087"/>
                </a:lnTo>
                <a:lnTo>
                  <a:pt x="493775" y="327659"/>
                </a:lnTo>
                <a:lnTo>
                  <a:pt x="473963" y="338327"/>
                </a:lnTo>
                <a:lnTo>
                  <a:pt x="452627" y="348995"/>
                </a:lnTo>
                <a:lnTo>
                  <a:pt x="434339" y="356615"/>
                </a:lnTo>
                <a:lnTo>
                  <a:pt x="443483" y="380999"/>
                </a:lnTo>
                <a:lnTo>
                  <a:pt x="463295" y="371855"/>
                </a:lnTo>
                <a:lnTo>
                  <a:pt x="487679" y="361187"/>
                </a:lnTo>
                <a:lnTo>
                  <a:pt x="507491" y="347471"/>
                </a:lnTo>
                <a:lnTo>
                  <a:pt x="513587" y="344423"/>
                </a:lnTo>
                <a:close/>
              </a:path>
              <a:path w="597535" h="405765">
                <a:moveTo>
                  <a:pt x="417575" y="388619"/>
                </a:moveTo>
                <a:lnTo>
                  <a:pt x="409955" y="364235"/>
                </a:lnTo>
                <a:lnTo>
                  <a:pt x="405383" y="365759"/>
                </a:lnTo>
                <a:lnTo>
                  <a:pt x="380999" y="371855"/>
                </a:lnTo>
                <a:lnTo>
                  <a:pt x="353567" y="376427"/>
                </a:lnTo>
                <a:lnTo>
                  <a:pt x="338327" y="377951"/>
                </a:lnTo>
                <a:lnTo>
                  <a:pt x="341375" y="403859"/>
                </a:lnTo>
                <a:lnTo>
                  <a:pt x="358139" y="402335"/>
                </a:lnTo>
                <a:lnTo>
                  <a:pt x="387095" y="397763"/>
                </a:lnTo>
                <a:lnTo>
                  <a:pt x="414527" y="390143"/>
                </a:lnTo>
                <a:lnTo>
                  <a:pt x="417575" y="388619"/>
                </a:lnTo>
                <a:close/>
              </a:path>
              <a:path w="597535" h="405765">
                <a:moveTo>
                  <a:pt x="315467" y="405383"/>
                </a:moveTo>
                <a:lnTo>
                  <a:pt x="313943" y="379475"/>
                </a:lnTo>
                <a:lnTo>
                  <a:pt x="298703" y="380999"/>
                </a:lnTo>
                <a:lnTo>
                  <a:pt x="269747" y="379475"/>
                </a:lnTo>
                <a:lnTo>
                  <a:pt x="242315" y="376427"/>
                </a:lnTo>
                <a:lnTo>
                  <a:pt x="240791" y="376427"/>
                </a:lnTo>
                <a:lnTo>
                  <a:pt x="236219" y="400811"/>
                </a:lnTo>
                <a:lnTo>
                  <a:pt x="239267" y="402335"/>
                </a:lnTo>
                <a:lnTo>
                  <a:pt x="269747" y="405383"/>
                </a:lnTo>
                <a:lnTo>
                  <a:pt x="315467" y="405383"/>
                </a:lnTo>
                <a:close/>
              </a:path>
              <a:path w="597535" h="405765">
                <a:moveTo>
                  <a:pt x="216407" y="371855"/>
                </a:moveTo>
                <a:lnTo>
                  <a:pt x="190499" y="365759"/>
                </a:lnTo>
                <a:lnTo>
                  <a:pt x="166115" y="358139"/>
                </a:lnTo>
                <a:lnTo>
                  <a:pt x="146303" y="348995"/>
                </a:lnTo>
                <a:lnTo>
                  <a:pt x="135635" y="373379"/>
                </a:lnTo>
                <a:lnTo>
                  <a:pt x="158495" y="382523"/>
                </a:lnTo>
                <a:lnTo>
                  <a:pt x="184403" y="390143"/>
                </a:lnTo>
                <a:lnTo>
                  <a:pt x="210311" y="396239"/>
                </a:lnTo>
                <a:lnTo>
                  <a:pt x="216407" y="371855"/>
                </a:lnTo>
                <a:close/>
              </a:path>
              <a:path w="597535" h="405765">
                <a:moveTo>
                  <a:pt x="123443" y="338327"/>
                </a:moveTo>
                <a:lnTo>
                  <a:pt x="121919" y="338327"/>
                </a:lnTo>
                <a:lnTo>
                  <a:pt x="85343" y="313943"/>
                </a:lnTo>
                <a:lnTo>
                  <a:pt x="70103" y="300227"/>
                </a:lnTo>
                <a:lnTo>
                  <a:pt x="67055" y="295655"/>
                </a:lnTo>
                <a:lnTo>
                  <a:pt x="48767" y="313943"/>
                </a:lnTo>
                <a:lnTo>
                  <a:pt x="53339" y="318515"/>
                </a:lnTo>
                <a:lnTo>
                  <a:pt x="70103" y="333755"/>
                </a:lnTo>
                <a:lnTo>
                  <a:pt x="89915" y="348995"/>
                </a:lnTo>
                <a:lnTo>
                  <a:pt x="111251" y="361187"/>
                </a:lnTo>
                <a:lnTo>
                  <a:pt x="112775" y="361187"/>
                </a:lnTo>
                <a:lnTo>
                  <a:pt x="123443" y="338327"/>
                </a:lnTo>
                <a:close/>
              </a:path>
              <a:path w="597535" h="405765">
                <a:moveTo>
                  <a:pt x="51815" y="278891"/>
                </a:moveTo>
                <a:lnTo>
                  <a:pt x="30479" y="237743"/>
                </a:lnTo>
                <a:lnTo>
                  <a:pt x="27431" y="219455"/>
                </a:lnTo>
                <a:lnTo>
                  <a:pt x="25907" y="213359"/>
                </a:lnTo>
                <a:lnTo>
                  <a:pt x="1523" y="216407"/>
                </a:lnTo>
                <a:lnTo>
                  <a:pt x="1523" y="224027"/>
                </a:lnTo>
                <a:lnTo>
                  <a:pt x="4571" y="234695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4319"/>
                </a:lnTo>
                <a:lnTo>
                  <a:pt x="24383" y="283463"/>
                </a:lnTo>
                <a:lnTo>
                  <a:pt x="30479" y="292607"/>
                </a:lnTo>
                <a:lnTo>
                  <a:pt x="51815" y="2788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23803" y="5823203"/>
            <a:ext cx="596265" cy="407034"/>
          </a:xfrm>
          <a:custGeom>
            <a:avLst/>
            <a:gdLst/>
            <a:ahLst/>
            <a:cxnLst/>
            <a:rect l="l" t="t" r="r" b="b"/>
            <a:pathLst>
              <a:path w="596265" h="407035">
                <a:moveTo>
                  <a:pt x="44195" y="137159"/>
                </a:moveTo>
                <a:lnTo>
                  <a:pt x="22859" y="124967"/>
                </a:lnTo>
                <a:lnTo>
                  <a:pt x="18287" y="132587"/>
                </a:lnTo>
                <a:lnTo>
                  <a:pt x="13715" y="141731"/>
                </a:lnTo>
                <a:lnTo>
                  <a:pt x="9143" y="152399"/>
                </a:lnTo>
                <a:lnTo>
                  <a:pt x="6095" y="161543"/>
                </a:lnTo>
                <a:lnTo>
                  <a:pt x="3047" y="172211"/>
                </a:lnTo>
                <a:lnTo>
                  <a:pt x="0" y="193547"/>
                </a:lnTo>
                <a:lnTo>
                  <a:pt x="0" y="202691"/>
                </a:lnTo>
                <a:lnTo>
                  <a:pt x="24383" y="204215"/>
                </a:lnTo>
                <a:lnTo>
                  <a:pt x="25907" y="193547"/>
                </a:lnTo>
                <a:lnTo>
                  <a:pt x="25907" y="185927"/>
                </a:lnTo>
                <a:lnTo>
                  <a:pt x="28955" y="176783"/>
                </a:lnTo>
                <a:lnTo>
                  <a:pt x="30479" y="167639"/>
                </a:lnTo>
                <a:lnTo>
                  <a:pt x="36575" y="152399"/>
                </a:lnTo>
                <a:lnTo>
                  <a:pt x="44195" y="137159"/>
                </a:lnTo>
                <a:close/>
              </a:path>
              <a:path w="596265" h="407035">
                <a:moveTo>
                  <a:pt x="112775" y="73151"/>
                </a:moveTo>
                <a:lnTo>
                  <a:pt x="100583" y="51815"/>
                </a:lnTo>
                <a:lnTo>
                  <a:pt x="88391" y="57911"/>
                </a:lnTo>
                <a:lnTo>
                  <a:pt x="68579" y="73151"/>
                </a:lnTo>
                <a:lnTo>
                  <a:pt x="51815" y="88391"/>
                </a:lnTo>
                <a:lnTo>
                  <a:pt x="39623" y="102107"/>
                </a:lnTo>
                <a:lnTo>
                  <a:pt x="57911" y="118871"/>
                </a:lnTo>
                <a:lnTo>
                  <a:pt x="70103" y="105155"/>
                </a:lnTo>
                <a:lnTo>
                  <a:pt x="86867" y="91439"/>
                </a:lnTo>
                <a:lnTo>
                  <a:pt x="103631" y="79247"/>
                </a:lnTo>
                <a:lnTo>
                  <a:pt x="112775" y="73151"/>
                </a:lnTo>
                <a:close/>
              </a:path>
              <a:path w="596265" h="407035">
                <a:moveTo>
                  <a:pt x="204215" y="36575"/>
                </a:moveTo>
                <a:lnTo>
                  <a:pt x="198119" y="12191"/>
                </a:lnTo>
                <a:lnTo>
                  <a:pt x="182879" y="15239"/>
                </a:lnTo>
                <a:lnTo>
                  <a:pt x="156971" y="24383"/>
                </a:lnTo>
                <a:lnTo>
                  <a:pt x="132587" y="33527"/>
                </a:lnTo>
                <a:lnTo>
                  <a:pt x="123443" y="38099"/>
                </a:lnTo>
                <a:lnTo>
                  <a:pt x="134111" y="60959"/>
                </a:lnTo>
                <a:lnTo>
                  <a:pt x="166115" y="47243"/>
                </a:lnTo>
                <a:lnTo>
                  <a:pt x="190499" y="39623"/>
                </a:lnTo>
                <a:lnTo>
                  <a:pt x="204215" y="36575"/>
                </a:lnTo>
                <a:close/>
              </a:path>
              <a:path w="596265" h="407035">
                <a:moveTo>
                  <a:pt x="297941" y="12953"/>
                </a:moveTo>
                <a:lnTo>
                  <a:pt x="297179" y="0"/>
                </a:lnTo>
                <a:lnTo>
                  <a:pt x="268223" y="1523"/>
                </a:lnTo>
                <a:lnTo>
                  <a:pt x="237743" y="4571"/>
                </a:lnTo>
                <a:lnTo>
                  <a:pt x="224027" y="6095"/>
                </a:lnTo>
                <a:lnTo>
                  <a:pt x="227075" y="32003"/>
                </a:lnTo>
                <a:lnTo>
                  <a:pt x="242315" y="28955"/>
                </a:lnTo>
                <a:lnTo>
                  <a:pt x="269747" y="25907"/>
                </a:lnTo>
                <a:lnTo>
                  <a:pt x="297179" y="25907"/>
                </a:lnTo>
                <a:lnTo>
                  <a:pt x="297941" y="12953"/>
                </a:lnTo>
                <a:close/>
              </a:path>
              <a:path w="596265" h="407035">
                <a:moveTo>
                  <a:pt x="298703" y="25907"/>
                </a:moveTo>
                <a:lnTo>
                  <a:pt x="297941" y="12953"/>
                </a:lnTo>
                <a:lnTo>
                  <a:pt x="297179" y="25907"/>
                </a:lnTo>
                <a:lnTo>
                  <a:pt x="298703" y="25907"/>
                </a:lnTo>
                <a:close/>
              </a:path>
              <a:path w="596265" h="407035">
                <a:moveTo>
                  <a:pt x="301751" y="25907"/>
                </a:moveTo>
                <a:lnTo>
                  <a:pt x="301751" y="0"/>
                </a:lnTo>
                <a:lnTo>
                  <a:pt x="298703" y="0"/>
                </a:lnTo>
                <a:lnTo>
                  <a:pt x="297941" y="12953"/>
                </a:lnTo>
                <a:lnTo>
                  <a:pt x="298703" y="25907"/>
                </a:lnTo>
                <a:lnTo>
                  <a:pt x="301751" y="25907"/>
                </a:lnTo>
                <a:close/>
              </a:path>
              <a:path w="596265" h="407035">
                <a:moveTo>
                  <a:pt x="405383" y="13715"/>
                </a:moveTo>
                <a:lnTo>
                  <a:pt x="385571" y="9143"/>
                </a:lnTo>
                <a:lnTo>
                  <a:pt x="356615" y="4571"/>
                </a:lnTo>
                <a:lnTo>
                  <a:pt x="327659" y="1523"/>
                </a:lnTo>
                <a:lnTo>
                  <a:pt x="326135" y="25907"/>
                </a:lnTo>
                <a:lnTo>
                  <a:pt x="327659" y="25907"/>
                </a:lnTo>
                <a:lnTo>
                  <a:pt x="355091" y="28955"/>
                </a:lnTo>
                <a:lnTo>
                  <a:pt x="380999" y="33527"/>
                </a:lnTo>
                <a:lnTo>
                  <a:pt x="399287" y="38099"/>
                </a:lnTo>
                <a:lnTo>
                  <a:pt x="405383" y="13715"/>
                </a:lnTo>
                <a:close/>
              </a:path>
              <a:path w="596265" h="407035">
                <a:moveTo>
                  <a:pt x="501395" y="54863"/>
                </a:moveTo>
                <a:lnTo>
                  <a:pt x="486155" y="45719"/>
                </a:lnTo>
                <a:lnTo>
                  <a:pt x="463295" y="33527"/>
                </a:lnTo>
                <a:lnTo>
                  <a:pt x="438911" y="24383"/>
                </a:lnTo>
                <a:lnTo>
                  <a:pt x="429767" y="21335"/>
                </a:lnTo>
                <a:lnTo>
                  <a:pt x="422147" y="45719"/>
                </a:lnTo>
                <a:lnTo>
                  <a:pt x="452627" y="57911"/>
                </a:lnTo>
                <a:lnTo>
                  <a:pt x="473963" y="67055"/>
                </a:lnTo>
                <a:lnTo>
                  <a:pt x="489203" y="76199"/>
                </a:lnTo>
                <a:lnTo>
                  <a:pt x="501395" y="54863"/>
                </a:lnTo>
                <a:close/>
              </a:path>
              <a:path w="596265" h="407035">
                <a:moveTo>
                  <a:pt x="577595" y="131063"/>
                </a:moveTo>
                <a:lnTo>
                  <a:pt x="559307" y="103631"/>
                </a:lnTo>
                <a:lnTo>
                  <a:pt x="544067" y="86867"/>
                </a:lnTo>
                <a:lnTo>
                  <a:pt x="525779" y="71627"/>
                </a:lnTo>
                <a:lnTo>
                  <a:pt x="522731" y="70103"/>
                </a:lnTo>
                <a:lnTo>
                  <a:pt x="509015" y="89915"/>
                </a:lnTo>
                <a:lnTo>
                  <a:pt x="510539" y="92963"/>
                </a:lnTo>
                <a:lnTo>
                  <a:pt x="527303" y="106679"/>
                </a:lnTo>
                <a:lnTo>
                  <a:pt x="539495" y="121919"/>
                </a:lnTo>
                <a:lnTo>
                  <a:pt x="545591" y="128015"/>
                </a:lnTo>
                <a:lnTo>
                  <a:pt x="550163" y="137159"/>
                </a:lnTo>
                <a:lnTo>
                  <a:pt x="554735" y="143255"/>
                </a:lnTo>
                <a:lnTo>
                  <a:pt x="577595" y="131063"/>
                </a:lnTo>
                <a:close/>
              </a:path>
              <a:path w="596265" h="407035">
                <a:moveTo>
                  <a:pt x="595883" y="202691"/>
                </a:moveTo>
                <a:lnTo>
                  <a:pt x="595883" y="192023"/>
                </a:lnTo>
                <a:lnTo>
                  <a:pt x="592835" y="170687"/>
                </a:lnTo>
                <a:lnTo>
                  <a:pt x="589787" y="161543"/>
                </a:lnTo>
                <a:lnTo>
                  <a:pt x="588263" y="155447"/>
                </a:lnTo>
                <a:lnTo>
                  <a:pt x="563879" y="164591"/>
                </a:lnTo>
                <a:lnTo>
                  <a:pt x="568451" y="178307"/>
                </a:lnTo>
                <a:lnTo>
                  <a:pt x="569975" y="185927"/>
                </a:lnTo>
                <a:lnTo>
                  <a:pt x="571499" y="195071"/>
                </a:lnTo>
                <a:lnTo>
                  <a:pt x="571499" y="202691"/>
                </a:lnTo>
                <a:lnTo>
                  <a:pt x="583691" y="203453"/>
                </a:lnTo>
                <a:lnTo>
                  <a:pt x="595883" y="202691"/>
                </a:lnTo>
                <a:close/>
              </a:path>
              <a:path w="596265" h="407035">
                <a:moveTo>
                  <a:pt x="595883" y="224027"/>
                </a:moveTo>
                <a:lnTo>
                  <a:pt x="595883" y="204215"/>
                </a:lnTo>
                <a:lnTo>
                  <a:pt x="583691" y="203453"/>
                </a:lnTo>
                <a:lnTo>
                  <a:pt x="571499" y="204215"/>
                </a:lnTo>
                <a:lnTo>
                  <a:pt x="571499" y="213359"/>
                </a:lnTo>
                <a:lnTo>
                  <a:pt x="569975" y="220979"/>
                </a:lnTo>
                <a:lnTo>
                  <a:pt x="568451" y="230123"/>
                </a:lnTo>
                <a:lnTo>
                  <a:pt x="566927" y="231647"/>
                </a:lnTo>
                <a:lnTo>
                  <a:pt x="592835" y="237743"/>
                </a:lnTo>
                <a:lnTo>
                  <a:pt x="592835" y="234695"/>
                </a:lnTo>
                <a:lnTo>
                  <a:pt x="595883" y="224027"/>
                </a:lnTo>
                <a:close/>
              </a:path>
              <a:path w="596265" h="407035">
                <a:moveTo>
                  <a:pt x="583691" y="203453"/>
                </a:moveTo>
                <a:lnTo>
                  <a:pt x="571499" y="202691"/>
                </a:lnTo>
                <a:lnTo>
                  <a:pt x="571499" y="204215"/>
                </a:lnTo>
                <a:lnTo>
                  <a:pt x="583691" y="203453"/>
                </a:lnTo>
                <a:close/>
              </a:path>
              <a:path w="596265" h="407035">
                <a:moveTo>
                  <a:pt x="583691" y="263651"/>
                </a:moveTo>
                <a:lnTo>
                  <a:pt x="559307" y="254507"/>
                </a:lnTo>
                <a:lnTo>
                  <a:pt x="554735" y="263651"/>
                </a:lnTo>
                <a:lnTo>
                  <a:pt x="545591" y="278891"/>
                </a:lnTo>
                <a:lnTo>
                  <a:pt x="539495" y="286511"/>
                </a:lnTo>
                <a:lnTo>
                  <a:pt x="525779" y="301751"/>
                </a:lnTo>
                <a:lnTo>
                  <a:pt x="516635" y="309371"/>
                </a:lnTo>
                <a:lnTo>
                  <a:pt x="533399" y="327659"/>
                </a:lnTo>
                <a:lnTo>
                  <a:pt x="566927" y="292607"/>
                </a:lnTo>
                <a:lnTo>
                  <a:pt x="582167" y="265175"/>
                </a:lnTo>
                <a:lnTo>
                  <a:pt x="583691" y="263651"/>
                </a:lnTo>
                <a:close/>
              </a:path>
              <a:path w="596265" h="407035">
                <a:moveTo>
                  <a:pt x="512063" y="344423"/>
                </a:moveTo>
                <a:lnTo>
                  <a:pt x="498347" y="324611"/>
                </a:lnTo>
                <a:lnTo>
                  <a:pt x="492251" y="327659"/>
                </a:lnTo>
                <a:lnTo>
                  <a:pt x="473963" y="339851"/>
                </a:lnTo>
                <a:lnTo>
                  <a:pt x="452627" y="350519"/>
                </a:lnTo>
                <a:lnTo>
                  <a:pt x="432815" y="358139"/>
                </a:lnTo>
                <a:lnTo>
                  <a:pt x="443483" y="380999"/>
                </a:lnTo>
                <a:lnTo>
                  <a:pt x="463295" y="373379"/>
                </a:lnTo>
                <a:lnTo>
                  <a:pt x="486155" y="361187"/>
                </a:lnTo>
                <a:lnTo>
                  <a:pt x="507491" y="348995"/>
                </a:lnTo>
                <a:lnTo>
                  <a:pt x="512063" y="344423"/>
                </a:lnTo>
                <a:close/>
              </a:path>
              <a:path w="596265" h="407035">
                <a:moveTo>
                  <a:pt x="417575" y="390143"/>
                </a:moveTo>
                <a:lnTo>
                  <a:pt x="409955" y="365759"/>
                </a:lnTo>
                <a:lnTo>
                  <a:pt x="405383" y="367283"/>
                </a:lnTo>
                <a:lnTo>
                  <a:pt x="379475" y="373379"/>
                </a:lnTo>
                <a:lnTo>
                  <a:pt x="353567" y="377951"/>
                </a:lnTo>
                <a:lnTo>
                  <a:pt x="338327" y="379475"/>
                </a:lnTo>
                <a:lnTo>
                  <a:pt x="339851" y="403859"/>
                </a:lnTo>
                <a:lnTo>
                  <a:pt x="358139" y="402335"/>
                </a:lnTo>
                <a:lnTo>
                  <a:pt x="385571" y="397763"/>
                </a:lnTo>
                <a:lnTo>
                  <a:pt x="413003" y="391667"/>
                </a:lnTo>
                <a:lnTo>
                  <a:pt x="417575" y="390143"/>
                </a:lnTo>
                <a:close/>
              </a:path>
              <a:path w="596265" h="407035">
                <a:moveTo>
                  <a:pt x="297941" y="393953"/>
                </a:moveTo>
                <a:lnTo>
                  <a:pt x="297179" y="380999"/>
                </a:lnTo>
                <a:lnTo>
                  <a:pt x="269747" y="380999"/>
                </a:lnTo>
                <a:lnTo>
                  <a:pt x="242315" y="377951"/>
                </a:lnTo>
                <a:lnTo>
                  <a:pt x="239267" y="376427"/>
                </a:lnTo>
                <a:lnTo>
                  <a:pt x="236219" y="402335"/>
                </a:lnTo>
                <a:lnTo>
                  <a:pt x="239267" y="402335"/>
                </a:lnTo>
                <a:lnTo>
                  <a:pt x="268223" y="405383"/>
                </a:lnTo>
                <a:lnTo>
                  <a:pt x="297179" y="406907"/>
                </a:lnTo>
                <a:lnTo>
                  <a:pt x="297941" y="393953"/>
                </a:lnTo>
                <a:close/>
              </a:path>
              <a:path w="596265" h="407035">
                <a:moveTo>
                  <a:pt x="298703" y="380999"/>
                </a:moveTo>
                <a:lnTo>
                  <a:pt x="297179" y="380999"/>
                </a:lnTo>
                <a:lnTo>
                  <a:pt x="297941" y="393953"/>
                </a:lnTo>
                <a:lnTo>
                  <a:pt x="298703" y="380999"/>
                </a:lnTo>
                <a:close/>
              </a:path>
              <a:path w="596265" h="407035">
                <a:moveTo>
                  <a:pt x="313943" y="405383"/>
                </a:moveTo>
                <a:lnTo>
                  <a:pt x="313943" y="380999"/>
                </a:lnTo>
                <a:lnTo>
                  <a:pt x="298703" y="380999"/>
                </a:lnTo>
                <a:lnTo>
                  <a:pt x="297941" y="393953"/>
                </a:lnTo>
                <a:lnTo>
                  <a:pt x="298703" y="406907"/>
                </a:lnTo>
                <a:lnTo>
                  <a:pt x="313943" y="405383"/>
                </a:lnTo>
                <a:close/>
              </a:path>
              <a:path w="596265" h="407035">
                <a:moveTo>
                  <a:pt x="216407" y="373379"/>
                </a:moveTo>
                <a:lnTo>
                  <a:pt x="190499" y="367283"/>
                </a:lnTo>
                <a:lnTo>
                  <a:pt x="166115" y="358139"/>
                </a:lnTo>
                <a:lnTo>
                  <a:pt x="144779" y="350519"/>
                </a:lnTo>
                <a:lnTo>
                  <a:pt x="135635" y="373379"/>
                </a:lnTo>
                <a:lnTo>
                  <a:pt x="158495" y="382523"/>
                </a:lnTo>
                <a:lnTo>
                  <a:pt x="184403" y="391667"/>
                </a:lnTo>
                <a:lnTo>
                  <a:pt x="210311" y="397763"/>
                </a:lnTo>
                <a:lnTo>
                  <a:pt x="216407" y="373379"/>
                </a:lnTo>
                <a:close/>
              </a:path>
              <a:path w="596265" h="407035">
                <a:moveTo>
                  <a:pt x="123443" y="339851"/>
                </a:moveTo>
                <a:lnTo>
                  <a:pt x="121919" y="338327"/>
                </a:lnTo>
                <a:lnTo>
                  <a:pt x="102107" y="327659"/>
                </a:lnTo>
                <a:lnTo>
                  <a:pt x="85343" y="313943"/>
                </a:lnTo>
                <a:lnTo>
                  <a:pt x="70103" y="300227"/>
                </a:lnTo>
                <a:lnTo>
                  <a:pt x="67055" y="297179"/>
                </a:lnTo>
                <a:lnTo>
                  <a:pt x="47243" y="313943"/>
                </a:lnTo>
                <a:lnTo>
                  <a:pt x="53339" y="320039"/>
                </a:lnTo>
                <a:lnTo>
                  <a:pt x="70103" y="335279"/>
                </a:lnTo>
                <a:lnTo>
                  <a:pt x="89915" y="348995"/>
                </a:lnTo>
                <a:lnTo>
                  <a:pt x="111251" y="361187"/>
                </a:lnTo>
                <a:lnTo>
                  <a:pt x="111251" y="362711"/>
                </a:lnTo>
                <a:lnTo>
                  <a:pt x="123443" y="339851"/>
                </a:lnTo>
                <a:close/>
              </a:path>
              <a:path w="596265" h="407035">
                <a:moveTo>
                  <a:pt x="50291" y="278891"/>
                </a:moveTo>
                <a:lnTo>
                  <a:pt x="45719" y="269747"/>
                </a:lnTo>
                <a:lnTo>
                  <a:pt x="36575" y="254507"/>
                </a:lnTo>
                <a:lnTo>
                  <a:pt x="33527" y="245363"/>
                </a:lnTo>
                <a:lnTo>
                  <a:pt x="30479" y="237743"/>
                </a:lnTo>
                <a:lnTo>
                  <a:pt x="27431" y="228599"/>
                </a:lnTo>
                <a:lnTo>
                  <a:pt x="25907" y="220979"/>
                </a:lnTo>
                <a:lnTo>
                  <a:pt x="25907" y="214883"/>
                </a:lnTo>
                <a:lnTo>
                  <a:pt x="0" y="216407"/>
                </a:lnTo>
                <a:lnTo>
                  <a:pt x="1523" y="225551"/>
                </a:lnTo>
                <a:lnTo>
                  <a:pt x="3047" y="236219"/>
                </a:lnTo>
                <a:lnTo>
                  <a:pt x="6095" y="245363"/>
                </a:lnTo>
                <a:lnTo>
                  <a:pt x="9143" y="256031"/>
                </a:lnTo>
                <a:lnTo>
                  <a:pt x="13715" y="265175"/>
                </a:lnTo>
                <a:lnTo>
                  <a:pt x="18287" y="275843"/>
                </a:lnTo>
                <a:lnTo>
                  <a:pt x="24383" y="284987"/>
                </a:lnTo>
                <a:lnTo>
                  <a:pt x="30479" y="292607"/>
                </a:lnTo>
                <a:lnTo>
                  <a:pt x="50291" y="2788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526850" y="5823203"/>
            <a:ext cx="597535" cy="407034"/>
          </a:xfrm>
          <a:custGeom>
            <a:avLst/>
            <a:gdLst/>
            <a:ahLst/>
            <a:cxnLst/>
            <a:rect l="l" t="t" r="r" b="b"/>
            <a:pathLst>
              <a:path w="597534" h="407035">
                <a:moveTo>
                  <a:pt x="597407" y="213359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1543"/>
                </a:lnTo>
                <a:lnTo>
                  <a:pt x="573023" y="121919"/>
                </a:lnTo>
                <a:lnTo>
                  <a:pt x="544067" y="86867"/>
                </a:lnTo>
                <a:lnTo>
                  <a:pt x="507491" y="57911"/>
                </a:lnTo>
                <a:lnTo>
                  <a:pt x="463295" y="33527"/>
                </a:lnTo>
                <a:lnTo>
                  <a:pt x="413003" y="15239"/>
                </a:lnTo>
                <a:lnTo>
                  <a:pt x="358139" y="4571"/>
                </a:lnTo>
                <a:lnTo>
                  <a:pt x="298703" y="0"/>
                </a:lnTo>
                <a:lnTo>
                  <a:pt x="268223" y="1523"/>
                </a:lnTo>
                <a:lnTo>
                  <a:pt x="210311" y="9143"/>
                </a:lnTo>
                <a:lnTo>
                  <a:pt x="156971" y="24383"/>
                </a:lnTo>
                <a:lnTo>
                  <a:pt x="109727" y="45719"/>
                </a:lnTo>
                <a:lnTo>
                  <a:pt x="51815" y="88391"/>
                </a:lnTo>
                <a:lnTo>
                  <a:pt x="18287" y="132587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2211"/>
                </a:lnTo>
                <a:lnTo>
                  <a:pt x="0" y="193547"/>
                </a:lnTo>
                <a:lnTo>
                  <a:pt x="0" y="214883"/>
                </a:lnTo>
                <a:lnTo>
                  <a:pt x="1523" y="225551"/>
                </a:lnTo>
                <a:lnTo>
                  <a:pt x="4571" y="236219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5843"/>
                </a:lnTo>
                <a:lnTo>
                  <a:pt x="24383" y="284987"/>
                </a:lnTo>
                <a:lnTo>
                  <a:pt x="25907" y="287273"/>
                </a:lnTo>
                <a:lnTo>
                  <a:pt x="25907" y="193547"/>
                </a:lnTo>
                <a:lnTo>
                  <a:pt x="27431" y="185927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2399"/>
                </a:lnTo>
                <a:lnTo>
                  <a:pt x="41147" y="143255"/>
                </a:lnTo>
                <a:lnTo>
                  <a:pt x="71627" y="105155"/>
                </a:lnTo>
                <a:lnTo>
                  <a:pt x="103631" y="79247"/>
                </a:lnTo>
                <a:lnTo>
                  <a:pt x="144779" y="56387"/>
                </a:lnTo>
                <a:lnTo>
                  <a:pt x="192023" y="39623"/>
                </a:lnTo>
                <a:lnTo>
                  <a:pt x="243839" y="28955"/>
                </a:lnTo>
                <a:lnTo>
                  <a:pt x="271271" y="25907"/>
                </a:lnTo>
                <a:lnTo>
                  <a:pt x="327659" y="25907"/>
                </a:lnTo>
                <a:lnTo>
                  <a:pt x="380999" y="33527"/>
                </a:lnTo>
                <a:lnTo>
                  <a:pt x="431291" y="48767"/>
                </a:lnTo>
                <a:lnTo>
                  <a:pt x="475487" y="67055"/>
                </a:lnTo>
                <a:lnTo>
                  <a:pt x="512063" y="92963"/>
                </a:lnTo>
                <a:lnTo>
                  <a:pt x="541019" y="121919"/>
                </a:lnTo>
                <a:lnTo>
                  <a:pt x="563879" y="161543"/>
                </a:lnTo>
                <a:lnTo>
                  <a:pt x="566927" y="169163"/>
                </a:lnTo>
                <a:lnTo>
                  <a:pt x="568451" y="178307"/>
                </a:lnTo>
                <a:lnTo>
                  <a:pt x="569975" y="185927"/>
                </a:lnTo>
                <a:lnTo>
                  <a:pt x="571499" y="195071"/>
                </a:lnTo>
                <a:lnTo>
                  <a:pt x="571499" y="285749"/>
                </a:lnTo>
                <a:lnTo>
                  <a:pt x="579119" y="274319"/>
                </a:lnTo>
                <a:lnTo>
                  <a:pt x="583691" y="265175"/>
                </a:lnTo>
                <a:lnTo>
                  <a:pt x="586739" y="254507"/>
                </a:lnTo>
                <a:lnTo>
                  <a:pt x="591311" y="24536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4" h="407035">
                <a:moveTo>
                  <a:pt x="571499" y="285749"/>
                </a:moveTo>
                <a:lnTo>
                  <a:pt x="571499" y="213359"/>
                </a:lnTo>
                <a:lnTo>
                  <a:pt x="569975" y="220979"/>
                </a:lnTo>
                <a:lnTo>
                  <a:pt x="566927" y="239267"/>
                </a:lnTo>
                <a:lnTo>
                  <a:pt x="563879" y="246887"/>
                </a:lnTo>
                <a:lnTo>
                  <a:pt x="559307" y="254507"/>
                </a:lnTo>
                <a:lnTo>
                  <a:pt x="556259" y="263651"/>
                </a:lnTo>
                <a:lnTo>
                  <a:pt x="551687" y="271271"/>
                </a:lnTo>
                <a:lnTo>
                  <a:pt x="525779" y="301751"/>
                </a:lnTo>
                <a:lnTo>
                  <a:pt x="493775" y="327659"/>
                </a:lnTo>
                <a:lnTo>
                  <a:pt x="452627" y="350519"/>
                </a:lnTo>
                <a:lnTo>
                  <a:pt x="405383" y="367283"/>
                </a:lnTo>
                <a:lnTo>
                  <a:pt x="353567" y="377951"/>
                </a:lnTo>
                <a:lnTo>
                  <a:pt x="298703" y="380999"/>
                </a:lnTo>
                <a:lnTo>
                  <a:pt x="269747" y="380999"/>
                </a:lnTo>
                <a:lnTo>
                  <a:pt x="216407" y="373379"/>
                </a:lnTo>
                <a:lnTo>
                  <a:pt x="166115" y="358139"/>
                </a:lnTo>
                <a:lnTo>
                  <a:pt x="121919" y="338327"/>
                </a:lnTo>
                <a:lnTo>
                  <a:pt x="85343" y="313943"/>
                </a:lnTo>
                <a:lnTo>
                  <a:pt x="56387" y="284987"/>
                </a:lnTo>
                <a:lnTo>
                  <a:pt x="33527" y="245363"/>
                </a:lnTo>
                <a:lnTo>
                  <a:pt x="30479" y="237743"/>
                </a:lnTo>
                <a:lnTo>
                  <a:pt x="28955" y="228599"/>
                </a:lnTo>
                <a:lnTo>
                  <a:pt x="27431" y="220979"/>
                </a:lnTo>
                <a:lnTo>
                  <a:pt x="25907" y="211835"/>
                </a:lnTo>
                <a:lnTo>
                  <a:pt x="25907" y="287273"/>
                </a:lnTo>
                <a:lnTo>
                  <a:pt x="30479" y="294131"/>
                </a:lnTo>
                <a:lnTo>
                  <a:pt x="70103" y="335279"/>
                </a:lnTo>
                <a:lnTo>
                  <a:pt x="111251" y="361187"/>
                </a:lnTo>
                <a:lnTo>
                  <a:pt x="158495" y="382523"/>
                </a:lnTo>
                <a:lnTo>
                  <a:pt x="211835" y="397763"/>
                </a:lnTo>
                <a:lnTo>
                  <a:pt x="269747" y="405383"/>
                </a:lnTo>
                <a:lnTo>
                  <a:pt x="298703" y="406907"/>
                </a:lnTo>
                <a:lnTo>
                  <a:pt x="329183" y="405383"/>
                </a:lnTo>
                <a:lnTo>
                  <a:pt x="387095" y="397763"/>
                </a:lnTo>
                <a:lnTo>
                  <a:pt x="463295" y="373379"/>
                </a:lnTo>
                <a:lnTo>
                  <a:pt x="507491" y="348995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1499" y="2857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07777" y="49773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89491" y="4959097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4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4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4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4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4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4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847146" y="5187695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7827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6227"/>
                </a:lnTo>
                <a:lnTo>
                  <a:pt x="147827" y="188975"/>
                </a:lnTo>
                <a:lnTo>
                  <a:pt x="216407" y="245932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6227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6227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5932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28859" y="5169409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59"/>
                </a:lnTo>
                <a:lnTo>
                  <a:pt x="156971" y="102131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63" y="263682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63" y="263682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94" y="35190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94" y="35190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94" y="35190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63" y="263682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402" y="263611"/>
                </a:moveTo>
                <a:lnTo>
                  <a:pt x="166115" y="190499"/>
                </a:lnTo>
                <a:lnTo>
                  <a:pt x="76363" y="263682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402" y="263611"/>
                </a:lnTo>
                <a:close/>
              </a:path>
              <a:path w="330835" h="299085">
                <a:moveTo>
                  <a:pt x="83819" y="41359"/>
                </a:moveTo>
                <a:lnTo>
                  <a:pt x="83819" y="25907"/>
                </a:lnTo>
                <a:lnTo>
                  <a:pt x="76394" y="35190"/>
                </a:lnTo>
                <a:lnTo>
                  <a:pt x="83819" y="41359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329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2131"/>
                </a:lnTo>
                <a:lnTo>
                  <a:pt x="166115" y="109727"/>
                </a:lnTo>
                <a:lnTo>
                  <a:pt x="173735" y="103298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3298"/>
                </a:lnTo>
                <a:lnTo>
                  <a:pt x="246887" y="41576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4091" y="84912"/>
                </a:lnTo>
                <a:lnTo>
                  <a:pt x="304799" y="76199"/>
                </a:lnTo>
                <a:lnTo>
                  <a:pt x="304799" y="109386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4799" y="109386"/>
                </a:moveTo>
                <a:lnTo>
                  <a:pt x="304799" y="76199"/>
                </a:lnTo>
                <a:lnTo>
                  <a:pt x="301751" y="94487"/>
                </a:lnTo>
                <a:lnTo>
                  <a:pt x="294091" y="84912"/>
                </a:lnTo>
                <a:lnTo>
                  <a:pt x="214883" y="149351"/>
                </a:lnTo>
                <a:lnTo>
                  <a:pt x="242315" y="171669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4799" y="109386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1669"/>
                </a:lnTo>
                <a:lnTo>
                  <a:pt x="294735" y="214315"/>
                </a:lnTo>
                <a:lnTo>
                  <a:pt x="301751" y="205739"/>
                </a:lnTo>
                <a:lnTo>
                  <a:pt x="304799" y="222503"/>
                </a:lnTo>
                <a:lnTo>
                  <a:pt x="304799" y="24260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71" y="35262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71" y="35262"/>
                </a:moveTo>
                <a:lnTo>
                  <a:pt x="246887" y="25907"/>
                </a:lnTo>
                <a:lnTo>
                  <a:pt x="246887" y="41576"/>
                </a:lnTo>
                <a:lnTo>
                  <a:pt x="254371" y="35262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402" y="263611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71" y="35262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4799" y="242601"/>
                </a:moveTo>
                <a:lnTo>
                  <a:pt x="304799" y="222503"/>
                </a:lnTo>
                <a:lnTo>
                  <a:pt x="294735" y="214315"/>
                </a:lnTo>
                <a:lnTo>
                  <a:pt x="254402" y="263611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4799" y="242601"/>
                </a:lnTo>
                <a:close/>
              </a:path>
              <a:path w="330835" h="299085">
                <a:moveTo>
                  <a:pt x="304799" y="76199"/>
                </a:moveTo>
                <a:lnTo>
                  <a:pt x="294091" y="84912"/>
                </a:lnTo>
                <a:lnTo>
                  <a:pt x="301751" y="94487"/>
                </a:lnTo>
                <a:lnTo>
                  <a:pt x="304799" y="76199"/>
                </a:lnTo>
                <a:close/>
              </a:path>
              <a:path w="330835" h="299085">
                <a:moveTo>
                  <a:pt x="304799" y="222503"/>
                </a:moveTo>
                <a:lnTo>
                  <a:pt x="301751" y="205739"/>
                </a:lnTo>
                <a:lnTo>
                  <a:pt x="294735" y="214315"/>
                </a:lnTo>
                <a:lnTo>
                  <a:pt x="304799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950778" y="55107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32491" y="5492497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560378" y="52059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542091" y="5187697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152201" y="4308349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137" y="823468"/>
            <a:ext cx="710438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0" dirty="0"/>
              <a:t>Search </a:t>
            </a:r>
            <a:r>
              <a:rPr sz="4399" dirty="0"/>
              <a:t>without </a:t>
            </a:r>
            <a:r>
              <a:rPr sz="4399" spc="-15" dirty="0"/>
              <a:t>repeated</a:t>
            </a:r>
            <a:r>
              <a:rPr sz="4399" spc="-100" dirty="0"/>
              <a:t> </a:t>
            </a:r>
            <a:r>
              <a:rPr sz="4399" spc="-30" dirty="0"/>
              <a:t>states</a:t>
            </a:r>
            <a:endParaRPr sz="4399"/>
          </a:p>
        </p:txBody>
      </p:sp>
      <p:sp>
        <p:nvSpPr>
          <p:cNvPr id="3" name="object 3"/>
          <p:cNvSpPr/>
          <p:nvPr/>
        </p:nvSpPr>
        <p:spPr>
          <a:xfrm>
            <a:off x="4049081" y="1872998"/>
            <a:ext cx="5410200" cy="190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3778" y="2767584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5492" y="2749297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5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5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5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5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5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5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5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5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5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5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5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5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5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5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5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5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5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5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5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5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5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5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5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5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5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5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5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80191" y="3224783"/>
            <a:ext cx="292735" cy="264160"/>
          </a:xfrm>
          <a:custGeom>
            <a:avLst/>
            <a:gdLst/>
            <a:ahLst/>
            <a:cxnLst/>
            <a:rect l="l" t="t" r="r" b="b"/>
            <a:pathLst>
              <a:path w="292734" h="264160">
                <a:moveTo>
                  <a:pt x="292607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246227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264160">
                <a:moveTo>
                  <a:pt x="76199" y="246227"/>
                </a:moveTo>
                <a:lnTo>
                  <a:pt x="76199" y="132587"/>
                </a:lnTo>
                <a:lnTo>
                  <a:pt x="0" y="195071"/>
                </a:lnTo>
                <a:lnTo>
                  <a:pt x="54863" y="263651"/>
                </a:lnTo>
                <a:lnTo>
                  <a:pt x="76199" y="246227"/>
                </a:lnTo>
                <a:close/>
              </a:path>
              <a:path w="292734" h="264160">
                <a:moveTo>
                  <a:pt x="292607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2607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1903" y="3206497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5" h="300354">
                <a:moveTo>
                  <a:pt x="164591" y="77469"/>
                </a:moveTo>
                <a:lnTo>
                  <a:pt x="71627" y="0"/>
                </a:lnTo>
                <a:lnTo>
                  <a:pt x="0" y="88391"/>
                </a:lnTo>
                <a:lnTo>
                  <a:pt x="25907" y="109754"/>
                </a:lnTo>
                <a:lnTo>
                  <a:pt x="25907" y="77723"/>
                </a:lnTo>
                <a:lnTo>
                  <a:pt x="35017" y="85262"/>
                </a:lnTo>
                <a:lnTo>
                  <a:pt x="65531" y="48150"/>
                </a:lnTo>
                <a:lnTo>
                  <a:pt x="65531" y="28955"/>
                </a:lnTo>
                <a:lnTo>
                  <a:pt x="83819" y="25907"/>
                </a:lnTo>
                <a:lnTo>
                  <a:pt x="83819" y="43867"/>
                </a:lnTo>
                <a:lnTo>
                  <a:pt x="156971" y="103514"/>
                </a:lnTo>
                <a:lnTo>
                  <a:pt x="156971" y="83819"/>
                </a:lnTo>
                <a:lnTo>
                  <a:pt x="164591" y="77469"/>
                </a:lnTo>
                <a:close/>
              </a:path>
              <a:path w="329565" h="300354">
                <a:moveTo>
                  <a:pt x="86867" y="173578"/>
                </a:moveTo>
                <a:lnTo>
                  <a:pt x="86867" y="160019"/>
                </a:lnTo>
                <a:lnTo>
                  <a:pt x="74854" y="150113"/>
                </a:lnTo>
                <a:lnTo>
                  <a:pt x="0" y="211835"/>
                </a:lnTo>
                <a:lnTo>
                  <a:pt x="25907" y="243807"/>
                </a:lnTo>
                <a:lnTo>
                  <a:pt x="25907" y="224027"/>
                </a:lnTo>
                <a:lnTo>
                  <a:pt x="27431" y="205739"/>
                </a:lnTo>
                <a:lnTo>
                  <a:pt x="35762" y="215872"/>
                </a:lnTo>
                <a:lnTo>
                  <a:pt x="86867" y="173578"/>
                </a:lnTo>
                <a:close/>
              </a:path>
              <a:path w="329565" h="300354">
                <a:moveTo>
                  <a:pt x="35017" y="85262"/>
                </a:moveTo>
                <a:lnTo>
                  <a:pt x="25907" y="77723"/>
                </a:lnTo>
                <a:lnTo>
                  <a:pt x="27431" y="94487"/>
                </a:lnTo>
                <a:lnTo>
                  <a:pt x="35017" y="85262"/>
                </a:lnTo>
                <a:close/>
              </a:path>
              <a:path w="329565" h="300354">
                <a:moveTo>
                  <a:pt x="114299" y="150875"/>
                </a:moveTo>
                <a:lnTo>
                  <a:pt x="35017" y="85262"/>
                </a:lnTo>
                <a:lnTo>
                  <a:pt x="27431" y="94487"/>
                </a:lnTo>
                <a:lnTo>
                  <a:pt x="25907" y="77723"/>
                </a:lnTo>
                <a:lnTo>
                  <a:pt x="25907" y="109754"/>
                </a:lnTo>
                <a:lnTo>
                  <a:pt x="74854" y="150113"/>
                </a:lnTo>
                <a:lnTo>
                  <a:pt x="86867" y="140207"/>
                </a:lnTo>
                <a:lnTo>
                  <a:pt x="86867" y="173578"/>
                </a:lnTo>
                <a:lnTo>
                  <a:pt x="114299" y="150875"/>
                </a:lnTo>
                <a:close/>
              </a:path>
              <a:path w="329565" h="300354">
                <a:moveTo>
                  <a:pt x="35762" y="215872"/>
                </a:moveTo>
                <a:lnTo>
                  <a:pt x="27431" y="205739"/>
                </a:lnTo>
                <a:lnTo>
                  <a:pt x="25907" y="224027"/>
                </a:lnTo>
                <a:lnTo>
                  <a:pt x="35762" y="215872"/>
                </a:lnTo>
                <a:close/>
              </a:path>
              <a:path w="329565" h="300354">
                <a:moveTo>
                  <a:pt x="74979" y="263568"/>
                </a:moveTo>
                <a:lnTo>
                  <a:pt x="35762" y="215872"/>
                </a:lnTo>
                <a:lnTo>
                  <a:pt x="25907" y="224027"/>
                </a:lnTo>
                <a:lnTo>
                  <a:pt x="25907" y="243807"/>
                </a:lnTo>
                <a:lnTo>
                  <a:pt x="65531" y="292705"/>
                </a:lnTo>
                <a:lnTo>
                  <a:pt x="65531" y="271271"/>
                </a:lnTo>
                <a:lnTo>
                  <a:pt x="74979" y="263568"/>
                </a:lnTo>
                <a:close/>
              </a:path>
              <a:path w="329565" h="300354">
                <a:moveTo>
                  <a:pt x="83819" y="25907"/>
                </a:moveTo>
                <a:lnTo>
                  <a:pt x="65531" y="28955"/>
                </a:lnTo>
                <a:lnTo>
                  <a:pt x="74979" y="36659"/>
                </a:lnTo>
                <a:lnTo>
                  <a:pt x="83819" y="25907"/>
                </a:lnTo>
                <a:close/>
              </a:path>
              <a:path w="329565" h="300354">
                <a:moveTo>
                  <a:pt x="74979" y="36659"/>
                </a:moveTo>
                <a:lnTo>
                  <a:pt x="65531" y="28955"/>
                </a:lnTo>
                <a:lnTo>
                  <a:pt x="65531" y="48150"/>
                </a:lnTo>
                <a:lnTo>
                  <a:pt x="74979" y="36659"/>
                </a:lnTo>
                <a:close/>
              </a:path>
              <a:path w="329565" h="300354">
                <a:moveTo>
                  <a:pt x="83819" y="274319"/>
                </a:moveTo>
                <a:lnTo>
                  <a:pt x="74979" y="263568"/>
                </a:lnTo>
                <a:lnTo>
                  <a:pt x="65531" y="271271"/>
                </a:lnTo>
                <a:lnTo>
                  <a:pt x="83819" y="274319"/>
                </a:lnTo>
                <a:close/>
              </a:path>
              <a:path w="329565" h="300354">
                <a:moveTo>
                  <a:pt x="83819" y="290067"/>
                </a:moveTo>
                <a:lnTo>
                  <a:pt x="83819" y="274319"/>
                </a:lnTo>
                <a:lnTo>
                  <a:pt x="65531" y="271271"/>
                </a:lnTo>
                <a:lnTo>
                  <a:pt x="65531" y="292705"/>
                </a:lnTo>
                <a:lnTo>
                  <a:pt x="71627" y="300227"/>
                </a:lnTo>
                <a:lnTo>
                  <a:pt x="83819" y="290067"/>
                </a:lnTo>
                <a:close/>
              </a:path>
              <a:path w="329565" h="300354">
                <a:moveTo>
                  <a:pt x="86867" y="160019"/>
                </a:moveTo>
                <a:lnTo>
                  <a:pt x="86867" y="140207"/>
                </a:lnTo>
                <a:lnTo>
                  <a:pt x="74854" y="150113"/>
                </a:lnTo>
                <a:lnTo>
                  <a:pt x="86867" y="160019"/>
                </a:lnTo>
                <a:close/>
              </a:path>
              <a:path w="329565" h="300354">
                <a:moveTo>
                  <a:pt x="83819" y="43867"/>
                </a:moveTo>
                <a:lnTo>
                  <a:pt x="83819" y="25907"/>
                </a:lnTo>
                <a:lnTo>
                  <a:pt x="74979" y="36659"/>
                </a:lnTo>
                <a:lnTo>
                  <a:pt x="83819" y="43867"/>
                </a:lnTo>
                <a:close/>
              </a:path>
              <a:path w="329565" h="300354">
                <a:moveTo>
                  <a:pt x="254204" y="263568"/>
                </a:moveTo>
                <a:lnTo>
                  <a:pt x="164591" y="190499"/>
                </a:lnTo>
                <a:lnTo>
                  <a:pt x="74979" y="263568"/>
                </a:lnTo>
                <a:lnTo>
                  <a:pt x="83819" y="274319"/>
                </a:lnTo>
                <a:lnTo>
                  <a:pt x="83819" y="290067"/>
                </a:lnTo>
                <a:lnTo>
                  <a:pt x="156971" y="229107"/>
                </a:lnTo>
                <a:lnTo>
                  <a:pt x="156971" y="216407"/>
                </a:lnTo>
                <a:lnTo>
                  <a:pt x="172211" y="216407"/>
                </a:lnTo>
                <a:lnTo>
                  <a:pt x="172211" y="229107"/>
                </a:lnTo>
                <a:lnTo>
                  <a:pt x="245363" y="290067"/>
                </a:lnTo>
                <a:lnTo>
                  <a:pt x="245363" y="274319"/>
                </a:lnTo>
                <a:lnTo>
                  <a:pt x="254204" y="263568"/>
                </a:lnTo>
                <a:close/>
              </a:path>
              <a:path w="329565" h="300354">
                <a:moveTo>
                  <a:pt x="172211" y="83819"/>
                </a:moveTo>
                <a:lnTo>
                  <a:pt x="164591" y="77469"/>
                </a:lnTo>
                <a:lnTo>
                  <a:pt x="156971" y="83819"/>
                </a:lnTo>
                <a:lnTo>
                  <a:pt x="172211" y="83819"/>
                </a:lnTo>
                <a:close/>
              </a:path>
              <a:path w="329565" h="300354">
                <a:moveTo>
                  <a:pt x="172211" y="103514"/>
                </a:moveTo>
                <a:lnTo>
                  <a:pt x="172211" y="83819"/>
                </a:lnTo>
                <a:lnTo>
                  <a:pt x="156971" y="83819"/>
                </a:lnTo>
                <a:lnTo>
                  <a:pt x="156971" y="103514"/>
                </a:lnTo>
                <a:lnTo>
                  <a:pt x="164591" y="109727"/>
                </a:lnTo>
                <a:lnTo>
                  <a:pt x="172211" y="103514"/>
                </a:lnTo>
                <a:close/>
              </a:path>
              <a:path w="329565" h="300354">
                <a:moveTo>
                  <a:pt x="172211" y="216407"/>
                </a:moveTo>
                <a:lnTo>
                  <a:pt x="156971" y="216407"/>
                </a:lnTo>
                <a:lnTo>
                  <a:pt x="164591" y="222757"/>
                </a:lnTo>
                <a:lnTo>
                  <a:pt x="172211" y="216407"/>
                </a:lnTo>
                <a:close/>
              </a:path>
              <a:path w="329565" h="300354">
                <a:moveTo>
                  <a:pt x="164591" y="222757"/>
                </a:moveTo>
                <a:lnTo>
                  <a:pt x="156971" y="216407"/>
                </a:lnTo>
                <a:lnTo>
                  <a:pt x="156971" y="229107"/>
                </a:lnTo>
                <a:lnTo>
                  <a:pt x="164591" y="222757"/>
                </a:lnTo>
                <a:close/>
              </a:path>
              <a:path w="329565" h="300354">
                <a:moveTo>
                  <a:pt x="329183" y="88391"/>
                </a:moveTo>
                <a:lnTo>
                  <a:pt x="257555" y="0"/>
                </a:lnTo>
                <a:lnTo>
                  <a:pt x="164591" y="77469"/>
                </a:lnTo>
                <a:lnTo>
                  <a:pt x="172211" y="83819"/>
                </a:lnTo>
                <a:lnTo>
                  <a:pt x="172211" y="103514"/>
                </a:lnTo>
                <a:lnTo>
                  <a:pt x="245363" y="43867"/>
                </a:lnTo>
                <a:lnTo>
                  <a:pt x="245363" y="25907"/>
                </a:lnTo>
                <a:lnTo>
                  <a:pt x="263651" y="28955"/>
                </a:lnTo>
                <a:lnTo>
                  <a:pt x="263651" y="48150"/>
                </a:lnTo>
                <a:lnTo>
                  <a:pt x="294103" y="85186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5" h="300354">
                <a:moveTo>
                  <a:pt x="172211" y="229107"/>
                </a:moveTo>
                <a:lnTo>
                  <a:pt x="172211" y="216407"/>
                </a:lnTo>
                <a:lnTo>
                  <a:pt x="164591" y="222757"/>
                </a:lnTo>
                <a:lnTo>
                  <a:pt x="172211" y="229107"/>
                </a:lnTo>
                <a:close/>
              </a:path>
              <a:path w="329565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103" y="85186"/>
                </a:lnTo>
                <a:lnTo>
                  <a:pt x="213359" y="150875"/>
                </a:lnTo>
                <a:lnTo>
                  <a:pt x="242315" y="174433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5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5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4433"/>
                </a:lnTo>
                <a:lnTo>
                  <a:pt x="293352" y="215955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5" h="300354">
                <a:moveTo>
                  <a:pt x="263651" y="28955"/>
                </a:moveTo>
                <a:lnTo>
                  <a:pt x="245363" y="25907"/>
                </a:lnTo>
                <a:lnTo>
                  <a:pt x="254204" y="36659"/>
                </a:lnTo>
                <a:lnTo>
                  <a:pt x="263651" y="28955"/>
                </a:lnTo>
                <a:close/>
              </a:path>
              <a:path w="329565" h="300354">
                <a:moveTo>
                  <a:pt x="254204" y="36659"/>
                </a:moveTo>
                <a:lnTo>
                  <a:pt x="245363" y="25907"/>
                </a:lnTo>
                <a:lnTo>
                  <a:pt x="245363" y="43867"/>
                </a:lnTo>
                <a:lnTo>
                  <a:pt x="254204" y="36659"/>
                </a:lnTo>
                <a:close/>
              </a:path>
              <a:path w="329565" h="300354">
                <a:moveTo>
                  <a:pt x="263651" y="271271"/>
                </a:moveTo>
                <a:lnTo>
                  <a:pt x="254204" y="263568"/>
                </a:lnTo>
                <a:lnTo>
                  <a:pt x="245363" y="274319"/>
                </a:lnTo>
                <a:lnTo>
                  <a:pt x="263651" y="271271"/>
                </a:lnTo>
                <a:close/>
              </a:path>
              <a:path w="329565" h="300354">
                <a:moveTo>
                  <a:pt x="263651" y="292705"/>
                </a:moveTo>
                <a:lnTo>
                  <a:pt x="263651" y="271271"/>
                </a:lnTo>
                <a:lnTo>
                  <a:pt x="245363" y="274319"/>
                </a:lnTo>
                <a:lnTo>
                  <a:pt x="245363" y="29006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5" h="300354">
                <a:moveTo>
                  <a:pt x="263651" y="48150"/>
                </a:moveTo>
                <a:lnTo>
                  <a:pt x="263651" y="28955"/>
                </a:lnTo>
                <a:lnTo>
                  <a:pt x="254204" y="36659"/>
                </a:lnTo>
                <a:lnTo>
                  <a:pt x="263651" y="48150"/>
                </a:lnTo>
                <a:close/>
              </a:path>
              <a:path w="329565" h="300354">
                <a:moveTo>
                  <a:pt x="303275" y="243807"/>
                </a:moveTo>
                <a:lnTo>
                  <a:pt x="303275" y="224027"/>
                </a:lnTo>
                <a:lnTo>
                  <a:pt x="293352" y="215955"/>
                </a:lnTo>
                <a:lnTo>
                  <a:pt x="254204" y="263568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5" h="300354">
                <a:moveTo>
                  <a:pt x="303275" y="224027"/>
                </a:moveTo>
                <a:lnTo>
                  <a:pt x="301751" y="205739"/>
                </a:lnTo>
                <a:lnTo>
                  <a:pt x="293352" y="215955"/>
                </a:lnTo>
                <a:lnTo>
                  <a:pt x="303275" y="224027"/>
                </a:lnTo>
                <a:close/>
              </a:path>
              <a:path w="329565" h="300354">
                <a:moveTo>
                  <a:pt x="303275" y="77723"/>
                </a:moveTo>
                <a:lnTo>
                  <a:pt x="294103" y="85186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64777" y="321868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6491" y="3200402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576"/>
                </a:lnTo>
                <a:lnTo>
                  <a:pt x="156971" y="103298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05" y="263611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05" y="263611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36" y="35262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36" y="35262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36" y="35262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05" y="26361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344" y="263682"/>
                </a:moveTo>
                <a:lnTo>
                  <a:pt x="164591" y="190499"/>
                </a:lnTo>
                <a:lnTo>
                  <a:pt x="76305" y="26361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44" y="263682"/>
                </a:lnTo>
                <a:close/>
              </a:path>
              <a:path w="330835" h="299085">
                <a:moveTo>
                  <a:pt x="83819" y="41576"/>
                </a:moveTo>
                <a:lnTo>
                  <a:pt x="83819" y="25907"/>
                </a:lnTo>
                <a:lnTo>
                  <a:pt x="76336" y="35262"/>
                </a:lnTo>
                <a:lnTo>
                  <a:pt x="83819" y="41576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2131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3298"/>
                </a:lnTo>
                <a:lnTo>
                  <a:pt x="164591" y="109727"/>
                </a:lnTo>
                <a:lnTo>
                  <a:pt x="173735" y="102131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2131"/>
                </a:lnTo>
                <a:lnTo>
                  <a:pt x="246887" y="41359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3556" y="84243"/>
                </a:lnTo>
                <a:lnTo>
                  <a:pt x="303275" y="76199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3275" y="110621"/>
                </a:moveTo>
                <a:lnTo>
                  <a:pt x="303275" y="76199"/>
                </a:lnTo>
                <a:lnTo>
                  <a:pt x="301751" y="94487"/>
                </a:lnTo>
                <a:lnTo>
                  <a:pt x="293556" y="84243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2054"/>
                </a:lnTo>
                <a:lnTo>
                  <a:pt x="294188" y="214983"/>
                </a:lnTo>
                <a:lnTo>
                  <a:pt x="301751" y="205739"/>
                </a:lnTo>
                <a:lnTo>
                  <a:pt x="303275" y="222503"/>
                </a:lnTo>
                <a:lnTo>
                  <a:pt x="303275" y="24441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13" y="35190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13" y="35190"/>
                </a:moveTo>
                <a:lnTo>
                  <a:pt x="246887" y="25907"/>
                </a:lnTo>
                <a:lnTo>
                  <a:pt x="246887" y="41359"/>
                </a:lnTo>
                <a:lnTo>
                  <a:pt x="254313" y="35190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344" y="263682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13" y="35190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3275" y="244411"/>
                </a:moveTo>
                <a:lnTo>
                  <a:pt x="303275" y="222503"/>
                </a:lnTo>
                <a:lnTo>
                  <a:pt x="294188" y="214983"/>
                </a:lnTo>
                <a:lnTo>
                  <a:pt x="254344" y="263682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3275" y="244411"/>
                </a:lnTo>
                <a:close/>
              </a:path>
              <a:path w="330835" h="299085">
                <a:moveTo>
                  <a:pt x="303275" y="76199"/>
                </a:moveTo>
                <a:lnTo>
                  <a:pt x="293556" y="84243"/>
                </a:lnTo>
                <a:lnTo>
                  <a:pt x="301751" y="94487"/>
                </a:lnTo>
                <a:lnTo>
                  <a:pt x="303275" y="76199"/>
                </a:lnTo>
                <a:close/>
              </a:path>
              <a:path w="330835" h="299085">
                <a:moveTo>
                  <a:pt x="303275" y="222503"/>
                </a:moveTo>
                <a:lnTo>
                  <a:pt x="301751" y="205739"/>
                </a:lnTo>
                <a:lnTo>
                  <a:pt x="294188" y="214983"/>
                </a:lnTo>
                <a:lnTo>
                  <a:pt x="303275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3239" y="3642359"/>
            <a:ext cx="292735" cy="135890"/>
          </a:xfrm>
          <a:custGeom>
            <a:avLst/>
            <a:gdLst/>
            <a:ahLst/>
            <a:cxnLst/>
            <a:rect l="l" t="t" r="r" b="b"/>
            <a:pathLst>
              <a:path w="292734" h="135889">
                <a:moveTo>
                  <a:pt x="292607" y="68579"/>
                </a:moveTo>
                <a:lnTo>
                  <a:pt x="236219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135636"/>
                </a:lnTo>
                <a:lnTo>
                  <a:pt x="216407" y="135636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135889">
                <a:moveTo>
                  <a:pt x="76199" y="135636"/>
                </a:moveTo>
                <a:lnTo>
                  <a:pt x="76199" y="132587"/>
                </a:lnTo>
                <a:lnTo>
                  <a:pt x="72482" y="135636"/>
                </a:lnTo>
                <a:lnTo>
                  <a:pt x="76199" y="135636"/>
                </a:lnTo>
                <a:close/>
              </a:path>
              <a:path w="292734" h="135889">
                <a:moveTo>
                  <a:pt x="220125" y="135636"/>
                </a:moveTo>
                <a:lnTo>
                  <a:pt x="216407" y="132587"/>
                </a:lnTo>
                <a:lnTo>
                  <a:pt x="216407" y="135636"/>
                </a:lnTo>
                <a:lnTo>
                  <a:pt x="220125" y="135636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951" y="3625595"/>
            <a:ext cx="329565" cy="152400"/>
          </a:xfrm>
          <a:custGeom>
            <a:avLst/>
            <a:gdLst/>
            <a:ahLst/>
            <a:cxnLst/>
            <a:rect l="l" t="t" r="r" b="b"/>
            <a:pathLst>
              <a:path w="329565" h="152400">
                <a:moveTo>
                  <a:pt x="164591" y="76061"/>
                </a:moveTo>
                <a:lnTo>
                  <a:pt x="71627" y="0"/>
                </a:lnTo>
                <a:lnTo>
                  <a:pt x="0" y="86867"/>
                </a:lnTo>
                <a:lnTo>
                  <a:pt x="25907" y="108230"/>
                </a:lnTo>
                <a:lnTo>
                  <a:pt x="25907" y="76199"/>
                </a:lnTo>
                <a:lnTo>
                  <a:pt x="35118" y="83822"/>
                </a:lnTo>
                <a:lnTo>
                  <a:pt x="65531" y="47655"/>
                </a:lnTo>
                <a:lnTo>
                  <a:pt x="65531" y="27431"/>
                </a:lnTo>
                <a:lnTo>
                  <a:pt x="83819" y="25907"/>
                </a:lnTo>
                <a:lnTo>
                  <a:pt x="83819" y="42343"/>
                </a:lnTo>
                <a:lnTo>
                  <a:pt x="156971" y="101990"/>
                </a:lnTo>
                <a:lnTo>
                  <a:pt x="156971" y="82295"/>
                </a:lnTo>
                <a:lnTo>
                  <a:pt x="164591" y="76061"/>
                </a:lnTo>
                <a:close/>
              </a:path>
              <a:path w="329565" h="152400">
                <a:moveTo>
                  <a:pt x="35118" y="83822"/>
                </a:moveTo>
                <a:lnTo>
                  <a:pt x="25907" y="76199"/>
                </a:lnTo>
                <a:lnTo>
                  <a:pt x="27431" y="92963"/>
                </a:lnTo>
                <a:lnTo>
                  <a:pt x="35118" y="83822"/>
                </a:lnTo>
                <a:close/>
              </a:path>
              <a:path w="329565" h="152400">
                <a:moveTo>
                  <a:pt x="114299" y="149351"/>
                </a:moveTo>
                <a:lnTo>
                  <a:pt x="35118" y="83822"/>
                </a:lnTo>
                <a:lnTo>
                  <a:pt x="27431" y="92963"/>
                </a:lnTo>
                <a:lnTo>
                  <a:pt x="25907" y="76199"/>
                </a:lnTo>
                <a:lnTo>
                  <a:pt x="25907" y="108230"/>
                </a:lnTo>
                <a:lnTo>
                  <a:pt x="74854" y="148589"/>
                </a:lnTo>
                <a:lnTo>
                  <a:pt x="86867" y="138683"/>
                </a:lnTo>
                <a:lnTo>
                  <a:pt x="86867" y="152400"/>
                </a:lnTo>
                <a:lnTo>
                  <a:pt x="110616" y="152400"/>
                </a:lnTo>
                <a:lnTo>
                  <a:pt x="114299" y="149351"/>
                </a:lnTo>
                <a:close/>
              </a:path>
              <a:path w="329565" h="152400">
                <a:moveTo>
                  <a:pt x="83819" y="25907"/>
                </a:moveTo>
                <a:lnTo>
                  <a:pt x="65531" y="27431"/>
                </a:lnTo>
                <a:lnTo>
                  <a:pt x="75620" y="35658"/>
                </a:lnTo>
                <a:lnTo>
                  <a:pt x="83819" y="25907"/>
                </a:lnTo>
                <a:close/>
              </a:path>
              <a:path w="329565" h="152400">
                <a:moveTo>
                  <a:pt x="75620" y="35658"/>
                </a:moveTo>
                <a:lnTo>
                  <a:pt x="65531" y="27431"/>
                </a:lnTo>
                <a:lnTo>
                  <a:pt x="65531" y="47655"/>
                </a:lnTo>
                <a:lnTo>
                  <a:pt x="75620" y="35658"/>
                </a:lnTo>
                <a:close/>
              </a:path>
              <a:path w="329565" h="152400">
                <a:moveTo>
                  <a:pt x="79475" y="152400"/>
                </a:moveTo>
                <a:lnTo>
                  <a:pt x="74854" y="148589"/>
                </a:lnTo>
                <a:lnTo>
                  <a:pt x="70233" y="152400"/>
                </a:lnTo>
                <a:lnTo>
                  <a:pt x="79475" y="152400"/>
                </a:lnTo>
                <a:close/>
              </a:path>
              <a:path w="329565" h="152400">
                <a:moveTo>
                  <a:pt x="86867" y="152400"/>
                </a:moveTo>
                <a:lnTo>
                  <a:pt x="86867" y="138683"/>
                </a:lnTo>
                <a:lnTo>
                  <a:pt x="74854" y="148589"/>
                </a:lnTo>
                <a:lnTo>
                  <a:pt x="79475" y="152400"/>
                </a:lnTo>
                <a:lnTo>
                  <a:pt x="86867" y="152400"/>
                </a:lnTo>
                <a:close/>
              </a:path>
              <a:path w="329565" h="152400">
                <a:moveTo>
                  <a:pt x="83819" y="42343"/>
                </a:moveTo>
                <a:lnTo>
                  <a:pt x="83819" y="25907"/>
                </a:lnTo>
                <a:lnTo>
                  <a:pt x="75620" y="35658"/>
                </a:lnTo>
                <a:lnTo>
                  <a:pt x="83819" y="42343"/>
                </a:lnTo>
                <a:close/>
              </a:path>
              <a:path w="329565" h="152400">
                <a:moveTo>
                  <a:pt x="172211" y="82295"/>
                </a:moveTo>
                <a:lnTo>
                  <a:pt x="164591" y="76061"/>
                </a:lnTo>
                <a:lnTo>
                  <a:pt x="156971" y="82295"/>
                </a:lnTo>
                <a:lnTo>
                  <a:pt x="172211" y="82295"/>
                </a:lnTo>
                <a:close/>
              </a:path>
              <a:path w="329565" h="152400">
                <a:moveTo>
                  <a:pt x="172211" y="101990"/>
                </a:moveTo>
                <a:lnTo>
                  <a:pt x="172211" y="82295"/>
                </a:lnTo>
                <a:lnTo>
                  <a:pt x="156971" y="82295"/>
                </a:lnTo>
                <a:lnTo>
                  <a:pt x="156971" y="101990"/>
                </a:lnTo>
                <a:lnTo>
                  <a:pt x="164591" y="108203"/>
                </a:lnTo>
                <a:lnTo>
                  <a:pt x="172211" y="101990"/>
                </a:lnTo>
                <a:close/>
              </a:path>
              <a:path w="329565" h="152400">
                <a:moveTo>
                  <a:pt x="329183" y="86867"/>
                </a:moveTo>
                <a:lnTo>
                  <a:pt x="257555" y="0"/>
                </a:lnTo>
                <a:lnTo>
                  <a:pt x="164591" y="76061"/>
                </a:lnTo>
                <a:lnTo>
                  <a:pt x="172211" y="82295"/>
                </a:lnTo>
                <a:lnTo>
                  <a:pt x="172211" y="101990"/>
                </a:lnTo>
                <a:lnTo>
                  <a:pt x="245363" y="42343"/>
                </a:lnTo>
                <a:lnTo>
                  <a:pt x="245363" y="25907"/>
                </a:lnTo>
                <a:lnTo>
                  <a:pt x="263651" y="27431"/>
                </a:lnTo>
                <a:lnTo>
                  <a:pt x="263651" y="47655"/>
                </a:lnTo>
                <a:lnTo>
                  <a:pt x="294000" y="83746"/>
                </a:lnTo>
                <a:lnTo>
                  <a:pt x="303275" y="76199"/>
                </a:lnTo>
                <a:lnTo>
                  <a:pt x="303275" y="108230"/>
                </a:lnTo>
                <a:lnTo>
                  <a:pt x="329183" y="86867"/>
                </a:lnTo>
                <a:close/>
              </a:path>
              <a:path w="329565" h="152400">
                <a:moveTo>
                  <a:pt x="303275" y="108230"/>
                </a:moveTo>
                <a:lnTo>
                  <a:pt x="303275" y="76199"/>
                </a:lnTo>
                <a:lnTo>
                  <a:pt x="301751" y="92963"/>
                </a:lnTo>
                <a:lnTo>
                  <a:pt x="294000" y="83746"/>
                </a:lnTo>
                <a:lnTo>
                  <a:pt x="213359" y="149351"/>
                </a:lnTo>
                <a:lnTo>
                  <a:pt x="217106" y="152400"/>
                </a:lnTo>
                <a:lnTo>
                  <a:pt x="242315" y="152400"/>
                </a:lnTo>
                <a:lnTo>
                  <a:pt x="242315" y="138683"/>
                </a:lnTo>
                <a:lnTo>
                  <a:pt x="254329" y="148589"/>
                </a:lnTo>
                <a:lnTo>
                  <a:pt x="303275" y="108230"/>
                </a:lnTo>
                <a:close/>
              </a:path>
              <a:path w="329565" h="152400">
                <a:moveTo>
                  <a:pt x="263651" y="27431"/>
                </a:moveTo>
                <a:lnTo>
                  <a:pt x="245363" y="25907"/>
                </a:lnTo>
                <a:lnTo>
                  <a:pt x="253563" y="35658"/>
                </a:lnTo>
                <a:lnTo>
                  <a:pt x="263651" y="27431"/>
                </a:lnTo>
                <a:close/>
              </a:path>
              <a:path w="329565" h="152400">
                <a:moveTo>
                  <a:pt x="253563" y="35658"/>
                </a:moveTo>
                <a:lnTo>
                  <a:pt x="245363" y="25907"/>
                </a:lnTo>
                <a:lnTo>
                  <a:pt x="245363" y="42343"/>
                </a:lnTo>
                <a:lnTo>
                  <a:pt x="253563" y="35658"/>
                </a:lnTo>
                <a:close/>
              </a:path>
              <a:path w="329565" h="152400">
                <a:moveTo>
                  <a:pt x="258950" y="152400"/>
                </a:moveTo>
                <a:lnTo>
                  <a:pt x="254329" y="148589"/>
                </a:lnTo>
                <a:lnTo>
                  <a:pt x="249708" y="152400"/>
                </a:lnTo>
                <a:lnTo>
                  <a:pt x="258950" y="152400"/>
                </a:lnTo>
                <a:close/>
              </a:path>
              <a:path w="329565" h="152400">
                <a:moveTo>
                  <a:pt x="263651" y="47655"/>
                </a:moveTo>
                <a:lnTo>
                  <a:pt x="263651" y="27431"/>
                </a:lnTo>
                <a:lnTo>
                  <a:pt x="253563" y="35658"/>
                </a:lnTo>
                <a:lnTo>
                  <a:pt x="263651" y="47655"/>
                </a:lnTo>
                <a:close/>
              </a:path>
              <a:path w="329565" h="152400">
                <a:moveTo>
                  <a:pt x="303275" y="76199"/>
                </a:moveTo>
                <a:lnTo>
                  <a:pt x="294000" y="83746"/>
                </a:lnTo>
                <a:lnTo>
                  <a:pt x="301751" y="92963"/>
                </a:lnTo>
                <a:lnTo>
                  <a:pt x="303275" y="76199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50577" y="321868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32291" y="3200402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576"/>
                </a:lnTo>
                <a:lnTo>
                  <a:pt x="156971" y="103298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05" y="263611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05" y="263611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36" y="35262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36" y="35262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36" y="35262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05" y="26361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344" y="263682"/>
                </a:moveTo>
                <a:lnTo>
                  <a:pt x="164591" y="190499"/>
                </a:lnTo>
                <a:lnTo>
                  <a:pt x="76305" y="26361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44" y="263682"/>
                </a:lnTo>
                <a:close/>
              </a:path>
              <a:path w="330835" h="299085">
                <a:moveTo>
                  <a:pt x="83819" y="41576"/>
                </a:moveTo>
                <a:lnTo>
                  <a:pt x="83819" y="25907"/>
                </a:lnTo>
                <a:lnTo>
                  <a:pt x="76336" y="35262"/>
                </a:lnTo>
                <a:lnTo>
                  <a:pt x="83819" y="41576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2131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3298"/>
                </a:lnTo>
                <a:lnTo>
                  <a:pt x="164591" y="109727"/>
                </a:lnTo>
                <a:lnTo>
                  <a:pt x="173735" y="102131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2131"/>
                </a:lnTo>
                <a:lnTo>
                  <a:pt x="246887" y="41359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3556" y="84243"/>
                </a:lnTo>
                <a:lnTo>
                  <a:pt x="303275" y="76199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3275" y="110621"/>
                </a:moveTo>
                <a:lnTo>
                  <a:pt x="303275" y="76199"/>
                </a:lnTo>
                <a:lnTo>
                  <a:pt x="301751" y="94487"/>
                </a:lnTo>
                <a:lnTo>
                  <a:pt x="293556" y="84243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2054"/>
                </a:lnTo>
                <a:lnTo>
                  <a:pt x="294188" y="214983"/>
                </a:lnTo>
                <a:lnTo>
                  <a:pt x="301751" y="205739"/>
                </a:lnTo>
                <a:lnTo>
                  <a:pt x="303275" y="222503"/>
                </a:lnTo>
                <a:lnTo>
                  <a:pt x="303275" y="24441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13" y="35190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13" y="35190"/>
                </a:moveTo>
                <a:lnTo>
                  <a:pt x="246887" y="25907"/>
                </a:lnTo>
                <a:lnTo>
                  <a:pt x="246887" y="41359"/>
                </a:lnTo>
                <a:lnTo>
                  <a:pt x="254313" y="35190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344" y="263682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13" y="35190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3275" y="244411"/>
                </a:moveTo>
                <a:lnTo>
                  <a:pt x="303275" y="222503"/>
                </a:lnTo>
                <a:lnTo>
                  <a:pt x="294188" y="214983"/>
                </a:lnTo>
                <a:lnTo>
                  <a:pt x="254344" y="263682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3275" y="244411"/>
                </a:lnTo>
                <a:close/>
              </a:path>
              <a:path w="330835" h="299085">
                <a:moveTo>
                  <a:pt x="303275" y="76199"/>
                </a:moveTo>
                <a:lnTo>
                  <a:pt x="293556" y="84243"/>
                </a:lnTo>
                <a:lnTo>
                  <a:pt x="301751" y="94487"/>
                </a:lnTo>
                <a:lnTo>
                  <a:pt x="303275" y="76199"/>
                </a:lnTo>
                <a:close/>
              </a:path>
              <a:path w="330835" h="299085">
                <a:moveTo>
                  <a:pt x="303275" y="222503"/>
                </a:moveTo>
                <a:lnTo>
                  <a:pt x="301751" y="205739"/>
                </a:lnTo>
                <a:lnTo>
                  <a:pt x="294188" y="214983"/>
                </a:lnTo>
                <a:lnTo>
                  <a:pt x="303275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40109" y="3642359"/>
            <a:ext cx="294640" cy="135890"/>
          </a:xfrm>
          <a:custGeom>
            <a:avLst/>
            <a:gdLst/>
            <a:ahLst/>
            <a:cxnLst/>
            <a:rect l="l" t="t" r="r" b="b"/>
            <a:pathLst>
              <a:path w="294639" h="135889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135636"/>
                </a:lnTo>
                <a:lnTo>
                  <a:pt x="216407" y="135636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135889">
                <a:moveTo>
                  <a:pt x="77723" y="135636"/>
                </a:moveTo>
                <a:lnTo>
                  <a:pt x="77723" y="132587"/>
                </a:lnTo>
                <a:lnTo>
                  <a:pt x="73932" y="135636"/>
                </a:lnTo>
                <a:lnTo>
                  <a:pt x="77723" y="135636"/>
                </a:lnTo>
                <a:close/>
              </a:path>
              <a:path w="294639" h="135889">
                <a:moveTo>
                  <a:pt x="220199" y="135636"/>
                </a:moveTo>
                <a:lnTo>
                  <a:pt x="216407" y="132587"/>
                </a:lnTo>
                <a:lnTo>
                  <a:pt x="216407" y="135636"/>
                </a:lnTo>
                <a:lnTo>
                  <a:pt x="220199" y="135636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21823" y="3625595"/>
            <a:ext cx="329565" cy="152400"/>
          </a:xfrm>
          <a:custGeom>
            <a:avLst/>
            <a:gdLst/>
            <a:ahLst/>
            <a:cxnLst/>
            <a:rect l="l" t="t" r="r" b="b"/>
            <a:pathLst>
              <a:path w="329564" h="152400">
                <a:moveTo>
                  <a:pt x="165353" y="75437"/>
                </a:moveTo>
                <a:lnTo>
                  <a:pt x="73151" y="0"/>
                </a:lnTo>
                <a:lnTo>
                  <a:pt x="0" y="86867"/>
                </a:lnTo>
                <a:lnTo>
                  <a:pt x="25907" y="107862"/>
                </a:lnTo>
                <a:lnTo>
                  <a:pt x="25907" y="76199"/>
                </a:lnTo>
                <a:lnTo>
                  <a:pt x="35972" y="84388"/>
                </a:lnTo>
                <a:lnTo>
                  <a:pt x="67055" y="46397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14"/>
                </a:lnTo>
                <a:lnTo>
                  <a:pt x="156971" y="101893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29564" h="152400">
                <a:moveTo>
                  <a:pt x="35972" y="84388"/>
                </a:moveTo>
                <a:lnTo>
                  <a:pt x="25907" y="76199"/>
                </a:lnTo>
                <a:lnTo>
                  <a:pt x="28955" y="92963"/>
                </a:lnTo>
                <a:lnTo>
                  <a:pt x="35972" y="84388"/>
                </a:lnTo>
                <a:close/>
              </a:path>
              <a:path w="329564" h="152400">
                <a:moveTo>
                  <a:pt x="115823" y="149351"/>
                </a:moveTo>
                <a:lnTo>
                  <a:pt x="35972" y="84388"/>
                </a:lnTo>
                <a:lnTo>
                  <a:pt x="28955" y="92963"/>
                </a:lnTo>
                <a:lnTo>
                  <a:pt x="25907" y="76199"/>
                </a:lnTo>
                <a:lnTo>
                  <a:pt x="25907" y="107862"/>
                </a:lnTo>
                <a:lnTo>
                  <a:pt x="76167" y="148589"/>
                </a:lnTo>
                <a:lnTo>
                  <a:pt x="88391" y="138683"/>
                </a:lnTo>
                <a:lnTo>
                  <a:pt x="88391" y="152400"/>
                </a:lnTo>
                <a:lnTo>
                  <a:pt x="112077" y="152400"/>
                </a:lnTo>
                <a:lnTo>
                  <a:pt x="115823" y="149351"/>
                </a:lnTo>
                <a:close/>
              </a:path>
              <a:path w="329564" h="152400">
                <a:moveTo>
                  <a:pt x="83819" y="25907"/>
                </a:moveTo>
                <a:lnTo>
                  <a:pt x="67055" y="27431"/>
                </a:lnTo>
                <a:lnTo>
                  <a:pt x="76305" y="35092"/>
                </a:lnTo>
                <a:lnTo>
                  <a:pt x="83819" y="25907"/>
                </a:lnTo>
                <a:close/>
              </a:path>
              <a:path w="329564" h="152400">
                <a:moveTo>
                  <a:pt x="76305" y="35092"/>
                </a:moveTo>
                <a:lnTo>
                  <a:pt x="67055" y="27431"/>
                </a:lnTo>
                <a:lnTo>
                  <a:pt x="67055" y="46397"/>
                </a:lnTo>
                <a:lnTo>
                  <a:pt x="76305" y="35092"/>
                </a:lnTo>
                <a:close/>
              </a:path>
              <a:path w="329564" h="152400">
                <a:moveTo>
                  <a:pt x="80869" y="152400"/>
                </a:moveTo>
                <a:lnTo>
                  <a:pt x="76167" y="148589"/>
                </a:lnTo>
                <a:lnTo>
                  <a:pt x="71465" y="152400"/>
                </a:lnTo>
                <a:lnTo>
                  <a:pt x="80869" y="152400"/>
                </a:lnTo>
                <a:close/>
              </a:path>
              <a:path w="329564" h="152400">
                <a:moveTo>
                  <a:pt x="88391" y="152400"/>
                </a:moveTo>
                <a:lnTo>
                  <a:pt x="88391" y="138683"/>
                </a:lnTo>
                <a:lnTo>
                  <a:pt x="76167" y="148589"/>
                </a:lnTo>
                <a:lnTo>
                  <a:pt x="80869" y="152400"/>
                </a:lnTo>
                <a:lnTo>
                  <a:pt x="88391" y="152400"/>
                </a:lnTo>
                <a:close/>
              </a:path>
              <a:path w="329564" h="152400">
                <a:moveTo>
                  <a:pt x="83819" y="41314"/>
                </a:moveTo>
                <a:lnTo>
                  <a:pt x="83819" y="25907"/>
                </a:lnTo>
                <a:lnTo>
                  <a:pt x="76305" y="35092"/>
                </a:lnTo>
                <a:lnTo>
                  <a:pt x="83819" y="41314"/>
                </a:lnTo>
                <a:close/>
              </a:path>
              <a:path w="329564" h="152400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29564" h="152400">
                <a:moveTo>
                  <a:pt x="173735" y="10074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1893"/>
                </a:lnTo>
                <a:lnTo>
                  <a:pt x="164591" y="108203"/>
                </a:lnTo>
                <a:lnTo>
                  <a:pt x="173735" y="100748"/>
                </a:lnTo>
                <a:close/>
              </a:path>
              <a:path w="329564" h="152400">
                <a:moveTo>
                  <a:pt x="329183" y="86867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0748"/>
                </a:lnTo>
                <a:lnTo>
                  <a:pt x="246887" y="41101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397"/>
                </a:lnTo>
                <a:lnTo>
                  <a:pt x="294188" y="83720"/>
                </a:lnTo>
                <a:lnTo>
                  <a:pt x="303275" y="76199"/>
                </a:lnTo>
                <a:lnTo>
                  <a:pt x="303275" y="108230"/>
                </a:lnTo>
                <a:lnTo>
                  <a:pt x="329183" y="86867"/>
                </a:lnTo>
                <a:close/>
              </a:path>
              <a:path w="329564" h="152400">
                <a:moveTo>
                  <a:pt x="303275" y="108230"/>
                </a:moveTo>
                <a:lnTo>
                  <a:pt x="303275" y="76199"/>
                </a:lnTo>
                <a:lnTo>
                  <a:pt x="301751" y="92963"/>
                </a:lnTo>
                <a:lnTo>
                  <a:pt x="294188" y="83720"/>
                </a:lnTo>
                <a:lnTo>
                  <a:pt x="214883" y="149351"/>
                </a:lnTo>
                <a:lnTo>
                  <a:pt x="218567" y="152400"/>
                </a:lnTo>
                <a:lnTo>
                  <a:pt x="242315" y="152400"/>
                </a:lnTo>
                <a:lnTo>
                  <a:pt x="242315" y="138683"/>
                </a:lnTo>
                <a:lnTo>
                  <a:pt x="254329" y="148589"/>
                </a:lnTo>
                <a:lnTo>
                  <a:pt x="303275" y="108230"/>
                </a:lnTo>
                <a:close/>
              </a:path>
              <a:path w="329564" h="152400">
                <a:moveTo>
                  <a:pt x="263651" y="27431"/>
                </a:moveTo>
                <a:lnTo>
                  <a:pt x="246887" y="25907"/>
                </a:lnTo>
                <a:lnTo>
                  <a:pt x="254344" y="35021"/>
                </a:lnTo>
                <a:lnTo>
                  <a:pt x="263651" y="27431"/>
                </a:lnTo>
                <a:close/>
              </a:path>
              <a:path w="329564" h="152400">
                <a:moveTo>
                  <a:pt x="254344" y="35021"/>
                </a:moveTo>
                <a:lnTo>
                  <a:pt x="246887" y="25907"/>
                </a:lnTo>
                <a:lnTo>
                  <a:pt x="246887" y="41101"/>
                </a:lnTo>
                <a:lnTo>
                  <a:pt x="254344" y="35021"/>
                </a:lnTo>
                <a:close/>
              </a:path>
              <a:path w="329564" h="152400">
                <a:moveTo>
                  <a:pt x="258950" y="152400"/>
                </a:moveTo>
                <a:lnTo>
                  <a:pt x="254329" y="148589"/>
                </a:lnTo>
                <a:lnTo>
                  <a:pt x="249708" y="152400"/>
                </a:lnTo>
                <a:lnTo>
                  <a:pt x="258950" y="152400"/>
                </a:lnTo>
                <a:close/>
              </a:path>
              <a:path w="329564" h="152400">
                <a:moveTo>
                  <a:pt x="263651" y="46397"/>
                </a:moveTo>
                <a:lnTo>
                  <a:pt x="263651" y="27431"/>
                </a:lnTo>
                <a:lnTo>
                  <a:pt x="254344" y="35021"/>
                </a:lnTo>
                <a:lnTo>
                  <a:pt x="263651" y="46397"/>
                </a:lnTo>
                <a:close/>
              </a:path>
              <a:path w="329564" h="152400">
                <a:moveTo>
                  <a:pt x="303275" y="76199"/>
                </a:moveTo>
                <a:lnTo>
                  <a:pt x="294188" y="83720"/>
                </a:lnTo>
                <a:lnTo>
                  <a:pt x="301751" y="92963"/>
                </a:lnTo>
                <a:lnTo>
                  <a:pt x="303275" y="76199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49081" y="3777995"/>
            <a:ext cx="5410200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25482" y="4311398"/>
            <a:ext cx="5334000" cy="26151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227892" y="6204203"/>
            <a:ext cx="711835" cy="407034"/>
          </a:xfrm>
          <a:custGeom>
            <a:avLst/>
            <a:gdLst/>
            <a:ahLst/>
            <a:cxnLst/>
            <a:rect l="l" t="t" r="r" b="b"/>
            <a:pathLst>
              <a:path w="711834" h="407034">
                <a:moveTo>
                  <a:pt x="47243" y="140207"/>
                </a:moveTo>
                <a:lnTo>
                  <a:pt x="27431" y="124967"/>
                </a:lnTo>
                <a:lnTo>
                  <a:pt x="22859" y="131063"/>
                </a:lnTo>
                <a:lnTo>
                  <a:pt x="16763" y="140207"/>
                </a:lnTo>
                <a:lnTo>
                  <a:pt x="7619" y="161543"/>
                </a:lnTo>
                <a:lnTo>
                  <a:pt x="1523" y="182879"/>
                </a:lnTo>
                <a:lnTo>
                  <a:pt x="0" y="193547"/>
                </a:lnTo>
                <a:lnTo>
                  <a:pt x="0" y="202691"/>
                </a:lnTo>
                <a:lnTo>
                  <a:pt x="25907" y="204215"/>
                </a:lnTo>
                <a:lnTo>
                  <a:pt x="25907" y="193547"/>
                </a:lnTo>
                <a:lnTo>
                  <a:pt x="27431" y="185927"/>
                </a:lnTo>
                <a:lnTo>
                  <a:pt x="28955" y="176783"/>
                </a:lnTo>
                <a:lnTo>
                  <a:pt x="32003" y="169163"/>
                </a:lnTo>
                <a:lnTo>
                  <a:pt x="35051" y="160019"/>
                </a:lnTo>
                <a:lnTo>
                  <a:pt x="44195" y="144779"/>
                </a:lnTo>
                <a:lnTo>
                  <a:pt x="47243" y="140207"/>
                </a:lnTo>
                <a:close/>
              </a:path>
              <a:path w="711834" h="407034">
                <a:moveTo>
                  <a:pt x="120395" y="79247"/>
                </a:moveTo>
                <a:lnTo>
                  <a:pt x="109727" y="56387"/>
                </a:lnTo>
                <a:lnTo>
                  <a:pt x="94487" y="64007"/>
                </a:lnTo>
                <a:lnTo>
                  <a:pt x="62483" y="86867"/>
                </a:lnTo>
                <a:lnTo>
                  <a:pt x="44195" y="105155"/>
                </a:lnTo>
                <a:lnTo>
                  <a:pt x="62483" y="121919"/>
                </a:lnTo>
                <a:lnTo>
                  <a:pt x="64007" y="121919"/>
                </a:lnTo>
                <a:lnTo>
                  <a:pt x="79247" y="106679"/>
                </a:lnTo>
                <a:lnTo>
                  <a:pt x="88391" y="99059"/>
                </a:lnTo>
                <a:lnTo>
                  <a:pt x="99059" y="92963"/>
                </a:lnTo>
                <a:lnTo>
                  <a:pt x="108203" y="85343"/>
                </a:lnTo>
                <a:lnTo>
                  <a:pt x="120395" y="79247"/>
                </a:lnTo>
                <a:close/>
              </a:path>
              <a:path w="711834" h="407034">
                <a:moveTo>
                  <a:pt x="211835" y="44195"/>
                </a:moveTo>
                <a:lnTo>
                  <a:pt x="205739" y="19811"/>
                </a:lnTo>
                <a:lnTo>
                  <a:pt x="188975" y="24383"/>
                </a:lnTo>
                <a:lnTo>
                  <a:pt x="158495" y="33527"/>
                </a:lnTo>
                <a:lnTo>
                  <a:pt x="132587" y="45719"/>
                </a:lnTo>
                <a:lnTo>
                  <a:pt x="131063" y="45719"/>
                </a:lnTo>
                <a:lnTo>
                  <a:pt x="143255" y="68579"/>
                </a:lnTo>
                <a:lnTo>
                  <a:pt x="143255" y="67055"/>
                </a:lnTo>
                <a:lnTo>
                  <a:pt x="169163" y="57911"/>
                </a:lnTo>
                <a:lnTo>
                  <a:pt x="196595" y="47243"/>
                </a:lnTo>
                <a:lnTo>
                  <a:pt x="211835" y="44195"/>
                </a:lnTo>
                <a:close/>
              </a:path>
              <a:path w="711834" h="407034">
                <a:moveTo>
                  <a:pt x="310895" y="27431"/>
                </a:moveTo>
                <a:lnTo>
                  <a:pt x="307847" y="1523"/>
                </a:lnTo>
                <a:lnTo>
                  <a:pt x="284987" y="4571"/>
                </a:lnTo>
                <a:lnTo>
                  <a:pt x="251459" y="9143"/>
                </a:lnTo>
                <a:lnTo>
                  <a:pt x="231647" y="13715"/>
                </a:lnTo>
                <a:lnTo>
                  <a:pt x="236219" y="38099"/>
                </a:lnTo>
                <a:lnTo>
                  <a:pt x="256031" y="33527"/>
                </a:lnTo>
                <a:lnTo>
                  <a:pt x="288035" y="28955"/>
                </a:lnTo>
                <a:lnTo>
                  <a:pt x="310895" y="27431"/>
                </a:lnTo>
                <a:close/>
              </a:path>
              <a:path w="711834" h="407034">
                <a:moveTo>
                  <a:pt x="355853" y="12953"/>
                </a:moveTo>
                <a:lnTo>
                  <a:pt x="355091" y="0"/>
                </a:lnTo>
                <a:lnTo>
                  <a:pt x="333755" y="1523"/>
                </a:lnTo>
                <a:lnTo>
                  <a:pt x="335279" y="25907"/>
                </a:lnTo>
                <a:lnTo>
                  <a:pt x="355091" y="25907"/>
                </a:lnTo>
                <a:lnTo>
                  <a:pt x="355853" y="12953"/>
                </a:lnTo>
                <a:close/>
              </a:path>
              <a:path w="711834" h="407034">
                <a:moveTo>
                  <a:pt x="356615" y="25907"/>
                </a:moveTo>
                <a:lnTo>
                  <a:pt x="355853" y="12953"/>
                </a:lnTo>
                <a:lnTo>
                  <a:pt x="355091" y="25907"/>
                </a:lnTo>
                <a:lnTo>
                  <a:pt x="356615" y="25907"/>
                </a:lnTo>
                <a:close/>
              </a:path>
              <a:path w="711834" h="407034">
                <a:moveTo>
                  <a:pt x="411479" y="3047"/>
                </a:moveTo>
                <a:lnTo>
                  <a:pt x="391667" y="1523"/>
                </a:lnTo>
                <a:lnTo>
                  <a:pt x="356615" y="0"/>
                </a:lnTo>
                <a:lnTo>
                  <a:pt x="355853" y="12953"/>
                </a:lnTo>
                <a:lnTo>
                  <a:pt x="356615" y="25907"/>
                </a:lnTo>
                <a:lnTo>
                  <a:pt x="390143" y="25907"/>
                </a:lnTo>
                <a:lnTo>
                  <a:pt x="409955" y="28955"/>
                </a:lnTo>
                <a:lnTo>
                  <a:pt x="411479" y="3047"/>
                </a:lnTo>
                <a:close/>
              </a:path>
              <a:path w="711834" h="407034">
                <a:moveTo>
                  <a:pt x="513587" y="21335"/>
                </a:moveTo>
                <a:lnTo>
                  <a:pt x="492251" y="15239"/>
                </a:lnTo>
                <a:lnTo>
                  <a:pt x="460247" y="9143"/>
                </a:lnTo>
                <a:lnTo>
                  <a:pt x="437387" y="6095"/>
                </a:lnTo>
                <a:lnTo>
                  <a:pt x="434339" y="30479"/>
                </a:lnTo>
                <a:lnTo>
                  <a:pt x="455675" y="33527"/>
                </a:lnTo>
                <a:lnTo>
                  <a:pt x="486155" y="39623"/>
                </a:lnTo>
                <a:lnTo>
                  <a:pt x="507491" y="45719"/>
                </a:lnTo>
                <a:lnTo>
                  <a:pt x="513587" y="21335"/>
                </a:lnTo>
                <a:close/>
              </a:path>
              <a:path w="711834" h="407034">
                <a:moveTo>
                  <a:pt x="611123" y="60959"/>
                </a:moveTo>
                <a:lnTo>
                  <a:pt x="603503" y="57911"/>
                </a:lnTo>
                <a:lnTo>
                  <a:pt x="579119" y="44195"/>
                </a:lnTo>
                <a:lnTo>
                  <a:pt x="551687" y="33527"/>
                </a:lnTo>
                <a:lnTo>
                  <a:pt x="539495" y="28955"/>
                </a:lnTo>
                <a:lnTo>
                  <a:pt x="530351" y="53339"/>
                </a:lnTo>
                <a:lnTo>
                  <a:pt x="544067" y="57911"/>
                </a:lnTo>
                <a:lnTo>
                  <a:pt x="568451" y="68579"/>
                </a:lnTo>
                <a:lnTo>
                  <a:pt x="592835" y="80771"/>
                </a:lnTo>
                <a:lnTo>
                  <a:pt x="597407" y="83819"/>
                </a:lnTo>
                <a:lnTo>
                  <a:pt x="611123" y="60959"/>
                </a:lnTo>
                <a:close/>
              </a:path>
              <a:path w="711834" h="407034">
                <a:moveTo>
                  <a:pt x="690371" y="132587"/>
                </a:moveTo>
                <a:lnTo>
                  <a:pt x="688847" y="131063"/>
                </a:lnTo>
                <a:lnTo>
                  <a:pt x="665987" y="103631"/>
                </a:lnTo>
                <a:lnTo>
                  <a:pt x="656843" y="94487"/>
                </a:lnTo>
                <a:lnTo>
                  <a:pt x="638555" y="79247"/>
                </a:lnTo>
                <a:lnTo>
                  <a:pt x="632459" y="76199"/>
                </a:lnTo>
                <a:lnTo>
                  <a:pt x="618743" y="96011"/>
                </a:lnTo>
                <a:lnTo>
                  <a:pt x="623315" y="100583"/>
                </a:lnTo>
                <a:lnTo>
                  <a:pt x="632459" y="106679"/>
                </a:lnTo>
                <a:lnTo>
                  <a:pt x="640079" y="114299"/>
                </a:lnTo>
                <a:lnTo>
                  <a:pt x="649223" y="121919"/>
                </a:lnTo>
                <a:lnTo>
                  <a:pt x="667511" y="144779"/>
                </a:lnTo>
                <a:lnTo>
                  <a:pt x="667511" y="146303"/>
                </a:lnTo>
                <a:lnTo>
                  <a:pt x="690371" y="132587"/>
                </a:lnTo>
                <a:close/>
              </a:path>
              <a:path w="711834" h="407034">
                <a:moveTo>
                  <a:pt x="711707" y="202691"/>
                </a:moveTo>
                <a:lnTo>
                  <a:pt x="707135" y="170687"/>
                </a:lnTo>
                <a:lnTo>
                  <a:pt x="704087" y="160019"/>
                </a:lnTo>
                <a:lnTo>
                  <a:pt x="702563" y="156971"/>
                </a:lnTo>
                <a:lnTo>
                  <a:pt x="678179" y="167639"/>
                </a:lnTo>
                <a:lnTo>
                  <a:pt x="679703" y="169163"/>
                </a:lnTo>
                <a:lnTo>
                  <a:pt x="682751" y="178307"/>
                </a:lnTo>
                <a:lnTo>
                  <a:pt x="684275" y="187451"/>
                </a:lnTo>
                <a:lnTo>
                  <a:pt x="685799" y="195071"/>
                </a:lnTo>
                <a:lnTo>
                  <a:pt x="685799" y="202691"/>
                </a:lnTo>
                <a:lnTo>
                  <a:pt x="698753" y="203453"/>
                </a:lnTo>
                <a:lnTo>
                  <a:pt x="711707" y="202691"/>
                </a:lnTo>
                <a:close/>
              </a:path>
              <a:path w="711834" h="407034">
                <a:moveTo>
                  <a:pt x="711707" y="204215"/>
                </a:moveTo>
                <a:lnTo>
                  <a:pt x="698753" y="203453"/>
                </a:lnTo>
                <a:lnTo>
                  <a:pt x="685799" y="204215"/>
                </a:lnTo>
                <a:lnTo>
                  <a:pt x="685799" y="213359"/>
                </a:lnTo>
                <a:lnTo>
                  <a:pt x="684275" y="220979"/>
                </a:lnTo>
                <a:lnTo>
                  <a:pt x="682751" y="230123"/>
                </a:lnTo>
                <a:lnTo>
                  <a:pt x="681227" y="233171"/>
                </a:lnTo>
                <a:lnTo>
                  <a:pt x="705611" y="240791"/>
                </a:lnTo>
                <a:lnTo>
                  <a:pt x="707135" y="234695"/>
                </a:lnTo>
                <a:lnTo>
                  <a:pt x="710183" y="224027"/>
                </a:lnTo>
                <a:lnTo>
                  <a:pt x="710183" y="213359"/>
                </a:lnTo>
                <a:lnTo>
                  <a:pt x="711707" y="204215"/>
                </a:lnTo>
                <a:close/>
              </a:path>
              <a:path w="711834" h="407034">
                <a:moveTo>
                  <a:pt x="698753" y="203453"/>
                </a:moveTo>
                <a:lnTo>
                  <a:pt x="685799" y="202691"/>
                </a:lnTo>
                <a:lnTo>
                  <a:pt x="685799" y="204215"/>
                </a:lnTo>
                <a:lnTo>
                  <a:pt x="698753" y="203453"/>
                </a:lnTo>
                <a:close/>
              </a:path>
              <a:path w="711834" h="407034">
                <a:moveTo>
                  <a:pt x="693419" y="266699"/>
                </a:moveTo>
                <a:lnTo>
                  <a:pt x="672083" y="252983"/>
                </a:lnTo>
                <a:lnTo>
                  <a:pt x="667511" y="262127"/>
                </a:lnTo>
                <a:lnTo>
                  <a:pt x="655319" y="277367"/>
                </a:lnTo>
                <a:lnTo>
                  <a:pt x="632459" y="300227"/>
                </a:lnTo>
                <a:lnTo>
                  <a:pt x="624839" y="306323"/>
                </a:lnTo>
                <a:lnTo>
                  <a:pt x="640079" y="326135"/>
                </a:lnTo>
                <a:lnTo>
                  <a:pt x="647699" y="320039"/>
                </a:lnTo>
                <a:lnTo>
                  <a:pt x="658367" y="310895"/>
                </a:lnTo>
                <a:lnTo>
                  <a:pt x="667511" y="303275"/>
                </a:lnTo>
                <a:lnTo>
                  <a:pt x="682751" y="284987"/>
                </a:lnTo>
                <a:lnTo>
                  <a:pt x="688847" y="275843"/>
                </a:lnTo>
                <a:lnTo>
                  <a:pt x="693419" y="266699"/>
                </a:lnTo>
                <a:close/>
              </a:path>
              <a:path w="711834" h="407034">
                <a:moveTo>
                  <a:pt x="618743" y="341375"/>
                </a:moveTo>
                <a:lnTo>
                  <a:pt x="605027" y="320039"/>
                </a:lnTo>
                <a:lnTo>
                  <a:pt x="603503" y="321563"/>
                </a:lnTo>
                <a:lnTo>
                  <a:pt x="591311" y="327659"/>
                </a:lnTo>
                <a:lnTo>
                  <a:pt x="568451" y="338327"/>
                </a:lnTo>
                <a:lnTo>
                  <a:pt x="542543" y="348995"/>
                </a:lnTo>
                <a:lnTo>
                  <a:pt x="537971" y="350519"/>
                </a:lnTo>
                <a:lnTo>
                  <a:pt x="547115" y="374903"/>
                </a:lnTo>
                <a:lnTo>
                  <a:pt x="551687" y="373379"/>
                </a:lnTo>
                <a:lnTo>
                  <a:pt x="579119" y="361187"/>
                </a:lnTo>
                <a:lnTo>
                  <a:pt x="605027" y="348995"/>
                </a:lnTo>
                <a:lnTo>
                  <a:pt x="617219" y="342899"/>
                </a:lnTo>
                <a:lnTo>
                  <a:pt x="618743" y="341375"/>
                </a:lnTo>
                <a:close/>
              </a:path>
              <a:path w="711834" h="407034">
                <a:moveTo>
                  <a:pt x="521207" y="384047"/>
                </a:moveTo>
                <a:lnTo>
                  <a:pt x="515111" y="358139"/>
                </a:lnTo>
                <a:lnTo>
                  <a:pt x="486155" y="367283"/>
                </a:lnTo>
                <a:lnTo>
                  <a:pt x="455675" y="373379"/>
                </a:lnTo>
                <a:lnTo>
                  <a:pt x="441959" y="374903"/>
                </a:lnTo>
                <a:lnTo>
                  <a:pt x="446531" y="399287"/>
                </a:lnTo>
                <a:lnTo>
                  <a:pt x="460247" y="397763"/>
                </a:lnTo>
                <a:lnTo>
                  <a:pt x="492251" y="391667"/>
                </a:lnTo>
                <a:lnTo>
                  <a:pt x="521207" y="384047"/>
                </a:lnTo>
                <a:close/>
              </a:path>
              <a:path w="711834" h="407034">
                <a:moveTo>
                  <a:pt x="355853" y="393953"/>
                </a:moveTo>
                <a:lnTo>
                  <a:pt x="355091" y="380999"/>
                </a:lnTo>
                <a:lnTo>
                  <a:pt x="342899" y="380999"/>
                </a:lnTo>
                <a:lnTo>
                  <a:pt x="342899" y="406907"/>
                </a:lnTo>
                <a:lnTo>
                  <a:pt x="355091" y="406907"/>
                </a:lnTo>
                <a:lnTo>
                  <a:pt x="355853" y="393953"/>
                </a:lnTo>
                <a:close/>
              </a:path>
              <a:path w="711834" h="407034">
                <a:moveTo>
                  <a:pt x="420623" y="403859"/>
                </a:moveTo>
                <a:lnTo>
                  <a:pt x="417575" y="377951"/>
                </a:lnTo>
                <a:lnTo>
                  <a:pt x="390143" y="379475"/>
                </a:lnTo>
                <a:lnTo>
                  <a:pt x="355091" y="380999"/>
                </a:lnTo>
                <a:lnTo>
                  <a:pt x="356615" y="380999"/>
                </a:lnTo>
                <a:lnTo>
                  <a:pt x="356615" y="406907"/>
                </a:lnTo>
                <a:lnTo>
                  <a:pt x="391667" y="405383"/>
                </a:lnTo>
                <a:lnTo>
                  <a:pt x="420623" y="403859"/>
                </a:lnTo>
                <a:close/>
              </a:path>
              <a:path w="711834" h="407034">
                <a:moveTo>
                  <a:pt x="356615" y="380999"/>
                </a:moveTo>
                <a:lnTo>
                  <a:pt x="355091" y="380999"/>
                </a:lnTo>
                <a:lnTo>
                  <a:pt x="355853" y="393953"/>
                </a:lnTo>
                <a:lnTo>
                  <a:pt x="356615" y="380999"/>
                </a:lnTo>
                <a:close/>
              </a:path>
              <a:path w="711834" h="407034">
                <a:moveTo>
                  <a:pt x="356615" y="406907"/>
                </a:moveTo>
                <a:lnTo>
                  <a:pt x="356615" y="380999"/>
                </a:lnTo>
                <a:lnTo>
                  <a:pt x="355853" y="393953"/>
                </a:lnTo>
                <a:lnTo>
                  <a:pt x="356615" y="406907"/>
                </a:lnTo>
                <a:close/>
              </a:path>
              <a:path w="711834" h="407034">
                <a:moveTo>
                  <a:pt x="318515" y="379475"/>
                </a:moveTo>
                <a:lnTo>
                  <a:pt x="288035" y="377951"/>
                </a:lnTo>
                <a:lnTo>
                  <a:pt x="256031" y="373379"/>
                </a:lnTo>
                <a:lnTo>
                  <a:pt x="243839" y="370331"/>
                </a:lnTo>
                <a:lnTo>
                  <a:pt x="239267" y="394715"/>
                </a:lnTo>
                <a:lnTo>
                  <a:pt x="251459" y="397763"/>
                </a:lnTo>
                <a:lnTo>
                  <a:pt x="284987" y="402335"/>
                </a:lnTo>
                <a:lnTo>
                  <a:pt x="316991" y="405383"/>
                </a:lnTo>
                <a:lnTo>
                  <a:pt x="318515" y="379475"/>
                </a:lnTo>
                <a:close/>
              </a:path>
              <a:path w="711834" h="407034">
                <a:moveTo>
                  <a:pt x="220979" y="365759"/>
                </a:moveTo>
                <a:lnTo>
                  <a:pt x="195071" y="358139"/>
                </a:lnTo>
                <a:lnTo>
                  <a:pt x="167639" y="348995"/>
                </a:lnTo>
                <a:lnTo>
                  <a:pt x="149351" y="341375"/>
                </a:lnTo>
                <a:lnTo>
                  <a:pt x="140207" y="365759"/>
                </a:lnTo>
                <a:lnTo>
                  <a:pt x="160019" y="373379"/>
                </a:lnTo>
                <a:lnTo>
                  <a:pt x="188975" y="382523"/>
                </a:lnTo>
                <a:lnTo>
                  <a:pt x="213359" y="390143"/>
                </a:lnTo>
                <a:lnTo>
                  <a:pt x="220979" y="365759"/>
                </a:lnTo>
                <a:close/>
              </a:path>
              <a:path w="711834" h="407034">
                <a:moveTo>
                  <a:pt x="51815" y="272795"/>
                </a:moveTo>
                <a:lnTo>
                  <a:pt x="50291" y="269747"/>
                </a:lnTo>
                <a:lnTo>
                  <a:pt x="44195" y="262127"/>
                </a:lnTo>
                <a:lnTo>
                  <a:pt x="39623" y="252983"/>
                </a:lnTo>
                <a:lnTo>
                  <a:pt x="35051" y="245363"/>
                </a:lnTo>
                <a:lnTo>
                  <a:pt x="32003" y="236219"/>
                </a:lnTo>
                <a:lnTo>
                  <a:pt x="28955" y="228599"/>
                </a:lnTo>
                <a:lnTo>
                  <a:pt x="27431" y="219455"/>
                </a:lnTo>
                <a:lnTo>
                  <a:pt x="25907" y="211835"/>
                </a:lnTo>
                <a:lnTo>
                  <a:pt x="25907" y="210311"/>
                </a:lnTo>
                <a:lnTo>
                  <a:pt x="0" y="211835"/>
                </a:lnTo>
                <a:lnTo>
                  <a:pt x="1523" y="214883"/>
                </a:lnTo>
                <a:lnTo>
                  <a:pt x="4571" y="236219"/>
                </a:lnTo>
                <a:lnTo>
                  <a:pt x="22859" y="275843"/>
                </a:lnTo>
                <a:lnTo>
                  <a:pt x="30479" y="284987"/>
                </a:lnTo>
                <a:lnTo>
                  <a:pt x="32003" y="289559"/>
                </a:lnTo>
                <a:lnTo>
                  <a:pt x="51815" y="272795"/>
                </a:lnTo>
                <a:close/>
              </a:path>
              <a:path w="711834" h="407034">
                <a:moveTo>
                  <a:pt x="128015" y="330707"/>
                </a:moveTo>
                <a:lnTo>
                  <a:pt x="118871" y="326135"/>
                </a:lnTo>
                <a:lnTo>
                  <a:pt x="97535" y="313943"/>
                </a:lnTo>
                <a:lnTo>
                  <a:pt x="88391" y="306323"/>
                </a:lnTo>
                <a:lnTo>
                  <a:pt x="79247" y="300227"/>
                </a:lnTo>
                <a:lnTo>
                  <a:pt x="70103" y="292607"/>
                </a:lnTo>
                <a:lnTo>
                  <a:pt x="68579" y="289559"/>
                </a:lnTo>
                <a:lnTo>
                  <a:pt x="50291" y="307847"/>
                </a:lnTo>
                <a:lnTo>
                  <a:pt x="83819" y="335279"/>
                </a:lnTo>
                <a:lnTo>
                  <a:pt x="108203" y="348995"/>
                </a:lnTo>
                <a:lnTo>
                  <a:pt x="115823" y="353567"/>
                </a:lnTo>
                <a:lnTo>
                  <a:pt x="128015" y="3307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89491" y="5518403"/>
            <a:ext cx="788035" cy="318770"/>
          </a:xfrm>
          <a:custGeom>
            <a:avLst/>
            <a:gdLst/>
            <a:ahLst/>
            <a:cxnLst/>
            <a:rect l="l" t="t" r="r" b="b"/>
            <a:pathLst>
              <a:path w="788035" h="318770">
                <a:moveTo>
                  <a:pt x="57911" y="105155"/>
                </a:moveTo>
                <a:lnTo>
                  <a:pt x="42671" y="86867"/>
                </a:lnTo>
                <a:lnTo>
                  <a:pt x="33527" y="92963"/>
                </a:lnTo>
                <a:lnTo>
                  <a:pt x="25907" y="100583"/>
                </a:lnTo>
                <a:lnTo>
                  <a:pt x="13715" y="115823"/>
                </a:lnTo>
                <a:lnTo>
                  <a:pt x="9143" y="124967"/>
                </a:lnTo>
                <a:lnTo>
                  <a:pt x="4571" y="132587"/>
                </a:lnTo>
                <a:lnTo>
                  <a:pt x="3047" y="141731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27431" y="146303"/>
                </a:lnTo>
                <a:lnTo>
                  <a:pt x="28955" y="141731"/>
                </a:lnTo>
                <a:lnTo>
                  <a:pt x="35051" y="129539"/>
                </a:lnTo>
                <a:lnTo>
                  <a:pt x="39623" y="123443"/>
                </a:lnTo>
                <a:lnTo>
                  <a:pt x="57911" y="105155"/>
                </a:lnTo>
                <a:close/>
              </a:path>
              <a:path w="788035" h="318770">
                <a:moveTo>
                  <a:pt x="27431" y="169163"/>
                </a:moveTo>
                <a:lnTo>
                  <a:pt x="25907" y="164591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1523" y="169163"/>
                </a:lnTo>
                <a:lnTo>
                  <a:pt x="1523" y="175259"/>
                </a:lnTo>
                <a:lnTo>
                  <a:pt x="27431" y="169163"/>
                </a:lnTo>
                <a:close/>
              </a:path>
              <a:path w="788035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788035" h="318770">
                <a:moveTo>
                  <a:pt x="144779" y="62483"/>
                </a:moveTo>
                <a:lnTo>
                  <a:pt x="137159" y="38099"/>
                </a:lnTo>
                <a:lnTo>
                  <a:pt x="132587" y="39623"/>
                </a:lnTo>
                <a:lnTo>
                  <a:pt x="120395" y="44195"/>
                </a:lnTo>
                <a:lnTo>
                  <a:pt x="106679" y="48767"/>
                </a:lnTo>
                <a:lnTo>
                  <a:pt x="82295" y="60959"/>
                </a:lnTo>
                <a:lnTo>
                  <a:pt x="71627" y="67055"/>
                </a:lnTo>
                <a:lnTo>
                  <a:pt x="64007" y="70103"/>
                </a:lnTo>
                <a:lnTo>
                  <a:pt x="77723" y="92963"/>
                </a:lnTo>
                <a:lnTo>
                  <a:pt x="83819" y="88391"/>
                </a:lnTo>
                <a:lnTo>
                  <a:pt x="94487" y="82295"/>
                </a:lnTo>
                <a:lnTo>
                  <a:pt x="105155" y="77723"/>
                </a:lnTo>
                <a:lnTo>
                  <a:pt x="117347" y="73151"/>
                </a:lnTo>
                <a:lnTo>
                  <a:pt x="129539" y="67055"/>
                </a:lnTo>
                <a:lnTo>
                  <a:pt x="141731" y="62483"/>
                </a:lnTo>
                <a:lnTo>
                  <a:pt x="144779" y="62483"/>
                </a:lnTo>
                <a:close/>
              </a:path>
              <a:path w="788035" h="318770">
                <a:moveTo>
                  <a:pt x="240791" y="38099"/>
                </a:moveTo>
                <a:lnTo>
                  <a:pt x="236219" y="13715"/>
                </a:lnTo>
                <a:lnTo>
                  <a:pt x="208787" y="18287"/>
                </a:lnTo>
                <a:lnTo>
                  <a:pt x="176783" y="25907"/>
                </a:lnTo>
                <a:lnTo>
                  <a:pt x="161543" y="30479"/>
                </a:lnTo>
                <a:lnTo>
                  <a:pt x="167639" y="54863"/>
                </a:lnTo>
                <a:lnTo>
                  <a:pt x="184403" y="50291"/>
                </a:lnTo>
                <a:lnTo>
                  <a:pt x="214883" y="42671"/>
                </a:lnTo>
                <a:lnTo>
                  <a:pt x="240791" y="38099"/>
                </a:lnTo>
                <a:close/>
              </a:path>
              <a:path w="788035" h="318770">
                <a:moveTo>
                  <a:pt x="341375" y="27431"/>
                </a:moveTo>
                <a:lnTo>
                  <a:pt x="339851" y="1523"/>
                </a:lnTo>
                <a:lnTo>
                  <a:pt x="315467" y="3047"/>
                </a:lnTo>
                <a:lnTo>
                  <a:pt x="278891" y="7619"/>
                </a:lnTo>
                <a:lnTo>
                  <a:pt x="262127" y="9143"/>
                </a:lnTo>
                <a:lnTo>
                  <a:pt x="265175" y="35051"/>
                </a:lnTo>
                <a:lnTo>
                  <a:pt x="281939" y="32003"/>
                </a:lnTo>
                <a:lnTo>
                  <a:pt x="318515" y="28955"/>
                </a:lnTo>
                <a:lnTo>
                  <a:pt x="341375" y="27431"/>
                </a:lnTo>
                <a:close/>
              </a:path>
              <a:path w="788035" h="318770">
                <a:moveTo>
                  <a:pt x="393953" y="12953"/>
                </a:moveTo>
                <a:lnTo>
                  <a:pt x="393191" y="0"/>
                </a:lnTo>
                <a:lnTo>
                  <a:pt x="365759" y="1523"/>
                </a:lnTo>
                <a:lnTo>
                  <a:pt x="365759" y="25907"/>
                </a:lnTo>
                <a:lnTo>
                  <a:pt x="393191" y="25907"/>
                </a:lnTo>
                <a:lnTo>
                  <a:pt x="393953" y="12953"/>
                </a:lnTo>
                <a:close/>
              </a:path>
              <a:path w="788035" h="318770">
                <a:moveTo>
                  <a:pt x="394715" y="25907"/>
                </a:moveTo>
                <a:lnTo>
                  <a:pt x="393953" y="12953"/>
                </a:lnTo>
                <a:lnTo>
                  <a:pt x="393191" y="25907"/>
                </a:lnTo>
                <a:lnTo>
                  <a:pt x="394715" y="25907"/>
                </a:lnTo>
                <a:close/>
              </a:path>
              <a:path w="788035" h="318770">
                <a:moveTo>
                  <a:pt x="441959" y="1523"/>
                </a:moveTo>
                <a:lnTo>
                  <a:pt x="432815" y="1523"/>
                </a:lnTo>
                <a:lnTo>
                  <a:pt x="394715" y="0"/>
                </a:lnTo>
                <a:lnTo>
                  <a:pt x="393953" y="12953"/>
                </a:lnTo>
                <a:lnTo>
                  <a:pt x="394715" y="25907"/>
                </a:lnTo>
                <a:lnTo>
                  <a:pt x="432815" y="25907"/>
                </a:lnTo>
                <a:lnTo>
                  <a:pt x="440435" y="27431"/>
                </a:lnTo>
                <a:lnTo>
                  <a:pt x="441959" y="1523"/>
                </a:lnTo>
                <a:close/>
              </a:path>
              <a:path w="788035" h="318770">
                <a:moveTo>
                  <a:pt x="544067" y="12191"/>
                </a:moveTo>
                <a:lnTo>
                  <a:pt x="509015" y="6095"/>
                </a:lnTo>
                <a:lnTo>
                  <a:pt x="470915" y="3047"/>
                </a:lnTo>
                <a:lnTo>
                  <a:pt x="467867" y="3047"/>
                </a:lnTo>
                <a:lnTo>
                  <a:pt x="466343" y="28955"/>
                </a:lnTo>
                <a:lnTo>
                  <a:pt x="469391" y="28955"/>
                </a:lnTo>
                <a:lnTo>
                  <a:pt x="505967" y="32003"/>
                </a:lnTo>
                <a:lnTo>
                  <a:pt x="541019" y="36575"/>
                </a:lnTo>
                <a:lnTo>
                  <a:pt x="544067" y="12191"/>
                </a:lnTo>
                <a:close/>
              </a:path>
              <a:path w="788035" h="318770">
                <a:moveTo>
                  <a:pt x="644651" y="36575"/>
                </a:moveTo>
                <a:lnTo>
                  <a:pt x="640079" y="33527"/>
                </a:lnTo>
                <a:lnTo>
                  <a:pt x="609599" y="25907"/>
                </a:lnTo>
                <a:lnTo>
                  <a:pt x="577595" y="18287"/>
                </a:lnTo>
                <a:lnTo>
                  <a:pt x="569975" y="16763"/>
                </a:lnTo>
                <a:lnTo>
                  <a:pt x="565403" y="41147"/>
                </a:lnTo>
                <a:lnTo>
                  <a:pt x="573023" y="42671"/>
                </a:lnTo>
                <a:lnTo>
                  <a:pt x="603503" y="50291"/>
                </a:lnTo>
                <a:lnTo>
                  <a:pt x="632459" y="57911"/>
                </a:lnTo>
                <a:lnTo>
                  <a:pt x="637031" y="59435"/>
                </a:lnTo>
                <a:lnTo>
                  <a:pt x="644651" y="36575"/>
                </a:lnTo>
                <a:close/>
              </a:path>
              <a:path w="788035" h="318770">
                <a:moveTo>
                  <a:pt x="739139" y="82295"/>
                </a:moveTo>
                <a:lnTo>
                  <a:pt x="736091" y="79247"/>
                </a:lnTo>
                <a:lnTo>
                  <a:pt x="726947" y="73151"/>
                </a:lnTo>
                <a:lnTo>
                  <a:pt x="716279" y="67055"/>
                </a:lnTo>
                <a:lnTo>
                  <a:pt x="704087" y="60959"/>
                </a:lnTo>
                <a:lnTo>
                  <a:pt x="693419" y="54863"/>
                </a:lnTo>
                <a:lnTo>
                  <a:pt x="681227" y="48767"/>
                </a:lnTo>
                <a:lnTo>
                  <a:pt x="670559" y="44195"/>
                </a:lnTo>
                <a:lnTo>
                  <a:pt x="659891" y="68579"/>
                </a:lnTo>
                <a:lnTo>
                  <a:pt x="670559" y="73151"/>
                </a:lnTo>
                <a:lnTo>
                  <a:pt x="682751" y="77723"/>
                </a:lnTo>
                <a:lnTo>
                  <a:pt x="693419" y="83819"/>
                </a:lnTo>
                <a:lnTo>
                  <a:pt x="704087" y="88391"/>
                </a:lnTo>
                <a:lnTo>
                  <a:pt x="722375" y="100583"/>
                </a:lnTo>
                <a:lnTo>
                  <a:pt x="725423" y="102107"/>
                </a:lnTo>
                <a:lnTo>
                  <a:pt x="739139" y="82295"/>
                </a:lnTo>
                <a:close/>
              </a:path>
              <a:path w="788035" h="318770">
                <a:moveTo>
                  <a:pt x="787907" y="158495"/>
                </a:moveTo>
                <a:lnTo>
                  <a:pt x="784859" y="140207"/>
                </a:lnTo>
                <a:lnTo>
                  <a:pt x="781811" y="131063"/>
                </a:lnTo>
                <a:lnTo>
                  <a:pt x="778763" y="123443"/>
                </a:lnTo>
                <a:lnTo>
                  <a:pt x="760475" y="100583"/>
                </a:lnTo>
                <a:lnTo>
                  <a:pt x="760475" y="99059"/>
                </a:lnTo>
                <a:lnTo>
                  <a:pt x="742187" y="117347"/>
                </a:lnTo>
                <a:lnTo>
                  <a:pt x="742187" y="118871"/>
                </a:lnTo>
                <a:lnTo>
                  <a:pt x="748283" y="124967"/>
                </a:lnTo>
                <a:lnTo>
                  <a:pt x="752855" y="131063"/>
                </a:lnTo>
                <a:lnTo>
                  <a:pt x="755903" y="137159"/>
                </a:lnTo>
                <a:lnTo>
                  <a:pt x="758951" y="141731"/>
                </a:lnTo>
                <a:lnTo>
                  <a:pt x="761999" y="153923"/>
                </a:lnTo>
                <a:lnTo>
                  <a:pt x="761999" y="158495"/>
                </a:lnTo>
                <a:lnTo>
                  <a:pt x="774953" y="159257"/>
                </a:lnTo>
                <a:lnTo>
                  <a:pt x="787907" y="158495"/>
                </a:lnTo>
                <a:close/>
              </a:path>
              <a:path w="788035" h="318770">
                <a:moveTo>
                  <a:pt x="787907" y="160019"/>
                </a:moveTo>
                <a:lnTo>
                  <a:pt x="774953" y="159257"/>
                </a:lnTo>
                <a:lnTo>
                  <a:pt x="761999" y="160019"/>
                </a:lnTo>
                <a:lnTo>
                  <a:pt x="761999" y="166115"/>
                </a:lnTo>
                <a:lnTo>
                  <a:pt x="760475" y="172211"/>
                </a:lnTo>
                <a:lnTo>
                  <a:pt x="758951" y="173735"/>
                </a:lnTo>
                <a:lnTo>
                  <a:pt x="783335" y="181355"/>
                </a:lnTo>
                <a:lnTo>
                  <a:pt x="784859" y="176783"/>
                </a:lnTo>
                <a:lnTo>
                  <a:pt x="786383" y="167639"/>
                </a:lnTo>
                <a:lnTo>
                  <a:pt x="787907" y="160019"/>
                </a:lnTo>
                <a:close/>
              </a:path>
              <a:path w="788035" h="318770">
                <a:moveTo>
                  <a:pt x="774953" y="159257"/>
                </a:moveTo>
                <a:lnTo>
                  <a:pt x="761999" y="158495"/>
                </a:lnTo>
                <a:lnTo>
                  <a:pt x="761999" y="160019"/>
                </a:lnTo>
                <a:lnTo>
                  <a:pt x="774953" y="159257"/>
                </a:lnTo>
                <a:close/>
              </a:path>
              <a:path w="788035" h="318770">
                <a:moveTo>
                  <a:pt x="769619" y="207263"/>
                </a:moveTo>
                <a:lnTo>
                  <a:pt x="749807" y="192023"/>
                </a:lnTo>
                <a:lnTo>
                  <a:pt x="748283" y="195071"/>
                </a:lnTo>
                <a:lnTo>
                  <a:pt x="736091" y="207263"/>
                </a:lnTo>
                <a:lnTo>
                  <a:pt x="720851" y="219455"/>
                </a:lnTo>
                <a:lnTo>
                  <a:pt x="713231" y="224027"/>
                </a:lnTo>
                <a:lnTo>
                  <a:pt x="702563" y="230123"/>
                </a:lnTo>
                <a:lnTo>
                  <a:pt x="693419" y="234695"/>
                </a:lnTo>
                <a:lnTo>
                  <a:pt x="705611" y="257555"/>
                </a:lnTo>
                <a:lnTo>
                  <a:pt x="745235" y="233171"/>
                </a:lnTo>
                <a:lnTo>
                  <a:pt x="768095" y="210311"/>
                </a:lnTo>
                <a:lnTo>
                  <a:pt x="769619" y="207263"/>
                </a:lnTo>
                <a:close/>
              </a:path>
              <a:path w="788035" h="318770">
                <a:moveTo>
                  <a:pt x="682751" y="269747"/>
                </a:moveTo>
                <a:lnTo>
                  <a:pt x="672083" y="245363"/>
                </a:lnTo>
                <a:lnTo>
                  <a:pt x="670559" y="246887"/>
                </a:lnTo>
                <a:lnTo>
                  <a:pt x="646175" y="256031"/>
                </a:lnTo>
                <a:lnTo>
                  <a:pt x="632459" y="260603"/>
                </a:lnTo>
                <a:lnTo>
                  <a:pt x="603503" y="268223"/>
                </a:lnTo>
                <a:lnTo>
                  <a:pt x="601979" y="268223"/>
                </a:lnTo>
                <a:lnTo>
                  <a:pt x="608075" y="294131"/>
                </a:lnTo>
                <a:lnTo>
                  <a:pt x="611123" y="292607"/>
                </a:lnTo>
                <a:lnTo>
                  <a:pt x="640079" y="284987"/>
                </a:lnTo>
                <a:lnTo>
                  <a:pt x="653795" y="280415"/>
                </a:lnTo>
                <a:lnTo>
                  <a:pt x="667511" y="274319"/>
                </a:lnTo>
                <a:lnTo>
                  <a:pt x="681227" y="269747"/>
                </a:lnTo>
                <a:lnTo>
                  <a:pt x="682751" y="269747"/>
                </a:lnTo>
                <a:close/>
              </a:path>
              <a:path w="788035" h="318770">
                <a:moveTo>
                  <a:pt x="583691" y="300227"/>
                </a:moveTo>
                <a:lnTo>
                  <a:pt x="577595" y="274319"/>
                </a:lnTo>
                <a:lnTo>
                  <a:pt x="573023" y="275843"/>
                </a:lnTo>
                <a:lnTo>
                  <a:pt x="539495" y="281939"/>
                </a:lnTo>
                <a:lnTo>
                  <a:pt x="505967" y="286511"/>
                </a:lnTo>
                <a:lnTo>
                  <a:pt x="504443" y="286511"/>
                </a:lnTo>
                <a:lnTo>
                  <a:pt x="505967" y="312419"/>
                </a:lnTo>
                <a:lnTo>
                  <a:pt x="509015" y="312419"/>
                </a:lnTo>
                <a:lnTo>
                  <a:pt x="579119" y="300227"/>
                </a:lnTo>
                <a:lnTo>
                  <a:pt x="583691" y="300227"/>
                </a:lnTo>
                <a:close/>
              </a:path>
              <a:path w="788035" h="318770">
                <a:moveTo>
                  <a:pt x="481583" y="313943"/>
                </a:moveTo>
                <a:lnTo>
                  <a:pt x="478535" y="289559"/>
                </a:lnTo>
                <a:lnTo>
                  <a:pt x="469391" y="289559"/>
                </a:lnTo>
                <a:lnTo>
                  <a:pt x="432815" y="292607"/>
                </a:lnTo>
                <a:lnTo>
                  <a:pt x="403859" y="292607"/>
                </a:lnTo>
                <a:lnTo>
                  <a:pt x="403859" y="318515"/>
                </a:lnTo>
                <a:lnTo>
                  <a:pt x="434339" y="318515"/>
                </a:lnTo>
                <a:lnTo>
                  <a:pt x="472439" y="315467"/>
                </a:lnTo>
                <a:lnTo>
                  <a:pt x="481583" y="313943"/>
                </a:lnTo>
                <a:close/>
              </a:path>
              <a:path w="788035" h="318770">
                <a:moveTo>
                  <a:pt x="377951" y="318515"/>
                </a:moveTo>
                <a:lnTo>
                  <a:pt x="377951" y="292607"/>
                </a:lnTo>
                <a:lnTo>
                  <a:pt x="355091" y="292607"/>
                </a:lnTo>
                <a:lnTo>
                  <a:pt x="318515" y="289559"/>
                </a:lnTo>
                <a:lnTo>
                  <a:pt x="303275" y="289559"/>
                </a:lnTo>
                <a:lnTo>
                  <a:pt x="300227" y="313943"/>
                </a:lnTo>
                <a:lnTo>
                  <a:pt x="316991" y="315467"/>
                </a:lnTo>
                <a:lnTo>
                  <a:pt x="355091" y="318515"/>
                </a:lnTo>
                <a:lnTo>
                  <a:pt x="377951" y="318515"/>
                </a:lnTo>
                <a:close/>
              </a:path>
              <a:path w="788035" h="318770">
                <a:moveTo>
                  <a:pt x="278891" y="286511"/>
                </a:moveTo>
                <a:lnTo>
                  <a:pt x="246887" y="281939"/>
                </a:lnTo>
                <a:lnTo>
                  <a:pt x="214883" y="275843"/>
                </a:lnTo>
                <a:lnTo>
                  <a:pt x="204215" y="272795"/>
                </a:lnTo>
                <a:lnTo>
                  <a:pt x="199643" y="298703"/>
                </a:lnTo>
                <a:lnTo>
                  <a:pt x="210311" y="300227"/>
                </a:lnTo>
                <a:lnTo>
                  <a:pt x="243839" y="306323"/>
                </a:lnTo>
                <a:lnTo>
                  <a:pt x="274319" y="310895"/>
                </a:lnTo>
                <a:lnTo>
                  <a:pt x="278891" y="286511"/>
                </a:lnTo>
                <a:close/>
              </a:path>
              <a:path w="788035" h="318770">
                <a:moveTo>
                  <a:pt x="181355" y="268223"/>
                </a:moveTo>
                <a:lnTo>
                  <a:pt x="155447" y="260603"/>
                </a:lnTo>
                <a:lnTo>
                  <a:pt x="141731" y="256031"/>
                </a:lnTo>
                <a:lnTo>
                  <a:pt x="129539" y="251459"/>
                </a:lnTo>
                <a:lnTo>
                  <a:pt x="115823" y="245363"/>
                </a:lnTo>
                <a:lnTo>
                  <a:pt x="109727" y="243839"/>
                </a:lnTo>
                <a:lnTo>
                  <a:pt x="100583" y="266699"/>
                </a:lnTo>
                <a:lnTo>
                  <a:pt x="106679" y="269747"/>
                </a:lnTo>
                <a:lnTo>
                  <a:pt x="120395" y="274319"/>
                </a:lnTo>
                <a:lnTo>
                  <a:pt x="134111" y="280415"/>
                </a:lnTo>
                <a:lnTo>
                  <a:pt x="147827" y="284987"/>
                </a:lnTo>
                <a:lnTo>
                  <a:pt x="173735" y="292607"/>
                </a:lnTo>
                <a:lnTo>
                  <a:pt x="181355" y="268223"/>
                </a:lnTo>
                <a:close/>
              </a:path>
              <a:path w="788035" h="318770">
                <a:moveTo>
                  <a:pt x="88391" y="233171"/>
                </a:moveTo>
                <a:lnTo>
                  <a:pt x="65531" y="217931"/>
                </a:lnTo>
                <a:lnTo>
                  <a:pt x="57911" y="213359"/>
                </a:lnTo>
                <a:lnTo>
                  <a:pt x="51815" y="207263"/>
                </a:lnTo>
                <a:lnTo>
                  <a:pt x="44195" y="201167"/>
                </a:lnTo>
                <a:lnTo>
                  <a:pt x="35051" y="188975"/>
                </a:lnTo>
                <a:lnTo>
                  <a:pt x="13715" y="201167"/>
                </a:lnTo>
                <a:lnTo>
                  <a:pt x="15239" y="204215"/>
                </a:lnTo>
                <a:lnTo>
                  <a:pt x="19811" y="211835"/>
                </a:lnTo>
                <a:lnTo>
                  <a:pt x="27431" y="219455"/>
                </a:lnTo>
                <a:lnTo>
                  <a:pt x="35051" y="225551"/>
                </a:lnTo>
                <a:lnTo>
                  <a:pt x="42671" y="233171"/>
                </a:lnTo>
                <a:lnTo>
                  <a:pt x="51815" y="239267"/>
                </a:lnTo>
                <a:lnTo>
                  <a:pt x="60959" y="246887"/>
                </a:lnTo>
                <a:lnTo>
                  <a:pt x="71627" y="252983"/>
                </a:lnTo>
                <a:lnTo>
                  <a:pt x="76199" y="254507"/>
                </a:lnTo>
                <a:lnTo>
                  <a:pt x="88391" y="2331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99801" y="4613149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22990" y="6533390"/>
            <a:ext cx="597535" cy="405765"/>
          </a:xfrm>
          <a:custGeom>
            <a:avLst/>
            <a:gdLst/>
            <a:ahLst/>
            <a:cxnLst/>
            <a:rect l="l" t="t" r="r" b="b"/>
            <a:pathLst>
              <a:path w="597535" h="405765">
                <a:moveTo>
                  <a:pt x="45719" y="137159"/>
                </a:moveTo>
                <a:lnTo>
                  <a:pt x="22859" y="123443"/>
                </a:lnTo>
                <a:lnTo>
                  <a:pt x="18287" y="131063"/>
                </a:lnTo>
                <a:lnTo>
                  <a:pt x="13715" y="141731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0687"/>
                </a:lnTo>
                <a:lnTo>
                  <a:pt x="0" y="192023"/>
                </a:lnTo>
                <a:lnTo>
                  <a:pt x="0" y="202691"/>
                </a:lnTo>
                <a:lnTo>
                  <a:pt x="25907" y="202691"/>
                </a:lnTo>
                <a:lnTo>
                  <a:pt x="25907" y="193547"/>
                </a:lnTo>
                <a:lnTo>
                  <a:pt x="27431" y="184403"/>
                </a:lnTo>
                <a:lnTo>
                  <a:pt x="28955" y="176783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0875"/>
                </a:lnTo>
                <a:lnTo>
                  <a:pt x="41147" y="143255"/>
                </a:lnTo>
                <a:lnTo>
                  <a:pt x="45719" y="137159"/>
                </a:lnTo>
                <a:close/>
              </a:path>
              <a:path w="597535" h="405765">
                <a:moveTo>
                  <a:pt x="114299" y="73151"/>
                </a:moveTo>
                <a:lnTo>
                  <a:pt x="100583" y="50291"/>
                </a:lnTo>
                <a:lnTo>
                  <a:pt x="88391" y="57911"/>
                </a:lnTo>
                <a:lnTo>
                  <a:pt x="70103" y="71627"/>
                </a:lnTo>
                <a:lnTo>
                  <a:pt x="51815" y="88391"/>
                </a:lnTo>
                <a:lnTo>
                  <a:pt x="39623" y="102107"/>
                </a:lnTo>
                <a:lnTo>
                  <a:pt x="57911" y="118871"/>
                </a:lnTo>
                <a:lnTo>
                  <a:pt x="71627" y="105155"/>
                </a:lnTo>
                <a:lnTo>
                  <a:pt x="86867" y="91439"/>
                </a:lnTo>
                <a:lnTo>
                  <a:pt x="103631" y="77723"/>
                </a:lnTo>
                <a:lnTo>
                  <a:pt x="114299" y="73151"/>
                </a:lnTo>
                <a:close/>
              </a:path>
              <a:path w="597535" h="405765">
                <a:moveTo>
                  <a:pt x="204215" y="36575"/>
                </a:moveTo>
                <a:lnTo>
                  <a:pt x="198119" y="12191"/>
                </a:lnTo>
                <a:lnTo>
                  <a:pt x="182879" y="15239"/>
                </a:lnTo>
                <a:lnTo>
                  <a:pt x="156971" y="22859"/>
                </a:lnTo>
                <a:lnTo>
                  <a:pt x="132587" y="33527"/>
                </a:lnTo>
                <a:lnTo>
                  <a:pt x="123443" y="38099"/>
                </a:lnTo>
                <a:lnTo>
                  <a:pt x="135635" y="60959"/>
                </a:lnTo>
                <a:lnTo>
                  <a:pt x="144779" y="56387"/>
                </a:lnTo>
                <a:lnTo>
                  <a:pt x="167639" y="47243"/>
                </a:lnTo>
                <a:lnTo>
                  <a:pt x="192023" y="39623"/>
                </a:lnTo>
                <a:lnTo>
                  <a:pt x="204215" y="36575"/>
                </a:lnTo>
                <a:close/>
              </a:path>
              <a:path w="597535" h="405765">
                <a:moveTo>
                  <a:pt x="301751" y="24383"/>
                </a:moveTo>
                <a:lnTo>
                  <a:pt x="301751" y="0"/>
                </a:lnTo>
                <a:lnTo>
                  <a:pt x="268223" y="0"/>
                </a:lnTo>
                <a:lnTo>
                  <a:pt x="239267" y="3047"/>
                </a:lnTo>
                <a:lnTo>
                  <a:pt x="224027" y="6095"/>
                </a:lnTo>
                <a:lnTo>
                  <a:pt x="228599" y="32003"/>
                </a:lnTo>
                <a:lnTo>
                  <a:pt x="243839" y="28955"/>
                </a:lnTo>
                <a:lnTo>
                  <a:pt x="271271" y="25907"/>
                </a:lnTo>
                <a:lnTo>
                  <a:pt x="298703" y="24383"/>
                </a:lnTo>
                <a:lnTo>
                  <a:pt x="301751" y="24383"/>
                </a:lnTo>
                <a:close/>
              </a:path>
              <a:path w="597535" h="405765">
                <a:moveTo>
                  <a:pt x="405383" y="13715"/>
                </a:moveTo>
                <a:lnTo>
                  <a:pt x="385571" y="9143"/>
                </a:lnTo>
                <a:lnTo>
                  <a:pt x="358139" y="3047"/>
                </a:lnTo>
                <a:lnTo>
                  <a:pt x="327659" y="0"/>
                </a:lnTo>
                <a:lnTo>
                  <a:pt x="326135" y="25907"/>
                </a:lnTo>
                <a:lnTo>
                  <a:pt x="327659" y="25907"/>
                </a:lnTo>
                <a:lnTo>
                  <a:pt x="355091" y="28955"/>
                </a:lnTo>
                <a:lnTo>
                  <a:pt x="380999" y="33527"/>
                </a:lnTo>
                <a:lnTo>
                  <a:pt x="399287" y="38099"/>
                </a:lnTo>
                <a:lnTo>
                  <a:pt x="405383" y="13715"/>
                </a:lnTo>
                <a:close/>
              </a:path>
              <a:path w="597535" h="405765">
                <a:moveTo>
                  <a:pt x="501395" y="54863"/>
                </a:moveTo>
                <a:lnTo>
                  <a:pt x="486155" y="44195"/>
                </a:lnTo>
                <a:lnTo>
                  <a:pt x="463295" y="33527"/>
                </a:lnTo>
                <a:lnTo>
                  <a:pt x="438911" y="22859"/>
                </a:lnTo>
                <a:lnTo>
                  <a:pt x="431291" y="21335"/>
                </a:lnTo>
                <a:lnTo>
                  <a:pt x="422147" y="44195"/>
                </a:lnTo>
                <a:lnTo>
                  <a:pt x="431291" y="47243"/>
                </a:lnTo>
                <a:lnTo>
                  <a:pt x="454151" y="56387"/>
                </a:lnTo>
                <a:lnTo>
                  <a:pt x="473963" y="67055"/>
                </a:lnTo>
                <a:lnTo>
                  <a:pt x="489203" y="76199"/>
                </a:lnTo>
                <a:lnTo>
                  <a:pt x="501395" y="54863"/>
                </a:lnTo>
                <a:close/>
              </a:path>
              <a:path w="597535" h="405765">
                <a:moveTo>
                  <a:pt x="577595" y="129539"/>
                </a:moveTo>
                <a:lnTo>
                  <a:pt x="544067" y="86867"/>
                </a:lnTo>
                <a:lnTo>
                  <a:pt x="527303" y="71627"/>
                </a:lnTo>
                <a:lnTo>
                  <a:pt x="524255" y="68579"/>
                </a:lnTo>
                <a:lnTo>
                  <a:pt x="509015" y="89915"/>
                </a:lnTo>
                <a:lnTo>
                  <a:pt x="512063" y="91439"/>
                </a:lnTo>
                <a:lnTo>
                  <a:pt x="527303" y="105155"/>
                </a:lnTo>
                <a:lnTo>
                  <a:pt x="541019" y="120395"/>
                </a:lnTo>
                <a:lnTo>
                  <a:pt x="545591" y="128015"/>
                </a:lnTo>
                <a:lnTo>
                  <a:pt x="551687" y="135635"/>
                </a:lnTo>
                <a:lnTo>
                  <a:pt x="556259" y="143255"/>
                </a:lnTo>
                <a:lnTo>
                  <a:pt x="577595" y="129539"/>
                </a:lnTo>
                <a:close/>
              </a:path>
              <a:path w="597535" h="405765">
                <a:moveTo>
                  <a:pt x="597407" y="202691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0019"/>
                </a:lnTo>
                <a:lnTo>
                  <a:pt x="588263" y="155447"/>
                </a:lnTo>
                <a:lnTo>
                  <a:pt x="565403" y="163067"/>
                </a:lnTo>
                <a:lnTo>
                  <a:pt x="566927" y="169163"/>
                </a:lnTo>
                <a:lnTo>
                  <a:pt x="568451" y="176783"/>
                </a:lnTo>
                <a:lnTo>
                  <a:pt x="571499" y="195071"/>
                </a:lnTo>
                <a:lnTo>
                  <a:pt x="571499" y="202691"/>
                </a:lnTo>
                <a:lnTo>
                  <a:pt x="597407" y="202691"/>
                </a:lnTo>
                <a:close/>
              </a:path>
              <a:path w="597535" h="405765">
                <a:moveTo>
                  <a:pt x="597407" y="213359"/>
                </a:moveTo>
                <a:lnTo>
                  <a:pt x="597407" y="202691"/>
                </a:lnTo>
                <a:lnTo>
                  <a:pt x="571499" y="202691"/>
                </a:lnTo>
                <a:lnTo>
                  <a:pt x="571499" y="211835"/>
                </a:lnTo>
                <a:lnTo>
                  <a:pt x="569975" y="220979"/>
                </a:lnTo>
                <a:lnTo>
                  <a:pt x="568451" y="228599"/>
                </a:lnTo>
                <a:lnTo>
                  <a:pt x="568451" y="231647"/>
                </a:lnTo>
                <a:lnTo>
                  <a:pt x="592835" y="23774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5" h="405765">
                <a:moveTo>
                  <a:pt x="583691" y="265175"/>
                </a:moveTo>
                <a:lnTo>
                  <a:pt x="583691" y="263651"/>
                </a:lnTo>
                <a:lnTo>
                  <a:pt x="560831" y="252983"/>
                </a:lnTo>
                <a:lnTo>
                  <a:pt x="559307" y="254507"/>
                </a:lnTo>
                <a:lnTo>
                  <a:pt x="556259" y="262127"/>
                </a:lnTo>
                <a:lnTo>
                  <a:pt x="551687" y="269747"/>
                </a:lnTo>
                <a:lnTo>
                  <a:pt x="545591" y="278891"/>
                </a:lnTo>
                <a:lnTo>
                  <a:pt x="539495" y="286511"/>
                </a:lnTo>
                <a:lnTo>
                  <a:pt x="525779" y="300227"/>
                </a:lnTo>
                <a:lnTo>
                  <a:pt x="516635" y="307847"/>
                </a:lnTo>
                <a:lnTo>
                  <a:pt x="534923" y="327659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9119" y="274319"/>
                </a:lnTo>
                <a:lnTo>
                  <a:pt x="583691" y="265175"/>
                </a:lnTo>
                <a:close/>
              </a:path>
              <a:path w="597535" h="405765">
                <a:moveTo>
                  <a:pt x="513587" y="344423"/>
                </a:moveTo>
                <a:lnTo>
                  <a:pt x="498347" y="323087"/>
                </a:lnTo>
                <a:lnTo>
                  <a:pt x="493775" y="327659"/>
                </a:lnTo>
                <a:lnTo>
                  <a:pt x="473963" y="338327"/>
                </a:lnTo>
                <a:lnTo>
                  <a:pt x="452627" y="348995"/>
                </a:lnTo>
                <a:lnTo>
                  <a:pt x="434339" y="356615"/>
                </a:lnTo>
                <a:lnTo>
                  <a:pt x="443483" y="380999"/>
                </a:lnTo>
                <a:lnTo>
                  <a:pt x="463295" y="371855"/>
                </a:lnTo>
                <a:lnTo>
                  <a:pt x="487679" y="361187"/>
                </a:lnTo>
                <a:lnTo>
                  <a:pt x="507491" y="347471"/>
                </a:lnTo>
                <a:lnTo>
                  <a:pt x="513587" y="344423"/>
                </a:lnTo>
                <a:close/>
              </a:path>
              <a:path w="597535" h="405765">
                <a:moveTo>
                  <a:pt x="417575" y="388619"/>
                </a:moveTo>
                <a:lnTo>
                  <a:pt x="409955" y="364235"/>
                </a:lnTo>
                <a:lnTo>
                  <a:pt x="405383" y="365759"/>
                </a:lnTo>
                <a:lnTo>
                  <a:pt x="380999" y="371855"/>
                </a:lnTo>
                <a:lnTo>
                  <a:pt x="353567" y="376427"/>
                </a:lnTo>
                <a:lnTo>
                  <a:pt x="338327" y="377951"/>
                </a:lnTo>
                <a:lnTo>
                  <a:pt x="341375" y="403859"/>
                </a:lnTo>
                <a:lnTo>
                  <a:pt x="358139" y="402335"/>
                </a:lnTo>
                <a:lnTo>
                  <a:pt x="387095" y="397763"/>
                </a:lnTo>
                <a:lnTo>
                  <a:pt x="414527" y="390143"/>
                </a:lnTo>
                <a:lnTo>
                  <a:pt x="417575" y="388619"/>
                </a:lnTo>
                <a:close/>
              </a:path>
              <a:path w="597535" h="405765">
                <a:moveTo>
                  <a:pt x="315467" y="405383"/>
                </a:moveTo>
                <a:lnTo>
                  <a:pt x="313943" y="379475"/>
                </a:lnTo>
                <a:lnTo>
                  <a:pt x="298703" y="380999"/>
                </a:lnTo>
                <a:lnTo>
                  <a:pt x="269747" y="379475"/>
                </a:lnTo>
                <a:lnTo>
                  <a:pt x="242315" y="376427"/>
                </a:lnTo>
                <a:lnTo>
                  <a:pt x="240791" y="376427"/>
                </a:lnTo>
                <a:lnTo>
                  <a:pt x="236219" y="400811"/>
                </a:lnTo>
                <a:lnTo>
                  <a:pt x="239267" y="402335"/>
                </a:lnTo>
                <a:lnTo>
                  <a:pt x="269747" y="405383"/>
                </a:lnTo>
                <a:lnTo>
                  <a:pt x="315467" y="405383"/>
                </a:lnTo>
                <a:close/>
              </a:path>
              <a:path w="597535" h="405765">
                <a:moveTo>
                  <a:pt x="216407" y="371855"/>
                </a:moveTo>
                <a:lnTo>
                  <a:pt x="190499" y="365759"/>
                </a:lnTo>
                <a:lnTo>
                  <a:pt x="166115" y="358139"/>
                </a:lnTo>
                <a:lnTo>
                  <a:pt x="146303" y="348995"/>
                </a:lnTo>
                <a:lnTo>
                  <a:pt x="135635" y="373379"/>
                </a:lnTo>
                <a:lnTo>
                  <a:pt x="158495" y="382523"/>
                </a:lnTo>
                <a:lnTo>
                  <a:pt x="184403" y="390143"/>
                </a:lnTo>
                <a:lnTo>
                  <a:pt x="210311" y="396239"/>
                </a:lnTo>
                <a:lnTo>
                  <a:pt x="216407" y="371855"/>
                </a:lnTo>
                <a:close/>
              </a:path>
              <a:path w="597535" h="405765">
                <a:moveTo>
                  <a:pt x="123443" y="338327"/>
                </a:moveTo>
                <a:lnTo>
                  <a:pt x="121919" y="338327"/>
                </a:lnTo>
                <a:lnTo>
                  <a:pt x="85343" y="313943"/>
                </a:lnTo>
                <a:lnTo>
                  <a:pt x="70103" y="300227"/>
                </a:lnTo>
                <a:lnTo>
                  <a:pt x="67055" y="295655"/>
                </a:lnTo>
                <a:lnTo>
                  <a:pt x="48767" y="313943"/>
                </a:lnTo>
                <a:lnTo>
                  <a:pt x="53339" y="318515"/>
                </a:lnTo>
                <a:lnTo>
                  <a:pt x="70103" y="333755"/>
                </a:lnTo>
                <a:lnTo>
                  <a:pt x="89915" y="348995"/>
                </a:lnTo>
                <a:lnTo>
                  <a:pt x="111251" y="361187"/>
                </a:lnTo>
                <a:lnTo>
                  <a:pt x="112775" y="361187"/>
                </a:lnTo>
                <a:lnTo>
                  <a:pt x="123443" y="338327"/>
                </a:lnTo>
                <a:close/>
              </a:path>
              <a:path w="597535" h="405765">
                <a:moveTo>
                  <a:pt x="51815" y="278891"/>
                </a:moveTo>
                <a:lnTo>
                  <a:pt x="30479" y="237743"/>
                </a:lnTo>
                <a:lnTo>
                  <a:pt x="27431" y="219455"/>
                </a:lnTo>
                <a:lnTo>
                  <a:pt x="25907" y="213359"/>
                </a:lnTo>
                <a:lnTo>
                  <a:pt x="1523" y="216407"/>
                </a:lnTo>
                <a:lnTo>
                  <a:pt x="1523" y="224027"/>
                </a:lnTo>
                <a:lnTo>
                  <a:pt x="4571" y="234695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4319"/>
                </a:lnTo>
                <a:lnTo>
                  <a:pt x="24383" y="283463"/>
                </a:lnTo>
                <a:lnTo>
                  <a:pt x="30479" y="292607"/>
                </a:lnTo>
                <a:lnTo>
                  <a:pt x="51815" y="2788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23803" y="5823203"/>
            <a:ext cx="596265" cy="407034"/>
          </a:xfrm>
          <a:custGeom>
            <a:avLst/>
            <a:gdLst/>
            <a:ahLst/>
            <a:cxnLst/>
            <a:rect l="l" t="t" r="r" b="b"/>
            <a:pathLst>
              <a:path w="596265" h="407035">
                <a:moveTo>
                  <a:pt x="595883" y="224027"/>
                </a:moveTo>
                <a:lnTo>
                  <a:pt x="595883" y="192023"/>
                </a:lnTo>
                <a:lnTo>
                  <a:pt x="592835" y="170687"/>
                </a:lnTo>
                <a:lnTo>
                  <a:pt x="589787" y="161543"/>
                </a:lnTo>
                <a:lnTo>
                  <a:pt x="586739" y="150875"/>
                </a:lnTo>
                <a:lnTo>
                  <a:pt x="559307" y="103631"/>
                </a:lnTo>
                <a:lnTo>
                  <a:pt x="525779" y="71627"/>
                </a:lnTo>
                <a:lnTo>
                  <a:pt x="486155" y="45719"/>
                </a:lnTo>
                <a:lnTo>
                  <a:pt x="438911" y="24383"/>
                </a:lnTo>
                <a:lnTo>
                  <a:pt x="385571" y="9143"/>
                </a:lnTo>
                <a:lnTo>
                  <a:pt x="327659" y="1523"/>
                </a:lnTo>
                <a:lnTo>
                  <a:pt x="297179" y="0"/>
                </a:lnTo>
                <a:lnTo>
                  <a:pt x="268223" y="1523"/>
                </a:lnTo>
                <a:lnTo>
                  <a:pt x="210311" y="9143"/>
                </a:lnTo>
                <a:lnTo>
                  <a:pt x="156971" y="24383"/>
                </a:lnTo>
                <a:lnTo>
                  <a:pt x="109727" y="45719"/>
                </a:lnTo>
                <a:lnTo>
                  <a:pt x="68579" y="73151"/>
                </a:lnTo>
                <a:lnTo>
                  <a:pt x="36575" y="105155"/>
                </a:lnTo>
                <a:lnTo>
                  <a:pt x="13715" y="141731"/>
                </a:lnTo>
                <a:lnTo>
                  <a:pt x="0" y="193547"/>
                </a:lnTo>
                <a:lnTo>
                  <a:pt x="0" y="214883"/>
                </a:lnTo>
                <a:lnTo>
                  <a:pt x="3047" y="236219"/>
                </a:lnTo>
                <a:lnTo>
                  <a:pt x="6095" y="245363"/>
                </a:lnTo>
                <a:lnTo>
                  <a:pt x="9143" y="256031"/>
                </a:lnTo>
                <a:lnTo>
                  <a:pt x="13715" y="265175"/>
                </a:lnTo>
                <a:lnTo>
                  <a:pt x="18287" y="275843"/>
                </a:lnTo>
                <a:lnTo>
                  <a:pt x="24383" y="284987"/>
                </a:lnTo>
                <a:lnTo>
                  <a:pt x="24383" y="202691"/>
                </a:lnTo>
                <a:lnTo>
                  <a:pt x="25907" y="193547"/>
                </a:lnTo>
                <a:lnTo>
                  <a:pt x="25907" y="185927"/>
                </a:lnTo>
                <a:lnTo>
                  <a:pt x="28955" y="176783"/>
                </a:lnTo>
                <a:lnTo>
                  <a:pt x="30479" y="167639"/>
                </a:lnTo>
                <a:lnTo>
                  <a:pt x="36575" y="152399"/>
                </a:lnTo>
                <a:lnTo>
                  <a:pt x="41147" y="143255"/>
                </a:lnTo>
                <a:lnTo>
                  <a:pt x="45719" y="135635"/>
                </a:lnTo>
                <a:lnTo>
                  <a:pt x="51815" y="128015"/>
                </a:lnTo>
                <a:lnTo>
                  <a:pt x="56387" y="120395"/>
                </a:lnTo>
                <a:lnTo>
                  <a:pt x="86867" y="91439"/>
                </a:lnTo>
                <a:lnTo>
                  <a:pt x="123443" y="67055"/>
                </a:lnTo>
                <a:lnTo>
                  <a:pt x="166115" y="47243"/>
                </a:lnTo>
                <a:lnTo>
                  <a:pt x="216407" y="33527"/>
                </a:lnTo>
                <a:lnTo>
                  <a:pt x="269747" y="25907"/>
                </a:lnTo>
                <a:lnTo>
                  <a:pt x="327659" y="25907"/>
                </a:lnTo>
                <a:lnTo>
                  <a:pt x="380999" y="33527"/>
                </a:lnTo>
                <a:lnTo>
                  <a:pt x="452627" y="57911"/>
                </a:lnTo>
                <a:lnTo>
                  <a:pt x="493775" y="79247"/>
                </a:lnTo>
                <a:lnTo>
                  <a:pt x="527303" y="106679"/>
                </a:lnTo>
                <a:lnTo>
                  <a:pt x="539495" y="121919"/>
                </a:lnTo>
                <a:lnTo>
                  <a:pt x="545591" y="128015"/>
                </a:lnTo>
                <a:lnTo>
                  <a:pt x="550163" y="137159"/>
                </a:lnTo>
                <a:lnTo>
                  <a:pt x="556259" y="144779"/>
                </a:lnTo>
                <a:lnTo>
                  <a:pt x="559307" y="152399"/>
                </a:lnTo>
                <a:lnTo>
                  <a:pt x="563879" y="161543"/>
                </a:lnTo>
                <a:lnTo>
                  <a:pt x="565403" y="169163"/>
                </a:lnTo>
                <a:lnTo>
                  <a:pt x="568451" y="178307"/>
                </a:lnTo>
                <a:lnTo>
                  <a:pt x="569975" y="185927"/>
                </a:lnTo>
                <a:lnTo>
                  <a:pt x="571499" y="195071"/>
                </a:lnTo>
                <a:lnTo>
                  <a:pt x="571499" y="285749"/>
                </a:lnTo>
                <a:lnTo>
                  <a:pt x="573023" y="283463"/>
                </a:lnTo>
                <a:lnTo>
                  <a:pt x="582167" y="265175"/>
                </a:lnTo>
                <a:lnTo>
                  <a:pt x="586739" y="254507"/>
                </a:lnTo>
                <a:lnTo>
                  <a:pt x="589787" y="245363"/>
                </a:lnTo>
                <a:lnTo>
                  <a:pt x="595883" y="224027"/>
                </a:lnTo>
                <a:close/>
              </a:path>
              <a:path w="596265" h="407035">
                <a:moveTo>
                  <a:pt x="571499" y="285749"/>
                </a:moveTo>
                <a:lnTo>
                  <a:pt x="571499" y="213359"/>
                </a:lnTo>
                <a:lnTo>
                  <a:pt x="569975" y="220979"/>
                </a:lnTo>
                <a:lnTo>
                  <a:pt x="568451" y="230123"/>
                </a:lnTo>
                <a:lnTo>
                  <a:pt x="565403" y="239267"/>
                </a:lnTo>
                <a:lnTo>
                  <a:pt x="545591" y="278891"/>
                </a:lnTo>
                <a:lnTo>
                  <a:pt x="510539" y="315467"/>
                </a:lnTo>
                <a:lnTo>
                  <a:pt x="473963" y="339851"/>
                </a:lnTo>
                <a:lnTo>
                  <a:pt x="429767" y="359663"/>
                </a:lnTo>
                <a:lnTo>
                  <a:pt x="379475" y="373379"/>
                </a:lnTo>
                <a:lnTo>
                  <a:pt x="326135" y="379475"/>
                </a:lnTo>
                <a:lnTo>
                  <a:pt x="297179" y="380999"/>
                </a:lnTo>
                <a:lnTo>
                  <a:pt x="269747" y="380999"/>
                </a:lnTo>
                <a:lnTo>
                  <a:pt x="214883" y="373379"/>
                </a:lnTo>
                <a:lnTo>
                  <a:pt x="166115" y="358139"/>
                </a:lnTo>
                <a:lnTo>
                  <a:pt x="121919" y="338327"/>
                </a:lnTo>
                <a:lnTo>
                  <a:pt x="85343" y="313943"/>
                </a:lnTo>
                <a:lnTo>
                  <a:pt x="56387" y="284987"/>
                </a:lnTo>
                <a:lnTo>
                  <a:pt x="50291" y="278891"/>
                </a:lnTo>
                <a:lnTo>
                  <a:pt x="45719" y="269747"/>
                </a:lnTo>
                <a:lnTo>
                  <a:pt x="36575" y="254507"/>
                </a:lnTo>
                <a:lnTo>
                  <a:pt x="33527" y="245363"/>
                </a:lnTo>
                <a:lnTo>
                  <a:pt x="30479" y="237743"/>
                </a:lnTo>
                <a:lnTo>
                  <a:pt x="27431" y="228599"/>
                </a:lnTo>
                <a:lnTo>
                  <a:pt x="25907" y="220979"/>
                </a:lnTo>
                <a:lnTo>
                  <a:pt x="25907" y="211835"/>
                </a:lnTo>
                <a:lnTo>
                  <a:pt x="24383" y="202691"/>
                </a:lnTo>
                <a:lnTo>
                  <a:pt x="24383" y="284987"/>
                </a:lnTo>
                <a:lnTo>
                  <a:pt x="30479" y="294131"/>
                </a:lnTo>
                <a:lnTo>
                  <a:pt x="70103" y="335279"/>
                </a:lnTo>
                <a:lnTo>
                  <a:pt x="111251" y="361187"/>
                </a:lnTo>
                <a:lnTo>
                  <a:pt x="158495" y="382523"/>
                </a:lnTo>
                <a:lnTo>
                  <a:pt x="211835" y="397763"/>
                </a:lnTo>
                <a:lnTo>
                  <a:pt x="268223" y="405383"/>
                </a:lnTo>
                <a:lnTo>
                  <a:pt x="298703" y="406907"/>
                </a:lnTo>
                <a:lnTo>
                  <a:pt x="329183" y="405383"/>
                </a:lnTo>
                <a:lnTo>
                  <a:pt x="385571" y="397763"/>
                </a:lnTo>
                <a:lnTo>
                  <a:pt x="438911" y="382523"/>
                </a:lnTo>
                <a:lnTo>
                  <a:pt x="486155" y="361187"/>
                </a:lnTo>
                <a:lnTo>
                  <a:pt x="527303" y="33375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1499" y="2857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07777" y="49773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89491" y="4959097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4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4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4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4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4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4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47146" y="5187695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7827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6227"/>
                </a:lnTo>
                <a:lnTo>
                  <a:pt x="147827" y="188975"/>
                </a:lnTo>
                <a:lnTo>
                  <a:pt x="216407" y="245932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6227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6227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5932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28859" y="5169409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59"/>
                </a:lnTo>
                <a:lnTo>
                  <a:pt x="156971" y="102131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63" y="263682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63" y="263682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94" y="35190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94" y="35190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94" y="35190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63" y="263682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402" y="263611"/>
                </a:moveTo>
                <a:lnTo>
                  <a:pt x="166115" y="190499"/>
                </a:lnTo>
                <a:lnTo>
                  <a:pt x="76363" y="263682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402" y="263611"/>
                </a:lnTo>
                <a:close/>
              </a:path>
              <a:path w="330835" h="299085">
                <a:moveTo>
                  <a:pt x="83819" y="41359"/>
                </a:moveTo>
                <a:lnTo>
                  <a:pt x="83819" y="25907"/>
                </a:lnTo>
                <a:lnTo>
                  <a:pt x="76394" y="35190"/>
                </a:lnTo>
                <a:lnTo>
                  <a:pt x="83819" y="41359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329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2131"/>
                </a:lnTo>
                <a:lnTo>
                  <a:pt x="166115" y="109727"/>
                </a:lnTo>
                <a:lnTo>
                  <a:pt x="173735" y="103298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3298"/>
                </a:lnTo>
                <a:lnTo>
                  <a:pt x="246887" y="41576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4091" y="84912"/>
                </a:lnTo>
                <a:lnTo>
                  <a:pt x="304799" y="76199"/>
                </a:lnTo>
                <a:lnTo>
                  <a:pt x="304799" y="109386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4799" y="109386"/>
                </a:moveTo>
                <a:lnTo>
                  <a:pt x="304799" y="76199"/>
                </a:lnTo>
                <a:lnTo>
                  <a:pt x="301751" y="94487"/>
                </a:lnTo>
                <a:lnTo>
                  <a:pt x="294091" y="84912"/>
                </a:lnTo>
                <a:lnTo>
                  <a:pt x="214883" y="149351"/>
                </a:lnTo>
                <a:lnTo>
                  <a:pt x="242315" y="171669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4799" y="109386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1669"/>
                </a:lnTo>
                <a:lnTo>
                  <a:pt x="294735" y="214315"/>
                </a:lnTo>
                <a:lnTo>
                  <a:pt x="301751" y="205739"/>
                </a:lnTo>
                <a:lnTo>
                  <a:pt x="304799" y="222503"/>
                </a:lnTo>
                <a:lnTo>
                  <a:pt x="304799" y="24260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71" y="35262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71" y="35262"/>
                </a:moveTo>
                <a:lnTo>
                  <a:pt x="246887" y="25907"/>
                </a:lnTo>
                <a:lnTo>
                  <a:pt x="246887" y="41576"/>
                </a:lnTo>
                <a:lnTo>
                  <a:pt x="254371" y="35262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402" y="263611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71" y="35262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4799" y="242601"/>
                </a:moveTo>
                <a:lnTo>
                  <a:pt x="304799" y="222503"/>
                </a:lnTo>
                <a:lnTo>
                  <a:pt x="294735" y="214315"/>
                </a:lnTo>
                <a:lnTo>
                  <a:pt x="254402" y="263611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4799" y="242601"/>
                </a:lnTo>
                <a:close/>
              </a:path>
              <a:path w="330835" h="299085">
                <a:moveTo>
                  <a:pt x="304799" y="76199"/>
                </a:moveTo>
                <a:lnTo>
                  <a:pt x="294091" y="84912"/>
                </a:lnTo>
                <a:lnTo>
                  <a:pt x="301751" y="94487"/>
                </a:lnTo>
                <a:lnTo>
                  <a:pt x="304799" y="76199"/>
                </a:lnTo>
                <a:close/>
              </a:path>
              <a:path w="330835" h="299085">
                <a:moveTo>
                  <a:pt x="304799" y="222503"/>
                </a:moveTo>
                <a:lnTo>
                  <a:pt x="301751" y="205739"/>
                </a:lnTo>
                <a:lnTo>
                  <a:pt x="294735" y="214315"/>
                </a:lnTo>
                <a:lnTo>
                  <a:pt x="304799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50778" y="55107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32491" y="5492497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60378" y="52059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542091" y="5187697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583239" y="3777996"/>
            <a:ext cx="292735" cy="128270"/>
          </a:xfrm>
          <a:custGeom>
            <a:avLst/>
            <a:gdLst/>
            <a:ahLst/>
            <a:cxnLst/>
            <a:rect l="l" t="t" r="r" b="b"/>
            <a:pathLst>
              <a:path w="292734" h="128270">
                <a:moveTo>
                  <a:pt x="292607" y="59435"/>
                </a:moveTo>
                <a:lnTo>
                  <a:pt x="220125" y="0"/>
                </a:lnTo>
                <a:lnTo>
                  <a:pt x="72482" y="0"/>
                </a:lnTo>
                <a:lnTo>
                  <a:pt x="0" y="59435"/>
                </a:lnTo>
                <a:lnTo>
                  <a:pt x="54863" y="128015"/>
                </a:lnTo>
                <a:lnTo>
                  <a:pt x="146303" y="53339"/>
                </a:lnTo>
                <a:lnTo>
                  <a:pt x="236219" y="128015"/>
                </a:lnTo>
                <a:lnTo>
                  <a:pt x="292607" y="59435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64951" y="3777998"/>
            <a:ext cx="329565" cy="146685"/>
          </a:xfrm>
          <a:custGeom>
            <a:avLst/>
            <a:gdLst/>
            <a:ahLst/>
            <a:cxnLst/>
            <a:rect l="l" t="t" r="r" b="b"/>
            <a:pathLst>
              <a:path w="329565" h="146685">
                <a:moveTo>
                  <a:pt x="86867" y="19653"/>
                </a:moveTo>
                <a:lnTo>
                  <a:pt x="86867" y="6095"/>
                </a:lnTo>
                <a:lnTo>
                  <a:pt x="79475" y="0"/>
                </a:lnTo>
                <a:lnTo>
                  <a:pt x="70233" y="0"/>
                </a:lnTo>
                <a:lnTo>
                  <a:pt x="0" y="57911"/>
                </a:lnTo>
                <a:lnTo>
                  <a:pt x="25907" y="89883"/>
                </a:lnTo>
                <a:lnTo>
                  <a:pt x="25907" y="70103"/>
                </a:lnTo>
                <a:lnTo>
                  <a:pt x="27431" y="51815"/>
                </a:lnTo>
                <a:lnTo>
                  <a:pt x="35762" y="61947"/>
                </a:lnTo>
                <a:lnTo>
                  <a:pt x="86867" y="19653"/>
                </a:lnTo>
                <a:close/>
              </a:path>
              <a:path w="329565" h="146685">
                <a:moveTo>
                  <a:pt x="74979" y="109644"/>
                </a:moveTo>
                <a:lnTo>
                  <a:pt x="35762" y="61947"/>
                </a:lnTo>
                <a:lnTo>
                  <a:pt x="25907" y="70103"/>
                </a:lnTo>
                <a:lnTo>
                  <a:pt x="25907" y="89883"/>
                </a:lnTo>
                <a:lnTo>
                  <a:pt x="65531" y="138780"/>
                </a:lnTo>
                <a:lnTo>
                  <a:pt x="65531" y="117347"/>
                </a:lnTo>
                <a:lnTo>
                  <a:pt x="74979" y="109644"/>
                </a:lnTo>
                <a:close/>
              </a:path>
              <a:path w="329565" h="146685">
                <a:moveTo>
                  <a:pt x="293352" y="62030"/>
                </a:moveTo>
                <a:lnTo>
                  <a:pt x="217106" y="0"/>
                </a:lnTo>
                <a:lnTo>
                  <a:pt x="110616" y="0"/>
                </a:lnTo>
                <a:lnTo>
                  <a:pt x="35762" y="61947"/>
                </a:lnTo>
                <a:lnTo>
                  <a:pt x="74979" y="109644"/>
                </a:lnTo>
                <a:lnTo>
                  <a:pt x="164591" y="36575"/>
                </a:lnTo>
                <a:lnTo>
                  <a:pt x="254204" y="109644"/>
                </a:lnTo>
                <a:lnTo>
                  <a:pt x="293352" y="62030"/>
                </a:lnTo>
                <a:close/>
              </a:path>
              <a:path w="329565" h="146685">
                <a:moveTo>
                  <a:pt x="83819" y="136143"/>
                </a:moveTo>
                <a:lnTo>
                  <a:pt x="83819" y="120395"/>
                </a:lnTo>
                <a:lnTo>
                  <a:pt x="65531" y="117347"/>
                </a:lnTo>
                <a:lnTo>
                  <a:pt x="65531" y="138780"/>
                </a:lnTo>
                <a:lnTo>
                  <a:pt x="71627" y="146303"/>
                </a:lnTo>
                <a:lnTo>
                  <a:pt x="83819" y="136143"/>
                </a:lnTo>
                <a:close/>
              </a:path>
              <a:path w="329565" h="146685">
                <a:moveTo>
                  <a:pt x="254204" y="109644"/>
                </a:moveTo>
                <a:lnTo>
                  <a:pt x="164591" y="36575"/>
                </a:lnTo>
                <a:lnTo>
                  <a:pt x="74979" y="109644"/>
                </a:lnTo>
                <a:lnTo>
                  <a:pt x="83819" y="120395"/>
                </a:lnTo>
                <a:lnTo>
                  <a:pt x="83819" y="136143"/>
                </a:lnTo>
                <a:lnTo>
                  <a:pt x="156971" y="75183"/>
                </a:lnTo>
                <a:lnTo>
                  <a:pt x="156971" y="62483"/>
                </a:lnTo>
                <a:lnTo>
                  <a:pt x="172211" y="62483"/>
                </a:lnTo>
                <a:lnTo>
                  <a:pt x="172211" y="75183"/>
                </a:lnTo>
                <a:lnTo>
                  <a:pt x="245363" y="136143"/>
                </a:lnTo>
                <a:lnTo>
                  <a:pt x="245363" y="120395"/>
                </a:lnTo>
                <a:lnTo>
                  <a:pt x="254204" y="109644"/>
                </a:lnTo>
                <a:close/>
              </a:path>
              <a:path w="329565" h="146685">
                <a:moveTo>
                  <a:pt x="110616" y="0"/>
                </a:moveTo>
                <a:lnTo>
                  <a:pt x="79475" y="0"/>
                </a:lnTo>
                <a:lnTo>
                  <a:pt x="86867" y="6095"/>
                </a:lnTo>
                <a:lnTo>
                  <a:pt x="86867" y="19653"/>
                </a:lnTo>
                <a:lnTo>
                  <a:pt x="110616" y="0"/>
                </a:lnTo>
                <a:close/>
              </a:path>
              <a:path w="329565" h="146685">
                <a:moveTo>
                  <a:pt x="172211" y="62483"/>
                </a:moveTo>
                <a:lnTo>
                  <a:pt x="156971" y="62483"/>
                </a:lnTo>
                <a:lnTo>
                  <a:pt x="164591" y="68833"/>
                </a:lnTo>
                <a:lnTo>
                  <a:pt x="172211" y="62483"/>
                </a:lnTo>
                <a:close/>
              </a:path>
              <a:path w="329565" h="146685">
                <a:moveTo>
                  <a:pt x="164591" y="68833"/>
                </a:moveTo>
                <a:lnTo>
                  <a:pt x="156971" y="62483"/>
                </a:lnTo>
                <a:lnTo>
                  <a:pt x="156971" y="75183"/>
                </a:lnTo>
                <a:lnTo>
                  <a:pt x="164591" y="68833"/>
                </a:lnTo>
                <a:close/>
              </a:path>
              <a:path w="329565" h="146685">
                <a:moveTo>
                  <a:pt x="172211" y="75183"/>
                </a:moveTo>
                <a:lnTo>
                  <a:pt x="172211" y="62483"/>
                </a:lnTo>
                <a:lnTo>
                  <a:pt x="164591" y="68833"/>
                </a:lnTo>
                <a:lnTo>
                  <a:pt x="172211" y="75183"/>
                </a:lnTo>
                <a:close/>
              </a:path>
              <a:path w="329565" h="146685">
                <a:moveTo>
                  <a:pt x="329183" y="57911"/>
                </a:moveTo>
                <a:lnTo>
                  <a:pt x="258950" y="0"/>
                </a:lnTo>
                <a:lnTo>
                  <a:pt x="249708" y="0"/>
                </a:lnTo>
                <a:lnTo>
                  <a:pt x="242315" y="6095"/>
                </a:lnTo>
                <a:lnTo>
                  <a:pt x="242315" y="0"/>
                </a:lnTo>
                <a:lnTo>
                  <a:pt x="217106" y="0"/>
                </a:lnTo>
                <a:lnTo>
                  <a:pt x="293352" y="62030"/>
                </a:lnTo>
                <a:lnTo>
                  <a:pt x="301751" y="51815"/>
                </a:lnTo>
                <a:lnTo>
                  <a:pt x="303275" y="70103"/>
                </a:lnTo>
                <a:lnTo>
                  <a:pt x="303275" y="89883"/>
                </a:lnTo>
                <a:lnTo>
                  <a:pt x="329183" y="57911"/>
                </a:lnTo>
                <a:close/>
              </a:path>
              <a:path w="329565" h="146685">
                <a:moveTo>
                  <a:pt x="263651" y="138780"/>
                </a:moveTo>
                <a:lnTo>
                  <a:pt x="263651" y="117347"/>
                </a:lnTo>
                <a:lnTo>
                  <a:pt x="245363" y="120395"/>
                </a:lnTo>
                <a:lnTo>
                  <a:pt x="245363" y="136143"/>
                </a:lnTo>
                <a:lnTo>
                  <a:pt x="257555" y="146303"/>
                </a:lnTo>
                <a:lnTo>
                  <a:pt x="263651" y="138780"/>
                </a:lnTo>
                <a:close/>
              </a:path>
              <a:path w="329565" h="146685">
                <a:moveTo>
                  <a:pt x="303275" y="89883"/>
                </a:moveTo>
                <a:lnTo>
                  <a:pt x="303275" y="70103"/>
                </a:lnTo>
                <a:lnTo>
                  <a:pt x="293352" y="62030"/>
                </a:lnTo>
                <a:lnTo>
                  <a:pt x="254204" y="109644"/>
                </a:lnTo>
                <a:lnTo>
                  <a:pt x="263651" y="117347"/>
                </a:lnTo>
                <a:lnTo>
                  <a:pt x="263651" y="138780"/>
                </a:lnTo>
                <a:lnTo>
                  <a:pt x="303275" y="8988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40109" y="3777996"/>
            <a:ext cx="294640" cy="128270"/>
          </a:xfrm>
          <a:custGeom>
            <a:avLst/>
            <a:gdLst/>
            <a:ahLst/>
            <a:cxnLst/>
            <a:rect l="l" t="t" r="r" b="b"/>
            <a:pathLst>
              <a:path w="294639" h="128270">
                <a:moveTo>
                  <a:pt x="294131" y="59435"/>
                </a:moveTo>
                <a:lnTo>
                  <a:pt x="220199" y="0"/>
                </a:lnTo>
                <a:lnTo>
                  <a:pt x="73932" y="0"/>
                </a:lnTo>
                <a:lnTo>
                  <a:pt x="0" y="59435"/>
                </a:lnTo>
                <a:lnTo>
                  <a:pt x="56387" y="128015"/>
                </a:lnTo>
                <a:lnTo>
                  <a:pt x="146303" y="53339"/>
                </a:lnTo>
                <a:lnTo>
                  <a:pt x="237743" y="128015"/>
                </a:lnTo>
                <a:lnTo>
                  <a:pt x="294131" y="59435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21823" y="3777998"/>
            <a:ext cx="329565" cy="146685"/>
          </a:xfrm>
          <a:custGeom>
            <a:avLst/>
            <a:gdLst/>
            <a:ahLst/>
            <a:cxnLst/>
            <a:rect l="l" t="t" r="r" b="b"/>
            <a:pathLst>
              <a:path w="329564" h="146685">
                <a:moveTo>
                  <a:pt x="88391" y="19269"/>
                </a:moveTo>
                <a:lnTo>
                  <a:pt x="88391" y="6095"/>
                </a:lnTo>
                <a:lnTo>
                  <a:pt x="80869" y="0"/>
                </a:lnTo>
                <a:lnTo>
                  <a:pt x="71465" y="0"/>
                </a:lnTo>
                <a:lnTo>
                  <a:pt x="0" y="57911"/>
                </a:lnTo>
                <a:lnTo>
                  <a:pt x="25907" y="89217"/>
                </a:lnTo>
                <a:lnTo>
                  <a:pt x="25907" y="70103"/>
                </a:lnTo>
                <a:lnTo>
                  <a:pt x="28955" y="51815"/>
                </a:lnTo>
                <a:lnTo>
                  <a:pt x="36616" y="61391"/>
                </a:lnTo>
                <a:lnTo>
                  <a:pt x="88391" y="19269"/>
                </a:lnTo>
                <a:close/>
              </a:path>
              <a:path w="329564" h="146685">
                <a:moveTo>
                  <a:pt x="75672" y="110211"/>
                </a:moveTo>
                <a:lnTo>
                  <a:pt x="36616" y="61391"/>
                </a:lnTo>
                <a:lnTo>
                  <a:pt x="25907" y="70103"/>
                </a:lnTo>
                <a:lnTo>
                  <a:pt x="25907" y="89217"/>
                </a:lnTo>
                <a:lnTo>
                  <a:pt x="67055" y="138937"/>
                </a:lnTo>
                <a:lnTo>
                  <a:pt x="67055" y="117347"/>
                </a:lnTo>
                <a:lnTo>
                  <a:pt x="75672" y="110211"/>
                </a:lnTo>
                <a:close/>
              </a:path>
              <a:path w="329564" h="146685">
                <a:moveTo>
                  <a:pt x="293556" y="62059"/>
                </a:moveTo>
                <a:lnTo>
                  <a:pt x="218567" y="0"/>
                </a:lnTo>
                <a:lnTo>
                  <a:pt x="112077" y="0"/>
                </a:lnTo>
                <a:lnTo>
                  <a:pt x="36616" y="61391"/>
                </a:lnTo>
                <a:lnTo>
                  <a:pt x="75672" y="110211"/>
                </a:lnTo>
                <a:lnTo>
                  <a:pt x="164591" y="36575"/>
                </a:lnTo>
                <a:lnTo>
                  <a:pt x="254981" y="110278"/>
                </a:lnTo>
                <a:lnTo>
                  <a:pt x="293556" y="62059"/>
                </a:lnTo>
                <a:close/>
              </a:path>
              <a:path w="329564" h="146685">
                <a:moveTo>
                  <a:pt x="83819" y="137413"/>
                </a:moveTo>
                <a:lnTo>
                  <a:pt x="83819" y="120395"/>
                </a:lnTo>
                <a:lnTo>
                  <a:pt x="67055" y="117347"/>
                </a:lnTo>
                <a:lnTo>
                  <a:pt x="67055" y="138937"/>
                </a:lnTo>
                <a:lnTo>
                  <a:pt x="73151" y="146303"/>
                </a:lnTo>
                <a:lnTo>
                  <a:pt x="83819" y="137413"/>
                </a:lnTo>
                <a:close/>
              </a:path>
              <a:path w="329564" h="146685">
                <a:moveTo>
                  <a:pt x="254981" y="110278"/>
                </a:moveTo>
                <a:lnTo>
                  <a:pt x="164591" y="36575"/>
                </a:lnTo>
                <a:lnTo>
                  <a:pt x="75672" y="110211"/>
                </a:lnTo>
                <a:lnTo>
                  <a:pt x="83819" y="120395"/>
                </a:lnTo>
                <a:lnTo>
                  <a:pt x="83819" y="137413"/>
                </a:lnTo>
                <a:lnTo>
                  <a:pt x="156971" y="76453"/>
                </a:lnTo>
                <a:lnTo>
                  <a:pt x="156971" y="62483"/>
                </a:lnTo>
                <a:lnTo>
                  <a:pt x="173735" y="62483"/>
                </a:lnTo>
                <a:lnTo>
                  <a:pt x="173735" y="76453"/>
                </a:lnTo>
                <a:lnTo>
                  <a:pt x="246887" y="137413"/>
                </a:lnTo>
                <a:lnTo>
                  <a:pt x="246887" y="120395"/>
                </a:lnTo>
                <a:lnTo>
                  <a:pt x="254981" y="110278"/>
                </a:lnTo>
                <a:close/>
              </a:path>
              <a:path w="329564" h="146685">
                <a:moveTo>
                  <a:pt x="112077" y="0"/>
                </a:moveTo>
                <a:lnTo>
                  <a:pt x="80869" y="0"/>
                </a:lnTo>
                <a:lnTo>
                  <a:pt x="88391" y="6095"/>
                </a:lnTo>
                <a:lnTo>
                  <a:pt x="88391" y="19269"/>
                </a:lnTo>
                <a:lnTo>
                  <a:pt x="112077" y="0"/>
                </a:lnTo>
                <a:close/>
              </a:path>
              <a:path w="329564" h="146685">
                <a:moveTo>
                  <a:pt x="173735" y="62483"/>
                </a:moveTo>
                <a:lnTo>
                  <a:pt x="156971" y="62483"/>
                </a:lnTo>
                <a:lnTo>
                  <a:pt x="165353" y="69468"/>
                </a:lnTo>
                <a:lnTo>
                  <a:pt x="173735" y="62483"/>
                </a:lnTo>
                <a:close/>
              </a:path>
              <a:path w="329564" h="146685">
                <a:moveTo>
                  <a:pt x="165353" y="69468"/>
                </a:moveTo>
                <a:lnTo>
                  <a:pt x="156971" y="62483"/>
                </a:lnTo>
                <a:lnTo>
                  <a:pt x="156971" y="76453"/>
                </a:lnTo>
                <a:lnTo>
                  <a:pt x="165353" y="69468"/>
                </a:lnTo>
                <a:close/>
              </a:path>
              <a:path w="329564" h="146685">
                <a:moveTo>
                  <a:pt x="173735" y="76453"/>
                </a:moveTo>
                <a:lnTo>
                  <a:pt x="173735" y="62483"/>
                </a:lnTo>
                <a:lnTo>
                  <a:pt x="165353" y="69468"/>
                </a:lnTo>
                <a:lnTo>
                  <a:pt x="173735" y="76453"/>
                </a:lnTo>
                <a:close/>
              </a:path>
              <a:path w="329564" h="146685">
                <a:moveTo>
                  <a:pt x="329183" y="57911"/>
                </a:moveTo>
                <a:lnTo>
                  <a:pt x="258950" y="0"/>
                </a:lnTo>
                <a:lnTo>
                  <a:pt x="249708" y="0"/>
                </a:lnTo>
                <a:lnTo>
                  <a:pt x="242315" y="6095"/>
                </a:lnTo>
                <a:lnTo>
                  <a:pt x="242315" y="0"/>
                </a:lnTo>
                <a:lnTo>
                  <a:pt x="218567" y="0"/>
                </a:lnTo>
                <a:lnTo>
                  <a:pt x="293556" y="62059"/>
                </a:lnTo>
                <a:lnTo>
                  <a:pt x="301751" y="51815"/>
                </a:lnTo>
                <a:lnTo>
                  <a:pt x="303275" y="70103"/>
                </a:lnTo>
                <a:lnTo>
                  <a:pt x="303275" y="89883"/>
                </a:lnTo>
                <a:lnTo>
                  <a:pt x="329183" y="57911"/>
                </a:lnTo>
                <a:close/>
              </a:path>
              <a:path w="329564" h="146685">
                <a:moveTo>
                  <a:pt x="263651" y="138780"/>
                </a:moveTo>
                <a:lnTo>
                  <a:pt x="263651" y="117347"/>
                </a:lnTo>
                <a:lnTo>
                  <a:pt x="246887" y="120395"/>
                </a:lnTo>
                <a:lnTo>
                  <a:pt x="246887" y="137413"/>
                </a:lnTo>
                <a:lnTo>
                  <a:pt x="257555" y="146303"/>
                </a:lnTo>
                <a:lnTo>
                  <a:pt x="263651" y="138780"/>
                </a:lnTo>
                <a:close/>
              </a:path>
              <a:path w="329564" h="146685">
                <a:moveTo>
                  <a:pt x="303275" y="89883"/>
                </a:moveTo>
                <a:lnTo>
                  <a:pt x="303275" y="70103"/>
                </a:lnTo>
                <a:lnTo>
                  <a:pt x="293556" y="62059"/>
                </a:lnTo>
                <a:lnTo>
                  <a:pt x="254981" y="110278"/>
                </a:lnTo>
                <a:lnTo>
                  <a:pt x="263651" y="117347"/>
                </a:lnTo>
                <a:lnTo>
                  <a:pt x="263651" y="138780"/>
                </a:lnTo>
                <a:lnTo>
                  <a:pt x="303275" y="8988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52201" y="4308349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137" y="823468"/>
            <a:ext cx="710438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0" dirty="0"/>
              <a:t>Search </a:t>
            </a:r>
            <a:r>
              <a:rPr sz="4399" dirty="0"/>
              <a:t>without </a:t>
            </a:r>
            <a:r>
              <a:rPr sz="4399" spc="-15" dirty="0"/>
              <a:t>repeated</a:t>
            </a:r>
            <a:r>
              <a:rPr sz="4399" spc="-100" dirty="0"/>
              <a:t> </a:t>
            </a:r>
            <a:r>
              <a:rPr sz="4399" spc="-30" dirty="0"/>
              <a:t>states</a:t>
            </a:r>
            <a:endParaRPr sz="4399"/>
          </a:p>
        </p:txBody>
      </p:sp>
      <p:sp>
        <p:nvSpPr>
          <p:cNvPr id="3" name="object 3"/>
          <p:cNvSpPr/>
          <p:nvPr/>
        </p:nvSpPr>
        <p:spPr>
          <a:xfrm>
            <a:off x="4049081" y="1872998"/>
            <a:ext cx="5410200" cy="190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3778" y="2767584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5492" y="2749297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5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5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5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5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5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5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5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5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5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5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5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5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5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5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5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5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5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5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5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5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5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5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5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5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5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5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5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80191" y="3224783"/>
            <a:ext cx="292735" cy="264160"/>
          </a:xfrm>
          <a:custGeom>
            <a:avLst/>
            <a:gdLst/>
            <a:ahLst/>
            <a:cxnLst/>
            <a:rect l="l" t="t" r="r" b="b"/>
            <a:pathLst>
              <a:path w="292734" h="264160">
                <a:moveTo>
                  <a:pt x="292607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246227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264160">
                <a:moveTo>
                  <a:pt x="76199" y="246227"/>
                </a:moveTo>
                <a:lnTo>
                  <a:pt x="76199" y="132587"/>
                </a:lnTo>
                <a:lnTo>
                  <a:pt x="0" y="195071"/>
                </a:lnTo>
                <a:lnTo>
                  <a:pt x="54863" y="263651"/>
                </a:lnTo>
                <a:lnTo>
                  <a:pt x="76199" y="246227"/>
                </a:lnTo>
                <a:close/>
              </a:path>
              <a:path w="292734" h="264160">
                <a:moveTo>
                  <a:pt x="292607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2607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1903" y="3206497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5" h="300354">
                <a:moveTo>
                  <a:pt x="164591" y="77469"/>
                </a:moveTo>
                <a:lnTo>
                  <a:pt x="71627" y="0"/>
                </a:lnTo>
                <a:lnTo>
                  <a:pt x="0" y="88391"/>
                </a:lnTo>
                <a:lnTo>
                  <a:pt x="25907" y="109754"/>
                </a:lnTo>
                <a:lnTo>
                  <a:pt x="25907" y="77723"/>
                </a:lnTo>
                <a:lnTo>
                  <a:pt x="35017" y="85262"/>
                </a:lnTo>
                <a:lnTo>
                  <a:pt x="65531" y="48150"/>
                </a:lnTo>
                <a:lnTo>
                  <a:pt x="65531" y="28955"/>
                </a:lnTo>
                <a:lnTo>
                  <a:pt x="83819" y="25907"/>
                </a:lnTo>
                <a:lnTo>
                  <a:pt x="83819" y="43867"/>
                </a:lnTo>
                <a:lnTo>
                  <a:pt x="156971" y="103514"/>
                </a:lnTo>
                <a:lnTo>
                  <a:pt x="156971" y="83819"/>
                </a:lnTo>
                <a:lnTo>
                  <a:pt x="164591" y="77469"/>
                </a:lnTo>
                <a:close/>
              </a:path>
              <a:path w="329565" h="300354">
                <a:moveTo>
                  <a:pt x="86867" y="173578"/>
                </a:moveTo>
                <a:lnTo>
                  <a:pt x="86867" y="160019"/>
                </a:lnTo>
                <a:lnTo>
                  <a:pt x="74854" y="150113"/>
                </a:lnTo>
                <a:lnTo>
                  <a:pt x="0" y="211835"/>
                </a:lnTo>
                <a:lnTo>
                  <a:pt x="25907" y="243807"/>
                </a:lnTo>
                <a:lnTo>
                  <a:pt x="25907" y="224027"/>
                </a:lnTo>
                <a:lnTo>
                  <a:pt x="27431" y="205739"/>
                </a:lnTo>
                <a:lnTo>
                  <a:pt x="35762" y="215872"/>
                </a:lnTo>
                <a:lnTo>
                  <a:pt x="86867" y="173578"/>
                </a:lnTo>
                <a:close/>
              </a:path>
              <a:path w="329565" h="300354">
                <a:moveTo>
                  <a:pt x="35017" y="85262"/>
                </a:moveTo>
                <a:lnTo>
                  <a:pt x="25907" y="77723"/>
                </a:lnTo>
                <a:lnTo>
                  <a:pt x="27431" y="94487"/>
                </a:lnTo>
                <a:lnTo>
                  <a:pt x="35017" y="85262"/>
                </a:lnTo>
                <a:close/>
              </a:path>
              <a:path w="329565" h="300354">
                <a:moveTo>
                  <a:pt x="114299" y="150875"/>
                </a:moveTo>
                <a:lnTo>
                  <a:pt x="35017" y="85262"/>
                </a:lnTo>
                <a:lnTo>
                  <a:pt x="27431" y="94487"/>
                </a:lnTo>
                <a:lnTo>
                  <a:pt x="25907" y="77723"/>
                </a:lnTo>
                <a:lnTo>
                  <a:pt x="25907" y="109754"/>
                </a:lnTo>
                <a:lnTo>
                  <a:pt x="74854" y="150113"/>
                </a:lnTo>
                <a:lnTo>
                  <a:pt x="86867" y="140207"/>
                </a:lnTo>
                <a:lnTo>
                  <a:pt x="86867" y="173578"/>
                </a:lnTo>
                <a:lnTo>
                  <a:pt x="114299" y="150875"/>
                </a:lnTo>
                <a:close/>
              </a:path>
              <a:path w="329565" h="300354">
                <a:moveTo>
                  <a:pt x="35762" y="215872"/>
                </a:moveTo>
                <a:lnTo>
                  <a:pt x="27431" y="205739"/>
                </a:lnTo>
                <a:lnTo>
                  <a:pt x="25907" y="224027"/>
                </a:lnTo>
                <a:lnTo>
                  <a:pt x="35762" y="215872"/>
                </a:lnTo>
                <a:close/>
              </a:path>
              <a:path w="329565" h="300354">
                <a:moveTo>
                  <a:pt x="74979" y="263568"/>
                </a:moveTo>
                <a:lnTo>
                  <a:pt x="35762" y="215872"/>
                </a:lnTo>
                <a:lnTo>
                  <a:pt x="25907" y="224027"/>
                </a:lnTo>
                <a:lnTo>
                  <a:pt x="25907" y="243807"/>
                </a:lnTo>
                <a:lnTo>
                  <a:pt x="65531" y="292705"/>
                </a:lnTo>
                <a:lnTo>
                  <a:pt x="65531" y="271271"/>
                </a:lnTo>
                <a:lnTo>
                  <a:pt x="74979" y="263568"/>
                </a:lnTo>
                <a:close/>
              </a:path>
              <a:path w="329565" h="300354">
                <a:moveTo>
                  <a:pt x="83819" y="25907"/>
                </a:moveTo>
                <a:lnTo>
                  <a:pt x="65531" y="28955"/>
                </a:lnTo>
                <a:lnTo>
                  <a:pt x="74979" y="36659"/>
                </a:lnTo>
                <a:lnTo>
                  <a:pt x="83819" y="25907"/>
                </a:lnTo>
                <a:close/>
              </a:path>
              <a:path w="329565" h="300354">
                <a:moveTo>
                  <a:pt x="74979" y="36659"/>
                </a:moveTo>
                <a:lnTo>
                  <a:pt x="65531" y="28955"/>
                </a:lnTo>
                <a:lnTo>
                  <a:pt x="65531" y="48150"/>
                </a:lnTo>
                <a:lnTo>
                  <a:pt x="74979" y="36659"/>
                </a:lnTo>
                <a:close/>
              </a:path>
              <a:path w="329565" h="300354">
                <a:moveTo>
                  <a:pt x="83819" y="274319"/>
                </a:moveTo>
                <a:lnTo>
                  <a:pt x="74979" y="263568"/>
                </a:lnTo>
                <a:lnTo>
                  <a:pt x="65531" y="271271"/>
                </a:lnTo>
                <a:lnTo>
                  <a:pt x="83819" y="274319"/>
                </a:lnTo>
                <a:close/>
              </a:path>
              <a:path w="329565" h="300354">
                <a:moveTo>
                  <a:pt x="83819" y="290067"/>
                </a:moveTo>
                <a:lnTo>
                  <a:pt x="83819" y="274319"/>
                </a:lnTo>
                <a:lnTo>
                  <a:pt x="65531" y="271271"/>
                </a:lnTo>
                <a:lnTo>
                  <a:pt x="65531" y="292705"/>
                </a:lnTo>
                <a:lnTo>
                  <a:pt x="71627" y="300227"/>
                </a:lnTo>
                <a:lnTo>
                  <a:pt x="83819" y="290067"/>
                </a:lnTo>
                <a:close/>
              </a:path>
              <a:path w="329565" h="300354">
                <a:moveTo>
                  <a:pt x="86867" y="160019"/>
                </a:moveTo>
                <a:lnTo>
                  <a:pt x="86867" y="140207"/>
                </a:lnTo>
                <a:lnTo>
                  <a:pt x="74854" y="150113"/>
                </a:lnTo>
                <a:lnTo>
                  <a:pt x="86867" y="160019"/>
                </a:lnTo>
                <a:close/>
              </a:path>
              <a:path w="329565" h="300354">
                <a:moveTo>
                  <a:pt x="83819" y="43867"/>
                </a:moveTo>
                <a:lnTo>
                  <a:pt x="83819" y="25907"/>
                </a:lnTo>
                <a:lnTo>
                  <a:pt x="74979" y="36659"/>
                </a:lnTo>
                <a:lnTo>
                  <a:pt x="83819" y="43867"/>
                </a:lnTo>
                <a:close/>
              </a:path>
              <a:path w="329565" h="300354">
                <a:moveTo>
                  <a:pt x="254204" y="263568"/>
                </a:moveTo>
                <a:lnTo>
                  <a:pt x="164591" y="190499"/>
                </a:lnTo>
                <a:lnTo>
                  <a:pt x="74979" y="263568"/>
                </a:lnTo>
                <a:lnTo>
                  <a:pt x="83819" y="274319"/>
                </a:lnTo>
                <a:lnTo>
                  <a:pt x="83819" y="290067"/>
                </a:lnTo>
                <a:lnTo>
                  <a:pt x="156971" y="229107"/>
                </a:lnTo>
                <a:lnTo>
                  <a:pt x="156971" y="216407"/>
                </a:lnTo>
                <a:lnTo>
                  <a:pt x="172211" y="216407"/>
                </a:lnTo>
                <a:lnTo>
                  <a:pt x="172211" y="229107"/>
                </a:lnTo>
                <a:lnTo>
                  <a:pt x="245363" y="290067"/>
                </a:lnTo>
                <a:lnTo>
                  <a:pt x="245363" y="274319"/>
                </a:lnTo>
                <a:lnTo>
                  <a:pt x="254204" y="263568"/>
                </a:lnTo>
                <a:close/>
              </a:path>
              <a:path w="329565" h="300354">
                <a:moveTo>
                  <a:pt x="172211" y="83819"/>
                </a:moveTo>
                <a:lnTo>
                  <a:pt x="164591" y="77469"/>
                </a:lnTo>
                <a:lnTo>
                  <a:pt x="156971" y="83819"/>
                </a:lnTo>
                <a:lnTo>
                  <a:pt x="172211" y="83819"/>
                </a:lnTo>
                <a:close/>
              </a:path>
              <a:path w="329565" h="300354">
                <a:moveTo>
                  <a:pt x="172211" y="103514"/>
                </a:moveTo>
                <a:lnTo>
                  <a:pt x="172211" y="83819"/>
                </a:lnTo>
                <a:lnTo>
                  <a:pt x="156971" y="83819"/>
                </a:lnTo>
                <a:lnTo>
                  <a:pt x="156971" y="103514"/>
                </a:lnTo>
                <a:lnTo>
                  <a:pt x="164591" y="109727"/>
                </a:lnTo>
                <a:lnTo>
                  <a:pt x="172211" y="103514"/>
                </a:lnTo>
                <a:close/>
              </a:path>
              <a:path w="329565" h="300354">
                <a:moveTo>
                  <a:pt x="172211" y="216407"/>
                </a:moveTo>
                <a:lnTo>
                  <a:pt x="156971" y="216407"/>
                </a:lnTo>
                <a:lnTo>
                  <a:pt x="164591" y="222757"/>
                </a:lnTo>
                <a:lnTo>
                  <a:pt x="172211" y="216407"/>
                </a:lnTo>
                <a:close/>
              </a:path>
              <a:path w="329565" h="300354">
                <a:moveTo>
                  <a:pt x="164591" y="222757"/>
                </a:moveTo>
                <a:lnTo>
                  <a:pt x="156971" y="216407"/>
                </a:lnTo>
                <a:lnTo>
                  <a:pt x="156971" y="229107"/>
                </a:lnTo>
                <a:lnTo>
                  <a:pt x="164591" y="222757"/>
                </a:lnTo>
                <a:close/>
              </a:path>
              <a:path w="329565" h="300354">
                <a:moveTo>
                  <a:pt x="329183" y="88391"/>
                </a:moveTo>
                <a:lnTo>
                  <a:pt x="257555" y="0"/>
                </a:lnTo>
                <a:lnTo>
                  <a:pt x="164591" y="77469"/>
                </a:lnTo>
                <a:lnTo>
                  <a:pt x="172211" y="83819"/>
                </a:lnTo>
                <a:lnTo>
                  <a:pt x="172211" y="103514"/>
                </a:lnTo>
                <a:lnTo>
                  <a:pt x="245363" y="43867"/>
                </a:lnTo>
                <a:lnTo>
                  <a:pt x="245363" y="25907"/>
                </a:lnTo>
                <a:lnTo>
                  <a:pt x="263651" y="28955"/>
                </a:lnTo>
                <a:lnTo>
                  <a:pt x="263651" y="48150"/>
                </a:lnTo>
                <a:lnTo>
                  <a:pt x="294103" y="85186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5" h="300354">
                <a:moveTo>
                  <a:pt x="172211" y="229107"/>
                </a:moveTo>
                <a:lnTo>
                  <a:pt x="172211" y="216407"/>
                </a:lnTo>
                <a:lnTo>
                  <a:pt x="164591" y="222757"/>
                </a:lnTo>
                <a:lnTo>
                  <a:pt x="172211" y="229107"/>
                </a:lnTo>
                <a:close/>
              </a:path>
              <a:path w="329565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103" y="85186"/>
                </a:lnTo>
                <a:lnTo>
                  <a:pt x="213359" y="150875"/>
                </a:lnTo>
                <a:lnTo>
                  <a:pt x="242315" y="174433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5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5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4433"/>
                </a:lnTo>
                <a:lnTo>
                  <a:pt x="293352" y="215955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5" h="300354">
                <a:moveTo>
                  <a:pt x="263651" y="28955"/>
                </a:moveTo>
                <a:lnTo>
                  <a:pt x="245363" y="25907"/>
                </a:lnTo>
                <a:lnTo>
                  <a:pt x="254204" y="36659"/>
                </a:lnTo>
                <a:lnTo>
                  <a:pt x="263651" y="28955"/>
                </a:lnTo>
                <a:close/>
              </a:path>
              <a:path w="329565" h="300354">
                <a:moveTo>
                  <a:pt x="254204" y="36659"/>
                </a:moveTo>
                <a:lnTo>
                  <a:pt x="245363" y="25907"/>
                </a:lnTo>
                <a:lnTo>
                  <a:pt x="245363" y="43867"/>
                </a:lnTo>
                <a:lnTo>
                  <a:pt x="254204" y="36659"/>
                </a:lnTo>
                <a:close/>
              </a:path>
              <a:path w="329565" h="300354">
                <a:moveTo>
                  <a:pt x="263651" y="271271"/>
                </a:moveTo>
                <a:lnTo>
                  <a:pt x="254204" y="263568"/>
                </a:lnTo>
                <a:lnTo>
                  <a:pt x="245363" y="274319"/>
                </a:lnTo>
                <a:lnTo>
                  <a:pt x="263651" y="271271"/>
                </a:lnTo>
                <a:close/>
              </a:path>
              <a:path w="329565" h="300354">
                <a:moveTo>
                  <a:pt x="263651" y="292705"/>
                </a:moveTo>
                <a:lnTo>
                  <a:pt x="263651" y="271271"/>
                </a:lnTo>
                <a:lnTo>
                  <a:pt x="245363" y="274319"/>
                </a:lnTo>
                <a:lnTo>
                  <a:pt x="245363" y="29006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5" h="300354">
                <a:moveTo>
                  <a:pt x="263651" y="48150"/>
                </a:moveTo>
                <a:lnTo>
                  <a:pt x="263651" y="28955"/>
                </a:lnTo>
                <a:lnTo>
                  <a:pt x="254204" y="36659"/>
                </a:lnTo>
                <a:lnTo>
                  <a:pt x="263651" y="48150"/>
                </a:lnTo>
                <a:close/>
              </a:path>
              <a:path w="329565" h="300354">
                <a:moveTo>
                  <a:pt x="303275" y="243807"/>
                </a:moveTo>
                <a:lnTo>
                  <a:pt x="303275" y="224027"/>
                </a:lnTo>
                <a:lnTo>
                  <a:pt x="293352" y="215955"/>
                </a:lnTo>
                <a:lnTo>
                  <a:pt x="254204" y="263568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5" h="300354">
                <a:moveTo>
                  <a:pt x="303275" y="224027"/>
                </a:moveTo>
                <a:lnTo>
                  <a:pt x="301751" y="205739"/>
                </a:lnTo>
                <a:lnTo>
                  <a:pt x="293352" y="215955"/>
                </a:lnTo>
                <a:lnTo>
                  <a:pt x="303275" y="224027"/>
                </a:lnTo>
                <a:close/>
              </a:path>
              <a:path w="329565" h="300354">
                <a:moveTo>
                  <a:pt x="303275" y="77723"/>
                </a:moveTo>
                <a:lnTo>
                  <a:pt x="294103" y="85186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64777" y="321868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6491" y="3200402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576"/>
                </a:lnTo>
                <a:lnTo>
                  <a:pt x="156971" y="103298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05" y="263611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05" y="263611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36" y="35262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36" y="35262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36" y="35262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05" y="26361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344" y="263682"/>
                </a:moveTo>
                <a:lnTo>
                  <a:pt x="164591" y="190499"/>
                </a:lnTo>
                <a:lnTo>
                  <a:pt x="76305" y="26361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44" y="263682"/>
                </a:lnTo>
                <a:close/>
              </a:path>
              <a:path w="330835" h="299085">
                <a:moveTo>
                  <a:pt x="83819" y="41576"/>
                </a:moveTo>
                <a:lnTo>
                  <a:pt x="83819" y="25907"/>
                </a:lnTo>
                <a:lnTo>
                  <a:pt x="76336" y="35262"/>
                </a:lnTo>
                <a:lnTo>
                  <a:pt x="83819" y="41576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2131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3298"/>
                </a:lnTo>
                <a:lnTo>
                  <a:pt x="164591" y="109727"/>
                </a:lnTo>
                <a:lnTo>
                  <a:pt x="173735" y="102131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2131"/>
                </a:lnTo>
                <a:lnTo>
                  <a:pt x="246887" y="41359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3556" y="84243"/>
                </a:lnTo>
                <a:lnTo>
                  <a:pt x="303275" y="76199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3275" y="110621"/>
                </a:moveTo>
                <a:lnTo>
                  <a:pt x="303275" y="76199"/>
                </a:lnTo>
                <a:lnTo>
                  <a:pt x="301751" y="94487"/>
                </a:lnTo>
                <a:lnTo>
                  <a:pt x="293556" y="84243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2054"/>
                </a:lnTo>
                <a:lnTo>
                  <a:pt x="294188" y="214983"/>
                </a:lnTo>
                <a:lnTo>
                  <a:pt x="301751" y="205739"/>
                </a:lnTo>
                <a:lnTo>
                  <a:pt x="303275" y="222503"/>
                </a:lnTo>
                <a:lnTo>
                  <a:pt x="303275" y="24441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13" y="35190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13" y="35190"/>
                </a:moveTo>
                <a:lnTo>
                  <a:pt x="246887" y="25907"/>
                </a:lnTo>
                <a:lnTo>
                  <a:pt x="246887" y="41359"/>
                </a:lnTo>
                <a:lnTo>
                  <a:pt x="254313" y="35190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344" y="263682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13" y="35190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3275" y="244411"/>
                </a:moveTo>
                <a:lnTo>
                  <a:pt x="303275" y="222503"/>
                </a:lnTo>
                <a:lnTo>
                  <a:pt x="294188" y="214983"/>
                </a:lnTo>
                <a:lnTo>
                  <a:pt x="254344" y="263682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3275" y="244411"/>
                </a:lnTo>
                <a:close/>
              </a:path>
              <a:path w="330835" h="299085">
                <a:moveTo>
                  <a:pt x="303275" y="76199"/>
                </a:moveTo>
                <a:lnTo>
                  <a:pt x="293556" y="84243"/>
                </a:lnTo>
                <a:lnTo>
                  <a:pt x="301751" y="94487"/>
                </a:lnTo>
                <a:lnTo>
                  <a:pt x="303275" y="76199"/>
                </a:lnTo>
                <a:close/>
              </a:path>
              <a:path w="330835" h="299085">
                <a:moveTo>
                  <a:pt x="303275" y="222503"/>
                </a:moveTo>
                <a:lnTo>
                  <a:pt x="301751" y="205739"/>
                </a:lnTo>
                <a:lnTo>
                  <a:pt x="294188" y="214983"/>
                </a:lnTo>
                <a:lnTo>
                  <a:pt x="303275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3239" y="3642359"/>
            <a:ext cx="292735" cy="135890"/>
          </a:xfrm>
          <a:custGeom>
            <a:avLst/>
            <a:gdLst/>
            <a:ahLst/>
            <a:cxnLst/>
            <a:rect l="l" t="t" r="r" b="b"/>
            <a:pathLst>
              <a:path w="292734" h="135889">
                <a:moveTo>
                  <a:pt x="292607" y="68579"/>
                </a:moveTo>
                <a:lnTo>
                  <a:pt x="236219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135636"/>
                </a:lnTo>
                <a:lnTo>
                  <a:pt x="216407" y="135636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135889">
                <a:moveTo>
                  <a:pt x="76199" y="135636"/>
                </a:moveTo>
                <a:lnTo>
                  <a:pt x="76199" y="132587"/>
                </a:lnTo>
                <a:lnTo>
                  <a:pt x="72482" y="135636"/>
                </a:lnTo>
                <a:lnTo>
                  <a:pt x="76199" y="135636"/>
                </a:lnTo>
                <a:close/>
              </a:path>
              <a:path w="292734" h="135889">
                <a:moveTo>
                  <a:pt x="220125" y="135636"/>
                </a:moveTo>
                <a:lnTo>
                  <a:pt x="216407" y="132587"/>
                </a:lnTo>
                <a:lnTo>
                  <a:pt x="216407" y="135636"/>
                </a:lnTo>
                <a:lnTo>
                  <a:pt x="220125" y="135636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951" y="3625595"/>
            <a:ext cx="329565" cy="152400"/>
          </a:xfrm>
          <a:custGeom>
            <a:avLst/>
            <a:gdLst/>
            <a:ahLst/>
            <a:cxnLst/>
            <a:rect l="l" t="t" r="r" b="b"/>
            <a:pathLst>
              <a:path w="329565" h="152400">
                <a:moveTo>
                  <a:pt x="164591" y="76061"/>
                </a:moveTo>
                <a:lnTo>
                  <a:pt x="71627" y="0"/>
                </a:lnTo>
                <a:lnTo>
                  <a:pt x="0" y="86867"/>
                </a:lnTo>
                <a:lnTo>
                  <a:pt x="25907" y="108230"/>
                </a:lnTo>
                <a:lnTo>
                  <a:pt x="25907" y="76199"/>
                </a:lnTo>
                <a:lnTo>
                  <a:pt x="35118" y="83822"/>
                </a:lnTo>
                <a:lnTo>
                  <a:pt x="65531" y="47655"/>
                </a:lnTo>
                <a:lnTo>
                  <a:pt x="65531" y="27431"/>
                </a:lnTo>
                <a:lnTo>
                  <a:pt x="83819" y="25907"/>
                </a:lnTo>
                <a:lnTo>
                  <a:pt x="83819" y="42343"/>
                </a:lnTo>
                <a:lnTo>
                  <a:pt x="156971" y="101990"/>
                </a:lnTo>
                <a:lnTo>
                  <a:pt x="156971" y="82295"/>
                </a:lnTo>
                <a:lnTo>
                  <a:pt x="164591" y="76061"/>
                </a:lnTo>
                <a:close/>
              </a:path>
              <a:path w="329565" h="152400">
                <a:moveTo>
                  <a:pt x="35118" y="83822"/>
                </a:moveTo>
                <a:lnTo>
                  <a:pt x="25907" y="76199"/>
                </a:lnTo>
                <a:lnTo>
                  <a:pt x="27431" y="92963"/>
                </a:lnTo>
                <a:lnTo>
                  <a:pt x="35118" y="83822"/>
                </a:lnTo>
                <a:close/>
              </a:path>
              <a:path w="329565" h="152400">
                <a:moveTo>
                  <a:pt x="114299" y="149351"/>
                </a:moveTo>
                <a:lnTo>
                  <a:pt x="35118" y="83822"/>
                </a:lnTo>
                <a:lnTo>
                  <a:pt x="27431" y="92963"/>
                </a:lnTo>
                <a:lnTo>
                  <a:pt x="25907" y="76199"/>
                </a:lnTo>
                <a:lnTo>
                  <a:pt x="25907" y="108230"/>
                </a:lnTo>
                <a:lnTo>
                  <a:pt x="74854" y="148589"/>
                </a:lnTo>
                <a:lnTo>
                  <a:pt x="86867" y="138683"/>
                </a:lnTo>
                <a:lnTo>
                  <a:pt x="86867" y="152400"/>
                </a:lnTo>
                <a:lnTo>
                  <a:pt x="110616" y="152400"/>
                </a:lnTo>
                <a:lnTo>
                  <a:pt x="114299" y="149351"/>
                </a:lnTo>
                <a:close/>
              </a:path>
              <a:path w="329565" h="152400">
                <a:moveTo>
                  <a:pt x="83819" y="25907"/>
                </a:moveTo>
                <a:lnTo>
                  <a:pt x="65531" y="27431"/>
                </a:lnTo>
                <a:lnTo>
                  <a:pt x="75620" y="35658"/>
                </a:lnTo>
                <a:lnTo>
                  <a:pt x="83819" y="25907"/>
                </a:lnTo>
                <a:close/>
              </a:path>
              <a:path w="329565" h="152400">
                <a:moveTo>
                  <a:pt x="75620" y="35658"/>
                </a:moveTo>
                <a:lnTo>
                  <a:pt x="65531" y="27431"/>
                </a:lnTo>
                <a:lnTo>
                  <a:pt x="65531" y="47655"/>
                </a:lnTo>
                <a:lnTo>
                  <a:pt x="75620" y="35658"/>
                </a:lnTo>
                <a:close/>
              </a:path>
              <a:path w="329565" h="152400">
                <a:moveTo>
                  <a:pt x="79475" y="152400"/>
                </a:moveTo>
                <a:lnTo>
                  <a:pt x="74854" y="148589"/>
                </a:lnTo>
                <a:lnTo>
                  <a:pt x="70233" y="152400"/>
                </a:lnTo>
                <a:lnTo>
                  <a:pt x="79475" y="152400"/>
                </a:lnTo>
                <a:close/>
              </a:path>
              <a:path w="329565" h="152400">
                <a:moveTo>
                  <a:pt x="86867" y="152400"/>
                </a:moveTo>
                <a:lnTo>
                  <a:pt x="86867" y="138683"/>
                </a:lnTo>
                <a:lnTo>
                  <a:pt x="74854" y="148589"/>
                </a:lnTo>
                <a:lnTo>
                  <a:pt x="79475" y="152400"/>
                </a:lnTo>
                <a:lnTo>
                  <a:pt x="86867" y="152400"/>
                </a:lnTo>
                <a:close/>
              </a:path>
              <a:path w="329565" h="152400">
                <a:moveTo>
                  <a:pt x="83819" y="42343"/>
                </a:moveTo>
                <a:lnTo>
                  <a:pt x="83819" y="25907"/>
                </a:lnTo>
                <a:lnTo>
                  <a:pt x="75620" y="35658"/>
                </a:lnTo>
                <a:lnTo>
                  <a:pt x="83819" y="42343"/>
                </a:lnTo>
                <a:close/>
              </a:path>
              <a:path w="329565" h="152400">
                <a:moveTo>
                  <a:pt x="172211" y="82295"/>
                </a:moveTo>
                <a:lnTo>
                  <a:pt x="164591" y="76061"/>
                </a:lnTo>
                <a:lnTo>
                  <a:pt x="156971" y="82295"/>
                </a:lnTo>
                <a:lnTo>
                  <a:pt x="172211" y="82295"/>
                </a:lnTo>
                <a:close/>
              </a:path>
              <a:path w="329565" h="152400">
                <a:moveTo>
                  <a:pt x="172211" y="101990"/>
                </a:moveTo>
                <a:lnTo>
                  <a:pt x="172211" y="82295"/>
                </a:lnTo>
                <a:lnTo>
                  <a:pt x="156971" y="82295"/>
                </a:lnTo>
                <a:lnTo>
                  <a:pt x="156971" y="101990"/>
                </a:lnTo>
                <a:lnTo>
                  <a:pt x="164591" y="108203"/>
                </a:lnTo>
                <a:lnTo>
                  <a:pt x="172211" y="101990"/>
                </a:lnTo>
                <a:close/>
              </a:path>
              <a:path w="329565" h="152400">
                <a:moveTo>
                  <a:pt x="329183" y="86867"/>
                </a:moveTo>
                <a:lnTo>
                  <a:pt x="257555" y="0"/>
                </a:lnTo>
                <a:lnTo>
                  <a:pt x="164591" y="76061"/>
                </a:lnTo>
                <a:lnTo>
                  <a:pt x="172211" y="82295"/>
                </a:lnTo>
                <a:lnTo>
                  <a:pt x="172211" y="101990"/>
                </a:lnTo>
                <a:lnTo>
                  <a:pt x="245363" y="42343"/>
                </a:lnTo>
                <a:lnTo>
                  <a:pt x="245363" y="25907"/>
                </a:lnTo>
                <a:lnTo>
                  <a:pt x="263651" y="27431"/>
                </a:lnTo>
                <a:lnTo>
                  <a:pt x="263651" y="47655"/>
                </a:lnTo>
                <a:lnTo>
                  <a:pt x="294000" y="83746"/>
                </a:lnTo>
                <a:lnTo>
                  <a:pt x="303275" y="76199"/>
                </a:lnTo>
                <a:lnTo>
                  <a:pt x="303275" y="108230"/>
                </a:lnTo>
                <a:lnTo>
                  <a:pt x="329183" y="86867"/>
                </a:lnTo>
                <a:close/>
              </a:path>
              <a:path w="329565" h="152400">
                <a:moveTo>
                  <a:pt x="303275" y="108230"/>
                </a:moveTo>
                <a:lnTo>
                  <a:pt x="303275" y="76199"/>
                </a:lnTo>
                <a:lnTo>
                  <a:pt x="301751" y="92963"/>
                </a:lnTo>
                <a:lnTo>
                  <a:pt x="294000" y="83746"/>
                </a:lnTo>
                <a:lnTo>
                  <a:pt x="213359" y="149351"/>
                </a:lnTo>
                <a:lnTo>
                  <a:pt x="217106" y="152400"/>
                </a:lnTo>
                <a:lnTo>
                  <a:pt x="242315" y="152400"/>
                </a:lnTo>
                <a:lnTo>
                  <a:pt x="242315" y="138683"/>
                </a:lnTo>
                <a:lnTo>
                  <a:pt x="254329" y="148589"/>
                </a:lnTo>
                <a:lnTo>
                  <a:pt x="303275" y="108230"/>
                </a:lnTo>
                <a:close/>
              </a:path>
              <a:path w="329565" h="152400">
                <a:moveTo>
                  <a:pt x="263651" y="27431"/>
                </a:moveTo>
                <a:lnTo>
                  <a:pt x="245363" y="25907"/>
                </a:lnTo>
                <a:lnTo>
                  <a:pt x="253563" y="35658"/>
                </a:lnTo>
                <a:lnTo>
                  <a:pt x="263651" y="27431"/>
                </a:lnTo>
                <a:close/>
              </a:path>
              <a:path w="329565" h="152400">
                <a:moveTo>
                  <a:pt x="253563" y="35658"/>
                </a:moveTo>
                <a:lnTo>
                  <a:pt x="245363" y="25907"/>
                </a:lnTo>
                <a:lnTo>
                  <a:pt x="245363" y="42343"/>
                </a:lnTo>
                <a:lnTo>
                  <a:pt x="253563" y="35658"/>
                </a:lnTo>
                <a:close/>
              </a:path>
              <a:path w="329565" h="152400">
                <a:moveTo>
                  <a:pt x="258950" y="152400"/>
                </a:moveTo>
                <a:lnTo>
                  <a:pt x="254329" y="148589"/>
                </a:lnTo>
                <a:lnTo>
                  <a:pt x="249708" y="152400"/>
                </a:lnTo>
                <a:lnTo>
                  <a:pt x="258950" y="152400"/>
                </a:lnTo>
                <a:close/>
              </a:path>
              <a:path w="329565" h="152400">
                <a:moveTo>
                  <a:pt x="263651" y="47655"/>
                </a:moveTo>
                <a:lnTo>
                  <a:pt x="263651" y="27431"/>
                </a:lnTo>
                <a:lnTo>
                  <a:pt x="253563" y="35658"/>
                </a:lnTo>
                <a:lnTo>
                  <a:pt x="263651" y="47655"/>
                </a:lnTo>
                <a:close/>
              </a:path>
              <a:path w="329565" h="152400">
                <a:moveTo>
                  <a:pt x="303275" y="76199"/>
                </a:moveTo>
                <a:lnTo>
                  <a:pt x="294000" y="83746"/>
                </a:lnTo>
                <a:lnTo>
                  <a:pt x="301751" y="92963"/>
                </a:lnTo>
                <a:lnTo>
                  <a:pt x="303275" y="76199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50577" y="321868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32291" y="3200402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576"/>
                </a:lnTo>
                <a:lnTo>
                  <a:pt x="156971" y="103298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05" y="263611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05" y="263611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36" y="35262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36" y="35262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36" y="35262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05" y="26361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344" y="263682"/>
                </a:moveTo>
                <a:lnTo>
                  <a:pt x="164591" y="190499"/>
                </a:lnTo>
                <a:lnTo>
                  <a:pt x="76305" y="26361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44" y="263682"/>
                </a:lnTo>
                <a:close/>
              </a:path>
              <a:path w="330835" h="299085">
                <a:moveTo>
                  <a:pt x="83819" y="41576"/>
                </a:moveTo>
                <a:lnTo>
                  <a:pt x="83819" y="25907"/>
                </a:lnTo>
                <a:lnTo>
                  <a:pt x="76336" y="35262"/>
                </a:lnTo>
                <a:lnTo>
                  <a:pt x="83819" y="41576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2131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3298"/>
                </a:lnTo>
                <a:lnTo>
                  <a:pt x="164591" y="109727"/>
                </a:lnTo>
                <a:lnTo>
                  <a:pt x="173735" y="102131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2131"/>
                </a:lnTo>
                <a:lnTo>
                  <a:pt x="246887" y="41359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3556" y="84243"/>
                </a:lnTo>
                <a:lnTo>
                  <a:pt x="303275" y="76199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3275" y="110621"/>
                </a:moveTo>
                <a:lnTo>
                  <a:pt x="303275" y="76199"/>
                </a:lnTo>
                <a:lnTo>
                  <a:pt x="301751" y="94487"/>
                </a:lnTo>
                <a:lnTo>
                  <a:pt x="293556" y="84243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2054"/>
                </a:lnTo>
                <a:lnTo>
                  <a:pt x="294188" y="214983"/>
                </a:lnTo>
                <a:lnTo>
                  <a:pt x="301751" y="205739"/>
                </a:lnTo>
                <a:lnTo>
                  <a:pt x="303275" y="222503"/>
                </a:lnTo>
                <a:lnTo>
                  <a:pt x="303275" y="24441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13" y="35190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13" y="35190"/>
                </a:moveTo>
                <a:lnTo>
                  <a:pt x="246887" y="25907"/>
                </a:lnTo>
                <a:lnTo>
                  <a:pt x="246887" y="41359"/>
                </a:lnTo>
                <a:lnTo>
                  <a:pt x="254313" y="35190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344" y="263682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13" y="35190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3275" y="244411"/>
                </a:moveTo>
                <a:lnTo>
                  <a:pt x="303275" y="222503"/>
                </a:lnTo>
                <a:lnTo>
                  <a:pt x="294188" y="214983"/>
                </a:lnTo>
                <a:lnTo>
                  <a:pt x="254344" y="263682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3275" y="244411"/>
                </a:lnTo>
                <a:close/>
              </a:path>
              <a:path w="330835" h="299085">
                <a:moveTo>
                  <a:pt x="303275" y="76199"/>
                </a:moveTo>
                <a:lnTo>
                  <a:pt x="293556" y="84243"/>
                </a:lnTo>
                <a:lnTo>
                  <a:pt x="301751" y="94487"/>
                </a:lnTo>
                <a:lnTo>
                  <a:pt x="303275" y="76199"/>
                </a:lnTo>
                <a:close/>
              </a:path>
              <a:path w="330835" h="299085">
                <a:moveTo>
                  <a:pt x="303275" y="222503"/>
                </a:moveTo>
                <a:lnTo>
                  <a:pt x="301751" y="205739"/>
                </a:lnTo>
                <a:lnTo>
                  <a:pt x="294188" y="214983"/>
                </a:lnTo>
                <a:lnTo>
                  <a:pt x="303275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40109" y="3642359"/>
            <a:ext cx="294640" cy="135890"/>
          </a:xfrm>
          <a:custGeom>
            <a:avLst/>
            <a:gdLst/>
            <a:ahLst/>
            <a:cxnLst/>
            <a:rect l="l" t="t" r="r" b="b"/>
            <a:pathLst>
              <a:path w="294639" h="135889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135636"/>
                </a:lnTo>
                <a:lnTo>
                  <a:pt x="216407" y="135636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135889">
                <a:moveTo>
                  <a:pt x="77723" y="135636"/>
                </a:moveTo>
                <a:lnTo>
                  <a:pt x="77723" y="132587"/>
                </a:lnTo>
                <a:lnTo>
                  <a:pt x="73932" y="135636"/>
                </a:lnTo>
                <a:lnTo>
                  <a:pt x="77723" y="135636"/>
                </a:lnTo>
                <a:close/>
              </a:path>
              <a:path w="294639" h="135889">
                <a:moveTo>
                  <a:pt x="220199" y="135636"/>
                </a:moveTo>
                <a:lnTo>
                  <a:pt x="216407" y="132587"/>
                </a:lnTo>
                <a:lnTo>
                  <a:pt x="216407" y="135636"/>
                </a:lnTo>
                <a:lnTo>
                  <a:pt x="220199" y="135636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21823" y="3625595"/>
            <a:ext cx="329565" cy="152400"/>
          </a:xfrm>
          <a:custGeom>
            <a:avLst/>
            <a:gdLst/>
            <a:ahLst/>
            <a:cxnLst/>
            <a:rect l="l" t="t" r="r" b="b"/>
            <a:pathLst>
              <a:path w="329564" h="152400">
                <a:moveTo>
                  <a:pt x="165353" y="75437"/>
                </a:moveTo>
                <a:lnTo>
                  <a:pt x="73151" y="0"/>
                </a:lnTo>
                <a:lnTo>
                  <a:pt x="0" y="86867"/>
                </a:lnTo>
                <a:lnTo>
                  <a:pt x="25907" y="107862"/>
                </a:lnTo>
                <a:lnTo>
                  <a:pt x="25907" y="76199"/>
                </a:lnTo>
                <a:lnTo>
                  <a:pt x="35972" y="84388"/>
                </a:lnTo>
                <a:lnTo>
                  <a:pt x="67055" y="46397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14"/>
                </a:lnTo>
                <a:lnTo>
                  <a:pt x="156971" y="101893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29564" h="152400">
                <a:moveTo>
                  <a:pt x="35972" y="84388"/>
                </a:moveTo>
                <a:lnTo>
                  <a:pt x="25907" y="76199"/>
                </a:lnTo>
                <a:lnTo>
                  <a:pt x="28955" y="92963"/>
                </a:lnTo>
                <a:lnTo>
                  <a:pt x="35972" y="84388"/>
                </a:lnTo>
                <a:close/>
              </a:path>
              <a:path w="329564" h="152400">
                <a:moveTo>
                  <a:pt x="115823" y="149351"/>
                </a:moveTo>
                <a:lnTo>
                  <a:pt x="35972" y="84388"/>
                </a:lnTo>
                <a:lnTo>
                  <a:pt x="28955" y="92963"/>
                </a:lnTo>
                <a:lnTo>
                  <a:pt x="25907" y="76199"/>
                </a:lnTo>
                <a:lnTo>
                  <a:pt x="25907" y="107862"/>
                </a:lnTo>
                <a:lnTo>
                  <a:pt x="76167" y="148589"/>
                </a:lnTo>
                <a:lnTo>
                  <a:pt x="88391" y="138683"/>
                </a:lnTo>
                <a:lnTo>
                  <a:pt x="88391" y="152400"/>
                </a:lnTo>
                <a:lnTo>
                  <a:pt x="112077" y="152400"/>
                </a:lnTo>
                <a:lnTo>
                  <a:pt x="115823" y="149351"/>
                </a:lnTo>
                <a:close/>
              </a:path>
              <a:path w="329564" h="152400">
                <a:moveTo>
                  <a:pt x="83819" y="25907"/>
                </a:moveTo>
                <a:lnTo>
                  <a:pt x="67055" y="27431"/>
                </a:lnTo>
                <a:lnTo>
                  <a:pt x="76305" y="35092"/>
                </a:lnTo>
                <a:lnTo>
                  <a:pt x="83819" y="25907"/>
                </a:lnTo>
                <a:close/>
              </a:path>
              <a:path w="329564" h="152400">
                <a:moveTo>
                  <a:pt x="76305" y="35092"/>
                </a:moveTo>
                <a:lnTo>
                  <a:pt x="67055" y="27431"/>
                </a:lnTo>
                <a:lnTo>
                  <a:pt x="67055" y="46397"/>
                </a:lnTo>
                <a:lnTo>
                  <a:pt x="76305" y="35092"/>
                </a:lnTo>
                <a:close/>
              </a:path>
              <a:path w="329564" h="152400">
                <a:moveTo>
                  <a:pt x="80869" y="152400"/>
                </a:moveTo>
                <a:lnTo>
                  <a:pt x="76167" y="148589"/>
                </a:lnTo>
                <a:lnTo>
                  <a:pt x="71465" y="152400"/>
                </a:lnTo>
                <a:lnTo>
                  <a:pt x="80869" y="152400"/>
                </a:lnTo>
                <a:close/>
              </a:path>
              <a:path w="329564" h="152400">
                <a:moveTo>
                  <a:pt x="88391" y="152400"/>
                </a:moveTo>
                <a:lnTo>
                  <a:pt x="88391" y="138683"/>
                </a:lnTo>
                <a:lnTo>
                  <a:pt x="76167" y="148589"/>
                </a:lnTo>
                <a:lnTo>
                  <a:pt x="80869" y="152400"/>
                </a:lnTo>
                <a:lnTo>
                  <a:pt x="88391" y="152400"/>
                </a:lnTo>
                <a:close/>
              </a:path>
              <a:path w="329564" h="152400">
                <a:moveTo>
                  <a:pt x="83819" y="41314"/>
                </a:moveTo>
                <a:lnTo>
                  <a:pt x="83819" y="25907"/>
                </a:lnTo>
                <a:lnTo>
                  <a:pt x="76305" y="35092"/>
                </a:lnTo>
                <a:lnTo>
                  <a:pt x="83819" y="41314"/>
                </a:lnTo>
                <a:close/>
              </a:path>
              <a:path w="329564" h="152400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29564" h="152400">
                <a:moveTo>
                  <a:pt x="173735" y="10074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1893"/>
                </a:lnTo>
                <a:lnTo>
                  <a:pt x="164591" y="108203"/>
                </a:lnTo>
                <a:lnTo>
                  <a:pt x="173735" y="100748"/>
                </a:lnTo>
                <a:close/>
              </a:path>
              <a:path w="329564" h="152400">
                <a:moveTo>
                  <a:pt x="329183" y="86867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0748"/>
                </a:lnTo>
                <a:lnTo>
                  <a:pt x="246887" y="41101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397"/>
                </a:lnTo>
                <a:lnTo>
                  <a:pt x="294188" y="83720"/>
                </a:lnTo>
                <a:lnTo>
                  <a:pt x="303275" y="76199"/>
                </a:lnTo>
                <a:lnTo>
                  <a:pt x="303275" y="108230"/>
                </a:lnTo>
                <a:lnTo>
                  <a:pt x="329183" y="86867"/>
                </a:lnTo>
                <a:close/>
              </a:path>
              <a:path w="329564" h="152400">
                <a:moveTo>
                  <a:pt x="303275" y="108230"/>
                </a:moveTo>
                <a:lnTo>
                  <a:pt x="303275" y="76199"/>
                </a:lnTo>
                <a:lnTo>
                  <a:pt x="301751" y="92963"/>
                </a:lnTo>
                <a:lnTo>
                  <a:pt x="294188" y="83720"/>
                </a:lnTo>
                <a:lnTo>
                  <a:pt x="214883" y="149351"/>
                </a:lnTo>
                <a:lnTo>
                  <a:pt x="218567" y="152400"/>
                </a:lnTo>
                <a:lnTo>
                  <a:pt x="242315" y="152400"/>
                </a:lnTo>
                <a:lnTo>
                  <a:pt x="242315" y="138683"/>
                </a:lnTo>
                <a:lnTo>
                  <a:pt x="254329" y="148589"/>
                </a:lnTo>
                <a:lnTo>
                  <a:pt x="303275" y="108230"/>
                </a:lnTo>
                <a:close/>
              </a:path>
              <a:path w="329564" h="152400">
                <a:moveTo>
                  <a:pt x="263651" y="27431"/>
                </a:moveTo>
                <a:lnTo>
                  <a:pt x="246887" y="25907"/>
                </a:lnTo>
                <a:lnTo>
                  <a:pt x="254344" y="35021"/>
                </a:lnTo>
                <a:lnTo>
                  <a:pt x="263651" y="27431"/>
                </a:lnTo>
                <a:close/>
              </a:path>
              <a:path w="329564" h="152400">
                <a:moveTo>
                  <a:pt x="254344" y="35021"/>
                </a:moveTo>
                <a:lnTo>
                  <a:pt x="246887" y="25907"/>
                </a:lnTo>
                <a:lnTo>
                  <a:pt x="246887" y="41101"/>
                </a:lnTo>
                <a:lnTo>
                  <a:pt x="254344" y="35021"/>
                </a:lnTo>
                <a:close/>
              </a:path>
              <a:path w="329564" h="152400">
                <a:moveTo>
                  <a:pt x="258950" y="152400"/>
                </a:moveTo>
                <a:lnTo>
                  <a:pt x="254329" y="148589"/>
                </a:lnTo>
                <a:lnTo>
                  <a:pt x="249708" y="152400"/>
                </a:lnTo>
                <a:lnTo>
                  <a:pt x="258950" y="152400"/>
                </a:lnTo>
                <a:close/>
              </a:path>
              <a:path w="329564" h="152400">
                <a:moveTo>
                  <a:pt x="263651" y="46397"/>
                </a:moveTo>
                <a:lnTo>
                  <a:pt x="263651" y="27431"/>
                </a:lnTo>
                <a:lnTo>
                  <a:pt x="254344" y="35021"/>
                </a:lnTo>
                <a:lnTo>
                  <a:pt x="263651" y="46397"/>
                </a:lnTo>
                <a:close/>
              </a:path>
              <a:path w="329564" h="152400">
                <a:moveTo>
                  <a:pt x="303275" y="76199"/>
                </a:moveTo>
                <a:lnTo>
                  <a:pt x="294188" y="83720"/>
                </a:lnTo>
                <a:lnTo>
                  <a:pt x="301751" y="92963"/>
                </a:lnTo>
                <a:lnTo>
                  <a:pt x="303275" y="76199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49081" y="3777995"/>
            <a:ext cx="5410200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25482" y="4311398"/>
            <a:ext cx="5334000" cy="26151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227892" y="6204203"/>
            <a:ext cx="711835" cy="407034"/>
          </a:xfrm>
          <a:custGeom>
            <a:avLst/>
            <a:gdLst/>
            <a:ahLst/>
            <a:cxnLst/>
            <a:rect l="l" t="t" r="r" b="b"/>
            <a:pathLst>
              <a:path w="711834" h="407034">
                <a:moveTo>
                  <a:pt x="711707" y="202691"/>
                </a:moveTo>
                <a:lnTo>
                  <a:pt x="707135" y="170687"/>
                </a:lnTo>
                <a:lnTo>
                  <a:pt x="704087" y="160019"/>
                </a:lnTo>
                <a:lnTo>
                  <a:pt x="699515" y="149351"/>
                </a:lnTo>
                <a:lnTo>
                  <a:pt x="693419" y="140207"/>
                </a:lnTo>
                <a:lnTo>
                  <a:pt x="688847" y="131063"/>
                </a:lnTo>
                <a:lnTo>
                  <a:pt x="656843" y="94487"/>
                </a:lnTo>
                <a:lnTo>
                  <a:pt x="615695" y="64007"/>
                </a:lnTo>
                <a:lnTo>
                  <a:pt x="603503" y="57911"/>
                </a:lnTo>
                <a:lnTo>
                  <a:pt x="579119" y="44195"/>
                </a:lnTo>
                <a:lnTo>
                  <a:pt x="522731" y="24383"/>
                </a:lnTo>
                <a:lnTo>
                  <a:pt x="460247" y="9143"/>
                </a:lnTo>
                <a:lnTo>
                  <a:pt x="391667" y="1523"/>
                </a:lnTo>
                <a:lnTo>
                  <a:pt x="355091" y="0"/>
                </a:lnTo>
                <a:lnTo>
                  <a:pt x="320039" y="1523"/>
                </a:lnTo>
                <a:lnTo>
                  <a:pt x="251459" y="9143"/>
                </a:lnTo>
                <a:lnTo>
                  <a:pt x="158495" y="33527"/>
                </a:lnTo>
                <a:lnTo>
                  <a:pt x="106679" y="57911"/>
                </a:lnTo>
                <a:lnTo>
                  <a:pt x="62483" y="86867"/>
                </a:lnTo>
                <a:lnTo>
                  <a:pt x="28955" y="121919"/>
                </a:lnTo>
                <a:lnTo>
                  <a:pt x="7619" y="161543"/>
                </a:lnTo>
                <a:lnTo>
                  <a:pt x="0" y="193547"/>
                </a:lnTo>
                <a:lnTo>
                  <a:pt x="0" y="204215"/>
                </a:lnTo>
                <a:lnTo>
                  <a:pt x="7619" y="246887"/>
                </a:lnTo>
                <a:lnTo>
                  <a:pt x="25907" y="279501"/>
                </a:lnTo>
                <a:lnTo>
                  <a:pt x="25907" y="193547"/>
                </a:lnTo>
                <a:lnTo>
                  <a:pt x="27431" y="185927"/>
                </a:lnTo>
                <a:lnTo>
                  <a:pt x="28955" y="176783"/>
                </a:lnTo>
                <a:lnTo>
                  <a:pt x="32003" y="169163"/>
                </a:lnTo>
                <a:lnTo>
                  <a:pt x="35051" y="160019"/>
                </a:lnTo>
                <a:lnTo>
                  <a:pt x="79247" y="106679"/>
                </a:lnTo>
                <a:lnTo>
                  <a:pt x="99059" y="92963"/>
                </a:lnTo>
                <a:lnTo>
                  <a:pt x="108203" y="85343"/>
                </a:lnTo>
                <a:lnTo>
                  <a:pt x="120395" y="79247"/>
                </a:lnTo>
                <a:lnTo>
                  <a:pt x="143255" y="67055"/>
                </a:lnTo>
                <a:lnTo>
                  <a:pt x="169163" y="57911"/>
                </a:lnTo>
                <a:lnTo>
                  <a:pt x="225551" y="39623"/>
                </a:lnTo>
                <a:lnTo>
                  <a:pt x="288035" y="28955"/>
                </a:lnTo>
                <a:lnTo>
                  <a:pt x="321563" y="25907"/>
                </a:lnTo>
                <a:lnTo>
                  <a:pt x="390143" y="25907"/>
                </a:lnTo>
                <a:lnTo>
                  <a:pt x="455675" y="33527"/>
                </a:lnTo>
                <a:lnTo>
                  <a:pt x="516635" y="48767"/>
                </a:lnTo>
                <a:lnTo>
                  <a:pt x="568451" y="68579"/>
                </a:lnTo>
                <a:lnTo>
                  <a:pt x="614171" y="92963"/>
                </a:lnTo>
                <a:lnTo>
                  <a:pt x="623315" y="100583"/>
                </a:lnTo>
                <a:lnTo>
                  <a:pt x="632459" y="106679"/>
                </a:lnTo>
                <a:lnTo>
                  <a:pt x="640079" y="114299"/>
                </a:lnTo>
                <a:lnTo>
                  <a:pt x="649223" y="121919"/>
                </a:lnTo>
                <a:lnTo>
                  <a:pt x="667511" y="144779"/>
                </a:lnTo>
                <a:lnTo>
                  <a:pt x="672083" y="153923"/>
                </a:lnTo>
                <a:lnTo>
                  <a:pt x="676655" y="161543"/>
                </a:lnTo>
                <a:lnTo>
                  <a:pt x="679703" y="169163"/>
                </a:lnTo>
                <a:lnTo>
                  <a:pt x="682751" y="178307"/>
                </a:lnTo>
                <a:lnTo>
                  <a:pt x="684275" y="187451"/>
                </a:lnTo>
                <a:lnTo>
                  <a:pt x="685799" y="195071"/>
                </a:lnTo>
                <a:lnTo>
                  <a:pt x="685799" y="280415"/>
                </a:lnTo>
                <a:lnTo>
                  <a:pt x="688847" y="275843"/>
                </a:lnTo>
                <a:lnTo>
                  <a:pt x="694943" y="265175"/>
                </a:lnTo>
                <a:lnTo>
                  <a:pt x="699515" y="256031"/>
                </a:lnTo>
                <a:lnTo>
                  <a:pt x="704087" y="245363"/>
                </a:lnTo>
                <a:lnTo>
                  <a:pt x="710183" y="224027"/>
                </a:lnTo>
                <a:lnTo>
                  <a:pt x="710183" y="213359"/>
                </a:lnTo>
                <a:lnTo>
                  <a:pt x="711707" y="202691"/>
                </a:lnTo>
                <a:close/>
              </a:path>
              <a:path w="711834" h="407034">
                <a:moveTo>
                  <a:pt x="685799" y="280415"/>
                </a:moveTo>
                <a:lnTo>
                  <a:pt x="685799" y="213359"/>
                </a:lnTo>
                <a:lnTo>
                  <a:pt x="684275" y="220979"/>
                </a:lnTo>
                <a:lnTo>
                  <a:pt x="682751" y="230123"/>
                </a:lnTo>
                <a:lnTo>
                  <a:pt x="679703" y="237743"/>
                </a:lnTo>
                <a:lnTo>
                  <a:pt x="655319" y="277367"/>
                </a:lnTo>
                <a:lnTo>
                  <a:pt x="623315" y="307847"/>
                </a:lnTo>
                <a:lnTo>
                  <a:pt x="612647" y="313943"/>
                </a:lnTo>
                <a:lnTo>
                  <a:pt x="603503" y="321563"/>
                </a:lnTo>
                <a:lnTo>
                  <a:pt x="568451" y="338327"/>
                </a:lnTo>
                <a:lnTo>
                  <a:pt x="515111" y="359663"/>
                </a:lnTo>
                <a:lnTo>
                  <a:pt x="455675" y="373379"/>
                </a:lnTo>
                <a:lnTo>
                  <a:pt x="390143" y="379475"/>
                </a:lnTo>
                <a:lnTo>
                  <a:pt x="355091" y="380999"/>
                </a:lnTo>
                <a:lnTo>
                  <a:pt x="321563" y="380999"/>
                </a:lnTo>
                <a:lnTo>
                  <a:pt x="256031" y="373379"/>
                </a:lnTo>
                <a:lnTo>
                  <a:pt x="195071" y="358139"/>
                </a:lnTo>
                <a:lnTo>
                  <a:pt x="143255" y="338327"/>
                </a:lnTo>
                <a:lnTo>
                  <a:pt x="97535" y="313943"/>
                </a:lnTo>
                <a:lnTo>
                  <a:pt x="88391" y="306323"/>
                </a:lnTo>
                <a:lnTo>
                  <a:pt x="79247" y="300227"/>
                </a:lnTo>
                <a:lnTo>
                  <a:pt x="70103" y="292607"/>
                </a:lnTo>
                <a:lnTo>
                  <a:pt x="62483" y="284987"/>
                </a:lnTo>
                <a:lnTo>
                  <a:pt x="44195" y="262127"/>
                </a:lnTo>
                <a:lnTo>
                  <a:pt x="39623" y="252983"/>
                </a:lnTo>
                <a:lnTo>
                  <a:pt x="35051" y="245363"/>
                </a:lnTo>
                <a:lnTo>
                  <a:pt x="32003" y="236219"/>
                </a:lnTo>
                <a:lnTo>
                  <a:pt x="28955" y="228599"/>
                </a:lnTo>
                <a:lnTo>
                  <a:pt x="27431" y="219455"/>
                </a:lnTo>
                <a:lnTo>
                  <a:pt x="25907" y="211835"/>
                </a:lnTo>
                <a:lnTo>
                  <a:pt x="25907" y="279501"/>
                </a:lnTo>
                <a:lnTo>
                  <a:pt x="54863" y="312419"/>
                </a:lnTo>
                <a:lnTo>
                  <a:pt x="96011" y="342899"/>
                </a:lnTo>
                <a:lnTo>
                  <a:pt x="108203" y="348995"/>
                </a:lnTo>
                <a:lnTo>
                  <a:pt x="132587" y="362711"/>
                </a:lnTo>
                <a:lnTo>
                  <a:pt x="188975" y="382523"/>
                </a:lnTo>
                <a:lnTo>
                  <a:pt x="251459" y="397763"/>
                </a:lnTo>
                <a:lnTo>
                  <a:pt x="320039" y="405383"/>
                </a:lnTo>
                <a:lnTo>
                  <a:pt x="356615" y="406907"/>
                </a:lnTo>
                <a:lnTo>
                  <a:pt x="391667" y="405383"/>
                </a:lnTo>
                <a:lnTo>
                  <a:pt x="460247" y="397763"/>
                </a:lnTo>
                <a:lnTo>
                  <a:pt x="522731" y="382523"/>
                </a:lnTo>
                <a:lnTo>
                  <a:pt x="579119" y="361187"/>
                </a:lnTo>
                <a:lnTo>
                  <a:pt x="617219" y="342899"/>
                </a:lnTo>
                <a:lnTo>
                  <a:pt x="658367" y="310895"/>
                </a:lnTo>
                <a:lnTo>
                  <a:pt x="667511" y="303275"/>
                </a:lnTo>
                <a:lnTo>
                  <a:pt x="682751" y="284987"/>
                </a:lnTo>
                <a:lnTo>
                  <a:pt x="685799" y="2804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89491" y="5518403"/>
            <a:ext cx="788035" cy="318770"/>
          </a:xfrm>
          <a:custGeom>
            <a:avLst/>
            <a:gdLst/>
            <a:ahLst/>
            <a:cxnLst/>
            <a:rect l="l" t="t" r="r" b="b"/>
            <a:pathLst>
              <a:path w="788035" h="318770">
                <a:moveTo>
                  <a:pt x="57911" y="105155"/>
                </a:moveTo>
                <a:lnTo>
                  <a:pt x="42671" y="86867"/>
                </a:lnTo>
                <a:lnTo>
                  <a:pt x="33527" y="92963"/>
                </a:lnTo>
                <a:lnTo>
                  <a:pt x="25907" y="100583"/>
                </a:lnTo>
                <a:lnTo>
                  <a:pt x="13715" y="115823"/>
                </a:lnTo>
                <a:lnTo>
                  <a:pt x="9143" y="124967"/>
                </a:lnTo>
                <a:lnTo>
                  <a:pt x="4571" y="132587"/>
                </a:lnTo>
                <a:lnTo>
                  <a:pt x="3047" y="141731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27431" y="146303"/>
                </a:lnTo>
                <a:lnTo>
                  <a:pt x="28955" y="141731"/>
                </a:lnTo>
                <a:lnTo>
                  <a:pt x="35051" y="129539"/>
                </a:lnTo>
                <a:lnTo>
                  <a:pt x="39623" y="123443"/>
                </a:lnTo>
                <a:lnTo>
                  <a:pt x="57911" y="105155"/>
                </a:lnTo>
                <a:close/>
              </a:path>
              <a:path w="788035" h="318770">
                <a:moveTo>
                  <a:pt x="27431" y="169163"/>
                </a:moveTo>
                <a:lnTo>
                  <a:pt x="25907" y="164591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1523" y="169163"/>
                </a:lnTo>
                <a:lnTo>
                  <a:pt x="1523" y="175259"/>
                </a:lnTo>
                <a:lnTo>
                  <a:pt x="27431" y="169163"/>
                </a:lnTo>
                <a:close/>
              </a:path>
              <a:path w="788035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788035" h="318770">
                <a:moveTo>
                  <a:pt x="144779" y="62483"/>
                </a:moveTo>
                <a:lnTo>
                  <a:pt x="137159" y="38099"/>
                </a:lnTo>
                <a:lnTo>
                  <a:pt x="132587" y="39623"/>
                </a:lnTo>
                <a:lnTo>
                  <a:pt x="120395" y="44195"/>
                </a:lnTo>
                <a:lnTo>
                  <a:pt x="106679" y="48767"/>
                </a:lnTo>
                <a:lnTo>
                  <a:pt x="82295" y="60959"/>
                </a:lnTo>
                <a:lnTo>
                  <a:pt x="71627" y="67055"/>
                </a:lnTo>
                <a:lnTo>
                  <a:pt x="64007" y="70103"/>
                </a:lnTo>
                <a:lnTo>
                  <a:pt x="77723" y="92963"/>
                </a:lnTo>
                <a:lnTo>
                  <a:pt x="83819" y="88391"/>
                </a:lnTo>
                <a:lnTo>
                  <a:pt x="94487" y="82295"/>
                </a:lnTo>
                <a:lnTo>
                  <a:pt x="105155" y="77723"/>
                </a:lnTo>
                <a:lnTo>
                  <a:pt x="117347" y="73151"/>
                </a:lnTo>
                <a:lnTo>
                  <a:pt x="129539" y="67055"/>
                </a:lnTo>
                <a:lnTo>
                  <a:pt x="141731" y="62483"/>
                </a:lnTo>
                <a:lnTo>
                  <a:pt x="144779" y="62483"/>
                </a:lnTo>
                <a:close/>
              </a:path>
              <a:path w="788035" h="318770">
                <a:moveTo>
                  <a:pt x="240791" y="38099"/>
                </a:moveTo>
                <a:lnTo>
                  <a:pt x="236219" y="13715"/>
                </a:lnTo>
                <a:lnTo>
                  <a:pt x="208787" y="18287"/>
                </a:lnTo>
                <a:lnTo>
                  <a:pt x="176783" y="25907"/>
                </a:lnTo>
                <a:lnTo>
                  <a:pt x="161543" y="30479"/>
                </a:lnTo>
                <a:lnTo>
                  <a:pt x="167639" y="54863"/>
                </a:lnTo>
                <a:lnTo>
                  <a:pt x="184403" y="50291"/>
                </a:lnTo>
                <a:lnTo>
                  <a:pt x="214883" y="42671"/>
                </a:lnTo>
                <a:lnTo>
                  <a:pt x="240791" y="38099"/>
                </a:lnTo>
                <a:close/>
              </a:path>
              <a:path w="788035" h="318770">
                <a:moveTo>
                  <a:pt x="341375" y="27431"/>
                </a:moveTo>
                <a:lnTo>
                  <a:pt x="339851" y="1523"/>
                </a:lnTo>
                <a:lnTo>
                  <a:pt x="315467" y="3047"/>
                </a:lnTo>
                <a:lnTo>
                  <a:pt x="278891" y="7619"/>
                </a:lnTo>
                <a:lnTo>
                  <a:pt x="262127" y="9143"/>
                </a:lnTo>
                <a:lnTo>
                  <a:pt x="265175" y="35051"/>
                </a:lnTo>
                <a:lnTo>
                  <a:pt x="281939" y="32003"/>
                </a:lnTo>
                <a:lnTo>
                  <a:pt x="318515" y="28955"/>
                </a:lnTo>
                <a:lnTo>
                  <a:pt x="341375" y="27431"/>
                </a:lnTo>
                <a:close/>
              </a:path>
              <a:path w="788035" h="318770">
                <a:moveTo>
                  <a:pt x="393953" y="12953"/>
                </a:moveTo>
                <a:lnTo>
                  <a:pt x="393191" y="0"/>
                </a:lnTo>
                <a:lnTo>
                  <a:pt x="365759" y="1523"/>
                </a:lnTo>
                <a:lnTo>
                  <a:pt x="365759" y="25907"/>
                </a:lnTo>
                <a:lnTo>
                  <a:pt x="393191" y="25907"/>
                </a:lnTo>
                <a:lnTo>
                  <a:pt x="393953" y="12953"/>
                </a:lnTo>
                <a:close/>
              </a:path>
              <a:path w="788035" h="318770">
                <a:moveTo>
                  <a:pt x="394715" y="25907"/>
                </a:moveTo>
                <a:lnTo>
                  <a:pt x="393953" y="12953"/>
                </a:lnTo>
                <a:lnTo>
                  <a:pt x="393191" y="25907"/>
                </a:lnTo>
                <a:lnTo>
                  <a:pt x="394715" y="25907"/>
                </a:lnTo>
                <a:close/>
              </a:path>
              <a:path w="788035" h="318770">
                <a:moveTo>
                  <a:pt x="441959" y="1523"/>
                </a:moveTo>
                <a:lnTo>
                  <a:pt x="432815" y="1523"/>
                </a:lnTo>
                <a:lnTo>
                  <a:pt x="394715" y="0"/>
                </a:lnTo>
                <a:lnTo>
                  <a:pt x="393953" y="12953"/>
                </a:lnTo>
                <a:lnTo>
                  <a:pt x="394715" y="25907"/>
                </a:lnTo>
                <a:lnTo>
                  <a:pt x="432815" y="25907"/>
                </a:lnTo>
                <a:lnTo>
                  <a:pt x="440435" y="27431"/>
                </a:lnTo>
                <a:lnTo>
                  <a:pt x="441959" y="1523"/>
                </a:lnTo>
                <a:close/>
              </a:path>
              <a:path w="788035" h="318770">
                <a:moveTo>
                  <a:pt x="544067" y="12191"/>
                </a:moveTo>
                <a:lnTo>
                  <a:pt x="509015" y="6095"/>
                </a:lnTo>
                <a:lnTo>
                  <a:pt x="470915" y="3047"/>
                </a:lnTo>
                <a:lnTo>
                  <a:pt x="467867" y="3047"/>
                </a:lnTo>
                <a:lnTo>
                  <a:pt x="466343" y="28955"/>
                </a:lnTo>
                <a:lnTo>
                  <a:pt x="469391" y="28955"/>
                </a:lnTo>
                <a:lnTo>
                  <a:pt x="505967" y="32003"/>
                </a:lnTo>
                <a:lnTo>
                  <a:pt x="541019" y="36575"/>
                </a:lnTo>
                <a:lnTo>
                  <a:pt x="544067" y="12191"/>
                </a:lnTo>
                <a:close/>
              </a:path>
              <a:path w="788035" h="318770">
                <a:moveTo>
                  <a:pt x="644651" y="36575"/>
                </a:moveTo>
                <a:lnTo>
                  <a:pt x="640079" y="33527"/>
                </a:lnTo>
                <a:lnTo>
                  <a:pt x="609599" y="25907"/>
                </a:lnTo>
                <a:lnTo>
                  <a:pt x="577595" y="18287"/>
                </a:lnTo>
                <a:lnTo>
                  <a:pt x="569975" y="16763"/>
                </a:lnTo>
                <a:lnTo>
                  <a:pt x="565403" y="41147"/>
                </a:lnTo>
                <a:lnTo>
                  <a:pt x="573023" y="42671"/>
                </a:lnTo>
                <a:lnTo>
                  <a:pt x="603503" y="50291"/>
                </a:lnTo>
                <a:lnTo>
                  <a:pt x="632459" y="57911"/>
                </a:lnTo>
                <a:lnTo>
                  <a:pt x="637031" y="59435"/>
                </a:lnTo>
                <a:lnTo>
                  <a:pt x="644651" y="36575"/>
                </a:lnTo>
                <a:close/>
              </a:path>
              <a:path w="788035" h="318770">
                <a:moveTo>
                  <a:pt x="739139" y="82295"/>
                </a:moveTo>
                <a:lnTo>
                  <a:pt x="736091" y="79247"/>
                </a:lnTo>
                <a:lnTo>
                  <a:pt x="726947" y="73151"/>
                </a:lnTo>
                <a:lnTo>
                  <a:pt x="716279" y="67055"/>
                </a:lnTo>
                <a:lnTo>
                  <a:pt x="704087" y="60959"/>
                </a:lnTo>
                <a:lnTo>
                  <a:pt x="693419" y="54863"/>
                </a:lnTo>
                <a:lnTo>
                  <a:pt x="681227" y="48767"/>
                </a:lnTo>
                <a:lnTo>
                  <a:pt x="670559" y="44195"/>
                </a:lnTo>
                <a:lnTo>
                  <a:pt x="659891" y="68579"/>
                </a:lnTo>
                <a:lnTo>
                  <a:pt x="670559" y="73151"/>
                </a:lnTo>
                <a:lnTo>
                  <a:pt x="682751" y="77723"/>
                </a:lnTo>
                <a:lnTo>
                  <a:pt x="693419" y="83819"/>
                </a:lnTo>
                <a:lnTo>
                  <a:pt x="704087" y="88391"/>
                </a:lnTo>
                <a:lnTo>
                  <a:pt x="722375" y="100583"/>
                </a:lnTo>
                <a:lnTo>
                  <a:pt x="725423" y="102107"/>
                </a:lnTo>
                <a:lnTo>
                  <a:pt x="739139" y="82295"/>
                </a:lnTo>
                <a:close/>
              </a:path>
              <a:path w="788035" h="318770">
                <a:moveTo>
                  <a:pt x="787907" y="158495"/>
                </a:moveTo>
                <a:lnTo>
                  <a:pt x="784859" y="140207"/>
                </a:lnTo>
                <a:lnTo>
                  <a:pt x="781811" y="131063"/>
                </a:lnTo>
                <a:lnTo>
                  <a:pt x="778763" y="123443"/>
                </a:lnTo>
                <a:lnTo>
                  <a:pt x="760475" y="100583"/>
                </a:lnTo>
                <a:lnTo>
                  <a:pt x="760475" y="99059"/>
                </a:lnTo>
                <a:lnTo>
                  <a:pt x="742187" y="117347"/>
                </a:lnTo>
                <a:lnTo>
                  <a:pt x="742187" y="118871"/>
                </a:lnTo>
                <a:lnTo>
                  <a:pt x="748283" y="124967"/>
                </a:lnTo>
                <a:lnTo>
                  <a:pt x="752855" y="131063"/>
                </a:lnTo>
                <a:lnTo>
                  <a:pt x="755903" y="137159"/>
                </a:lnTo>
                <a:lnTo>
                  <a:pt x="758951" y="141731"/>
                </a:lnTo>
                <a:lnTo>
                  <a:pt x="761999" y="153923"/>
                </a:lnTo>
                <a:lnTo>
                  <a:pt x="761999" y="158495"/>
                </a:lnTo>
                <a:lnTo>
                  <a:pt x="774953" y="159257"/>
                </a:lnTo>
                <a:lnTo>
                  <a:pt x="787907" y="158495"/>
                </a:lnTo>
                <a:close/>
              </a:path>
              <a:path w="788035" h="318770">
                <a:moveTo>
                  <a:pt x="787907" y="160019"/>
                </a:moveTo>
                <a:lnTo>
                  <a:pt x="774953" y="159257"/>
                </a:lnTo>
                <a:lnTo>
                  <a:pt x="761999" y="160019"/>
                </a:lnTo>
                <a:lnTo>
                  <a:pt x="761999" y="166115"/>
                </a:lnTo>
                <a:lnTo>
                  <a:pt x="760475" y="172211"/>
                </a:lnTo>
                <a:lnTo>
                  <a:pt x="758951" y="173735"/>
                </a:lnTo>
                <a:lnTo>
                  <a:pt x="783335" y="181355"/>
                </a:lnTo>
                <a:lnTo>
                  <a:pt x="784859" y="176783"/>
                </a:lnTo>
                <a:lnTo>
                  <a:pt x="786383" y="167639"/>
                </a:lnTo>
                <a:lnTo>
                  <a:pt x="787907" y="160019"/>
                </a:lnTo>
                <a:close/>
              </a:path>
              <a:path w="788035" h="318770">
                <a:moveTo>
                  <a:pt x="774953" y="159257"/>
                </a:moveTo>
                <a:lnTo>
                  <a:pt x="761999" y="158495"/>
                </a:lnTo>
                <a:lnTo>
                  <a:pt x="761999" y="160019"/>
                </a:lnTo>
                <a:lnTo>
                  <a:pt x="774953" y="159257"/>
                </a:lnTo>
                <a:close/>
              </a:path>
              <a:path w="788035" h="318770">
                <a:moveTo>
                  <a:pt x="769619" y="207263"/>
                </a:moveTo>
                <a:lnTo>
                  <a:pt x="749807" y="192023"/>
                </a:lnTo>
                <a:lnTo>
                  <a:pt x="748283" y="195071"/>
                </a:lnTo>
                <a:lnTo>
                  <a:pt x="736091" y="207263"/>
                </a:lnTo>
                <a:lnTo>
                  <a:pt x="720851" y="219455"/>
                </a:lnTo>
                <a:lnTo>
                  <a:pt x="713231" y="224027"/>
                </a:lnTo>
                <a:lnTo>
                  <a:pt x="702563" y="230123"/>
                </a:lnTo>
                <a:lnTo>
                  <a:pt x="693419" y="234695"/>
                </a:lnTo>
                <a:lnTo>
                  <a:pt x="705611" y="257555"/>
                </a:lnTo>
                <a:lnTo>
                  <a:pt x="745235" y="233171"/>
                </a:lnTo>
                <a:lnTo>
                  <a:pt x="768095" y="210311"/>
                </a:lnTo>
                <a:lnTo>
                  <a:pt x="769619" y="207263"/>
                </a:lnTo>
                <a:close/>
              </a:path>
              <a:path w="788035" h="318770">
                <a:moveTo>
                  <a:pt x="682751" y="269747"/>
                </a:moveTo>
                <a:lnTo>
                  <a:pt x="672083" y="245363"/>
                </a:lnTo>
                <a:lnTo>
                  <a:pt x="670559" y="246887"/>
                </a:lnTo>
                <a:lnTo>
                  <a:pt x="646175" y="256031"/>
                </a:lnTo>
                <a:lnTo>
                  <a:pt x="632459" y="260603"/>
                </a:lnTo>
                <a:lnTo>
                  <a:pt x="603503" y="268223"/>
                </a:lnTo>
                <a:lnTo>
                  <a:pt x="601979" y="268223"/>
                </a:lnTo>
                <a:lnTo>
                  <a:pt x="608075" y="294131"/>
                </a:lnTo>
                <a:lnTo>
                  <a:pt x="611123" y="292607"/>
                </a:lnTo>
                <a:lnTo>
                  <a:pt x="640079" y="284987"/>
                </a:lnTo>
                <a:lnTo>
                  <a:pt x="653795" y="280415"/>
                </a:lnTo>
                <a:lnTo>
                  <a:pt x="667511" y="274319"/>
                </a:lnTo>
                <a:lnTo>
                  <a:pt x="681227" y="269747"/>
                </a:lnTo>
                <a:lnTo>
                  <a:pt x="682751" y="269747"/>
                </a:lnTo>
                <a:close/>
              </a:path>
              <a:path w="788035" h="318770">
                <a:moveTo>
                  <a:pt x="583691" y="300227"/>
                </a:moveTo>
                <a:lnTo>
                  <a:pt x="577595" y="274319"/>
                </a:lnTo>
                <a:lnTo>
                  <a:pt x="573023" y="275843"/>
                </a:lnTo>
                <a:lnTo>
                  <a:pt x="539495" y="281939"/>
                </a:lnTo>
                <a:lnTo>
                  <a:pt x="505967" y="286511"/>
                </a:lnTo>
                <a:lnTo>
                  <a:pt x="504443" y="286511"/>
                </a:lnTo>
                <a:lnTo>
                  <a:pt x="505967" y="312419"/>
                </a:lnTo>
                <a:lnTo>
                  <a:pt x="509015" y="312419"/>
                </a:lnTo>
                <a:lnTo>
                  <a:pt x="579119" y="300227"/>
                </a:lnTo>
                <a:lnTo>
                  <a:pt x="583691" y="300227"/>
                </a:lnTo>
                <a:close/>
              </a:path>
              <a:path w="788035" h="318770">
                <a:moveTo>
                  <a:pt x="481583" y="313943"/>
                </a:moveTo>
                <a:lnTo>
                  <a:pt x="478535" y="289559"/>
                </a:lnTo>
                <a:lnTo>
                  <a:pt x="469391" y="289559"/>
                </a:lnTo>
                <a:lnTo>
                  <a:pt x="432815" y="292607"/>
                </a:lnTo>
                <a:lnTo>
                  <a:pt x="403859" y="292607"/>
                </a:lnTo>
                <a:lnTo>
                  <a:pt x="403859" y="318515"/>
                </a:lnTo>
                <a:lnTo>
                  <a:pt x="434339" y="318515"/>
                </a:lnTo>
                <a:lnTo>
                  <a:pt x="472439" y="315467"/>
                </a:lnTo>
                <a:lnTo>
                  <a:pt x="481583" y="313943"/>
                </a:lnTo>
                <a:close/>
              </a:path>
              <a:path w="788035" h="318770">
                <a:moveTo>
                  <a:pt x="377951" y="318515"/>
                </a:moveTo>
                <a:lnTo>
                  <a:pt x="377951" y="292607"/>
                </a:lnTo>
                <a:lnTo>
                  <a:pt x="355091" y="292607"/>
                </a:lnTo>
                <a:lnTo>
                  <a:pt x="318515" y="289559"/>
                </a:lnTo>
                <a:lnTo>
                  <a:pt x="303275" y="289559"/>
                </a:lnTo>
                <a:lnTo>
                  <a:pt x="300227" y="313943"/>
                </a:lnTo>
                <a:lnTo>
                  <a:pt x="316991" y="315467"/>
                </a:lnTo>
                <a:lnTo>
                  <a:pt x="355091" y="318515"/>
                </a:lnTo>
                <a:lnTo>
                  <a:pt x="377951" y="318515"/>
                </a:lnTo>
                <a:close/>
              </a:path>
              <a:path w="788035" h="318770">
                <a:moveTo>
                  <a:pt x="278891" y="286511"/>
                </a:moveTo>
                <a:lnTo>
                  <a:pt x="246887" y="281939"/>
                </a:lnTo>
                <a:lnTo>
                  <a:pt x="214883" y="275843"/>
                </a:lnTo>
                <a:lnTo>
                  <a:pt x="204215" y="272795"/>
                </a:lnTo>
                <a:lnTo>
                  <a:pt x="199643" y="298703"/>
                </a:lnTo>
                <a:lnTo>
                  <a:pt x="210311" y="300227"/>
                </a:lnTo>
                <a:lnTo>
                  <a:pt x="243839" y="306323"/>
                </a:lnTo>
                <a:lnTo>
                  <a:pt x="274319" y="310895"/>
                </a:lnTo>
                <a:lnTo>
                  <a:pt x="278891" y="286511"/>
                </a:lnTo>
                <a:close/>
              </a:path>
              <a:path w="788035" h="318770">
                <a:moveTo>
                  <a:pt x="181355" y="268223"/>
                </a:moveTo>
                <a:lnTo>
                  <a:pt x="155447" y="260603"/>
                </a:lnTo>
                <a:lnTo>
                  <a:pt x="141731" y="256031"/>
                </a:lnTo>
                <a:lnTo>
                  <a:pt x="129539" y="251459"/>
                </a:lnTo>
                <a:lnTo>
                  <a:pt x="115823" y="245363"/>
                </a:lnTo>
                <a:lnTo>
                  <a:pt x="109727" y="243839"/>
                </a:lnTo>
                <a:lnTo>
                  <a:pt x="100583" y="266699"/>
                </a:lnTo>
                <a:lnTo>
                  <a:pt x="106679" y="269747"/>
                </a:lnTo>
                <a:lnTo>
                  <a:pt x="120395" y="274319"/>
                </a:lnTo>
                <a:lnTo>
                  <a:pt x="134111" y="280415"/>
                </a:lnTo>
                <a:lnTo>
                  <a:pt x="147827" y="284987"/>
                </a:lnTo>
                <a:lnTo>
                  <a:pt x="173735" y="292607"/>
                </a:lnTo>
                <a:lnTo>
                  <a:pt x="181355" y="268223"/>
                </a:lnTo>
                <a:close/>
              </a:path>
              <a:path w="788035" h="318770">
                <a:moveTo>
                  <a:pt x="88391" y="233171"/>
                </a:moveTo>
                <a:lnTo>
                  <a:pt x="65531" y="217931"/>
                </a:lnTo>
                <a:lnTo>
                  <a:pt x="57911" y="213359"/>
                </a:lnTo>
                <a:lnTo>
                  <a:pt x="51815" y="207263"/>
                </a:lnTo>
                <a:lnTo>
                  <a:pt x="44195" y="201167"/>
                </a:lnTo>
                <a:lnTo>
                  <a:pt x="35051" y="188975"/>
                </a:lnTo>
                <a:lnTo>
                  <a:pt x="13715" y="201167"/>
                </a:lnTo>
                <a:lnTo>
                  <a:pt x="15239" y="204215"/>
                </a:lnTo>
                <a:lnTo>
                  <a:pt x="19811" y="211835"/>
                </a:lnTo>
                <a:lnTo>
                  <a:pt x="27431" y="219455"/>
                </a:lnTo>
                <a:lnTo>
                  <a:pt x="35051" y="225551"/>
                </a:lnTo>
                <a:lnTo>
                  <a:pt x="42671" y="233171"/>
                </a:lnTo>
                <a:lnTo>
                  <a:pt x="51815" y="239267"/>
                </a:lnTo>
                <a:lnTo>
                  <a:pt x="60959" y="246887"/>
                </a:lnTo>
                <a:lnTo>
                  <a:pt x="71627" y="252983"/>
                </a:lnTo>
                <a:lnTo>
                  <a:pt x="76199" y="254507"/>
                </a:lnTo>
                <a:lnTo>
                  <a:pt x="88391" y="2331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99801" y="4613149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22990" y="6533390"/>
            <a:ext cx="597535" cy="405765"/>
          </a:xfrm>
          <a:custGeom>
            <a:avLst/>
            <a:gdLst/>
            <a:ahLst/>
            <a:cxnLst/>
            <a:rect l="l" t="t" r="r" b="b"/>
            <a:pathLst>
              <a:path w="597535" h="405765">
                <a:moveTo>
                  <a:pt x="45719" y="137159"/>
                </a:moveTo>
                <a:lnTo>
                  <a:pt x="22859" y="123443"/>
                </a:lnTo>
                <a:lnTo>
                  <a:pt x="18287" y="131063"/>
                </a:lnTo>
                <a:lnTo>
                  <a:pt x="13715" y="141731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0687"/>
                </a:lnTo>
                <a:lnTo>
                  <a:pt x="0" y="192023"/>
                </a:lnTo>
                <a:lnTo>
                  <a:pt x="0" y="202691"/>
                </a:lnTo>
                <a:lnTo>
                  <a:pt x="25907" y="202691"/>
                </a:lnTo>
                <a:lnTo>
                  <a:pt x="25907" y="193547"/>
                </a:lnTo>
                <a:lnTo>
                  <a:pt x="27431" y="184403"/>
                </a:lnTo>
                <a:lnTo>
                  <a:pt x="28955" y="176783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0875"/>
                </a:lnTo>
                <a:lnTo>
                  <a:pt x="41147" y="143255"/>
                </a:lnTo>
                <a:lnTo>
                  <a:pt x="45719" y="137159"/>
                </a:lnTo>
                <a:close/>
              </a:path>
              <a:path w="597535" h="405765">
                <a:moveTo>
                  <a:pt x="114299" y="73151"/>
                </a:moveTo>
                <a:lnTo>
                  <a:pt x="100583" y="50291"/>
                </a:lnTo>
                <a:lnTo>
                  <a:pt x="88391" y="57911"/>
                </a:lnTo>
                <a:lnTo>
                  <a:pt x="70103" y="71627"/>
                </a:lnTo>
                <a:lnTo>
                  <a:pt x="51815" y="88391"/>
                </a:lnTo>
                <a:lnTo>
                  <a:pt x="39623" y="102107"/>
                </a:lnTo>
                <a:lnTo>
                  <a:pt x="57911" y="118871"/>
                </a:lnTo>
                <a:lnTo>
                  <a:pt x="71627" y="105155"/>
                </a:lnTo>
                <a:lnTo>
                  <a:pt x="86867" y="91439"/>
                </a:lnTo>
                <a:lnTo>
                  <a:pt x="103631" y="77723"/>
                </a:lnTo>
                <a:lnTo>
                  <a:pt x="114299" y="73151"/>
                </a:lnTo>
                <a:close/>
              </a:path>
              <a:path w="597535" h="405765">
                <a:moveTo>
                  <a:pt x="204215" y="36575"/>
                </a:moveTo>
                <a:lnTo>
                  <a:pt x="198119" y="12191"/>
                </a:lnTo>
                <a:lnTo>
                  <a:pt x="182879" y="15239"/>
                </a:lnTo>
                <a:lnTo>
                  <a:pt x="156971" y="22859"/>
                </a:lnTo>
                <a:lnTo>
                  <a:pt x="132587" y="33527"/>
                </a:lnTo>
                <a:lnTo>
                  <a:pt x="123443" y="38099"/>
                </a:lnTo>
                <a:lnTo>
                  <a:pt x="135635" y="60959"/>
                </a:lnTo>
                <a:lnTo>
                  <a:pt x="144779" y="56387"/>
                </a:lnTo>
                <a:lnTo>
                  <a:pt x="167639" y="47243"/>
                </a:lnTo>
                <a:lnTo>
                  <a:pt x="192023" y="39623"/>
                </a:lnTo>
                <a:lnTo>
                  <a:pt x="204215" y="36575"/>
                </a:lnTo>
                <a:close/>
              </a:path>
              <a:path w="597535" h="405765">
                <a:moveTo>
                  <a:pt x="301751" y="24383"/>
                </a:moveTo>
                <a:lnTo>
                  <a:pt x="301751" y="0"/>
                </a:lnTo>
                <a:lnTo>
                  <a:pt x="268223" y="0"/>
                </a:lnTo>
                <a:lnTo>
                  <a:pt x="239267" y="3047"/>
                </a:lnTo>
                <a:lnTo>
                  <a:pt x="224027" y="6095"/>
                </a:lnTo>
                <a:lnTo>
                  <a:pt x="228599" y="32003"/>
                </a:lnTo>
                <a:lnTo>
                  <a:pt x="243839" y="28955"/>
                </a:lnTo>
                <a:lnTo>
                  <a:pt x="271271" y="25907"/>
                </a:lnTo>
                <a:lnTo>
                  <a:pt x="298703" y="24383"/>
                </a:lnTo>
                <a:lnTo>
                  <a:pt x="301751" y="24383"/>
                </a:lnTo>
                <a:close/>
              </a:path>
              <a:path w="597535" h="405765">
                <a:moveTo>
                  <a:pt x="405383" y="13715"/>
                </a:moveTo>
                <a:lnTo>
                  <a:pt x="385571" y="9143"/>
                </a:lnTo>
                <a:lnTo>
                  <a:pt x="358139" y="3047"/>
                </a:lnTo>
                <a:lnTo>
                  <a:pt x="327659" y="0"/>
                </a:lnTo>
                <a:lnTo>
                  <a:pt x="326135" y="25907"/>
                </a:lnTo>
                <a:lnTo>
                  <a:pt x="327659" y="25907"/>
                </a:lnTo>
                <a:lnTo>
                  <a:pt x="355091" y="28955"/>
                </a:lnTo>
                <a:lnTo>
                  <a:pt x="380999" y="33527"/>
                </a:lnTo>
                <a:lnTo>
                  <a:pt x="399287" y="38099"/>
                </a:lnTo>
                <a:lnTo>
                  <a:pt x="405383" y="13715"/>
                </a:lnTo>
                <a:close/>
              </a:path>
              <a:path w="597535" h="405765">
                <a:moveTo>
                  <a:pt x="501395" y="54863"/>
                </a:moveTo>
                <a:lnTo>
                  <a:pt x="486155" y="44195"/>
                </a:lnTo>
                <a:lnTo>
                  <a:pt x="463295" y="33527"/>
                </a:lnTo>
                <a:lnTo>
                  <a:pt x="438911" y="22859"/>
                </a:lnTo>
                <a:lnTo>
                  <a:pt x="431291" y="21335"/>
                </a:lnTo>
                <a:lnTo>
                  <a:pt x="422147" y="44195"/>
                </a:lnTo>
                <a:lnTo>
                  <a:pt x="431291" y="47243"/>
                </a:lnTo>
                <a:lnTo>
                  <a:pt x="454151" y="56387"/>
                </a:lnTo>
                <a:lnTo>
                  <a:pt x="473963" y="67055"/>
                </a:lnTo>
                <a:lnTo>
                  <a:pt x="489203" y="76199"/>
                </a:lnTo>
                <a:lnTo>
                  <a:pt x="501395" y="54863"/>
                </a:lnTo>
                <a:close/>
              </a:path>
              <a:path w="597535" h="405765">
                <a:moveTo>
                  <a:pt x="577595" y="129539"/>
                </a:moveTo>
                <a:lnTo>
                  <a:pt x="544067" y="86867"/>
                </a:lnTo>
                <a:lnTo>
                  <a:pt x="527303" y="71627"/>
                </a:lnTo>
                <a:lnTo>
                  <a:pt x="524255" y="68579"/>
                </a:lnTo>
                <a:lnTo>
                  <a:pt x="509015" y="89915"/>
                </a:lnTo>
                <a:lnTo>
                  <a:pt x="512063" y="91439"/>
                </a:lnTo>
                <a:lnTo>
                  <a:pt x="527303" y="105155"/>
                </a:lnTo>
                <a:lnTo>
                  <a:pt x="541019" y="120395"/>
                </a:lnTo>
                <a:lnTo>
                  <a:pt x="545591" y="128015"/>
                </a:lnTo>
                <a:lnTo>
                  <a:pt x="551687" y="135635"/>
                </a:lnTo>
                <a:lnTo>
                  <a:pt x="556259" y="143255"/>
                </a:lnTo>
                <a:lnTo>
                  <a:pt x="577595" y="129539"/>
                </a:lnTo>
                <a:close/>
              </a:path>
              <a:path w="597535" h="405765">
                <a:moveTo>
                  <a:pt x="597407" y="202691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0019"/>
                </a:lnTo>
                <a:lnTo>
                  <a:pt x="588263" y="155447"/>
                </a:lnTo>
                <a:lnTo>
                  <a:pt x="565403" y="163067"/>
                </a:lnTo>
                <a:lnTo>
                  <a:pt x="566927" y="169163"/>
                </a:lnTo>
                <a:lnTo>
                  <a:pt x="568451" y="176783"/>
                </a:lnTo>
                <a:lnTo>
                  <a:pt x="571499" y="195071"/>
                </a:lnTo>
                <a:lnTo>
                  <a:pt x="571499" y="202691"/>
                </a:lnTo>
                <a:lnTo>
                  <a:pt x="597407" y="202691"/>
                </a:lnTo>
                <a:close/>
              </a:path>
              <a:path w="597535" h="405765">
                <a:moveTo>
                  <a:pt x="597407" y="213359"/>
                </a:moveTo>
                <a:lnTo>
                  <a:pt x="597407" y="202691"/>
                </a:lnTo>
                <a:lnTo>
                  <a:pt x="571499" y="202691"/>
                </a:lnTo>
                <a:lnTo>
                  <a:pt x="571499" y="211835"/>
                </a:lnTo>
                <a:lnTo>
                  <a:pt x="569975" y="220979"/>
                </a:lnTo>
                <a:lnTo>
                  <a:pt x="568451" y="228599"/>
                </a:lnTo>
                <a:lnTo>
                  <a:pt x="568451" y="231647"/>
                </a:lnTo>
                <a:lnTo>
                  <a:pt x="592835" y="23774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5" h="405765">
                <a:moveTo>
                  <a:pt x="583691" y="265175"/>
                </a:moveTo>
                <a:lnTo>
                  <a:pt x="583691" y="263651"/>
                </a:lnTo>
                <a:lnTo>
                  <a:pt x="560831" y="252983"/>
                </a:lnTo>
                <a:lnTo>
                  <a:pt x="559307" y="254507"/>
                </a:lnTo>
                <a:lnTo>
                  <a:pt x="556259" y="262127"/>
                </a:lnTo>
                <a:lnTo>
                  <a:pt x="551687" y="269747"/>
                </a:lnTo>
                <a:lnTo>
                  <a:pt x="545591" y="278891"/>
                </a:lnTo>
                <a:lnTo>
                  <a:pt x="539495" y="286511"/>
                </a:lnTo>
                <a:lnTo>
                  <a:pt x="525779" y="300227"/>
                </a:lnTo>
                <a:lnTo>
                  <a:pt x="516635" y="307847"/>
                </a:lnTo>
                <a:lnTo>
                  <a:pt x="534923" y="327659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9119" y="274319"/>
                </a:lnTo>
                <a:lnTo>
                  <a:pt x="583691" y="265175"/>
                </a:lnTo>
                <a:close/>
              </a:path>
              <a:path w="597535" h="405765">
                <a:moveTo>
                  <a:pt x="513587" y="344423"/>
                </a:moveTo>
                <a:lnTo>
                  <a:pt x="498347" y="323087"/>
                </a:lnTo>
                <a:lnTo>
                  <a:pt x="493775" y="327659"/>
                </a:lnTo>
                <a:lnTo>
                  <a:pt x="473963" y="338327"/>
                </a:lnTo>
                <a:lnTo>
                  <a:pt x="452627" y="348995"/>
                </a:lnTo>
                <a:lnTo>
                  <a:pt x="434339" y="356615"/>
                </a:lnTo>
                <a:lnTo>
                  <a:pt x="443483" y="380999"/>
                </a:lnTo>
                <a:lnTo>
                  <a:pt x="463295" y="371855"/>
                </a:lnTo>
                <a:lnTo>
                  <a:pt x="487679" y="361187"/>
                </a:lnTo>
                <a:lnTo>
                  <a:pt x="507491" y="347471"/>
                </a:lnTo>
                <a:lnTo>
                  <a:pt x="513587" y="344423"/>
                </a:lnTo>
                <a:close/>
              </a:path>
              <a:path w="597535" h="405765">
                <a:moveTo>
                  <a:pt x="417575" y="388619"/>
                </a:moveTo>
                <a:lnTo>
                  <a:pt x="409955" y="364235"/>
                </a:lnTo>
                <a:lnTo>
                  <a:pt x="405383" y="365759"/>
                </a:lnTo>
                <a:lnTo>
                  <a:pt x="380999" y="371855"/>
                </a:lnTo>
                <a:lnTo>
                  <a:pt x="353567" y="376427"/>
                </a:lnTo>
                <a:lnTo>
                  <a:pt x="338327" y="377951"/>
                </a:lnTo>
                <a:lnTo>
                  <a:pt x="341375" y="403859"/>
                </a:lnTo>
                <a:lnTo>
                  <a:pt x="358139" y="402335"/>
                </a:lnTo>
                <a:lnTo>
                  <a:pt x="387095" y="397763"/>
                </a:lnTo>
                <a:lnTo>
                  <a:pt x="414527" y="390143"/>
                </a:lnTo>
                <a:lnTo>
                  <a:pt x="417575" y="388619"/>
                </a:lnTo>
                <a:close/>
              </a:path>
              <a:path w="597535" h="405765">
                <a:moveTo>
                  <a:pt x="315467" y="405383"/>
                </a:moveTo>
                <a:lnTo>
                  <a:pt x="313943" y="379475"/>
                </a:lnTo>
                <a:lnTo>
                  <a:pt x="298703" y="380999"/>
                </a:lnTo>
                <a:lnTo>
                  <a:pt x="269747" y="379475"/>
                </a:lnTo>
                <a:lnTo>
                  <a:pt x="242315" y="376427"/>
                </a:lnTo>
                <a:lnTo>
                  <a:pt x="240791" y="376427"/>
                </a:lnTo>
                <a:lnTo>
                  <a:pt x="236219" y="400811"/>
                </a:lnTo>
                <a:lnTo>
                  <a:pt x="239267" y="402335"/>
                </a:lnTo>
                <a:lnTo>
                  <a:pt x="269747" y="405383"/>
                </a:lnTo>
                <a:lnTo>
                  <a:pt x="315467" y="405383"/>
                </a:lnTo>
                <a:close/>
              </a:path>
              <a:path w="597535" h="405765">
                <a:moveTo>
                  <a:pt x="216407" y="371855"/>
                </a:moveTo>
                <a:lnTo>
                  <a:pt x="190499" y="365759"/>
                </a:lnTo>
                <a:lnTo>
                  <a:pt x="166115" y="358139"/>
                </a:lnTo>
                <a:lnTo>
                  <a:pt x="146303" y="348995"/>
                </a:lnTo>
                <a:lnTo>
                  <a:pt x="135635" y="373379"/>
                </a:lnTo>
                <a:lnTo>
                  <a:pt x="158495" y="382523"/>
                </a:lnTo>
                <a:lnTo>
                  <a:pt x="184403" y="390143"/>
                </a:lnTo>
                <a:lnTo>
                  <a:pt x="210311" y="396239"/>
                </a:lnTo>
                <a:lnTo>
                  <a:pt x="216407" y="371855"/>
                </a:lnTo>
                <a:close/>
              </a:path>
              <a:path w="597535" h="405765">
                <a:moveTo>
                  <a:pt x="123443" y="338327"/>
                </a:moveTo>
                <a:lnTo>
                  <a:pt x="121919" y="338327"/>
                </a:lnTo>
                <a:lnTo>
                  <a:pt x="85343" y="313943"/>
                </a:lnTo>
                <a:lnTo>
                  <a:pt x="70103" y="300227"/>
                </a:lnTo>
                <a:lnTo>
                  <a:pt x="67055" y="295655"/>
                </a:lnTo>
                <a:lnTo>
                  <a:pt x="48767" y="313943"/>
                </a:lnTo>
                <a:lnTo>
                  <a:pt x="53339" y="318515"/>
                </a:lnTo>
                <a:lnTo>
                  <a:pt x="70103" y="333755"/>
                </a:lnTo>
                <a:lnTo>
                  <a:pt x="89915" y="348995"/>
                </a:lnTo>
                <a:lnTo>
                  <a:pt x="111251" y="361187"/>
                </a:lnTo>
                <a:lnTo>
                  <a:pt x="112775" y="361187"/>
                </a:lnTo>
                <a:lnTo>
                  <a:pt x="123443" y="338327"/>
                </a:lnTo>
                <a:close/>
              </a:path>
              <a:path w="597535" h="405765">
                <a:moveTo>
                  <a:pt x="51815" y="278891"/>
                </a:moveTo>
                <a:lnTo>
                  <a:pt x="30479" y="237743"/>
                </a:lnTo>
                <a:lnTo>
                  <a:pt x="27431" y="219455"/>
                </a:lnTo>
                <a:lnTo>
                  <a:pt x="25907" y="213359"/>
                </a:lnTo>
                <a:lnTo>
                  <a:pt x="1523" y="216407"/>
                </a:lnTo>
                <a:lnTo>
                  <a:pt x="1523" y="224027"/>
                </a:lnTo>
                <a:lnTo>
                  <a:pt x="4571" y="234695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4319"/>
                </a:lnTo>
                <a:lnTo>
                  <a:pt x="24383" y="283463"/>
                </a:lnTo>
                <a:lnTo>
                  <a:pt x="30479" y="292607"/>
                </a:lnTo>
                <a:lnTo>
                  <a:pt x="51815" y="2788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07777" y="49773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89491" y="4959097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4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4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4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4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4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4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47146" y="5187695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7827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6227"/>
                </a:lnTo>
                <a:lnTo>
                  <a:pt x="147827" y="188975"/>
                </a:lnTo>
                <a:lnTo>
                  <a:pt x="216407" y="245932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6227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6227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5932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28859" y="5169409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59"/>
                </a:lnTo>
                <a:lnTo>
                  <a:pt x="156971" y="102131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63" y="263682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63" y="263682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94" y="35190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94" y="35190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94" y="35190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63" y="263682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402" y="263611"/>
                </a:moveTo>
                <a:lnTo>
                  <a:pt x="166115" y="190499"/>
                </a:lnTo>
                <a:lnTo>
                  <a:pt x="76363" y="263682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402" y="263611"/>
                </a:lnTo>
                <a:close/>
              </a:path>
              <a:path w="330835" h="299085">
                <a:moveTo>
                  <a:pt x="83819" y="41359"/>
                </a:moveTo>
                <a:lnTo>
                  <a:pt x="83819" y="25907"/>
                </a:lnTo>
                <a:lnTo>
                  <a:pt x="76394" y="35190"/>
                </a:lnTo>
                <a:lnTo>
                  <a:pt x="83819" y="41359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329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2131"/>
                </a:lnTo>
                <a:lnTo>
                  <a:pt x="166115" y="109727"/>
                </a:lnTo>
                <a:lnTo>
                  <a:pt x="173735" y="103298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3298"/>
                </a:lnTo>
                <a:lnTo>
                  <a:pt x="246887" y="41576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4091" y="84912"/>
                </a:lnTo>
                <a:lnTo>
                  <a:pt x="304799" y="76199"/>
                </a:lnTo>
                <a:lnTo>
                  <a:pt x="304799" y="109386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4799" y="109386"/>
                </a:moveTo>
                <a:lnTo>
                  <a:pt x="304799" y="76199"/>
                </a:lnTo>
                <a:lnTo>
                  <a:pt x="301751" y="94487"/>
                </a:lnTo>
                <a:lnTo>
                  <a:pt x="294091" y="84912"/>
                </a:lnTo>
                <a:lnTo>
                  <a:pt x="214883" y="149351"/>
                </a:lnTo>
                <a:lnTo>
                  <a:pt x="242315" y="171669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4799" y="109386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1669"/>
                </a:lnTo>
                <a:lnTo>
                  <a:pt x="294735" y="214315"/>
                </a:lnTo>
                <a:lnTo>
                  <a:pt x="301751" y="205739"/>
                </a:lnTo>
                <a:lnTo>
                  <a:pt x="304799" y="222503"/>
                </a:lnTo>
                <a:lnTo>
                  <a:pt x="304799" y="24260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71" y="35262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71" y="35262"/>
                </a:moveTo>
                <a:lnTo>
                  <a:pt x="246887" y="25907"/>
                </a:lnTo>
                <a:lnTo>
                  <a:pt x="246887" y="41576"/>
                </a:lnTo>
                <a:lnTo>
                  <a:pt x="254371" y="35262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402" y="263611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71" y="35262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4799" y="242601"/>
                </a:moveTo>
                <a:lnTo>
                  <a:pt x="304799" y="222503"/>
                </a:lnTo>
                <a:lnTo>
                  <a:pt x="294735" y="214315"/>
                </a:lnTo>
                <a:lnTo>
                  <a:pt x="254402" y="263611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4799" y="242601"/>
                </a:lnTo>
                <a:close/>
              </a:path>
              <a:path w="330835" h="299085">
                <a:moveTo>
                  <a:pt x="304799" y="76199"/>
                </a:moveTo>
                <a:lnTo>
                  <a:pt x="294091" y="84912"/>
                </a:lnTo>
                <a:lnTo>
                  <a:pt x="301751" y="94487"/>
                </a:lnTo>
                <a:lnTo>
                  <a:pt x="304799" y="76199"/>
                </a:lnTo>
                <a:close/>
              </a:path>
              <a:path w="330835" h="299085">
                <a:moveTo>
                  <a:pt x="304799" y="222503"/>
                </a:moveTo>
                <a:lnTo>
                  <a:pt x="301751" y="205739"/>
                </a:lnTo>
                <a:lnTo>
                  <a:pt x="294735" y="214315"/>
                </a:lnTo>
                <a:lnTo>
                  <a:pt x="304799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50778" y="55107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32491" y="5492497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560378" y="52059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42091" y="5187697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12777" y="587806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40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40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40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94491" y="5861305"/>
            <a:ext cx="329565" cy="299085"/>
          </a:xfrm>
          <a:custGeom>
            <a:avLst/>
            <a:gdLst/>
            <a:ahLst/>
            <a:cxnLst/>
            <a:rect l="l" t="t" r="r" b="b"/>
            <a:pathLst>
              <a:path w="329565" h="299085">
                <a:moveTo>
                  <a:pt x="165353" y="75437"/>
                </a:moveTo>
                <a:lnTo>
                  <a:pt x="73151" y="0"/>
                </a:lnTo>
                <a:lnTo>
                  <a:pt x="0" y="86867"/>
                </a:lnTo>
                <a:lnTo>
                  <a:pt x="25907" y="107862"/>
                </a:lnTo>
                <a:lnTo>
                  <a:pt x="25907" y="76199"/>
                </a:lnTo>
                <a:lnTo>
                  <a:pt x="35972" y="84388"/>
                </a:lnTo>
                <a:lnTo>
                  <a:pt x="67055" y="46397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14"/>
                </a:lnTo>
                <a:lnTo>
                  <a:pt x="156971" y="101893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29565" h="299085">
                <a:moveTo>
                  <a:pt x="88391" y="171669"/>
                </a:moveTo>
                <a:lnTo>
                  <a:pt x="88391" y="158495"/>
                </a:lnTo>
                <a:lnTo>
                  <a:pt x="76167" y="148589"/>
                </a:lnTo>
                <a:lnTo>
                  <a:pt x="0" y="210311"/>
                </a:lnTo>
                <a:lnTo>
                  <a:pt x="25907" y="241617"/>
                </a:lnTo>
                <a:lnTo>
                  <a:pt x="25907" y="222503"/>
                </a:lnTo>
                <a:lnTo>
                  <a:pt x="28955" y="204215"/>
                </a:lnTo>
                <a:lnTo>
                  <a:pt x="36616" y="213791"/>
                </a:lnTo>
                <a:lnTo>
                  <a:pt x="88391" y="171669"/>
                </a:lnTo>
                <a:close/>
              </a:path>
              <a:path w="329565" h="299085">
                <a:moveTo>
                  <a:pt x="35972" y="84388"/>
                </a:moveTo>
                <a:lnTo>
                  <a:pt x="25907" y="76199"/>
                </a:lnTo>
                <a:lnTo>
                  <a:pt x="28955" y="92963"/>
                </a:lnTo>
                <a:lnTo>
                  <a:pt x="35972" y="84388"/>
                </a:lnTo>
                <a:close/>
              </a:path>
              <a:path w="329565" h="299085">
                <a:moveTo>
                  <a:pt x="115823" y="149351"/>
                </a:moveTo>
                <a:lnTo>
                  <a:pt x="35972" y="84388"/>
                </a:lnTo>
                <a:lnTo>
                  <a:pt x="28955" y="92963"/>
                </a:lnTo>
                <a:lnTo>
                  <a:pt x="25907" y="76199"/>
                </a:lnTo>
                <a:lnTo>
                  <a:pt x="25907" y="107862"/>
                </a:lnTo>
                <a:lnTo>
                  <a:pt x="76167" y="148589"/>
                </a:lnTo>
                <a:lnTo>
                  <a:pt x="88391" y="138683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29565" h="299085">
                <a:moveTo>
                  <a:pt x="36616" y="213791"/>
                </a:moveTo>
                <a:lnTo>
                  <a:pt x="28955" y="204215"/>
                </a:lnTo>
                <a:lnTo>
                  <a:pt x="25907" y="222503"/>
                </a:lnTo>
                <a:lnTo>
                  <a:pt x="36616" y="213791"/>
                </a:lnTo>
                <a:close/>
              </a:path>
              <a:path w="329565" h="299085">
                <a:moveTo>
                  <a:pt x="76336" y="263441"/>
                </a:moveTo>
                <a:lnTo>
                  <a:pt x="36616" y="213791"/>
                </a:lnTo>
                <a:lnTo>
                  <a:pt x="25907" y="222503"/>
                </a:lnTo>
                <a:lnTo>
                  <a:pt x="25907" y="241617"/>
                </a:lnTo>
                <a:lnTo>
                  <a:pt x="67055" y="291337"/>
                </a:lnTo>
                <a:lnTo>
                  <a:pt x="67055" y="271271"/>
                </a:lnTo>
                <a:lnTo>
                  <a:pt x="76336" y="263441"/>
                </a:lnTo>
                <a:close/>
              </a:path>
              <a:path w="329565" h="299085">
                <a:moveTo>
                  <a:pt x="83819" y="25907"/>
                </a:moveTo>
                <a:lnTo>
                  <a:pt x="67055" y="27431"/>
                </a:lnTo>
                <a:lnTo>
                  <a:pt x="76305" y="35092"/>
                </a:lnTo>
                <a:lnTo>
                  <a:pt x="83819" y="25907"/>
                </a:lnTo>
                <a:close/>
              </a:path>
              <a:path w="329565" h="299085">
                <a:moveTo>
                  <a:pt x="76305" y="35092"/>
                </a:moveTo>
                <a:lnTo>
                  <a:pt x="67055" y="27431"/>
                </a:lnTo>
                <a:lnTo>
                  <a:pt x="67055" y="46397"/>
                </a:lnTo>
                <a:lnTo>
                  <a:pt x="76305" y="35092"/>
                </a:lnTo>
                <a:close/>
              </a:path>
              <a:path w="329565" h="299085">
                <a:moveTo>
                  <a:pt x="83819" y="272795"/>
                </a:moveTo>
                <a:lnTo>
                  <a:pt x="76336" y="26344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2956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337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29565" h="299085">
                <a:moveTo>
                  <a:pt x="88391" y="158495"/>
                </a:moveTo>
                <a:lnTo>
                  <a:pt x="88391" y="138683"/>
                </a:lnTo>
                <a:lnTo>
                  <a:pt x="76167" y="148589"/>
                </a:lnTo>
                <a:lnTo>
                  <a:pt x="88391" y="158495"/>
                </a:lnTo>
                <a:close/>
              </a:path>
              <a:path w="329565" h="299085">
                <a:moveTo>
                  <a:pt x="83819" y="41314"/>
                </a:moveTo>
                <a:lnTo>
                  <a:pt x="83819" y="25907"/>
                </a:lnTo>
                <a:lnTo>
                  <a:pt x="76305" y="35092"/>
                </a:lnTo>
                <a:lnTo>
                  <a:pt x="83819" y="41314"/>
                </a:lnTo>
                <a:close/>
              </a:path>
              <a:path w="329565" h="299085">
                <a:moveTo>
                  <a:pt x="254313" y="263513"/>
                </a:moveTo>
                <a:lnTo>
                  <a:pt x="164591" y="188975"/>
                </a:lnTo>
                <a:lnTo>
                  <a:pt x="76336" y="26344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13" y="263513"/>
                </a:lnTo>
                <a:close/>
              </a:path>
              <a:path w="32956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29565" h="299085">
                <a:moveTo>
                  <a:pt x="173735" y="10074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1893"/>
                </a:lnTo>
                <a:lnTo>
                  <a:pt x="164591" y="108203"/>
                </a:lnTo>
                <a:lnTo>
                  <a:pt x="173735" y="100748"/>
                </a:lnTo>
                <a:close/>
              </a:path>
              <a:path w="32956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2956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29565" h="299085">
                <a:moveTo>
                  <a:pt x="329183" y="86867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0748"/>
                </a:lnTo>
                <a:lnTo>
                  <a:pt x="246887" y="41101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397"/>
                </a:lnTo>
                <a:lnTo>
                  <a:pt x="294188" y="83720"/>
                </a:lnTo>
                <a:lnTo>
                  <a:pt x="303275" y="76199"/>
                </a:lnTo>
                <a:lnTo>
                  <a:pt x="303275" y="108230"/>
                </a:lnTo>
                <a:lnTo>
                  <a:pt x="329183" y="86867"/>
                </a:lnTo>
                <a:close/>
              </a:path>
              <a:path w="32956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29565" h="299085">
                <a:moveTo>
                  <a:pt x="303275" y="108230"/>
                </a:moveTo>
                <a:lnTo>
                  <a:pt x="303275" y="76199"/>
                </a:lnTo>
                <a:lnTo>
                  <a:pt x="301751" y="92963"/>
                </a:lnTo>
                <a:lnTo>
                  <a:pt x="294188" y="83720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38683"/>
                </a:lnTo>
                <a:lnTo>
                  <a:pt x="254313" y="148576"/>
                </a:lnTo>
                <a:lnTo>
                  <a:pt x="303275" y="108230"/>
                </a:lnTo>
                <a:close/>
              </a:path>
              <a:path w="329565" h="299085">
                <a:moveTo>
                  <a:pt x="254329" y="148589"/>
                </a:moveTo>
                <a:lnTo>
                  <a:pt x="242315" y="138683"/>
                </a:lnTo>
                <a:lnTo>
                  <a:pt x="242315" y="158495"/>
                </a:lnTo>
                <a:lnTo>
                  <a:pt x="254329" y="148589"/>
                </a:lnTo>
                <a:close/>
              </a:path>
              <a:path w="329565" h="299085">
                <a:moveTo>
                  <a:pt x="329183" y="210311"/>
                </a:moveTo>
                <a:lnTo>
                  <a:pt x="254344" y="148602"/>
                </a:lnTo>
                <a:lnTo>
                  <a:pt x="242315" y="158495"/>
                </a:lnTo>
                <a:lnTo>
                  <a:pt x="242315" y="172054"/>
                </a:lnTo>
                <a:lnTo>
                  <a:pt x="293556" y="214460"/>
                </a:lnTo>
                <a:lnTo>
                  <a:pt x="301751" y="204215"/>
                </a:lnTo>
                <a:lnTo>
                  <a:pt x="303275" y="222503"/>
                </a:lnTo>
                <a:lnTo>
                  <a:pt x="303275" y="242283"/>
                </a:lnTo>
                <a:lnTo>
                  <a:pt x="329183" y="210311"/>
                </a:lnTo>
                <a:close/>
              </a:path>
              <a:path w="329565" h="299085">
                <a:moveTo>
                  <a:pt x="263651" y="27431"/>
                </a:moveTo>
                <a:lnTo>
                  <a:pt x="246887" y="25907"/>
                </a:lnTo>
                <a:lnTo>
                  <a:pt x="254344" y="35021"/>
                </a:lnTo>
                <a:lnTo>
                  <a:pt x="263651" y="27431"/>
                </a:lnTo>
                <a:close/>
              </a:path>
              <a:path w="329565" h="299085">
                <a:moveTo>
                  <a:pt x="254344" y="35021"/>
                </a:moveTo>
                <a:lnTo>
                  <a:pt x="246887" y="25907"/>
                </a:lnTo>
                <a:lnTo>
                  <a:pt x="246887" y="41101"/>
                </a:lnTo>
                <a:lnTo>
                  <a:pt x="254344" y="35021"/>
                </a:lnTo>
                <a:close/>
              </a:path>
              <a:path w="329565" h="299085">
                <a:moveTo>
                  <a:pt x="263651" y="271271"/>
                </a:moveTo>
                <a:lnTo>
                  <a:pt x="254313" y="263513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29565" h="299085">
                <a:moveTo>
                  <a:pt x="263651" y="291181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181"/>
                </a:lnTo>
                <a:close/>
              </a:path>
              <a:path w="329565" h="299085">
                <a:moveTo>
                  <a:pt x="303275" y="242283"/>
                </a:moveTo>
                <a:lnTo>
                  <a:pt x="303275" y="222503"/>
                </a:lnTo>
                <a:lnTo>
                  <a:pt x="293556" y="214460"/>
                </a:lnTo>
                <a:lnTo>
                  <a:pt x="254313" y="263513"/>
                </a:lnTo>
                <a:lnTo>
                  <a:pt x="263651" y="271271"/>
                </a:lnTo>
                <a:lnTo>
                  <a:pt x="263651" y="291181"/>
                </a:lnTo>
                <a:lnTo>
                  <a:pt x="303275" y="242283"/>
                </a:lnTo>
                <a:close/>
              </a:path>
              <a:path w="329565" h="299085">
                <a:moveTo>
                  <a:pt x="263651" y="46397"/>
                </a:moveTo>
                <a:lnTo>
                  <a:pt x="263651" y="27431"/>
                </a:lnTo>
                <a:lnTo>
                  <a:pt x="254344" y="35021"/>
                </a:lnTo>
                <a:lnTo>
                  <a:pt x="263651" y="46397"/>
                </a:lnTo>
                <a:close/>
              </a:path>
              <a:path w="329565" h="299085">
                <a:moveTo>
                  <a:pt x="303275" y="222503"/>
                </a:moveTo>
                <a:lnTo>
                  <a:pt x="301751" y="204215"/>
                </a:lnTo>
                <a:lnTo>
                  <a:pt x="293556" y="214460"/>
                </a:lnTo>
                <a:lnTo>
                  <a:pt x="303275" y="222503"/>
                </a:lnTo>
                <a:close/>
              </a:path>
              <a:path w="329565" h="299085">
                <a:moveTo>
                  <a:pt x="303275" y="76199"/>
                </a:moveTo>
                <a:lnTo>
                  <a:pt x="294188" y="83720"/>
                </a:lnTo>
                <a:lnTo>
                  <a:pt x="301751" y="92963"/>
                </a:lnTo>
                <a:lnTo>
                  <a:pt x="303275" y="76199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27892" y="6204203"/>
            <a:ext cx="711835" cy="407034"/>
          </a:xfrm>
          <a:custGeom>
            <a:avLst/>
            <a:gdLst/>
            <a:ahLst/>
            <a:cxnLst/>
            <a:rect l="l" t="t" r="r" b="b"/>
            <a:pathLst>
              <a:path w="711834" h="407034">
                <a:moveTo>
                  <a:pt x="47243" y="140207"/>
                </a:moveTo>
                <a:lnTo>
                  <a:pt x="27431" y="124967"/>
                </a:lnTo>
                <a:lnTo>
                  <a:pt x="22859" y="131063"/>
                </a:lnTo>
                <a:lnTo>
                  <a:pt x="16763" y="140207"/>
                </a:lnTo>
                <a:lnTo>
                  <a:pt x="7619" y="161543"/>
                </a:lnTo>
                <a:lnTo>
                  <a:pt x="1523" y="182879"/>
                </a:lnTo>
                <a:lnTo>
                  <a:pt x="0" y="193547"/>
                </a:lnTo>
                <a:lnTo>
                  <a:pt x="0" y="202691"/>
                </a:lnTo>
                <a:lnTo>
                  <a:pt x="25907" y="204215"/>
                </a:lnTo>
                <a:lnTo>
                  <a:pt x="25907" y="193547"/>
                </a:lnTo>
                <a:lnTo>
                  <a:pt x="27431" y="185927"/>
                </a:lnTo>
                <a:lnTo>
                  <a:pt x="28955" y="176783"/>
                </a:lnTo>
                <a:lnTo>
                  <a:pt x="32003" y="169163"/>
                </a:lnTo>
                <a:lnTo>
                  <a:pt x="35051" y="160019"/>
                </a:lnTo>
                <a:lnTo>
                  <a:pt x="44195" y="144779"/>
                </a:lnTo>
                <a:lnTo>
                  <a:pt x="47243" y="140207"/>
                </a:lnTo>
                <a:close/>
              </a:path>
              <a:path w="711834" h="407034">
                <a:moveTo>
                  <a:pt x="120395" y="79247"/>
                </a:moveTo>
                <a:lnTo>
                  <a:pt x="109727" y="56387"/>
                </a:lnTo>
                <a:lnTo>
                  <a:pt x="94487" y="64007"/>
                </a:lnTo>
                <a:lnTo>
                  <a:pt x="62483" y="86867"/>
                </a:lnTo>
                <a:lnTo>
                  <a:pt x="44195" y="105155"/>
                </a:lnTo>
                <a:lnTo>
                  <a:pt x="62483" y="121919"/>
                </a:lnTo>
                <a:lnTo>
                  <a:pt x="64007" y="121919"/>
                </a:lnTo>
                <a:lnTo>
                  <a:pt x="79247" y="106679"/>
                </a:lnTo>
                <a:lnTo>
                  <a:pt x="88391" y="99059"/>
                </a:lnTo>
                <a:lnTo>
                  <a:pt x="99059" y="92963"/>
                </a:lnTo>
                <a:lnTo>
                  <a:pt x="108203" y="85343"/>
                </a:lnTo>
                <a:lnTo>
                  <a:pt x="120395" y="79247"/>
                </a:lnTo>
                <a:close/>
              </a:path>
              <a:path w="711834" h="407034">
                <a:moveTo>
                  <a:pt x="211835" y="44195"/>
                </a:moveTo>
                <a:lnTo>
                  <a:pt x="205739" y="19811"/>
                </a:lnTo>
                <a:lnTo>
                  <a:pt x="188975" y="24383"/>
                </a:lnTo>
                <a:lnTo>
                  <a:pt x="158495" y="33527"/>
                </a:lnTo>
                <a:lnTo>
                  <a:pt x="132587" y="45719"/>
                </a:lnTo>
                <a:lnTo>
                  <a:pt x="131063" y="45719"/>
                </a:lnTo>
                <a:lnTo>
                  <a:pt x="143255" y="68579"/>
                </a:lnTo>
                <a:lnTo>
                  <a:pt x="143255" y="67055"/>
                </a:lnTo>
                <a:lnTo>
                  <a:pt x="169163" y="57911"/>
                </a:lnTo>
                <a:lnTo>
                  <a:pt x="196595" y="47243"/>
                </a:lnTo>
                <a:lnTo>
                  <a:pt x="211835" y="44195"/>
                </a:lnTo>
                <a:close/>
              </a:path>
              <a:path w="711834" h="407034">
                <a:moveTo>
                  <a:pt x="310895" y="27431"/>
                </a:moveTo>
                <a:lnTo>
                  <a:pt x="307847" y="1523"/>
                </a:lnTo>
                <a:lnTo>
                  <a:pt x="284987" y="4571"/>
                </a:lnTo>
                <a:lnTo>
                  <a:pt x="251459" y="9143"/>
                </a:lnTo>
                <a:lnTo>
                  <a:pt x="231647" y="13715"/>
                </a:lnTo>
                <a:lnTo>
                  <a:pt x="236219" y="38099"/>
                </a:lnTo>
                <a:lnTo>
                  <a:pt x="256031" y="33527"/>
                </a:lnTo>
                <a:lnTo>
                  <a:pt x="288035" y="28955"/>
                </a:lnTo>
                <a:lnTo>
                  <a:pt x="310895" y="27431"/>
                </a:lnTo>
                <a:close/>
              </a:path>
              <a:path w="711834" h="407034">
                <a:moveTo>
                  <a:pt x="355853" y="12953"/>
                </a:moveTo>
                <a:lnTo>
                  <a:pt x="355091" y="0"/>
                </a:lnTo>
                <a:lnTo>
                  <a:pt x="333755" y="1523"/>
                </a:lnTo>
                <a:lnTo>
                  <a:pt x="335279" y="25907"/>
                </a:lnTo>
                <a:lnTo>
                  <a:pt x="355091" y="25907"/>
                </a:lnTo>
                <a:lnTo>
                  <a:pt x="355853" y="12953"/>
                </a:lnTo>
                <a:close/>
              </a:path>
              <a:path w="711834" h="407034">
                <a:moveTo>
                  <a:pt x="356615" y="25907"/>
                </a:moveTo>
                <a:lnTo>
                  <a:pt x="355853" y="12953"/>
                </a:lnTo>
                <a:lnTo>
                  <a:pt x="355091" y="25907"/>
                </a:lnTo>
                <a:lnTo>
                  <a:pt x="356615" y="25907"/>
                </a:lnTo>
                <a:close/>
              </a:path>
              <a:path w="711834" h="407034">
                <a:moveTo>
                  <a:pt x="411479" y="3047"/>
                </a:moveTo>
                <a:lnTo>
                  <a:pt x="391667" y="1523"/>
                </a:lnTo>
                <a:lnTo>
                  <a:pt x="356615" y="0"/>
                </a:lnTo>
                <a:lnTo>
                  <a:pt x="355853" y="12953"/>
                </a:lnTo>
                <a:lnTo>
                  <a:pt x="356615" y="25907"/>
                </a:lnTo>
                <a:lnTo>
                  <a:pt x="390143" y="25907"/>
                </a:lnTo>
                <a:lnTo>
                  <a:pt x="409955" y="28955"/>
                </a:lnTo>
                <a:lnTo>
                  <a:pt x="411479" y="3047"/>
                </a:lnTo>
                <a:close/>
              </a:path>
              <a:path w="711834" h="407034">
                <a:moveTo>
                  <a:pt x="513587" y="21335"/>
                </a:moveTo>
                <a:lnTo>
                  <a:pt x="492251" y="15239"/>
                </a:lnTo>
                <a:lnTo>
                  <a:pt x="460247" y="9143"/>
                </a:lnTo>
                <a:lnTo>
                  <a:pt x="437387" y="6095"/>
                </a:lnTo>
                <a:lnTo>
                  <a:pt x="434339" y="30479"/>
                </a:lnTo>
                <a:lnTo>
                  <a:pt x="455675" y="33527"/>
                </a:lnTo>
                <a:lnTo>
                  <a:pt x="486155" y="39623"/>
                </a:lnTo>
                <a:lnTo>
                  <a:pt x="507491" y="45719"/>
                </a:lnTo>
                <a:lnTo>
                  <a:pt x="513587" y="21335"/>
                </a:lnTo>
                <a:close/>
              </a:path>
              <a:path w="711834" h="407034">
                <a:moveTo>
                  <a:pt x="611123" y="60959"/>
                </a:moveTo>
                <a:lnTo>
                  <a:pt x="603503" y="57911"/>
                </a:lnTo>
                <a:lnTo>
                  <a:pt x="579119" y="44195"/>
                </a:lnTo>
                <a:lnTo>
                  <a:pt x="551687" y="33527"/>
                </a:lnTo>
                <a:lnTo>
                  <a:pt x="539495" y="28955"/>
                </a:lnTo>
                <a:lnTo>
                  <a:pt x="530351" y="53339"/>
                </a:lnTo>
                <a:lnTo>
                  <a:pt x="544067" y="57911"/>
                </a:lnTo>
                <a:lnTo>
                  <a:pt x="568451" y="68579"/>
                </a:lnTo>
                <a:lnTo>
                  <a:pt x="592835" y="80771"/>
                </a:lnTo>
                <a:lnTo>
                  <a:pt x="597407" y="83819"/>
                </a:lnTo>
                <a:lnTo>
                  <a:pt x="611123" y="60959"/>
                </a:lnTo>
                <a:close/>
              </a:path>
              <a:path w="711834" h="407034">
                <a:moveTo>
                  <a:pt x="690371" y="132587"/>
                </a:moveTo>
                <a:lnTo>
                  <a:pt x="688847" y="131063"/>
                </a:lnTo>
                <a:lnTo>
                  <a:pt x="665987" y="103631"/>
                </a:lnTo>
                <a:lnTo>
                  <a:pt x="656843" y="94487"/>
                </a:lnTo>
                <a:lnTo>
                  <a:pt x="638555" y="79247"/>
                </a:lnTo>
                <a:lnTo>
                  <a:pt x="632459" y="76199"/>
                </a:lnTo>
                <a:lnTo>
                  <a:pt x="618743" y="96011"/>
                </a:lnTo>
                <a:lnTo>
                  <a:pt x="623315" y="100583"/>
                </a:lnTo>
                <a:lnTo>
                  <a:pt x="632459" y="106679"/>
                </a:lnTo>
                <a:lnTo>
                  <a:pt x="640079" y="114299"/>
                </a:lnTo>
                <a:lnTo>
                  <a:pt x="649223" y="121919"/>
                </a:lnTo>
                <a:lnTo>
                  <a:pt x="667511" y="144779"/>
                </a:lnTo>
                <a:lnTo>
                  <a:pt x="667511" y="146303"/>
                </a:lnTo>
                <a:lnTo>
                  <a:pt x="690371" y="132587"/>
                </a:lnTo>
                <a:close/>
              </a:path>
              <a:path w="711834" h="407034">
                <a:moveTo>
                  <a:pt x="711707" y="202691"/>
                </a:moveTo>
                <a:lnTo>
                  <a:pt x="707135" y="170687"/>
                </a:lnTo>
                <a:lnTo>
                  <a:pt x="704087" y="160019"/>
                </a:lnTo>
                <a:lnTo>
                  <a:pt x="702563" y="156971"/>
                </a:lnTo>
                <a:lnTo>
                  <a:pt x="678179" y="167639"/>
                </a:lnTo>
                <a:lnTo>
                  <a:pt x="679703" y="169163"/>
                </a:lnTo>
                <a:lnTo>
                  <a:pt x="682751" y="178307"/>
                </a:lnTo>
                <a:lnTo>
                  <a:pt x="684275" y="187451"/>
                </a:lnTo>
                <a:lnTo>
                  <a:pt x="685799" y="195071"/>
                </a:lnTo>
                <a:lnTo>
                  <a:pt x="685799" y="202691"/>
                </a:lnTo>
                <a:lnTo>
                  <a:pt x="698753" y="203453"/>
                </a:lnTo>
                <a:lnTo>
                  <a:pt x="711707" y="202691"/>
                </a:lnTo>
                <a:close/>
              </a:path>
              <a:path w="711834" h="407034">
                <a:moveTo>
                  <a:pt x="711707" y="204215"/>
                </a:moveTo>
                <a:lnTo>
                  <a:pt x="698753" y="203453"/>
                </a:lnTo>
                <a:lnTo>
                  <a:pt x="685799" y="204215"/>
                </a:lnTo>
                <a:lnTo>
                  <a:pt x="685799" y="213359"/>
                </a:lnTo>
                <a:lnTo>
                  <a:pt x="684275" y="220979"/>
                </a:lnTo>
                <a:lnTo>
                  <a:pt x="682751" y="230123"/>
                </a:lnTo>
                <a:lnTo>
                  <a:pt x="681227" y="233171"/>
                </a:lnTo>
                <a:lnTo>
                  <a:pt x="705611" y="240791"/>
                </a:lnTo>
                <a:lnTo>
                  <a:pt x="707135" y="234695"/>
                </a:lnTo>
                <a:lnTo>
                  <a:pt x="710183" y="224027"/>
                </a:lnTo>
                <a:lnTo>
                  <a:pt x="710183" y="213359"/>
                </a:lnTo>
                <a:lnTo>
                  <a:pt x="711707" y="204215"/>
                </a:lnTo>
                <a:close/>
              </a:path>
              <a:path w="711834" h="407034">
                <a:moveTo>
                  <a:pt x="698753" y="203453"/>
                </a:moveTo>
                <a:lnTo>
                  <a:pt x="685799" y="202691"/>
                </a:lnTo>
                <a:lnTo>
                  <a:pt x="685799" y="204215"/>
                </a:lnTo>
                <a:lnTo>
                  <a:pt x="698753" y="203453"/>
                </a:lnTo>
                <a:close/>
              </a:path>
              <a:path w="711834" h="407034">
                <a:moveTo>
                  <a:pt x="693419" y="266699"/>
                </a:moveTo>
                <a:lnTo>
                  <a:pt x="672083" y="252983"/>
                </a:lnTo>
                <a:lnTo>
                  <a:pt x="667511" y="262127"/>
                </a:lnTo>
                <a:lnTo>
                  <a:pt x="655319" y="277367"/>
                </a:lnTo>
                <a:lnTo>
                  <a:pt x="632459" y="300227"/>
                </a:lnTo>
                <a:lnTo>
                  <a:pt x="624839" y="306323"/>
                </a:lnTo>
                <a:lnTo>
                  <a:pt x="640079" y="326135"/>
                </a:lnTo>
                <a:lnTo>
                  <a:pt x="647699" y="320039"/>
                </a:lnTo>
                <a:lnTo>
                  <a:pt x="658367" y="310895"/>
                </a:lnTo>
                <a:lnTo>
                  <a:pt x="667511" y="303275"/>
                </a:lnTo>
                <a:lnTo>
                  <a:pt x="682751" y="284987"/>
                </a:lnTo>
                <a:lnTo>
                  <a:pt x="688847" y="275843"/>
                </a:lnTo>
                <a:lnTo>
                  <a:pt x="693419" y="266699"/>
                </a:lnTo>
                <a:close/>
              </a:path>
              <a:path w="711834" h="407034">
                <a:moveTo>
                  <a:pt x="618743" y="341375"/>
                </a:moveTo>
                <a:lnTo>
                  <a:pt x="605027" y="320039"/>
                </a:lnTo>
                <a:lnTo>
                  <a:pt x="603503" y="321563"/>
                </a:lnTo>
                <a:lnTo>
                  <a:pt x="591311" y="327659"/>
                </a:lnTo>
                <a:lnTo>
                  <a:pt x="568451" y="338327"/>
                </a:lnTo>
                <a:lnTo>
                  <a:pt x="542543" y="348995"/>
                </a:lnTo>
                <a:lnTo>
                  <a:pt x="537971" y="350519"/>
                </a:lnTo>
                <a:lnTo>
                  <a:pt x="547115" y="374903"/>
                </a:lnTo>
                <a:lnTo>
                  <a:pt x="551687" y="373379"/>
                </a:lnTo>
                <a:lnTo>
                  <a:pt x="579119" y="361187"/>
                </a:lnTo>
                <a:lnTo>
                  <a:pt x="605027" y="348995"/>
                </a:lnTo>
                <a:lnTo>
                  <a:pt x="617219" y="342899"/>
                </a:lnTo>
                <a:lnTo>
                  <a:pt x="618743" y="341375"/>
                </a:lnTo>
                <a:close/>
              </a:path>
              <a:path w="711834" h="407034">
                <a:moveTo>
                  <a:pt x="521207" y="384047"/>
                </a:moveTo>
                <a:lnTo>
                  <a:pt x="515111" y="358139"/>
                </a:lnTo>
                <a:lnTo>
                  <a:pt x="486155" y="367283"/>
                </a:lnTo>
                <a:lnTo>
                  <a:pt x="455675" y="373379"/>
                </a:lnTo>
                <a:lnTo>
                  <a:pt x="441959" y="374903"/>
                </a:lnTo>
                <a:lnTo>
                  <a:pt x="446531" y="399287"/>
                </a:lnTo>
                <a:lnTo>
                  <a:pt x="460247" y="397763"/>
                </a:lnTo>
                <a:lnTo>
                  <a:pt x="492251" y="391667"/>
                </a:lnTo>
                <a:lnTo>
                  <a:pt x="521207" y="384047"/>
                </a:lnTo>
                <a:close/>
              </a:path>
              <a:path w="711834" h="407034">
                <a:moveTo>
                  <a:pt x="355853" y="393953"/>
                </a:moveTo>
                <a:lnTo>
                  <a:pt x="355091" y="380999"/>
                </a:lnTo>
                <a:lnTo>
                  <a:pt x="342899" y="380999"/>
                </a:lnTo>
                <a:lnTo>
                  <a:pt x="342899" y="406907"/>
                </a:lnTo>
                <a:lnTo>
                  <a:pt x="355091" y="406907"/>
                </a:lnTo>
                <a:lnTo>
                  <a:pt x="355853" y="393953"/>
                </a:lnTo>
                <a:close/>
              </a:path>
              <a:path w="711834" h="407034">
                <a:moveTo>
                  <a:pt x="420623" y="403859"/>
                </a:moveTo>
                <a:lnTo>
                  <a:pt x="417575" y="377951"/>
                </a:lnTo>
                <a:lnTo>
                  <a:pt x="390143" y="379475"/>
                </a:lnTo>
                <a:lnTo>
                  <a:pt x="355091" y="380999"/>
                </a:lnTo>
                <a:lnTo>
                  <a:pt x="356615" y="380999"/>
                </a:lnTo>
                <a:lnTo>
                  <a:pt x="356615" y="406907"/>
                </a:lnTo>
                <a:lnTo>
                  <a:pt x="391667" y="405383"/>
                </a:lnTo>
                <a:lnTo>
                  <a:pt x="420623" y="403859"/>
                </a:lnTo>
                <a:close/>
              </a:path>
              <a:path w="711834" h="407034">
                <a:moveTo>
                  <a:pt x="356615" y="380999"/>
                </a:moveTo>
                <a:lnTo>
                  <a:pt x="355091" y="380999"/>
                </a:lnTo>
                <a:lnTo>
                  <a:pt x="355853" y="393953"/>
                </a:lnTo>
                <a:lnTo>
                  <a:pt x="356615" y="380999"/>
                </a:lnTo>
                <a:close/>
              </a:path>
              <a:path w="711834" h="407034">
                <a:moveTo>
                  <a:pt x="356615" y="406907"/>
                </a:moveTo>
                <a:lnTo>
                  <a:pt x="356615" y="380999"/>
                </a:lnTo>
                <a:lnTo>
                  <a:pt x="355853" y="393953"/>
                </a:lnTo>
                <a:lnTo>
                  <a:pt x="356615" y="406907"/>
                </a:lnTo>
                <a:close/>
              </a:path>
              <a:path w="711834" h="407034">
                <a:moveTo>
                  <a:pt x="318515" y="379475"/>
                </a:moveTo>
                <a:lnTo>
                  <a:pt x="288035" y="377951"/>
                </a:lnTo>
                <a:lnTo>
                  <a:pt x="256031" y="373379"/>
                </a:lnTo>
                <a:lnTo>
                  <a:pt x="243839" y="370331"/>
                </a:lnTo>
                <a:lnTo>
                  <a:pt x="239267" y="394715"/>
                </a:lnTo>
                <a:lnTo>
                  <a:pt x="251459" y="397763"/>
                </a:lnTo>
                <a:lnTo>
                  <a:pt x="284987" y="402335"/>
                </a:lnTo>
                <a:lnTo>
                  <a:pt x="316991" y="405383"/>
                </a:lnTo>
                <a:lnTo>
                  <a:pt x="318515" y="379475"/>
                </a:lnTo>
                <a:close/>
              </a:path>
              <a:path w="711834" h="407034">
                <a:moveTo>
                  <a:pt x="220979" y="365759"/>
                </a:moveTo>
                <a:lnTo>
                  <a:pt x="195071" y="358139"/>
                </a:lnTo>
                <a:lnTo>
                  <a:pt x="167639" y="348995"/>
                </a:lnTo>
                <a:lnTo>
                  <a:pt x="149351" y="341375"/>
                </a:lnTo>
                <a:lnTo>
                  <a:pt x="140207" y="365759"/>
                </a:lnTo>
                <a:lnTo>
                  <a:pt x="160019" y="373379"/>
                </a:lnTo>
                <a:lnTo>
                  <a:pt x="188975" y="382523"/>
                </a:lnTo>
                <a:lnTo>
                  <a:pt x="213359" y="390143"/>
                </a:lnTo>
                <a:lnTo>
                  <a:pt x="220979" y="365759"/>
                </a:lnTo>
                <a:close/>
              </a:path>
              <a:path w="711834" h="407034">
                <a:moveTo>
                  <a:pt x="51815" y="272795"/>
                </a:moveTo>
                <a:lnTo>
                  <a:pt x="50291" y="269747"/>
                </a:lnTo>
                <a:lnTo>
                  <a:pt x="44195" y="262127"/>
                </a:lnTo>
                <a:lnTo>
                  <a:pt x="39623" y="252983"/>
                </a:lnTo>
                <a:lnTo>
                  <a:pt x="35051" y="245363"/>
                </a:lnTo>
                <a:lnTo>
                  <a:pt x="32003" y="236219"/>
                </a:lnTo>
                <a:lnTo>
                  <a:pt x="28955" y="228599"/>
                </a:lnTo>
                <a:lnTo>
                  <a:pt x="27431" y="219455"/>
                </a:lnTo>
                <a:lnTo>
                  <a:pt x="25907" y="211835"/>
                </a:lnTo>
                <a:lnTo>
                  <a:pt x="25907" y="210311"/>
                </a:lnTo>
                <a:lnTo>
                  <a:pt x="0" y="211835"/>
                </a:lnTo>
                <a:lnTo>
                  <a:pt x="1523" y="214883"/>
                </a:lnTo>
                <a:lnTo>
                  <a:pt x="4571" y="236219"/>
                </a:lnTo>
                <a:lnTo>
                  <a:pt x="22859" y="275843"/>
                </a:lnTo>
                <a:lnTo>
                  <a:pt x="30479" y="284987"/>
                </a:lnTo>
                <a:lnTo>
                  <a:pt x="32003" y="289559"/>
                </a:lnTo>
                <a:lnTo>
                  <a:pt x="51815" y="272795"/>
                </a:lnTo>
                <a:close/>
              </a:path>
              <a:path w="711834" h="407034">
                <a:moveTo>
                  <a:pt x="128015" y="330707"/>
                </a:moveTo>
                <a:lnTo>
                  <a:pt x="118871" y="326135"/>
                </a:lnTo>
                <a:lnTo>
                  <a:pt x="97535" y="313943"/>
                </a:lnTo>
                <a:lnTo>
                  <a:pt x="88391" y="306323"/>
                </a:lnTo>
                <a:lnTo>
                  <a:pt x="79247" y="300227"/>
                </a:lnTo>
                <a:lnTo>
                  <a:pt x="70103" y="292607"/>
                </a:lnTo>
                <a:lnTo>
                  <a:pt x="68579" y="289559"/>
                </a:lnTo>
                <a:lnTo>
                  <a:pt x="50291" y="307847"/>
                </a:lnTo>
                <a:lnTo>
                  <a:pt x="83819" y="335279"/>
                </a:lnTo>
                <a:lnTo>
                  <a:pt x="108203" y="348995"/>
                </a:lnTo>
                <a:lnTo>
                  <a:pt x="115823" y="353567"/>
                </a:lnTo>
                <a:lnTo>
                  <a:pt x="128015" y="3307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83239" y="3777996"/>
            <a:ext cx="292735" cy="128270"/>
          </a:xfrm>
          <a:custGeom>
            <a:avLst/>
            <a:gdLst/>
            <a:ahLst/>
            <a:cxnLst/>
            <a:rect l="l" t="t" r="r" b="b"/>
            <a:pathLst>
              <a:path w="292734" h="128270">
                <a:moveTo>
                  <a:pt x="292607" y="59435"/>
                </a:moveTo>
                <a:lnTo>
                  <a:pt x="220125" y="0"/>
                </a:lnTo>
                <a:lnTo>
                  <a:pt x="72482" y="0"/>
                </a:lnTo>
                <a:lnTo>
                  <a:pt x="0" y="59435"/>
                </a:lnTo>
                <a:lnTo>
                  <a:pt x="54863" y="128015"/>
                </a:lnTo>
                <a:lnTo>
                  <a:pt x="146303" y="53339"/>
                </a:lnTo>
                <a:lnTo>
                  <a:pt x="236219" y="128015"/>
                </a:lnTo>
                <a:lnTo>
                  <a:pt x="292607" y="59435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564951" y="3777998"/>
            <a:ext cx="329565" cy="146685"/>
          </a:xfrm>
          <a:custGeom>
            <a:avLst/>
            <a:gdLst/>
            <a:ahLst/>
            <a:cxnLst/>
            <a:rect l="l" t="t" r="r" b="b"/>
            <a:pathLst>
              <a:path w="329565" h="146685">
                <a:moveTo>
                  <a:pt x="86867" y="19653"/>
                </a:moveTo>
                <a:lnTo>
                  <a:pt x="86867" y="6095"/>
                </a:lnTo>
                <a:lnTo>
                  <a:pt x="79475" y="0"/>
                </a:lnTo>
                <a:lnTo>
                  <a:pt x="70233" y="0"/>
                </a:lnTo>
                <a:lnTo>
                  <a:pt x="0" y="57911"/>
                </a:lnTo>
                <a:lnTo>
                  <a:pt x="25907" y="89883"/>
                </a:lnTo>
                <a:lnTo>
                  <a:pt x="25907" y="70103"/>
                </a:lnTo>
                <a:lnTo>
                  <a:pt x="27431" y="51815"/>
                </a:lnTo>
                <a:lnTo>
                  <a:pt x="35762" y="61947"/>
                </a:lnTo>
                <a:lnTo>
                  <a:pt x="86867" y="19653"/>
                </a:lnTo>
                <a:close/>
              </a:path>
              <a:path w="329565" h="146685">
                <a:moveTo>
                  <a:pt x="74979" y="109644"/>
                </a:moveTo>
                <a:lnTo>
                  <a:pt x="35762" y="61947"/>
                </a:lnTo>
                <a:lnTo>
                  <a:pt x="25907" y="70103"/>
                </a:lnTo>
                <a:lnTo>
                  <a:pt x="25907" y="89883"/>
                </a:lnTo>
                <a:lnTo>
                  <a:pt x="65531" y="138780"/>
                </a:lnTo>
                <a:lnTo>
                  <a:pt x="65531" y="117347"/>
                </a:lnTo>
                <a:lnTo>
                  <a:pt x="74979" y="109644"/>
                </a:lnTo>
                <a:close/>
              </a:path>
              <a:path w="329565" h="146685">
                <a:moveTo>
                  <a:pt x="293352" y="62030"/>
                </a:moveTo>
                <a:lnTo>
                  <a:pt x="217106" y="0"/>
                </a:lnTo>
                <a:lnTo>
                  <a:pt x="110616" y="0"/>
                </a:lnTo>
                <a:lnTo>
                  <a:pt x="35762" y="61947"/>
                </a:lnTo>
                <a:lnTo>
                  <a:pt x="74979" y="109644"/>
                </a:lnTo>
                <a:lnTo>
                  <a:pt x="164591" y="36575"/>
                </a:lnTo>
                <a:lnTo>
                  <a:pt x="254204" y="109644"/>
                </a:lnTo>
                <a:lnTo>
                  <a:pt x="293352" y="62030"/>
                </a:lnTo>
                <a:close/>
              </a:path>
              <a:path w="329565" h="146685">
                <a:moveTo>
                  <a:pt x="83819" y="136143"/>
                </a:moveTo>
                <a:lnTo>
                  <a:pt x="83819" y="120395"/>
                </a:lnTo>
                <a:lnTo>
                  <a:pt x="65531" y="117347"/>
                </a:lnTo>
                <a:lnTo>
                  <a:pt x="65531" y="138780"/>
                </a:lnTo>
                <a:lnTo>
                  <a:pt x="71627" y="146303"/>
                </a:lnTo>
                <a:lnTo>
                  <a:pt x="83819" y="136143"/>
                </a:lnTo>
                <a:close/>
              </a:path>
              <a:path w="329565" h="146685">
                <a:moveTo>
                  <a:pt x="254204" y="109644"/>
                </a:moveTo>
                <a:lnTo>
                  <a:pt x="164591" y="36575"/>
                </a:lnTo>
                <a:lnTo>
                  <a:pt x="74979" y="109644"/>
                </a:lnTo>
                <a:lnTo>
                  <a:pt x="83819" y="120395"/>
                </a:lnTo>
                <a:lnTo>
                  <a:pt x="83819" y="136143"/>
                </a:lnTo>
                <a:lnTo>
                  <a:pt x="156971" y="75183"/>
                </a:lnTo>
                <a:lnTo>
                  <a:pt x="156971" y="62483"/>
                </a:lnTo>
                <a:lnTo>
                  <a:pt x="172211" y="62483"/>
                </a:lnTo>
                <a:lnTo>
                  <a:pt x="172211" y="75183"/>
                </a:lnTo>
                <a:lnTo>
                  <a:pt x="245363" y="136143"/>
                </a:lnTo>
                <a:lnTo>
                  <a:pt x="245363" y="120395"/>
                </a:lnTo>
                <a:lnTo>
                  <a:pt x="254204" y="109644"/>
                </a:lnTo>
                <a:close/>
              </a:path>
              <a:path w="329565" h="146685">
                <a:moveTo>
                  <a:pt x="110616" y="0"/>
                </a:moveTo>
                <a:lnTo>
                  <a:pt x="79475" y="0"/>
                </a:lnTo>
                <a:lnTo>
                  <a:pt x="86867" y="6095"/>
                </a:lnTo>
                <a:lnTo>
                  <a:pt x="86867" y="19653"/>
                </a:lnTo>
                <a:lnTo>
                  <a:pt x="110616" y="0"/>
                </a:lnTo>
                <a:close/>
              </a:path>
              <a:path w="329565" h="146685">
                <a:moveTo>
                  <a:pt x="172211" y="62483"/>
                </a:moveTo>
                <a:lnTo>
                  <a:pt x="156971" y="62483"/>
                </a:lnTo>
                <a:lnTo>
                  <a:pt x="164591" y="68833"/>
                </a:lnTo>
                <a:lnTo>
                  <a:pt x="172211" y="62483"/>
                </a:lnTo>
                <a:close/>
              </a:path>
              <a:path w="329565" h="146685">
                <a:moveTo>
                  <a:pt x="164591" y="68833"/>
                </a:moveTo>
                <a:lnTo>
                  <a:pt x="156971" y="62483"/>
                </a:lnTo>
                <a:lnTo>
                  <a:pt x="156971" y="75183"/>
                </a:lnTo>
                <a:lnTo>
                  <a:pt x="164591" y="68833"/>
                </a:lnTo>
                <a:close/>
              </a:path>
              <a:path w="329565" h="146685">
                <a:moveTo>
                  <a:pt x="172211" y="75183"/>
                </a:moveTo>
                <a:lnTo>
                  <a:pt x="172211" y="62483"/>
                </a:lnTo>
                <a:lnTo>
                  <a:pt x="164591" y="68833"/>
                </a:lnTo>
                <a:lnTo>
                  <a:pt x="172211" y="75183"/>
                </a:lnTo>
                <a:close/>
              </a:path>
              <a:path w="329565" h="146685">
                <a:moveTo>
                  <a:pt x="329183" y="57911"/>
                </a:moveTo>
                <a:lnTo>
                  <a:pt x="258950" y="0"/>
                </a:lnTo>
                <a:lnTo>
                  <a:pt x="249708" y="0"/>
                </a:lnTo>
                <a:lnTo>
                  <a:pt x="242315" y="6095"/>
                </a:lnTo>
                <a:lnTo>
                  <a:pt x="242315" y="0"/>
                </a:lnTo>
                <a:lnTo>
                  <a:pt x="217106" y="0"/>
                </a:lnTo>
                <a:lnTo>
                  <a:pt x="293352" y="62030"/>
                </a:lnTo>
                <a:lnTo>
                  <a:pt x="301751" y="51815"/>
                </a:lnTo>
                <a:lnTo>
                  <a:pt x="303275" y="70103"/>
                </a:lnTo>
                <a:lnTo>
                  <a:pt x="303275" y="89883"/>
                </a:lnTo>
                <a:lnTo>
                  <a:pt x="329183" y="57911"/>
                </a:lnTo>
                <a:close/>
              </a:path>
              <a:path w="329565" h="146685">
                <a:moveTo>
                  <a:pt x="263651" y="138780"/>
                </a:moveTo>
                <a:lnTo>
                  <a:pt x="263651" y="117347"/>
                </a:lnTo>
                <a:lnTo>
                  <a:pt x="245363" y="120395"/>
                </a:lnTo>
                <a:lnTo>
                  <a:pt x="245363" y="136143"/>
                </a:lnTo>
                <a:lnTo>
                  <a:pt x="257555" y="146303"/>
                </a:lnTo>
                <a:lnTo>
                  <a:pt x="263651" y="138780"/>
                </a:lnTo>
                <a:close/>
              </a:path>
              <a:path w="329565" h="146685">
                <a:moveTo>
                  <a:pt x="303275" y="89883"/>
                </a:moveTo>
                <a:lnTo>
                  <a:pt x="303275" y="70103"/>
                </a:lnTo>
                <a:lnTo>
                  <a:pt x="293352" y="62030"/>
                </a:lnTo>
                <a:lnTo>
                  <a:pt x="254204" y="109644"/>
                </a:lnTo>
                <a:lnTo>
                  <a:pt x="263651" y="117347"/>
                </a:lnTo>
                <a:lnTo>
                  <a:pt x="263651" y="138780"/>
                </a:lnTo>
                <a:lnTo>
                  <a:pt x="303275" y="8988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03825" y="5422389"/>
            <a:ext cx="1623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940109" y="3777996"/>
            <a:ext cx="294640" cy="128270"/>
          </a:xfrm>
          <a:custGeom>
            <a:avLst/>
            <a:gdLst/>
            <a:ahLst/>
            <a:cxnLst/>
            <a:rect l="l" t="t" r="r" b="b"/>
            <a:pathLst>
              <a:path w="294639" h="128270">
                <a:moveTo>
                  <a:pt x="294131" y="59435"/>
                </a:moveTo>
                <a:lnTo>
                  <a:pt x="220199" y="0"/>
                </a:lnTo>
                <a:lnTo>
                  <a:pt x="73932" y="0"/>
                </a:lnTo>
                <a:lnTo>
                  <a:pt x="0" y="59435"/>
                </a:lnTo>
                <a:lnTo>
                  <a:pt x="56387" y="128015"/>
                </a:lnTo>
                <a:lnTo>
                  <a:pt x="146303" y="53339"/>
                </a:lnTo>
                <a:lnTo>
                  <a:pt x="237743" y="128015"/>
                </a:lnTo>
                <a:lnTo>
                  <a:pt x="294131" y="59435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921823" y="3777998"/>
            <a:ext cx="329565" cy="146685"/>
          </a:xfrm>
          <a:custGeom>
            <a:avLst/>
            <a:gdLst/>
            <a:ahLst/>
            <a:cxnLst/>
            <a:rect l="l" t="t" r="r" b="b"/>
            <a:pathLst>
              <a:path w="329564" h="146685">
                <a:moveTo>
                  <a:pt x="88391" y="19269"/>
                </a:moveTo>
                <a:lnTo>
                  <a:pt x="88391" y="6095"/>
                </a:lnTo>
                <a:lnTo>
                  <a:pt x="80869" y="0"/>
                </a:lnTo>
                <a:lnTo>
                  <a:pt x="71465" y="0"/>
                </a:lnTo>
                <a:lnTo>
                  <a:pt x="0" y="57911"/>
                </a:lnTo>
                <a:lnTo>
                  <a:pt x="25907" y="89217"/>
                </a:lnTo>
                <a:lnTo>
                  <a:pt x="25907" y="70103"/>
                </a:lnTo>
                <a:lnTo>
                  <a:pt x="28955" y="51815"/>
                </a:lnTo>
                <a:lnTo>
                  <a:pt x="36616" y="61391"/>
                </a:lnTo>
                <a:lnTo>
                  <a:pt x="88391" y="19269"/>
                </a:lnTo>
                <a:close/>
              </a:path>
              <a:path w="329564" h="146685">
                <a:moveTo>
                  <a:pt x="75672" y="110211"/>
                </a:moveTo>
                <a:lnTo>
                  <a:pt x="36616" y="61391"/>
                </a:lnTo>
                <a:lnTo>
                  <a:pt x="25907" y="70103"/>
                </a:lnTo>
                <a:lnTo>
                  <a:pt x="25907" y="89217"/>
                </a:lnTo>
                <a:lnTo>
                  <a:pt x="67055" y="138937"/>
                </a:lnTo>
                <a:lnTo>
                  <a:pt x="67055" y="117347"/>
                </a:lnTo>
                <a:lnTo>
                  <a:pt x="75672" y="110211"/>
                </a:lnTo>
                <a:close/>
              </a:path>
              <a:path w="329564" h="146685">
                <a:moveTo>
                  <a:pt x="293556" y="62059"/>
                </a:moveTo>
                <a:lnTo>
                  <a:pt x="218567" y="0"/>
                </a:lnTo>
                <a:lnTo>
                  <a:pt x="112077" y="0"/>
                </a:lnTo>
                <a:lnTo>
                  <a:pt x="36616" y="61391"/>
                </a:lnTo>
                <a:lnTo>
                  <a:pt x="75672" y="110211"/>
                </a:lnTo>
                <a:lnTo>
                  <a:pt x="164591" y="36575"/>
                </a:lnTo>
                <a:lnTo>
                  <a:pt x="254981" y="110278"/>
                </a:lnTo>
                <a:lnTo>
                  <a:pt x="293556" y="62059"/>
                </a:lnTo>
                <a:close/>
              </a:path>
              <a:path w="329564" h="146685">
                <a:moveTo>
                  <a:pt x="83819" y="137413"/>
                </a:moveTo>
                <a:lnTo>
                  <a:pt x="83819" y="120395"/>
                </a:lnTo>
                <a:lnTo>
                  <a:pt x="67055" y="117347"/>
                </a:lnTo>
                <a:lnTo>
                  <a:pt x="67055" y="138937"/>
                </a:lnTo>
                <a:lnTo>
                  <a:pt x="73151" y="146303"/>
                </a:lnTo>
                <a:lnTo>
                  <a:pt x="83819" y="137413"/>
                </a:lnTo>
                <a:close/>
              </a:path>
              <a:path w="329564" h="146685">
                <a:moveTo>
                  <a:pt x="254981" y="110278"/>
                </a:moveTo>
                <a:lnTo>
                  <a:pt x="164591" y="36575"/>
                </a:lnTo>
                <a:lnTo>
                  <a:pt x="75672" y="110211"/>
                </a:lnTo>
                <a:lnTo>
                  <a:pt x="83819" y="120395"/>
                </a:lnTo>
                <a:lnTo>
                  <a:pt x="83819" y="137413"/>
                </a:lnTo>
                <a:lnTo>
                  <a:pt x="156971" y="76453"/>
                </a:lnTo>
                <a:lnTo>
                  <a:pt x="156971" y="62483"/>
                </a:lnTo>
                <a:lnTo>
                  <a:pt x="173735" y="62483"/>
                </a:lnTo>
                <a:lnTo>
                  <a:pt x="173735" y="76453"/>
                </a:lnTo>
                <a:lnTo>
                  <a:pt x="246887" y="137413"/>
                </a:lnTo>
                <a:lnTo>
                  <a:pt x="246887" y="120395"/>
                </a:lnTo>
                <a:lnTo>
                  <a:pt x="254981" y="110278"/>
                </a:lnTo>
                <a:close/>
              </a:path>
              <a:path w="329564" h="146685">
                <a:moveTo>
                  <a:pt x="112077" y="0"/>
                </a:moveTo>
                <a:lnTo>
                  <a:pt x="80869" y="0"/>
                </a:lnTo>
                <a:lnTo>
                  <a:pt x="88391" y="6095"/>
                </a:lnTo>
                <a:lnTo>
                  <a:pt x="88391" y="19269"/>
                </a:lnTo>
                <a:lnTo>
                  <a:pt x="112077" y="0"/>
                </a:lnTo>
                <a:close/>
              </a:path>
              <a:path w="329564" h="146685">
                <a:moveTo>
                  <a:pt x="173735" y="62483"/>
                </a:moveTo>
                <a:lnTo>
                  <a:pt x="156971" y="62483"/>
                </a:lnTo>
                <a:lnTo>
                  <a:pt x="165353" y="69468"/>
                </a:lnTo>
                <a:lnTo>
                  <a:pt x="173735" y="62483"/>
                </a:lnTo>
                <a:close/>
              </a:path>
              <a:path w="329564" h="146685">
                <a:moveTo>
                  <a:pt x="165353" y="69468"/>
                </a:moveTo>
                <a:lnTo>
                  <a:pt x="156971" y="62483"/>
                </a:lnTo>
                <a:lnTo>
                  <a:pt x="156971" y="76453"/>
                </a:lnTo>
                <a:lnTo>
                  <a:pt x="165353" y="69468"/>
                </a:lnTo>
                <a:close/>
              </a:path>
              <a:path w="329564" h="146685">
                <a:moveTo>
                  <a:pt x="173735" y="76453"/>
                </a:moveTo>
                <a:lnTo>
                  <a:pt x="173735" y="62483"/>
                </a:lnTo>
                <a:lnTo>
                  <a:pt x="165353" y="69468"/>
                </a:lnTo>
                <a:lnTo>
                  <a:pt x="173735" y="76453"/>
                </a:lnTo>
                <a:close/>
              </a:path>
              <a:path w="329564" h="146685">
                <a:moveTo>
                  <a:pt x="329183" y="57911"/>
                </a:moveTo>
                <a:lnTo>
                  <a:pt x="258950" y="0"/>
                </a:lnTo>
                <a:lnTo>
                  <a:pt x="249708" y="0"/>
                </a:lnTo>
                <a:lnTo>
                  <a:pt x="242315" y="6095"/>
                </a:lnTo>
                <a:lnTo>
                  <a:pt x="242315" y="0"/>
                </a:lnTo>
                <a:lnTo>
                  <a:pt x="218567" y="0"/>
                </a:lnTo>
                <a:lnTo>
                  <a:pt x="293556" y="62059"/>
                </a:lnTo>
                <a:lnTo>
                  <a:pt x="301751" y="51815"/>
                </a:lnTo>
                <a:lnTo>
                  <a:pt x="303275" y="70103"/>
                </a:lnTo>
                <a:lnTo>
                  <a:pt x="303275" y="89883"/>
                </a:lnTo>
                <a:lnTo>
                  <a:pt x="329183" y="57911"/>
                </a:lnTo>
                <a:close/>
              </a:path>
              <a:path w="329564" h="146685">
                <a:moveTo>
                  <a:pt x="263651" y="138780"/>
                </a:moveTo>
                <a:lnTo>
                  <a:pt x="263651" y="117347"/>
                </a:lnTo>
                <a:lnTo>
                  <a:pt x="246887" y="120395"/>
                </a:lnTo>
                <a:lnTo>
                  <a:pt x="246887" y="137413"/>
                </a:lnTo>
                <a:lnTo>
                  <a:pt x="257555" y="146303"/>
                </a:lnTo>
                <a:lnTo>
                  <a:pt x="263651" y="138780"/>
                </a:lnTo>
                <a:close/>
              </a:path>
              <a:path w="329564" h="146685">
                <a:moveTo>
                  <a:pt x="303275" y="89883"/>
                </a:moveTo>
                <a:lnTo>
                  <a:pt x="303275" y="70103"/>
                </a:lnTo>
                <a:lnTo>
                  <a:pt x="293556" y="62059"/>
                </a:lnTo>
                <a:lnTo>
                  <a:pt x="254981" y="110278"/>
                </a:lnTo>
                <a:lnTo>
                  <a:pt x="263651" y="117347"/>
                </a:lnTo>
                <a:lnTo>
                  <a:pt x="263651" y="138780"/>
                </a:lnTo>
                <a:lnTo>
                  <a:pt x="303275" y="8988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52201" y="4308349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45702" y="873830"/>
            <a:ext cx="7776210" cy="26760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4912" y="196850"/>
            <a:ext cx="504063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85" dirty="0"/>
              <a:t>Tree </a:t>
            </a:r>
            <a:r>
              <a:rPr sz="4399" spc="-10" dirty="0"/>
              <a:t>Search</a:t>
            </a:r>
            <a:r>
              <a:rPr sz="4399" spc="10" dirty="0"/>
              <a:t> </a:t>
            </a:r>
            <a:r>
              <a:rPr sz="4399" spc="-5" dirty="0"/>
              <a:t>Algorithm</a:t>
            </a:r>
            <a:endParaRPr sz="4399" dirty="0"/>
          </a:p>
        </p:txBody>
      </p:sp>
      <p:sp>
        <p:nvSpPr>
          <p:cNvPr id="4" name="object 4"/>
          <p:cNvSpPr/>
          <p:nvPr/>
        </p:nvSpPr>
        <p:spPr>
          <a:xfrm>
            <a:off x="2677484" y="4006596"/>
            <a:ext cx="9906628" cy="3549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72822" y="6792465"/>
            <a:ext cx="177800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1315"/>
              </a:lnSpc>
            </a:pPr>
            <a:r>
              <a:rPr sz="1200" dirty="0">
                <a:solidFill>
                  <a:srgbClr val="898989"/>
                </a:solidFill>
                <a:latin typeface="Gill Sans MT"/>
                <a:cs typeface="Gill Sans MT"/>
              </a:rPr>
              <a:t>44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7983" y="1653541"/>
            <a:ext cx="6339840" cy="1882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82777" y="101622"/>
            <a:ext cx="5040630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85" dirty="0"/>
              <a:t>Tree </a:t>
            </a:r>
            <a:r>
              <a:rPr sz="4399" spc="-10" dirty="0"/>
              <a:t>Search</a:t>
            </a:r>
            <a:r>
              <a:rPr sz="4399" spc="10" dirty="0"/>
              <a:t> </a:t>
            </a:r>
            <a:r>
              <a:rPr sz="4399" spc="-5" dirty="0"/>
              <a:t>Algorithm</a:t>
            </a:r>
            <a:endParaRPr sz="4399" dirty="0"/>
          </a:p>
        </p:txBody>
      </p:sp>
      <p:sp>
        <p:nvSpPr>
          <p:cNvPr id="4" name="object 4"/>
          <p:cNvSpPr/>
          <p:nvPr/>
        </p:nvSpPr>
        <p:spPr>
          <a:xfrm>
            <a:off x="9154481" y="2711195"/>
            <a:ext cx="2133600" cy="1066800"/>
          </a:xfrm>
          <a:custGeom>
            <a:avLst/>
            <a:gdLst/>
            <a:ahLst/>
            <a:cxnLst/>
            <a:rect l="l" t="t" r="r" b="b"/>
            <a:pathLst>
              <a:path w="2133600" h="1066800">
                <a:moveTo>
                  <a:pt x="2133599" y="1016507"/>
                </a:moveTo>
                <a:lnTo>
                  <a:pt x="2133599" y="204215"/>
                </a:lnTo>
                <a:lnTo>
                  <a:pt x="2128290" y="157394"/>
                </a:lnTo>
                <a:lnTo>
                  <a:pt x="2113143" y="114411"/>
                </a:lnTo>
                <a:lnTo>
                  <a:pt x="2089332" y="76493"/>
                </a:lnTo>
                <a:lnTo>
                  <a:pt x="2058030" y="44866"/>
                </a:lnTo>
                <a:lnTo>
                  <a:pt x="2020410" y="20758"/>
                </a:lnTo>
                <a:lnTo>
                  <a:pt x="1977645" y="5393"/>
                </a:lnTo>
                <a:lnTo>
                  <a:pt x="1930907" y="0"/>
                </a:lnTo>
                <a:lnTo>
                  <a:pt x="204215" y="0"/>
                </a:lnTo>
                <a:lnTo>
                  <a:pt x="157394" y="5393"/>
                </a:lnTo>
                <a:lnTo>
                  <a:pt x="114411" y="20758"/>
                </a:lnTo>
                <a:lnTo>
                  <a:pt x="76493" y="44866"/>
                </a:lnTo>
                <a:lnTo>
                  <a:pt x="44866" y="76493"/>
                </a:lnTo>
                <a:lnTo>
                  <a:pt x="20758" y="114411"/>
                </a:lnTo>
                <a:lnTo>
                  <a:pt x="5393" y="157394"/>
                </a:lnTo>
                <a:lnTo>
                  <a:pt x="0" y="204215"/>
                </a:lnTo>
                <a:lnTo>
                  <a:pt x="0" y="1016507"/>
                </a:lnTo>
                <a:lnTo>
                  <a:pt x="5393" y="1063245"/>
                </a:lnTo>
                <a:lnTo>
                  <a:pt x="6671" y="1066800"/>
                </a:lnTo>
                <a:lnTo>
                  <a:pt x="2127031" y="1066800"/>
                </a:lnTo>
                <a:lnTo>
                  <a:pt x="2128290" y="1063245"/>
                </a:lnTo>
                <a:lnTo>
                  <a:pt x="2133599" y="1016507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48386" y="2705100"/>
            <a:ext cx="2139950" cy="1073150"/>
          </a:xfrm>
          <a:custGeom>
            <a:avLst/>
            <a:gdLst/>
            <a:ahLst/>
            <a:cxnLst/>
            <a:rect l="l" t="t" r="r" b="b"/>
            <a:pathLst>
              <a:path w="2139950" h="1073150">
                <a:moveTo>
                  <a:pt x="2139698" y="1072896"/>
                </a:moveTo>
                <a:lnTo>
                  <a:pt x="2139698" y="157741"/>
                </a:lnTo>
                <a:lnTo>
                  <a:pt x="2130551" y="128015"/>
                </a:lnTo>
                <a:lnTo>
                  <a:pt x="2110739" y="92963"/>
                </a:lnTo>
                <a:lnTo>
                  <a:pt x="2071115" y="48767"/>
                </a:lnTo>
                <a:lnTo>
                  <a:pt x="2037587" y="25907"/>
                </a:lnTo>
                <a:lnTo>
                  <a:pt x="1999487" y="9143"/>
                </a:lnTo>
                <a:lnTo>
                  <a:pt x="1958339" y="1523"/>
                </a:lnTo>
                <a:lnTo>
                  <a:pt x="1937003" y="0"/>
                </a:lnTo>
                <a:lnTo>
                  <a:pt x="210311" y="0"/>
                </a:lnTo>
                <a:lnTo>
                  <a:pt x="167639" y="4571"/>
                </a:lnTo>
                <a:lnTo>
                  <a:pt x="128015" y="16763"/>
                </a:lnTo>
                <a:lnTo>
                  <a:pt x="92963" y="36575"/>
                </a:lnTo>
                <a:lnTo>
                  <a:pt x="48767" y="76199"/>
                </a:lnTo>
                <a:lnTo>
                  <a:pt x="25907" y="109727"/>
                </a:lnTo>
                <a:lnTo>
                  <a:pt x="9143" y="147827"/>
                </a:lnTo>
                <a:lnTo>
                  <a:pt x="1523" y="188975"/>
                </a:lnTo>
                <a:lnTo>
                  <a:pt x="0" y="210311"/>
                </a:lnTo>
                <a:lnTo>
                  <a:pt x="0" y="1022603"/>
                </a:lnTo>
                <a:lnTo>
                  <a:pt x="1523" y="1043939"/>
                </a:lnTo>
                <a:lnTo>
                  <a:pt x="4571" y="1065275"/>
                </a:lnTo>
                <a:lnTo>
                  <a:pt x="6330" y="1072896"/>
                </a:lnTo>
                <a:lnTo>
                  <a:pt x="13715" y="1072896"/>
                </a:lnTo>
                <a:lnTo>
                  <a:pt x="13715" y="190499"/>
                </a:lnTo>
                <a:lnTo>
                  <a:pt x="16763" y="170687"/>
                </a:lnTo>
                <a:lnTo>
                  <a:pt x="21335" y="155828"/>
                </a:lnTo>
                <a:lnTo>
                  <a:pt x="21335" y="152399"/>
                </a:lnTo>
                <a:lnTo>
                  <a:pt x="28955" y="132587"/>
                </a:lnTo>
                <a:lnTo>
                  <a:pt x="28955" y="134111"/>
                </a:lnTo>
                <a:lnTo>
                  <a:pt x="36575" y="115823"/>
                </a:lnTo>
                <a:lnTo>
                  <a:pt x="47243" y="99059"/>
                </a:lnTo>
                <a:lnTo>
                  <a:pt x="47243" y="100583"/>
                </a:lnTo>
                <a:lnTo>
                  <a:pt x="57911" y="85343"/>
                </a:lnTo>
                <a:lnTo>
                  <a:pt x="70103" y="71797"/>
                </a:lnTo>
                <a:lnTo>
                  <a:pt x="70103" y="71627"/>
                </a:lnTo>
                <a:lnTo>
                  <a:pt x="71627" y="70103"/>
                </a:lnTo>
                <a:lnTo>
                  <a:pt x="71627" y="70256"/>
                </a:lnTo>
                <a:lnTo>
                  <a:pt x="85343" y="57911"/>
                </a:lnTo>
                <a:lnTo>
                  <a:pt x="99059" y="48310"/>
                </a:lnTo>
                <a:lnTo>
                  <a:pt x="99059" y="47243"/>
                </a:lnTo>
                <a:lnTo>
                  <a:pt x="115823" y="36575"/>
                </a:lnTo>
                <a:lnTo>
                  <a:pt x="132587" y="29590"/>
                </a:lnTo>
                <a:lnTo>
                  <a:pt x="132587" y="28955"/>
                </a:lnTo>
                <a:lnTo>
                  <a:pt x="152399" y="21335"/>
                </a:lnTo>
                <a:lnTo>
                  <a:pt x="152399" y="22391"/>
                </a:lnTo>
                <a:lnTo>
                  <a:pt x="170687" y="16763"/>
                </a:lnTo>
                <a:lnTo>
                  <a:pt x="188975" y="13950"/>
                </a:lnTo>
                <a:lnTo>
                  <a:pt x="188975" y="13715"/>
                </a:lnTo>
                <a:lnTo>
                  <a:pt x="1958339" y="13715"/>
                </a:lnTo>
                <a:lnTo>
                  <a:pt x="1958339" y="13950"/>
                </a:lnTo>
                <a:lnTo>
                  <a:pt x="1976627" y="16763"/>
                </a:lnTo>
                <a:lnTo>
                  <a:pt x="1994915" y="22391"/>
                </a:lnTo>
                <a:lnTo>
                  <a:pt x="1994915" y="21335"/>
                </a:lnTo>
                <a:lnTo>
                  <a:pt x="2014727" y="28955"/>
                </a:lnTo>
                <a:lnTo>
                  <a:pt x="2014727" y="29590"/>
                </a:lnTo>
                <a:lnTo>
                  <a:pt x="2031491" y="36575"/>
                </a:lnTo>
                <a:lnTo>
                  <a:pt x="2048255" y="47243"/>
                </a:lnTo>
                <a:lnTo>
                  <a:pt x="2048255" y="48310"/>
                </a:lnTo>
                <a:lnTo>
                  <a:pt x="2061971" y="57911"/>
                </a:lnTo>
                <a:lnTo>
                  <a:pt x="2075687" y="70256"/>
                </a:lnTo>
                <a:lnTo>
                  <a:pt x="2075687" y="70103"/>
                </a:lnTo>
                <a:lnTo>
                  <a:pt x="2077211" y="71627"/>
                </a:lnTo>
                <a:lnTo>
                  <a:pt x="2077211" y="71797"/>
                </a:lnTo>
                <a:lnTo>
                  <a:pt x="2089403" y="85343"/>
                </a:lnTo>
                <a:lnTo>
                  <a:pt x="2100071" y="100583"/>
                </a:lnTo>
                <a:lnTo>
                  <a:pt x="2100071" y="99059"/>
                </a:lnTo>
                <a:lnTo>
                  <a:pt x="2110739" y="115823"/>
                </a:lnTo>
                <a:lnTo>
                  <a:pt x="2118359" y="134111"/>
                </a:lnTo>
                <a:lnTo>
                  <a:pt x="2118359" y="132587"/>
                </a:lnTo>
                <a:lnTo>
                  <a:pt x="2125979" y="152399"/>
                </a:lnTo>
                <a:lnTo>
                  <a:pt x="2125979" y="155828"/>
                </a:lnTo>
                <a:lnTo>
                  <a:pt x="2130551" y="170687"/>
                </a:lnTo>
                <a:lnTo>
                  <a:pt x="2133599" y="190499"/>
                </a:lnTo>
                <a:lnTo>
                  <a:pt x="2133599" y="1072896"/>
                </a:lnTo>
                <a:lnTo>
                  <a:pt x="2139698" y="1072896"/>
                </a:lnTo>
                <a:close/>
              </a:path>
              <a:path w="2139950" h="1073150">
                <a:moveTo>
                  <a:pt x="20046" y="1072896"/>
                </a:moveTo>
                <a:lnTo>
                  <a:pt x="16763" y="1062227"/>
                </a:lnTo>
                <a:lnTo>
                  <a:pt x="13715" y="1042415"/>
                </a:lnTo>
                <a:lnTo>
                  <a:pt x="13715" y="1072896"/>
                </a:lnTo>
                <a:lnTo>
                  <a:pt x="20046" y="1072896"/>
                </a:lnTo>
                <a:close/>
              </a:path>
              <a:path w="2139950" h="1073150">
                <a:moveTo>
                  <a:pt x="22859" y="150875"/>
                </a:moveTo>
                <a:lnTo>
                  <a:pt x="21335" y="152399"/>
                </a:lnTo>
                <a:lnTo>
                  <a:pt x="21335" y="155828"/>
                </a:lnTo>
                <a:lnTo>
                  <a:pt x="22859" y="150875"/>
                </a:lnTo>
                <a:close/>
              </a:path>
              <a:path w="2139950" h="1073150">
                <a:moveTo>
                  <a:pt x="71627" y="70103"/>
                </a:moveTo>
                <a:lnTo>
                  <a:pt x="70103" y="71627"/>
                </a:lnTo>
                <a:lnTo>
                  <a:pt x="70906" y="70906"/>
                </a:lnTo>
                <a:lnTo>
                  <a:pt x="71627" y="70103"/>
                </a:lnTo>
                <a:close/>
              </a:path>
              <a:path w="2139950" h="1073150">
                <a:moveTo>
                  <a:pt x="70906" y="70906"/>
                </a:moveTo>
                <a:lnTo>
                  <a:pt x="70103" y="71627"/>
                </a:lnTo>
                <a:lnTo>
                  <a:pt x="70103" y="71797"/>
                </a:lnTo>
                <a:lnTo>
                  <a:pt x="70906" y="70906"/>
                </a:lnTo>
                <a:close/>
              </a:path>
              <a:path w="2139950" h="1073150">
                <a:moveTo>
                  <a:pt x="71627" y="70256"/>
                </a:moveTo>
                <a:lnTo>
                  <a:pt x="71627" y="70103"/>
                </a:lnTo>
                <a:lnTo>
                  <a:pt x="70906" y="70906"/>
                </a:lnTo>
                <a:lnTo>
                  <a:pt x="71627" y="70256"/>
                </a:lnTo>
                <a:close/>
              </a:path>
              <a:path w="2139950" h="1073150">
                <a:moveTo>
                  <a:pt x="100583" y="47243"/>
                </a:moveTo>
                <a:lnTo>
                  <a:pt x="99059" y="47243"/>
                </a:lnTo>
                <a:lnTo>
                  <a:pt x="99059" y="48310"/>
                </a:lnTo>
                <a:lnTo>
                  <a:pt x="100583" y="47243"/>
                </a:lnTo>
                <a:close/>
              </a:path>
              <a:path w="2139950" h="1073150">
                <a:moveTo>
                  <a:pt x="134111" y="28955"/>
                </a:moveTo>
                <a:lnTo>
                  <a:pt x="132587" y="28955"/>
                </a:lnTo>
                <a:lnTo>
                  <a:pt x="132587" y="29590"/>
                </a:lnTo>
                <a:lnTo>
                  <a:pt x="134111" y="28955"/>
                </a:lnTo>
                <a:close/>
              </a:path>
              <a:path w="2139950" h="1073150">
                <a:moveTo>
                  <a:pt x="152399" y="22391"/>
                </a:moveTo>
                <a:lnTo>
                  <a:pt x="152399" y="21335"/>
                </a:lnTo>
                <a:lnTo>
                  <a:pt x="150875" y="22859"/>
                </a:lnTo>
                <a:lnTo>
                  <a:pt x="152399" y="22391"/>
                </a:lnTo>
                <a:close/>
              </a:path>
              <a:path w="2139950" h="1073150">
                <a:moveTo>
                  <a:pt x="190499" y="13715"/>
                </a:moveTo>
                <a:lnTo>
                  <a:pt x="188975" y="13715"/>
                </a:lnTo>
                <a:lnTo>
                  <a:pt x="188975" y="13950"/>
                </a:lnTo>
                <a:lnTo>
                  <a:pt x="190499" y="13715"/>
                </a:lnTo>
                <a:close/>
              </a:path>
              <a:path w="2139950" h="1073150">
                <a:moveTo>
                  <a:pt x="1958339" y="13950"/>
                </a:moveTo>
                <a:lnTo>
                  <a:pt x="1958339" y="13715"/>
                </a:lnTo>
                <a:lnTo>
                  <a:pt x="1956815" y="13715"/>
                </a:lnTo>
                <a:lnTo>
                  <a:pt x="1958339" y="13950"/>
                </a:lnTo>
                <a:close/>
              </a:path>
              <a:path w="2139950" h="1073150">
                <a:moveTo>
                  <a:pt x="1996439" y="22859"/>
                </a:moveTo>
                <a:lnTo>
                  <a:pt x="1994915" y="21335"/>
                </a:lnTo>
                <a:lnTo>
                  <a:pt x="1994915" y="22391"/>
                </a:lnTo>
                <a:lnTo>
                  <a:pt x="1996439" y="22859"/>
                </a:lnTo>
                <a:close/>
              </a:path>
              <a:path w="2139950" h="1073150">
                <a:moveTo>
                  <a:pt x="2014727" y="29590"/>
                </a:moveTo>
                <a:lnTo>
                  <a:pt x="2014727" y="28955"/>
                </a:lnTo>
                <a:lnTo>
                  <a:pt x="2013203" y="28955"/>
                </a:lnTo>
                <a:lnTo>
                  <a:pt x="2014727" y="29590"/>
                </a:lnTo>
                <a:close/>
              </a:path>
              <a:path w="2139950" h="1073150">
                <a:moveTo>
                  <a:pt x="2048255" y="48310"/>
                </a:moveTo>
                <a:lnTo>
                  <a:pt x="2048255" y="47243"/>
                </a:lnTo>
                <a:lnTo>
                  <a:pt x="2046731" y="47243"/>
                </a:lnTo>
                <a:lnTo>
                  <a:pt x="2048255" y="48310"/>
                </a:lnTo>
                <a:close/>
              </a:path>
              <a:path w="2139950" h="1073150">
                <a:moveTo>
                  <a:pt x="2077211" y="71627"/>
                </a:moveTo>
                <a:lnTo>
                  <a:pt x="2075687" y="70103"/>
                </a:lnTo>
                <a:lnTo>
                  <a:pt x="2076409" y="70906"/>
                </a:lnTo>
                <a:lnTo>
                  <a:pt x="2077211" y="71627"/>
                </a:lnTo>
                <a:close/>
              </a:path>
              <a:path w="2139950" h="1073150">
                <a:moveTo>
                  <a:pt x="2076409" y="70906"/>
                </a:moveTo>
                <a:lnTo>
                  <a:pt x="2075687" y="70103"/>
                </a:lnTo>
                <a:lnTo>
                  <a:pt x="2075687" y="70256"/>
                </a:lnTo>
                <a:lnTo>
                  <a:pt x="2076409" y="70906"/>
                </a:lnTo>
                <a:close/>
              </a:path>
              <a:path w="2139950" h="1073150">
                <a:moveTo>
                  <a:pt x="2077211" y="71797"/>
                </a:moveTo>
                <a:lnTo>
                  <a:pt x="2077211" y="71627"/>
                </a:lnTo>
                <a:lnTo>
                  <a:pt x="2076409" y="70906"/>
                </a:lnTo>
                <a:lnTo>
                  <a:pt x="2077211" y="71797"/>
                </a:lnTo>
                <a:close/>
              </a:path>
              <a:path w="2139950" h="1073150">
                <a:moveTo>
                  <a:pt x="2125979" y="155828"/>
                </a:moveTo>
                <a:lnTo>
                  <a:pt x="2125979" y="152399"/>
                </a:lnTo>
                <a:lnTo>
                  <a:pt x="2124455" y="150875"/>
                </a:lnTo>
                <a:lnTo>
                  <a:pt x="2125979" y="155828"/>
                </a:lnTo>
                <a:close/>
              </a:path>
              <a:path w="2139950" h="1073150">
                <a:moveTo>
                  <a:pt x="2133599" y="1072896"/>
                </a:moveTo>
                <a:lnTo>
                  <a:pt x="2133599" y="1042415"/>
                </a:lnTo>
                <a:lnTo>
                  <a:pt x="2130551" y="1062227"/>
                </a:lnTo>
                <a:lnTo>
                  <a:pt x="2127269" y="1072896"/>
                </a:lnTo>
                <a:lnTo>
                  <a:pt x="2133599" y="10728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77484" y="4006596"/>
            <a:ext cx="8001000" cy="2514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97055" y="3777997"/>
            <a:ext cx="2884805" cy="1728470"/>
          </a:xfrm>
          <a:custGeom>
            <a:avLst/>
            <a:gdLst/>
            <a:ahLst/>
            <a:cxnLst/>
            <a:rect l="l" t="t" r="r" b="b"/>
            <a:pathLst>
              <a:path w="2884804" h="1728470">
                <a:moveTo>
                  <a:pt x="1114043" y="662608"/>
                </a:moveTo>
                <a:lnTo>
                  <a:pt x="1114043" y="152399"/>
                </a:lnTo>
                <a:lnTo>
                  <a:pt x="0" y="1728215"/>
                </a:lnTo>
                <a:lnTo>
                  <a:pt x="1114043" y="662608"/>
                </a:lnTo>
                <a:close/>
              </a:path>
              <a:path w="2884804" h="1728470">
                <a:moveTo>
                  <a:pt x="2884459" y="0"/>
                </a:moveTo>
                <a:lnTo>
                  <a:pt x="764099" y="0"/>
                </a:lnTo>
                <a:lnTo>
                  <a:pt x="778186" y="39210"/>
                </a:lnTo>
                <a:lnTo>
                  <a:pt x="802294" y="76830"/>
                </a:lnTo>
                <a:lnTo>
                  <a:pt x="833921" y="108132"/>
                </a:lnTo>
                <a:lnTo>
                  <a:pt x="871839" y="131943"/>
                </a:lnTo>
                <a:lnTo>
                  <a:pt x="914822" y="147090"/>
                </a:lnTo>
                <a:lnTo>
                  <a:pt x="961643" y="152399"/>
                </a:lnTo>
                <a:lnTo>
                  <a:pt x="1114043" y="152399"/>
                </a:lnTo>
                <a:lnTo>
                  <a:pt x="1114043" y="662608"/>
                </a:lnTo>
                <a:lnTo>
                  <a:pt x="1647443" y="152399"/>
                </a:lnTo>
                <a:lnTo>
                  <a:pt x="2688335" y="152399"/>
                </a:lnTo>
                <a:lnTo>
                  <a:pt x="2735073" y="147090"/>
                </a:lnTo>
                <a:lnTo>
                  <a:pt x="2777838" y="131943"/>
                </a:lnTo>
                <a:lnTo>
                  <a:pt x="2815458" y="108132"/>
                </a:lnTo>
                <a:lnTo>
                  <a:pt x="2846760" y="76830"/>
                </a:lnTo>
                <a:lnTo>
                  <a:pt x="2870571" y="39210"/>
                </a:lnTo>
                <a:lnTo>
                  <a:pt x="2884459" y="0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63527" y="3777998"/>
            <a:ext cx="2924810" cy="1767839"/>
          </a:xfrm>
          <a:custGeom>
            <a:avLst/>
            <a:gdLst/>
            <a:ahLst/>
            <a:cxnLst/>
            <a:rect l="l" t="t" r="r" b="b"/>
            <a:pathLst>
              <a:path w="2924809" h="1767839">
                <a:moveTo>
                  <a:pt x="2743199" y="158495"/>
                </a:moveTo>
                <a:lnTo>
                  <a:pt x="2743199" y="146303"/>
                </a:lnTo>
                <a:lnTo>
                  <a:pt x="1677923" y="146303"/>
                </a:lnTo>
                <a:lnTo>
                  <a:pt x="78508" y="1676244"/>
                </a:lnTo>
                <a:lnTo>
                  <a:pt x="39623" y="1731263"/>
                </a:lnTo>
                <a:lnTo>
                  <a:pt x="29732" y="1724198"/>
                </a:lnTo>
                <a:lnTo>
                  <a:pt x="0" y="1766315"/>
                </a:lnTo>
                <a:lnTo>
                  <a:pt x="1523" y="1767839"/>
                </a:lnTo>
                <a:lnTo>
                  <a:pt x="1680971" y="161345"/>
                </a:lnTo>
                <a:lnTo>
                  <a:pt x="1680971" y="160019"/>
                </a:lnTo>
                <a:lnTo>
                  <a:pt x="1685543" y="156971"/>
                </a:lnTo>
                <a:lnTo>
                  <a:pt x="1685543" y="160019"/>
                </a:lnTo>
                <a:lnTo>
                  <a:pt x="2721863" y="160019"/>
                </a:lnTo>
                <a:lnTo>
                  <a:pt x="2743199" y="158495"/>
                </a:lnTo>
                <a:close/>
              </a:path>
              <a:path w="2924809" h="1767839">
                <a:moveTo>
                  <a:pt x="32552" y="1720203"/>
                </a:moveTo>
                <a:lnTo>
                  <a:pt x="28955" y="1723643"/>
                </a:lnTo>
                <a:lnTo>
                  <a:pt x="29732" y="1724198"/>
                </a:lnTo>
                <a:lnTo>
                  <a:pt x="32552" y="1720203"/>
                </a:lnTo>
                <a:close/>
              </a:path>
              <a:path w="2924809" h="1767839">
                <a:moveTo>
                  <a:pt x="78508" y="1676244"/>
                </a:moveTo>
                <a:lnTo>
                  <a:pt x="32552" y="1720203"/>
                </a:lnTo>
                <a:lnTo>
                  <a:pt x="29732" y="1724198"/>
                </a:lnTo>
                <a:lnTo>
                  <a:pt x="39623" y="1731263"/>
                </a:lnTo>
                <a:lnTo>
                  <a:pt x="78508" y="1676244"/>
                </a:lnTo>
                <a:close/>
              </a:path>
              <a:path w="2924809" h="1767839">
                <a:moveTo>
                  <a:pt x="1147571" y="163554"/>
                </a:moveTo>
                <a:lnTo>
                  <a:pt x="1147571" y="160019"/>
                </a:lnTo>
                <a:lnTo>
                  <a:pt x="1133945" y="160019"/>
                </a:lnTo>
                <a:lnTo>
                  <a:pt x="32552" y="1720203"/>
                </a:lnTo>
                <a:lnTo>
                  <a:pt x="78508" y="1676244"/>
                </a:lnTo>
                <a:lnTo>
                  <a:pt x="1147571" y="163554"/>
                </a:lnTo>
                <a:close/>
              </a:path>
              <a:path w="2924809" h="1767839">
                <a:moveTo>
                  <a:pt x="807719" y="9143"/>
                </a:moveTo>
                <a:lnTo>
                  <a:pt x="804906" y="0"/>
                </a:lnTo>
                <a:lnTo>
                  <a:pt x="791190" y="0"/>
                </a:lnTo>
                <a:lnTo>
                  <a:pt x="794003" y="12191"/>
                </a:lnTo>
                <a:lnTo>
                  <a:pt x="801623" y="32003"/>
                </a:lnTo>
                <a:lnTo>
                  <a:pt x="806195" y="41147"/>
                </a:lnTo>
                <a:lnTo>
                  <a:pt x="806195" y="7619"/>
                </a:lnTo>
                <a:lnTo>
                  <a:pt x="807719" y="9143"/>
                </a:lnTo>
                <a:close/>
              </a:path>
              <a:path w="2924809" h="1767839">
                <a:moveTo>
                  <a:pt x="855766" y="89113"/>
                </a:moveTo>
                <a:lnTo>
                  <a:pt x="842771" y="74675"/>
                </a:lnTo>
                <a:lnTo>
                  <a:pt x="832103" y="59435"/>
                </a:lnTo>
                <a:lnTo>
                  <a:pt x="832103" y="60959"/>
                </a:lnTo>
                <a:lnTo>
                  <a:pt x="821435" y="44195"/>
                </a:lnTo>
                <a:lnTo>
                  <a:pt x="813815" y="25907"/>
                </a:lnTo>
                <a:lnTo>
                  <a:pt x="813815" y="27431"/>
                </a:lnTo>
                <a:lnTo>
                  <a:pt x="806195" y="7619"/>
                </a:lnTo>
                <a:lnTo>
                  <a:pt x="806195" y="41147"/>
                </a:lnTo>
                <a:lnTo>
                  <a:pt x="810767" y="50291"/>
                </a:lnTo>
                <a:lnTo>
                  <a:pt x="821435" y="67055"/>
                </a:lnTo>
                <a:lnTo>
                  <a:pt x="833627" y="83819"/>
                </a:lnTo>
                <a:lnTo>
                  <a:pt x="854963" y="105155"/>
                </a:lnTo>
                <a:lnTo>
                  <a:pt x="854963" y="88391"/>
                </a:lnTo>
                <a:lnTo>
                  <a:pt x="855766" y="89113"/>
                </a:lnTo>
                <a:close/>
              </a:path>
              <a:path w="2924809" h="1767839">
                <a:moveTo>
                  <a:pt x="856487" y="89915"/>
                </a:moveTo>
                <a:lnTo>
                  <a:pt x="855766" y="89113"/>
                </a:lnTo>
                <a:lnTo>
                  <a:pt x="854963" y="88391"/>
                </a:lnTo>
                <a:lnTo>
                  <a:pt x="856487" y="89915"/>
                </a:lnTo>
                <a:close/>
              </a:path>
              <a:path w="2924809" h="1767839">
                <a:moveTo>
                  <a:pt x="856487" y="106679"/>
                </a:moveTo>
                <a:lnTo>
                  <a:pt x="856487" y="89915"/>
                </a:lnTo>
                <a:lnTo>
                  <a:pt x="854963" y="88391"/>
                </a:lnTo>
                <a:lnTo>
                  <a:pt x="854963" y="105155"/>
                </a:lnTo>
                <a:lnTo>
                  <a:pt x="856487" y="106679"/>
                </a:lnTo>
                <a:close/>
              </a:path>
              <a:path w="2924809" h="1767839">
                <a:moveTo>
                  <a:pt x="885443" y="112775"/>
                </a:moveTo>
                <a:lnTo>
                  <a:pt x="870203" y="102107"/>
                </a:lnTo>
                <a:lnTo>
                  <a:pt x="855766" y="89113"/>
                </a:lnTo>
                <a:lnTo>
                  <a:pt x="856487" y="89915"/>
                </a:lnTo>
                <a:lnTo>
                  <a:pt x="856487" y="106679"/>
                </a:lnTo>
                <a:lnTo>
                  <a:pt x="861059" y="111251"/>
                </a:lnTo>
                <a:lnTo>
                  <a:pt x="877823" y="123443"/>
                </a:lnTo>
                <a:lnTo>
                  <a:pt x="883919" y="127322"/>
                </a:lnTo>
                <a:lnTo>
                  <a:pt x="883919" y="112775"/>
                </a:lnTo>
                <a:lnTo>
                  <a:pt x="885443" y="112775"/>
                </a:lnTo>
                <a:close/>
              </a:path>
              <a:path w="2924809" h="1767839">
                <a:moveTo>
                  <a:pt x="918971" y="131063"/>
                </a:moveTo>
                <a:lnTo>
                  <a:pt x="900683" y="123443"/>
                </a:lnTo>
                <a:lnTo>
                  <a:pt x="883919" y="112775"/>
                </a:lnTo>
                <a:lnTo>
                  <a:pt x="883919" y="127322"/>
                </a:lnTo>
                <a:lnTo>
                  <a:pt x="894587" y="134111"/>
                </a:lnTo>
                <a:lnTo>
                  <a:pt x="912875" y="143255"/>
                </a:lnTo>
                <a:lnTo>
                  <a:pt x="917447" y="144662"/>
                </a:lnTo>
                <a:lnTo>
                  <a:pt x="917447" y="131063"/>
                </a:lnTo>
                <a:lnTo>
                  <a:pt x="918971" y="131063"/>
                </a:lnTo>
                <a:close/>
              </a:path>
              <a:path w="2924809" h="1767839">
                <a:moveTo>
                  <a:pt x="937259" y="150758"/>
                </a:moveTo>
                <a:lnTo>
                  <a:pt x="937259" y="138683"/>
                </a:lnTo>
                <a:lnTo>
                  <a:pt x="917447" y="131063"/>
                </a:lnTo>
                <a:lnTo>
                  <a:pt x="917447" y="144662"/>
                </a:lnTo>
                <a:lnTo>
                  <a:pt x="937259" y="150758"/>
                </a:lnTo>
                <a:close/>
              </a:path>
              <a:path w="2924809" h="1767839">
                <a:moveTo>
                  <a:pt x="975359" y="146303"/>
                </a:moveTo>
                <a:lnTo>
                  <a:pt x="955547" y="143255"/>
                </a:lnTo>
                <a:lnTo>
                  <a:pt x="935735" y="137159"/>
                </a:lnTo>
                <a:lnTo>
                  <a:pt x="937259" y="138683"/>
                </a:lnTo>
                <a:lnTo>
                  <a:pt x="937259" y="150758"/>
                </a:lnTo>
                <a:lnTo>
                  <a:pt x="952499" y="155447"/>
                </a:lnTo>
                <a:lnTo>
                  <a:pt x="973835" y="158495"/>
                </a:lnTo>
                <a:lnTo>
                  <a:pt x="973835" y="146303"/>
                </a:lnTo>
                <a:lnTo>
                  <a:pt x="975359" y="146303"/>
                </a:lnTo>
                <a:close/>
              </a:path>
              <a:path w="2924809" h="1767839">
                <a:moveTo>
                  <a:pt x="1159763" y="146303"/>
                </a:moveTo>
                <a:lnTo>
                  <a:pt x="973835" y="146303"/>
                </a:lnTo>
                <a:lnTo>
                  <a:pt x="973835" y="158495"/>
                </a:lnTo>
                <a:lnTo>
                  <a:pt x="995171" y="160019"/>
                </a:lnTo>
                <a:lnTo>
                  <a:pt x="1133945" y="160019"/>
                </a:lnTo>
                <a:lnTo>
                  <a:pt x="1141475" y="149351"/>
                </a:lnTo>
                <a:lnTo>
                  <a:pt x="1147571" y="160019"/>
                </a:lnTo>
                <a:lnTo>
                  <a:pt x="1147571" y="163554"/>
                </a:lnTo>
                <a:lnTo>
                  <a:pt x="1159763" y="146303"/>
                </a:lnTo>
                <a:close/>
              </a:path>
              <a:path w="2924809" h="1767839">
                <a:moveTo>
                  <a:pt x="1147571" y="160019"/>
                </a:moveTo>
                <a:lnTo>
                  <a:pt x="1141475" y="149351"/>
                </a:lnTo>
                <a:lnTo>
                  <a:pt x="1133945" y="160019"/>
                </a:lnTo>
                <a:lnTo>
                  <a:pt x="1147571" y="160019"/>
                </a:lnTo>
                <a:close/>
              </a:path>
              <a:path w="2924809" h="1767839">
                <a:moveTo>
                  <a:pt x="1685543" y="156971"/>
                </a:moveTo>
                <a:lnTo>
                  <a:pt x="1680971" y="160019"/>
                </a:lnTo>
                <a:lnTo>
                  <a:pt x="1682357" y="160019"/>
                </a:lnTo>
                <a:lnTo>
                  <a:pt x="1685543" y="156971"/>
                </a:lnTo>
                <a:close/>
              </a:path>
              <a:path w="2924809" h="1767839">
                <a:moveTo>
                  <a:pt x="1682357" y="160019"/>
                </a:moveTo>
                <a:lnTo>
                  <a:pt x="1680971" y="160019"/>
                </a:lnTo>
                <a:lnTo>
                  <a:pt x="1680971" y="161345"/>
                </a:lnTo>
                <a:lnTo>
                  <a:pt x="1682357" y="160019"/>
                </a:lnTo>
                <a:close/>
              </a:path>
              <a:path w="2924809" h="1767839">
                <a:moveTo>
                  <a:pt x="1685543" y="160019"/>
                </a:moveTo>
                <a:lnTo>
                  <a:pt x="1685543" y="156971"/>
                </a:lnTo>
                <a:lnTo>
                  <a:pt x="1682357" y="160019"/>
                </a:lnTo>
                <a:lnTo>
                  <a:pt x="1685543" y="160019"/>
                </a:lnTo>
                <a:close/>
              </a:path>
              <a:path w="2924809" h="1767839">
                <a:moveTo>
                  <a:pt x="2781299" y="137159"/>
                </a:moveTo>
                <a:lnTo>
                  <a:pt x="2761487" y="143255"/>
                </a:lnTo>
                <a:lnTo>
                  <a:pt x="2741675" y="146303"/>
                </a:lnTo>
                <a:lnTo>
                  <a:pt x="2743199" y="146303"/>
                </a:lnTo>
                <a:lnTo>
                  <a:pt x="2743199" y="158495"/>
                </a:lnTo>
                <a:lnTo>
                  <a:pt x="2764535" y="155447"/>
                </a:lnTo>
                <a:lnTo>
                  <a:pt x="2779775" y="150758"/>
                </a:lnTo>
                <a:lnTo>
                  <a:pt x="2779775" y="138683"/>
                </a:lnTo>
                <a:lnTo>
                  <a:pt x="2781299" y="137159"/>
                </a:lnTo>
                <a:close/>
              </a:path>
              <a:path w="2924809" h="1767839">
                <a:moveTo>
                  <a:pt x="2799587" y="144662"/>
                </a:moveTo>
                <a:lnTo>
                  <a:pt x="2799587" y="131063"/>
                </a:lnTo>
                <a:lnTo>
                  <a:pt x="2779775" y="138683"/>
                </a:lnTo>
                <a:lnTo>
                  <a:pt x="2779775" y="150758"/>
                </a:lnTo>
                <a:lnTo>
                  <a:pt x="2799587" y="144662"/>
                </a:lnTo>
                <a:close/>
              </a:path>
              <a:path w="2924809" h="1767839">
                <a:moveTo>
                  <a:pt x="2833115" y="127322"/>
                </a:moveTo>
                <a:lnTo>
                  <a:pt x="2833115" y="112775"/>
                </a:lnTo>
                <a:lnTo>
                  <a:pt x="2816351" y="123443"/>
                </a:lnTo>
                <a:lnTo>
                  <a:pt x="2798063" y="131063"/>
                </a:lnTo>
                <a:lnTo>
                  <a:pt x="2799587" y="131063"/>
                </a:lnTo>
                <a:lnTo>
                  <a:pt x="2799587" y="144662"/>
                </a:lnTo>
                <a:lnTo>
                  <a:pt x="2804159" y="143255"/>
                </a:lnTo>
                <a:lnTo>
                  <a:pt x="2822447" y="134111"/>
                </a:lnTo>
                <a:lnTo>
                  <a:pt x="2833115" y="127322"/>
                </a:lnTo>
                <a:close/>
              </a:path>
              <a:path w="2924809" h="1767839">
                <a:moveTo>
                  <a:pt x="2861269" y="89113"/>
                </a:moveTo>
                <a:lnTo>
                  <a:pt x="2846831" y="102107"/>
                </a:lnTo>
                <a:lnTo>
                  <a:pt x="2831591" y="112775"/>
                </a:lnTo>
                <a:lnTo>
                  <a:pt x="2833115" y="112775"/>
                </a:lnTo>
                <a:lnTo>
                  <a:pt x="2833115" y="127322"/>
                </a:lnTo>
                <a:lnTo>
                  <a:pt x="2839211" y="123443"/>
                </a:lnTo>
                <a:lnTo>
                  <a:pt x="2855975" y="111251"/>
                </a:lnTo>
                <a:lnTo>
                  <a:pt x="2860547" y="106679"/>
                </a:lnTo>
                <a:lnTo>
                  <a:pt x="2860547" y="89915"/>
                </a:lnTo>
                <a:lnTo>
                  <a:pt x="2861269" y="89113"/>
                </a:lnTo>
                <a:close/>
              </a:path>
              <a:path w="2924809" h="1767839">
                <a:moveTo>
                  <a:pt x="2862071" y="88391"/>
                </a:moveTo>
                <a:lnTo>
                  <a:pt x="2861269" y="89113"/>
                </a:lnTo>
                <a:lnTo>
                  <a:pt x="2860547" y="89915"/>
                </a:lnTo>
                <a:lnTo>
                  <a:pt x="2862071" y="88391"/>
                </a:lnTo>
                <a:close/>
              </a:path>
              <a:path w="2924809" h="1767839">
                <a:moveTo>
                  <a:pt x="2862071" y="105155"/>
                </a:moveTo>
                <a:lnTo>
                  <a:pt x="2862071" y="88391"/>
                </a:lnTo>
                <a:lnTo>
                  <a:pt x="2860547" y="89915"/>
                </a:lnTo>
                <a:lnTo>
                  <a:pt x="2860547" y="106679"/>
                </a:lnTo>
                <a:lnTo>
                  <a:pt x="2862071" y="105155"/>
                </a:lnTo>
                <a:close/>
              </a:path>
              <a:path w="2924809" h="1767839">
                <a:moveTo>
                  <a:pt x="2910839" y="41147"/>
                </a:moveTo>
                <a:lnTo>
                  <a:pt x="2910839" y="7619"/>
                </a:lnTo>
                <a:lnTo>
                  <a:pt x="2903219" y="27431"/>
                </a:lnTo>
                <a:lnTo>
                  <a:pt x="2903219" y="25907"/>
                </a:lnTo>
                <a:lnTo>
                  <a:pt x="2895599" y="44195"/>
                </a:lnTo>
                <a:lnTo>
                  <a:pt x="2884931" y="60959"/>
                </a:lnTo>
                <a:lnTo>
                  <a:pt x="2884931" y="59435"/>
                </a:lnTo>
                <a:lnTo>
                  <a:pt x="2874263" y="74675"/>
                </a:lnTo>
                <a:lnTo>
                  <a:pt x="2861269" y="89113"/>
                </a:lnTo>
                <a:lnTo>
                  <a:pt x="2862071" y="88391"/>
                </a:lnTo>
                <a:lnTo>
                  <a:pt x="2862071" y="105155"/>
                </a:lnTo>
                <a:lnTo>
                  <a:pt x="2883407" y="83819"/>
                </a:lnTo>
                <a:lnTo>
                  <a:pt x="2895599" y="67055"/>
                </a:lnTo>
                <a:lnTo>
                  <a:pt x="2906267" y="50291"/>
                </a:lnTo>
                <a:lnTo>
                  <a:pt x="2910839" y="41147"/>
                </a:lnTo>
                <a:close/>
              </a:path>
              <a:path w="2924809" h="1767839">
                <a:moveTo>
                  <a:pt x="2924558" y="2277"/>
                </a:moveTo>
                <a:lnTo>
                  <a:pt x="2924558" y="0"/>
                </a:lnTo>
                <a:lnTo>
                  <a:pt x="2912129" y="0"/>
                </a:lnTo>
                <a:lnTo>
                  <a:pt x="2909315" y="9143"/>
                </a:lnTo>
                <a:lnTo>
                  <a:pt x="2910839" y="7619"/>
                </a:lnTo>
                <a:lnTo>
                  <a:pt x="2910839" y="41147"/>
                </a:lnTo>
                <a:lnTo>
                  <a:pt x="2915411" y="32003"/>
                </a:lnTo>
                <a:lnTo>
                  <a:pt x="2924558" y="2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55146" y="2808730"/>
            <a:ext cx="173101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 marR="5079" algn="ctr"/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This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“strategy” 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is 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differentiates  different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search  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algorithms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3112" y="75796"/>
            <a:ext cx="3914775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spc="-10" dirty="0"/>
              <a:t>Search</a:t>
            </a:r>
            <a:r>
              <a:rPr sz="4399" spc="-120" dirty="0"/>
              <a:t> </a:t>
            </a:r>
            <a:r>
              <a:rPr sz="4399" spc="-15" dirty="0"/>
              <a:t>Strategies</a:t>
            </a:r>
            <a:endParaRPr sz="4399" dirty="0"/>
          </a:p>
        </p:txBody>
      </p:sp>
      <p:sp>
        <p:nvSpPr>
          <p:cNvPr id="3" name="object 3"/>
          <p:cNvSpPr txBox="1"/>
          <p:nvPr/>
        </p:nvSpPr>
        <p:spPr>
          <a:xfrm>
            <a:off x="163512" y="768910"/>
            <a:ext cx="13269913" cy="1382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577" marR="5079" indent="-342878">
              <a:buFont typeface="Courier New"/>
              <a:buChar char="•"/>
              <a:tabLst>
                <a:tab pos="355577" algn="l"/>
                <a:tab pos="3407824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search 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strategy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defined by </a:t>
            </a:r>
            <a:r>
              <a:rPr sz="2800" spc="-10" dirty="0">
                <a:latin typeface="Calibri"/>
                <a:cs typeface="Calibri"/>
              </a:rPr>
              <a:t>picking the </a:t>
            </a:r>
            <a:r>
              <a:rPr sz="2800" spc="-15" dirty="0">
                <a:solidFill>
                  <a:srgbClr val="1E487C"/>
                </a:solidFill>
                <a:latin typeface="Calibri"/>
                <a:cs typeface="Calibri"/>
              </a:rPr>
              <a:t>order </a:t>
            </a:r>
            <a:r>
              <a:rPr sz="2800" spc="-5" dirty="0">
                <a:solidFill>
                  <a:srgbClr val="1E487C"/>
                </a:solidFill>
                <a:latin typeface="Calibri"/>
                <a:cs typeface="Calibri"/>
              </a:rPr>
              <a:t>of  </a:t>
            </a:r>
            <a:r>
              <a:rPr sz="2800" spc="-10" dirty="0">
                <a:solidFill>
                  <a:srgbClr val="1E487C"/>
                </a:solidFill>
                <a:latin typeface="Calibri"/>
                <a:cs typeface="Calibri"/>
              </a:rPr>
              <a:t>node</a:t>
            </a:r>
            <a:r>
              <a:rPr sz="2800" spc="15" dirty="0">
                <a:solidFill>
                  <a:srgbClr val="1E487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1E487C"/>
                </a:solidFill>
                <a:latin typeface="Calibri"/>
                <a:cs typeface="Calibri"/>
              </a:rPr>
              <a:t>expansion</a:t>
            </a:r>
            <a:r>
              <a:rPr sz="2800" spc="65" dirty="0">
                <a:solidFill>
                  <a:srgbClr val="1E487C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e.g.	</a:t>
            </a:r>
            <a:r>
              <a:rPr sz="2800" spc="-15" dirty="0">
                <a:latin typeface="Calibri"/>
                <a:cs typeface="Calibri"/>
              </a:rPr>
              <a:t>Breadth </a:t>
            </a: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</a:t>
            </a:r>
            <a:endParaRPr sz="2800" dirty="0">
              <a:latin typeface="Calibri"/>
              <a:cs typeface="Calibri"/>
            </a:endParaRPr>
          </a:p>
          <a:p>
            <a:pPr marL="355577" marR="990536" indent="-342878">
              <a:spcBef>
                <a:spcPts val="670"/>
              </a:spcBef>
              <a:buFont typeface="Courier New"/>
              <a:buChar char="•"/>
              <a:tabLst>
                <a:tab pos="355577" algn="l"/>
              </a:tabLst>
            </a:pPr>
            <a:r>
              <a:rPr sz="2800" spc="-15" dirty="0">
                <a:latin typeface="Calibri"/>
                <a:cs typeface="Calibri"/>
              </a:rPr>
              <a:t>Strategies are </a:t>
            </a:r>
            <a:r>
              <a:rPr sz="2800" spc="-20" dirty="0">
                <a:latin typeface="Calibri"/>
                <a:cs typeface="Calibri"/>
              </a:rPr>
              <a:t>evaluated </a:t>
            </a:r>
            <a:r>
              <a:rPr sz="2800" spc="-5" dirty="0">
                <a:latin typeface="Calibri"/>
                <a:cs typeface="Calibri"/>
              </a:rPr>
              <a:t>along </a:t>
            </a: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following  </a:t>
            </a:r>
            <a:r>
              <a:rPr sz="2800" spc="-10" dirty="0">
                <a:latin typeface="Calibri"/>
                <a:cs typeface="Calibri"/>
              </a:rPr>
              <a:t>dimensions: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44085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77912" y="2379432"/>
            <a:ext cx="11963400" cy="4938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869" indent="-457171">
              <a:buAutoNum type="arabicPeriod"/>
              <a:tabLst>
                <a:tab pos="469869" algn="l"/>
                <a:tab pos="470504" algn="l"/>
              </a:tabLst>
            </a:pPr>
            <a:r>
              <a:rPr sz="2800" spc="15" dirty="0">
                <a:latin typeface="Calibri"/>
                <a:cs typeface="Calibri"/>
              </a:rPr>
              <a:t>Completeness</a:t>
            </a:r>
            <a:endParaRPr sz="2800" dirty="0">
              <a:latin typeface="Calibri"/>
              <a:cs typeface="Calibri"/>
            </a:endParaRPr>
          </a:p>
          <a:p>
            <a:pPr marL="754331" lvl="1" indent="-228585">
              <a:spcBef>
                <a:spcPts val="439"/>
              </a:spcBef>
              <a:buFont typeface="Courier New"/>
              <a:buChar char="•"/>
              <a:tabLst>
                <a:tab pos="754966" algn="l"/>
              </a:tabLst>
            </a:pPr>
            <a:r>
              <a:rPr sz="2400" spc="-10" dirty="0">
                <a:latin typeface="Calibri"/>
                <a:cs typeface="Calibri"/>
              </a:rPr>
              <a:t>Guarantees </a:t>
            </a:r>
            <a:r>
              <a:rPr sz="2400" dirty="0">
                <a:latin typeface="Calibri"/>
                <a:cs typeface="Calibri"/>
              </a:rPr>
              <a:t>finding a </a:t>
            </a:r>
            <a:r>
              <a:rPr sz="2400" spc="-5" dirty="0">
                <a:latin typeface="Calibri"/>
                <a:cs typeface="Calibri"/>
              </a:rPr>
              <a:t>solution whenever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exists</a:t>
            </a:r>
            <a:endParaRPr sz="2400" dirty="0">
              <a:latin typeface="Calibri"/>
              <a:cs typeface="Calibri"/>
            </a:endParaRPr>
          </a:p>
          <a:p>
            <a:pPr marL="469869" indent="-457171">
              <a:spcBef>
                <a:spcPts val="470"/>
              </a:spcBef>
              <a:buAutoNum type="arabicPeriod"/>
              <a:tabLst>
                <a:tab pos="469869" algn="l"/>
                <a:tab pos="470504" algn="l"/>
              </a:tabLst>
            </a:pPr>
            <a:r>
              <a:rPr sz="2800" spc="20" dirty="0">
                <a:latin typeface="Calibri"/>
                <a:cs typeface="Calibri"/>
              </a:rPr>
              <a:t>Time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20" dirty="0">
                <a:latin typeface="Calibri"/>
                <a:cs typeface="Calibri"/>
              </a:rPr>
              <a:t>Complexity</a:t>
            </a:r>
            <a:endParaRPr sz="2800" dirty="0">
              <a:latin typeface="Calibri"/>
              <a:cs typeface="Calibri"/>
            </a:endParaRPr>
          </a:p>
          <a:p>
            <a:pPr marL="754331" marR="240649" lvl="1" indent="-228585">
              <a:spcBef>
                <a:spcPts val="434"/>
              </a:spcBef>
              <a:buFont typeface="Courier New"/>
              <a:buChar char="•"/>
              <a:tabLst>
                <a:tab pos="754966" algn="l"/>
              </a:tabLst>
            </a:pPr>
            <a:r>
              <a:rPr sz="2400" spc="-10" dirty="0">
                <a:latin typeface="Calibri"/>
                <a:cs typeface="Calibri"/>
              </a:rPr>
              <a:t>How </a:t>
            </a:r>
            <a:r>
              <a:rPr sz="2400" dirty="0">
                <a:latin typeface="Calibri"/>
                <a:cs typeface="Calibri"/>
              </a:rPr>
              <a:t>long </a:t>
            </a:r>
            <a:r>
              <a:rPr sz="2400" spc="-20" dirty="0">
                <a:latin typeface="Calibri"/>
                <a:cs typeface="Calibri"/>
              </a:rPr>
              <a:t>(worst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5" dirty="0">
                <a:latin typeface="Calibri"/>
                <a:cs typeface="Calibri"/>
              </a:rPr>
              <a:t>average </a:t>
            </a:r>
            <a:r>
              <a:rPr sz="2400" spc="-5" dirty="0">
                <a:latin typeface="Calibri"/>
                <a:cs typeface="Calibri"/>
              </a:rPr>
              <a:t>case) </a:t>
            </a:r>
            <a:r>
              <a:rPr sz="2400" dirty="0">
                <a:latin typeface="Calibri"/>
                <a:cs typeface="Calibri"/>
              </a:rPr>
              <a:t>does </a:t>
            </a:r>
            <a:r>
              <a:rPr sz="2400" spc="-5" dirty="0">
                <a:latin typeface="Calibri"/>
                <a:cs typeface="Calibri"/>
              </a:rPr>
              <a:t>it </a:t>
            </a:r>
            <a:r>
              <a:rPr sz="2400" spc="-25" dirty="0">
                <a:latin typeface="Calibri"/>
                <a:cs typeface="Calibri"/>
              </a:rPr>
              <a:t>take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find a </a:t>
            </a:r>
            <a:r>
              <a:rPr sz="2400" spc="-5" dirty="0">
                <a:latin typeface="Calibri"/>
                <a:cs typeface="Calibri"/>
              </a:rPr>
              <a:t>solution? Usually  measured in </a:t>
            </a:r>
            <a:r>
              <a:rPr sz="2400" spc="-10" dirty="0">
                <a:latin typeface="Calibri"/>
                <a:cs typeface="Calibri"/>
              </a:rPr>
              <a:t>terms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15" dirty="0">
                <a:latin typeface="Calibri"/>
                <a:cs typeface="Calibri"/>
              </a:rPr>
              <a:t>number of nodes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expanded</a:t>
            </a:r>
            <a:endParaRPr sz="2400" dirty="0">
              <a:latin typeface="Calibri"/>
              <a:cs typeface="Calibri"/>
            </a:endParaRPr>
          </a:p>
          <a:p>
            <a:pPr marL="469869" indent="-457171">
              <a:spcBef>
                <a:spcPts val="465"/>
              </a:spcBef>
              <a:buAutoNum type="arabicPeriod"/>
              <a:tabLst>
                <a:tab pos="469869" algn="l"/>
                <a:tab pos="470504" algn="l"/>
              </a:tabLst>
            </a:pPr>
            <a:r>
              <a:rPr sz="2800" spc="15" dirty="0">
                <a:latin typeface="Calibri"/>
                <a:cs typeface="Calibri"/>
              </a:rPr>
              <a:t>Space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20" dirty="0">
                <a:latin typeface="Calibri"/>
                <a:cs typeface="Calibri"/>
              </a:rPr>
              <a:t>Complexity</a:t>
            </a:r>
            <a:endParaRPr sz="2800" dirty="0">
              <a:latin typeface="Calibri"/>
              <a:cs typeface="Calibri"/>
            </a:endParaRPr>
          </a:p>
          <a:p>
            <a:pPr marL="754331" marR="173979" lvl="1" indent="-228585">
              <a:spcBef>
                <a:spcPts val="434"/>
              </a:spcBef>
              <a:buFont typeface="Courier New"/>
              <a:buChar char="•"/>
              <a:tabLst>
                <a:tab pos="754966" algn="l"/>
              </a:tabLst>
            </a:pPr>
            <a:r>
              <a:rPr sz="2400" spc="-10" dirty="0">
                <a:latin typeface="Calibri"/>
                <a:cs typeface="Calibri"/>
              </a:rPr>
              <a:t>How </a:t>
            </a:r>
            <a:r>
              <a:rPr sz="2400" dirty="0">
                <a:latin typeface="Calibri"/>
                <a:cs typeface="Calibri"/>
              </a:rPr>
              <a:t>much space </a:t>
            </a:r>
            <a:r>
              <a:rPr sz="2400" spc="-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used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spc="-5" dirty="0">
                <a:latin typeface="Calibri"/>
                <a:cs typeface="Calibri"/>
              </a:rPr>
              <a:t>the algorithm? Usually measured in </a:t>
            </a:r>
            <a:r>
              <a:rPr sz="2400" spc="-10" dirty="0">
                <a:latin typeface="Calibri"/>
                <a:cs typeface="Calibri"/>
              </a:rPr>
              <a:t>terms </a:t>
            </a:r>
            <a:r>
              <a:rPr sz="2400" dirty="0">
                <a:latin typeface="Calibri"/>
                <a:cs typeface="Calibri"/>
              </a:rPr>
              <a:t>of 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25" dirty="0">
                <a:latin typeface="Calibri"/>
                <a:cs typeface="Calibri"/>
              </a:rPr>
              <a:t>maximum </a:t>
            </a:r>
            <a:r>
              <a:rPr sz="2400" spc="5" dirty="0">
                <a:latin typeface="Calibri"/>
                <a:cs typeface="Calibri"/>
              </a:rPr>
              <a:t>size </a:t>
            </a:r>
            <a:r>
              <a:rPr sz="2400" spc="15" dirty="0">
                <a:latin typeface="Calibri"/>
                <a:cs typeface="Calibri"/>
              </a:rPr>
              <a:t>that the </a:t>
            </a:r>
            <a:r>
              <a:rPr sz="2400" spc="20" dirty="0">
                <a:latin typeface="Calibri"/>
                <a:cs typeface="Calibri"/>
              </a:rPr>
              <a:t>“OPEN" </a:t>
            </a:r>
            <a:r>
              <a:rPr sz="2400" spc="15" dirty="0">
                <a:latin typeface="Calibri"/>
                <a:cs typeface="Calibri"/>
              </a:rPr>
              <a:t>list </a:t>
            </a:r>
            <a:r>
              <a:rPr sz="2400" spc="-5" dirty="0">
                <a:latin typeface="Calibri"/>
                <a:cs typeface="Calibri"/>
              </a:rPr>
              <a:t>becomes </a:t>
            </a:r>
            <a:r>
              <a:rPr sz="2400" dirty="0">
                <a:latin typeface="Calibri"/>
                <a:cs typeface="Calibri"/>
              </a:rPr>
              <a:t>during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search</a:t>
            </a:r>
            <a:endParaRPr sz="2400" dirty="0">
              <a:latin typeface="Calibri"/>
              <a:cs typeface="Calibri"/>
            </a:endParaRPr>
          </a:p>
          <a:p>
            <a:pPr marL="469869" indent="-457171">
              <a:spcBef>
                <a:spcPts val="470"/>
              </a:spcBef>
              <a:buAutoNum type="arabicPeriod"/>
              <a:tabLst>
                <a:tab pos="469869" algn="l"/>
                <a:tab pos="470504" algn="l"/>
              </a:tabLst>
            </a:pPr>
            <a:r>
              <a:rPr sz="2800" spc="25" dirty="0">
                <a:latin typeface="Calibri"/>
                <a:cs typeface="Calibri"/>
              </a:rPr>
              <a:t>Optimality/Admissibility</a:t>
            </a:r>
            <a:endParaRPr sz="2800" dirty="0">
              <a:latin typeface="Calibri"/>
              <a:cs typeface="Calibri"/>
            </a:endParaRPr>
          </a:p>
          <a:p>
            <a:pPr marL="754331" marR="127627" lvl="1" indent="-228585">
              <a:spcBef>
                <a:spcPts val="439"/>
              </a:spcBef>
              <a:buFont typeface="Courier New"/>
              <a:buChar char="•"/>
              <a:tabLst>
                <a:tab pos="754966" algn="l"/>
              </a:tabLst>
            </a:pPr>
            <a:r>
              <a:rPr sz="2400" dirty="0">
                <a:latin typeface="Calibri"/>
                <a:cs typeface="Calibri"/>
              </a:rPr>
              <a:t>If a </a:t>
            </a:r>
            <a:r>
              <a:rPr sz="2400" spc="-5" dirty="0">
                <a:latin typeface="Calibri"/>
                <a:cs typeface="Calibri"/>
              </a:rPr>
              <a:t>solution is </a:t>
            </a:r>
            <a:r>
              <a:rPr sz="2400" spc="-10" dirty="0">
                <a:latin typeface="Calibri"/>
                <a:cs typeface="Calibri"/>
              </a:rPr>
              <a:t>found, </a:t>
            </a:r>
            <a:r>
              <a:rPr sz="2400" spc="-5" dirty="0">
                <a:latin typeface="Calibri"/>
                <a:cs typeface="Calibri"/>
              </a:rPr>
              <a:t>is it </a:t>
            </a:r>
            <a:r>
              <a:rPr sz="2400" spc="-10" dirty="0">
                <a:latin typeface="Calibri"/>
                <a:cs typeface="Calibri"/>
              </a:rPr>
              <a:t>guaranteed to </a:t>
            </a:r>
            <a:r>
              <a:rPr sz="2400" dirty="0">
                <a:latin typeface="Calibri"/>
                <a:cs typeface="Calibri"/>
              </a:rPr>
              <a:t>be an </a:t>
            </a:r>
            <a:r>
              <a:rPr sz="2400" spc="-5" dirty="0">
                <a:latin typeface="Calibri"/>
                <a:cs typeface="Calibri"/>
              </a:rPr>
              <a:t>optimal one? </a:t>
            </a:r>
            <a:r>
              <a:rPr sz="2400" spc="-10" dirty="0">
                <a:latin typeface="Calibri"/>
                <a:cs typeface="Calibri"/>
              </a:rPr>
              <a:t>For example,  </a:t>
            </a:r>
            <a:r>
              <a:rPr sz="2400" spc="-5" dirty="0">
                <a:latin typeface="Calibri"/>
                <a:cs typeface="Calibri"/>
              </a:rPr>
              <a:t>is it the </a:t>
            </a:r>
            <a:r>
              <a:rPr sz="2400" dirty="0">
                <a:latin typeface="Calibri"/>
                <a:cs typeface="Calibri"/>
              </a:rPr>
              <a:t>one </a:t>
            </a:r>
            <a:r>
              <a:rPr sz="2400" spc="-5" dirty="0">
                <a:latin typeface="Calibri"/>
                <a:cs typeface="Calibri"/>
              </a:rPr>
              <a:t>with </a:t>
            </a:r>
            <a:r>
              <a:rPr sz="2400" dirty="0">
                <a:latin typeface="Calibri"/>
                <a:cs typeface="Calibri"/>
              </a:rPr>
              <a:t>minimum</a:t>
            </a:r>
            <a:r>
              <a:rPr sz="2400" spc="-10" dirty="0">
                <a:latin typeface="Calibri"/>
                <a:cs typeface="Calibri"/>
              </a:rPr>
              <a:t> cost?</a:t>
            </a:r>
            <a:endParaRPr sz="2400" dirty="0">
              <a:latin typeface="Calibri"/>
              <a:cs typeface="Calibri"/>
            </a:endParaRPr>
          </a:p>
          <a:p>
            <a:pPr marR="5079" algn="r">
              <a:lnSpc>
                <a:spcPts val="1315"/>
              </a:lnSpc>
              <a:spcBef>
                <a:spcPts val="455"/>
              </a:spcBef>
            </a:pPr>
            <a:endParaRPr sz="16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7717" y="3090926"/>
            <a:ext cx="1856739" cy="676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sz="4399" dirty="0"/>
              <a:t>The</a:t>
            </a:r>
            <a:r>
              <a:rPr sz="4399" spc="-105" dirty="0"/>
              <a:t> </a:t>
            </a:r>
            <a:r>
              <a:rPr sz="4399" dirty="0"/>
              <a:t>End</a:t>
            </a:r>
          </a:p>
        </p:txBody>
      </p:sp>
      <p:sp>
        <p:nvSpPr>
          <p:cNvPr id="3" name="object 3"/>
          <p:cNvSpPr/>
          <p:nvPr/>
        </p:nvSpPr>
        <p:spPr>
          <a:xfrm>
            <a:off x="2144085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572822" y="6792465"/>
            <a:ext cx="177800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1315"/>
              </a:lnSpc>
            </a:pPr>
            <a:r>
              <a:rPr sz="1200" dirty="0">
                <a:solidFill>
                  <a:srgbClr val="898989"/>
                </a:solidFill>
                <a:latin typeface="Gill Sans MT"/>
                <a:cs typeface="Gill Sans MT"/>
              </a:rPr>
              <a:t>48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1656</TotalTime>
  <Words>2615</Words>
  <Application>Microsoft Office PowerPoint</Application>
  <PresentationFormat>Custom</PresentationFormat>
  <Paragraphs>330</Paragraphs>
  <Slides>55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6" baseType="lpstr">
      <vt:lpstr>Arial</vt:lpstr>
      <vt:lpstr>Calibri</vt:lpstr>
      <vt:lpstr>Courier New</vt:lpstr>
      <vt:lpstr>Gill Sans MT</vt:lpstr>
      <vt:lpstr>Google Sans</vt:lpstr>
      <vt:lpstr>KaTeX_Main</vt:lpstr>
      <vt:lpstr>Maiandra GD</vt:lpstr>
      <vt:lpstr>Söhne</vt:lpstr>
      <vt:lpstr>Tahoma</vt:lpstr>
      <vt:lpstr>Times New Roman</vt:lpstr>
      <vt:lpstr>Office Theme</vt:lpstr>
      <vt:lpstr>PowerPoint Presentation</vt:lpstr>
      <vt:lpstr>Chapter’s Outline</vt:lpstr>
      <vt:lpstr>Types of agents</vt:lpstr>
      <vt:lpstr>Initial Simplifying Assumptions</vt:lpstr>
      <vt:lpstr>Problem</vt:lpstr>
      <vt:lpstr>PowerPoint Presentation</vt:lpstr>
      <vt:lpstr>Problem</vt:lpstr>
      <vt:lpstr>Search</vt:lpstr>
      <vt:lpstr>Search</vt:lpstr>
      <vt:lpstr>Search problem components</vt:lpstr>
      <vt:lpstr>Example: Romania</vt:lpstr>
      <vt:lpstr>Problem-Solving Agents</vt:lpstr>
      <vt:lpstr>State space</vt:lpstr>
      <vt:lpstr>State space</vt:lpstr>
      <vt:lpstr>Abstraction</vt:lpstr>
      <vt:lpstr>State-Space Problem Formulation</vt:lpstr>
      <vt:lpstr>Example: Traveling Salesperson  Problem</vt:lpstr>
      <vt:lpstr>Example: Vacuum world</vt:lpstr>
      <vt:lpstr>Vacuum world state space graph</vt:lpstr>
      <vt:lpstr>Example: The 8-puzzle</vt:lpstr>
      <vt:lpstr>State-Space problem formulation</vt:lpstr>
      <vt:lpstr>Example: Robot motion planning</vt:lpstr>
      <vt:lpstr>Search problem solution </vt:lpstr>
      <vt:lpstr>State space</vt:lpstr>
      <vt:lpstr>PowerPoint Presentation</vt:lpstr>
      <vt:lpstr>Search: Basic idea</vt:lpstr>
      <vt:lpstr>Search tree</vt:lpstr>
      <vt:lpstr>State Space Graphs vs. Search Trees</vt:lpstr>
      <vt:lpstr>States versus Nodes</vt:lpstr>
      <vt:lpstr>State Spaces versus Search Trees</vt:lpstr>
      <vt:lpstr>Search Tree for the 8 puzzle problem</vt:lpstr>
      <vt:lpstr>Romania Search Tree</vt:lpstr>
      <vt:lpstr>PowerPoint Presentation</vt:lpstr>
      <vt:lpstr>Tree Search Algorithm Outline</vt:lpstr>
      <vt:lpstr>PowerPoint Presentation</vt:lpstr>
      <vt:lpstr>PowerPoint Presentation</vt:lpstr>
      <vt:lpstr>Tree search example</vt:lpstr>
      <vt:lpstr>Tree search example</vt:lpstr>
      <vt:lpstr>Tree search example</vt:lpstr>
      <vt:lpstr>Tree search example</vt:lpstr>
      <vt:lpstr>Tree search example</vt:lpstr>
      <vt:lpstr>Tree search example</vt:lpstr>
      <vt:lpstr>Tree search example</vt:lpstr>
      <vt:lpstr>Handling repeated states</vt:lpstr>
      <vt:lpstr>Search without repeated states</vt:lpstr>
      <vt:lpstr>Search without repeated states</vt:lpstr>
      <vt:lpstr>Search without repeated states</vt:lpstr>
      <vt:lpstr>Search without repeated states</vt:lpstr>
      <vt:lpstr>Search without repeated states</vt:lpstr>
      <vt:lpstr>Search without repeated states</vt:lpstr>
      <vt:lpstr>Search without repeated states</vt:lpstr>
      <vt:lpstr>Tree Search Algorithm</vt:lpstr>
      <vt:lpstr>Tree Search Algorithm</vt:lpstr>
      <vt:lpstr>Search Strategies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Lecture set 03.pptx</dc:title>
  <dc:creator>hafeez</dc:creator>
  <cp:lastModifiedBy>Dr. Khurram Jadoon khan Asstt. Professor FCS</cp:lastModifiedBy>
  <cp:revision>1</cp:revision>
  <dcterms:created xsi:type="dcterms:W3CDTF">2024-02-12T17:47:10Z</dcterms:created>
  <dcterms:modified xsi:type="dcterms:W3CDTF">2024-10-25T10:27:33Z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2016-02-11T00:00:00Z</vt:filetime>
  </property>
  <property fmtid="{D5CDD505-2E9C-101B-9397-08002B2CF9AE}" pid="3" name="Creator">
    <vt:lpwstr>Bullzip PDF Printer (10.10.0.2307)</vt:lpwstr>
  </property>
  <property fmtid="{D5CDD505-2E9C-101B-9397-08002B2CF9AE}" pid="4" name="LastSaved">
    <vt:filetime>2024-02-12T00:00:00Z</vt:filetime>
  </property>
</Properties>
</file>