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64"/>
  </p:notesMasterIdLst>
  <p:handoutMasterIdLst>
    <p:handoutMasterId r:id="rId65"/>
  </p:handoutMasterIdLst>
  <p:sldIdLst>
    <p:sldId id="256" r:id="rId3"/>
    <p:sldId id="708" r:id="rId4"/>
    <p:sldId id="257" r:id="rId5"/>
    <p:sldId id="259" r:id="rId6"/>
    <p:sldId id="261" r:id="rId7"/>
    <p:sldId id="262" r:id="rId8"/>
    <p:sldId id="263" r:id="rId9"/>
    <p:sldId id="293" r:id="rId10"/>
    <p:sldId id="266" r:id="rId11"/>
    <p:sldId id="267" r:id="rId12"/>
    <p:sldId id="314" r:id="rId13"/>
    <p:sldId id="271" r:id="rId14"/>
    <p:sldId id="272" r:id="rId15"/>
    <p:sldId id="275" r:id="rId16"/>
    <p:sldId id="277" r:id="rId17"/>
    <p:sldId id="278" r:id="rId18"/>
    <p:sldId id="689" r:id="rId19"/>
    <p:sldId id="690" r:id="rId20"/>
    <p:sldId id="691" r:id="rId21"/>
    <p:sldId id="294" r:id="rId22"/>
    <p:sldId id="280" r:id="rId23"/>
    <p:sldId id="282" r:id="rId24"/>
    <p:sldId id="709" r:id="rId25"/>
    <p:sldId id="710" r:id="rId26"/>
    <p:sldId id="71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60" r:id="rId38"/>
    <p:sldId id="694" r:id="rId39"/>
    <p:sldId id="295" r:id="rId40"/>
    <p:sldId id="264" r:id="rId41"/>
    <p:sldId id="265" r:id="rId42"/>
    <p:sldId id="268" r:id="rId43"/>
    <p:sldId id="298" r:id="rId44"/>
    <p:sldId id="299" r:id="rId45"/>
    <p:sldId id="695" r:id="rId46"/>
    <p:sldId id="715" r:id="rId47"/>
    <p:sldId id="302" r:id="rId48"/>
    <p:sldId id="303" r:id="rId49"/>
    <p:sldId id="713" r:id="rId50"/>
    <p:sldId id="714" r:id="rId51"/>
    <p:sldId id="307" r:id="rId52"/>
    <p:sldId id="398" r:id="rId53"/>
    <p:sldId id="306" r:id="rId54"/>
    <p:sldId id="701" r:id="rId55"/>
    <p:sldId id="702" r:id="rId56"/>
    <p:sldId id="308" r:id="rId57"/>
    <p:sldId id="699" r:id="rId58"/>
    <p:sldId id="700" r:id="rId59"/>
    <p:sldId id="397" r:id="rId60"/>
    <p:sldId id="370" r:id="rId61"/>
    <p:sldId id="706" r:id="rId62"/>
    <p:sldId id="716" r:id="rId6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75F8A-2854-405B-B9D3-5F556EDDFE05}" v="17" dt="2024-10-10T07:19:17.91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06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135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E8E81236-DA6F-479D-84D1-2A2217A00886}"/>
    <pc:docChg chg="undo custSel addSld delSld modSld sldOrd modMainMaster">
      <pc:chgData name="Dr. Khurram Jadoon khan Asstt. Professor FCS" userId="684a1a15-bea5-4a17-9b67-1313be309245" providerId="ADAL" clId="{E8E81236-DA6F-479D-84D1-2A2217A00886}" dt="2024-03-18T09:01:34.295" v="1346" actId="21"/>
      <pc:docMkLst>
        <pc:docMk/>
      </pc:docMkLst>
      <pc:sldChg chg="addSp delSp modSp mod">
        <pc:chgData name="Dr. Khurram Jadoon khan Asstt. Professor FCS" userId="684a1a15-bea5-4a17-9b67-1313be309245" providerId="ADAL" clId="{E8E81236-DA6F-479D-84D1-2A2217A00886}" dt="2024-02-29T04:42:29.215" v="60" actId="1076"/>
        <pc:sldMkLst>
          <pc:docMk/>
          <pc:sldMk cId="0" sldId="256"/>
        </pc:sldMkLst>
        <pc:spChg chg="del">
          <ac:chgData name="Dr. Khurram Jadoon khan Asstt. Professor FCS" userId="684a1a15-bea5-4a17-9b67-1313be309245" providerId="ADAL" clId="{E8E81236-DA6F-479D-84D1-2A2217A00886}" dt="2024-02-28T12:50:52.412" v="0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4:42:29.215" v="60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8T12:50:56.969" v="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8T12:50:55.526" v="2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8T12:50:54.353" v="1" actId="478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2-28T12:51:12.201" v="12" actId="478"/>
          <ac:spMkLst>
            <pc:docMk/>
            <pc:sldMk cId="0" sldId="256"/>
            <ac:spMk id="8" creationId="{F9DA89F3-CB70-5D7A-481C-C19FDE406094}"/>
          </ac:spMkLst>
        </pc:spChg>
      </pc:sldChg>
      <pc:sldChg chg="addSp delSp modSp mod">
        <pc:chgData name="Dr. Khurram Jadoon khan Asstt. Professor FCS" userId="684a1a15-bea5-4a17-9b67-1313be309245" providerId="ADAL" clId="{E8E81236-DA6F-479D-84D1-2A2217A00886}" dt="2024-02-29T10:07:52.619" v="430" actId="14100"/>
        <pc:sldMkLst>
          <pc:docMk/>
          <pc:sldMk cId="0" sldId="257"/>
        </pc:sldMkLst>
        <pc:spChg chg="mod">
          <ac:chgData name="Dr. Khurram Jadoon khan Asstt. Professor FCS" userId="684a1a15-bea5-4a17-9b67-1313be309245" providerId="ADAL" clId="{E8E81236-DA6F-479D-84D1-2A2217A00886}" dt="2024-02-29T04:51:41.065" v="126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2-29T10:07:47.621" v="429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4:44:53.970" v="9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10:07:52.619" v="430" actId="14100"/>
          <ac:spMkLst>
            <pc:docMk/>
            <pc:sldMk cId="0" sldId="257"/>
            <ac:spMk id="5" creationId="{00000000-0000-0000-0000-000000000000}"/>
          </ac:spMkLst>
        </pc:spChg>
      </pc:sldChg>
      <pc:sldChg chg="add del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258"/>
        </pc:sldMkLst>
      </pc:sldChg>
      <pc:sldChg chg="modSp mod">
        <pc:chgData name="Dr. Khurram Jadoon khan Asstt. Professor FCS" userId="684a1a15-bea5-4a17-9b67-1313be309245" providerId="ADAL" clId="{E8E81236-DA6F-479D-84D1-2A2217A00886}" dt="2024-02-29T10:16:18.022" v="444" actId="20577"/>
        <pc:sldMkLst>
          <pc:docMk/>
          <pc:sldMk cId="0" sldId="259"/>
        </pc:sldMkLst>
        <pc:spChg chg="mod">
          <ac:chgData name="Dr. Khurram Jadoon khan Asstt. Professor FCS" userId="684a1a15-bea5-4a17-9b67-1313be309245" providerId="ADAL" clId="{E8E81236-DA6F-479D-84D1-2A2217A00886}" dt="2024-02-29T04:51:04.648" v="123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10:16:18.022" v="444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4:51:59.152" v="131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4:52:02.585" v="133" actId="1076"/>
          <ac:spMkLst>
            <pc:docMk/>
            <pc:sldMk cId="0" sldId="259"/>
            <ac:spMk id="5" creationId="{00000000-0000-0000-0000-000000000000}"/>
          </ac:spMkLst>
        </pc:spChg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260"/>
        </pc:sldMkLst>
      </pc:sldChg>
      <pc:sldChg chg="addSp delSp modSp mod">
        <pc:chgData name="Dr. Khurram Jadoon khan Asstt. Professor FCS" userId="684a1a15-bea5-4a17-9b67-1313be309245" providerId="ADAL" clId="{E8E81236-DA6F-479D-84D1-2A2217A00886}" dt="2024-03-04T04:32:32.957" v="491" actId="1076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E8E81236-DA6F-479D-84D1-2A2217A00886}" dt="2024-03-04T04:31:44.194" v="488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04:57:38.448" v="159" actId="478"/>
          <ac:spMkLst>
            <pc:docMk/>
            <pc:sldMk cId="0" sldId="261"/>
            <ac:spMk id="9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3-04T04:32:32.957" v="491" actId="1076"/>
          <ac:spMkLst>
            <pc:docMk/>
            <pc:sldMk cId="0" sldId="261"/>
            <ac:spMk id="12" creationId="{9C3A32FB-7824-6A5F-1B92-316A157D80DC}"/>
          </ac:spMkLst>
        </pc:spChg>
      </pc:sldChg>
      <pc:sldChg chg="addSp delSp modSp mod">
        <pc:chgData name="Dr. Khurram Jadoon khan Asstt. Professor FCS" userId="684a1a15-bea5-4a17-9b67-1313be309245" providerId="ADAL" clId="{E8E81236-DA6F-479D-84D1-2A2217A00886}" dt="2024-02-29T05:07:59.981" v="218" actId="1076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E8E81236-DA6F-479D-84D1-2A2217A00886}" dt="2024-02-29T05:07:59.981" v="218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07:07.165" v="214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8T12:55:10.347" v="48" actId="14100"/>
          <ac:spMkLst>
            <pc:docMk/>
            <pc:sldMk cId="0" sldId="262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8T12:53:57.376" v="35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8T12:55:29.848" v="53"/>
          <ac:spMkLst>
            <pc:docMk/>
            <pc:sldMk cId="0" sldId="262"/>
            <ac:spMk id="10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2-29T05:06:47.209" v="213" actId="478"/>
          <ac:spMkLst>
            <pc:docMk/>
            <pc:sldMk cId="0" sldId="262"/>
            <ac:spMk id="12" creationId="{F2FA6B38-9598-8F33-3E65-CA63D56390E1}"/>
          </ac:spMkLst>
        </pc:spChg>
        <pc:spChg chg="add mod">
          <ac:chgData name="Dr. Khurram Jadoon khan Asstt. Professor FCS" userId="684a1a15-bea5-4a17-9b67-1313be309245" providerId="ADAL" clId="{E8E81236-DA6F-479D-84D1-2A2217A00886}" dt="2024-02-29T05:07:47.773" v="217" actId="14100"/>
          <ac:spMkLst>
            <pc:docMk/>
            <pc:sldMk cId="0" sldId="262"/>
            <ac:spMk id="14" creationId="{3876D225-B554-159D-F7A7-B9D42F0B8E4E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5:50.305" v="469" actId="14100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E8E81236-DA6F-479D-84D1-2A2217A00886}" dt="2024-02-29T10:25:50.305" v="469" actId="14100"/>
          <ac:spMkLst>
            <pc:docMk/>
            <pc:sldMk cId="0" sldId="264"/>
            <ac:spMk id="8" creationId="{4A4EBDA9-1B46-9DB8-E769-0DD4A20F4B44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6:43.087" v="473" actId="1076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E8E81236-DA6F-479D-84D1-2A2217A00886}" dt="2024-02-29T10:26:43.087" v="473" actId="1076"/>
          <ac:spMkLst>
            <pc:docMk/>
            <pc:sldMk cId="0" sldId="265"/>
            <ac:spMk id="2" creationId="{00000000-0000-0000-0000-000000000000}"/>
          </ac:spMkLst>
        </pc:spChg>
      </pc:sldChg>
      <pc:sldChg chg="addSp modSp mod">
        <pc:chgData name="Dr. Khurram Jadoon khan Asstt. Professor FCS" userId="684a1a15-bea5-4a17-9b67-1313be309245" providerId="ADAL" clId="{E8E81236-DA6F-479D-84D1-2A2217A00886}" dt="2024-03-04T04:35:09.808" v="497" actId="2711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E8E81236-DA6F-479D-84D1-2A2217A00886}" dt="2024-02-29T05:11:43.101" v="223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17:40.642" v="278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17:17.419" v="226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17:15.699" v="225" actId="1076"/>
          <ac:spMkLst>
            <pc:docMk/>
            <pc:sldMk cId="0" sldId="266"/>
            <ac:spMk id="10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2-29T10:18:34.433" v="452" actId="14100"/>
          <ac:spMkLst>
            <pc:docMk/>
            <pc:sldMk cId="0" sldId="266"/>
            <ac:spMk id="12" creationId="{1E743E99-319C-19E0-322B-EE32FEF6175D}"/>
          </ac:spMkLst>
        </pc:spChg>
        <pc:spChg chg="mod">
          <ac:chgData name="Dr. Khurram Jadoon khan Asstt. Professor FCS" userId="684a1a15-bea5-4a17-9b67-1313be309245" providerId="ADAL" clId="{E8E81236-DA6F-479D-84D1-2A2217A00886}" dt="2024-03-04T04:35:09.808" v="497" actId="2711"/>
          <ac:spMkLst>
            <pc:docMk/>
            <pc:sldMk cId="0" sldId="266"/>
            <ac:spMk id="13" creationId="{7D47EB99-C94A-58AE-5EF1-50CF73C90873}"/>
          </ac:spMkLst>
        </pc:spChg>
      </pc:sldChg>
      <pc:sldChg chg="modSp mod">
        <pc:chgData name="Dr. Khurram Jadoon khan Asstt. Professor FCS" userId="684a1a15-bea5-4a17-9b67-1313be309245" providerId="ADAL" clId="{E8E81236-DA6F-479D-84D1-2A2217A00886}" dt="2024-02-29T05:21:39.183" v="287" actId="20577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E8E81236-DA6F-479D-84D1-2A2217A00886}" dt="2024-02-29T05:21:39.183" v="287" actId="20577"/>
          <ac:spMkLst>
            <pc:docMk/>
            <pc:sldMk cId="0" sldId="267"/>
            <ac:spMk id="27" creationId="{00000000-0000-0000-0000-000000000000}"/>
          </ac:spMkLst>
        </pc:spChg>
      </pc:sldChg>
      <pc:sldChg chg="modSp add del mod">
        <pc:chgData name="Dr. Khurram Jadoon khan Asstt. Professor FCS" userId="684a1a15-bea5-4a17-9b67-1313be309245" providerId="ADAL" clId="{E8E81236-DA6F-479D-84D1-2A2217A00886}" dt="2024-02-29T10:26:38.320" v="472" actId="14100"/>
        <pc:sldMkLst>
          <pc:docMk/>
          <pc:sldMk cId="0" sldId="268"/>
        </pc:sldMkLst>
        <pc:spChg chg="mod">
          <ac:chgData name="Dr. Khurram Jadoon khan Asstt. Professor FCS" userId="684a1a15-bea5-4a17-9b67-1313be309245" providerId="ADAL" clId="{E8E81236-DA6F-479D-84D1-2A2217A00886}" dt="2024-02-29T10:26:38.320" v="472" actId="14100"/>
          <ac:spMkLst>
            <pc:docMk/>
            <pc:sldMk cId="0" sldId="26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10:26:32.451" v="471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add del mod">
        <pc:chgData name="Dr. Khurram Jadoon khan Asstt. Professor FCS" userId="684a1a15-bea5-4a17-9b67-1313be309245" providerId="ADAL" clId="{E8E81236-DA6F-479D-84D1-2A2217A00886}" dt="2024-03-04T05:42:09.282" v="724" actId="47"/>
        <pc:sldMkLst>
          <pc:docMk/>
          <pc:sldMk cId="0" sldId="269"/>
        </pc:sldMkLst>
        <pc:spChg chg="mod">
          <ac:chgData name="Dr. Khurram Jadoon khan Asstt. Professor FCS" userId="684a1a15-bea5-4a17-9b67-1313be309245" providerId="ADAL" clId="{E8E81236-DA6F-479D-84D1-2A2217A00886}" dt="2024-02-29T12:04:18.037" v="485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4T05:41:41.357" v="721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4T05:41:46.117" v="723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4T05:41:42.492" v="722" actId="1076"/>
          <ac:spMkLst>
            <pc:docMk/>
            <pc:sldMk cId="0" sldId="269"/>
            <ac:spMk id="5" creationId="{00000000-0000-0000-0000-000000000000}"/>
          </ac:spMkLst>
        </pc:spChg>
      </pc:sldChg>
      <pc:sldChg chg="modSp del mod">
        <pc:chgData name="Dr. Khurram Jadoon khan Asstt. Professor FCS" userId="684a1a15-bea5-4a17-9b67-1313be309245" providerId="ADAL" clId="{E8E81236-DA6F-479D-84D1-2A2217A00886}" dt="2024-02-29T10:19:51.652" v="454" actId="47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E8E81236-DA6F-479D-84D1-2A2217A00886}" dt="2024-02-29T05:25:08.161" v="290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10:19:42.079" v="453" actId="20577"/>
          <ac:spMkLst>
            <pc:docMk/>
            <pc:sldMk cId="0" sldId="270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E8E81236-DA6F-479D-84D1-2A2217A00886}" dt="2024-03-04T04:44:35.850" v="621" actId="2711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E8E81236-DA6F-479D-84D1-2A2217A00886}" dt="2024-03-04T04:44:35.850" v="621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26:04.503" v="294" actId="164"/>
          <ac:spMkLst>
            <pc:docMk/>
            <pc:sldMk cId="0" sldId="27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26:04.503" v="294" actId="164"/>
          <ac:spMkLst>
            <pc:docMk/>
            <pc:sldMk cId="0" sldId="271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10:21:42.285" v="461" actId="478"/>
          <ac:spMkLst>
            <pc:docMk/>
            <pc:sldMk cId="0" sldId="271"/>
            <ac:spMk id="6" creationId="{00000000-0000-0000-0000-000000000000}"/>
          </ac:spMkLst>
        </pc:spChg>
        <pc:grpChg chg="add mod">
          <ac:chgData name="Dr. Khurram Jadoon khan Asstt. Professor FCS" userId="684a1a15-bea5-4a17-9b67-1313be309245" providerId="ADAL" clId="{E8E81236-DA6F-479D-84D1-2A2217A00886}" dt="2024-02-29T05:26:11.705" v="297" actId="14100"/>
          <ac:grpSpMkLst>
            <pc:docMk/>
            <pc:sldMk cId="0" sldId="271"/>
            <ac:grpSpMk id="7" creationId="{BDADF128-F026-8496-0B5C-8AE0B07E50D4}"/>
          </ac:grpSpMkLst>
        </pc:grpChg>
      </pc:sldChg>
      <pc:sldChg chg="delSp modSp mod">
        <pc:chgData name="Dr. Khurram Jadoon khan Asstt. Professor FCS" userId="684a1a15-bea5-4a17-9b67-1313be309245" providerId="ADAL" clId="{E8E81236-DA6F-479D-84D1-2A2217A00886}" dt="2024-03-04T04:44:26.362" v="620" actId="2711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E8E81236-DA6F-479D-84D1-2A2217A00886}" dt="2024-03-04T04:44:26.362" v="620" actId="2711"/>
          <ac:spMkLst>
            <pc:docMk/>
            <pc:sldMk cId="0" sldId="27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10:21:45.274" v="462" actId="478"/>
          <ac:spMkLst>
            <pc:docMk/>
            <pc:sldMk cId="0" sldId="272"/>
            <ac:spMk id="5" creationId="{00000000-0000-0000-0000-000000000000}"/>
          </ac:spMkLst>
        </pc:spChg>
      </pc:sldChg>
      <pc:sldChg chg="modSp add del mod">
        <pc:chgData name="Dr. Khurram Jadoon khan Asstt. Professor FCS" userId="684a1a15-bea5-4a17-9b67-1313be309245" providerId="ADAL" clId="{E8E81236-DA6F-479D-84D1-2A2217A00886}" dt="2024-03-05T11:04:32.371" v="1126" actId="47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E8E81236-DA6F-479D-84D1-2A2217A00886}" dt="2024-02-29T10:27:05.904" v="477" actId="1076"/>
          <ac:spMkLst>
            <pc:docMk/>
            <pc:sldMk cId="0" sldId="273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8E81236-DA6F-479D-84D1-2A2217A00886}" dt="2024-02-29T08:09:28.481" v="359" actId="14100"/>
        <pc:sldMkLst>
          <pc:docMk/>
          <pc:sldMk cId="0" sldId="274"/>
        </pc:sldMkLst>
        <pc:spChg chg="mod">
          <ac:chgData name="Dr. Khurram Jadoon khan Asstt. Professor FCS" userId="684a1a15-bea5-4a17-9b67-1313be309245" providerId="ADAL" clId="{E8E81236-DA6F-479D-84D1-2A2217A00886}" dt="2024-02-29T05:27:54.928" v="302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8:09:28.481" v="359" actId="14100"/>
          <ac:spMkLst>
            <pc:docMk/>
            <pc:sldMk cId="0" sldId="274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E8E81236-DA6F-479D-84D1-2A2217A00886}" dt="2024-02-29T05:42:50.653" v="350" actId="1076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E8E81236-DA6F-479D-84D1-2A2217A00886}" dt="2024-02-29T05:34:51.614" v="307" actId="1076"/>
          <ac:spMkLst>
            <pc:docMk/>
            <pc:sldMk cId="0" sldId="27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34:27.279" v="304" actId="1076"/>
          <ac:spMkLst>
            <pc:docMk/>
            <pc:sldMk cId="0" sldId="27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34:30.167" v="305" actId="1076"/>
          <ac:spMkLst>
            <pc:docMk/>
            <pc:sldMk cId="0" sldId="27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5:42:50.653" v="350" actId="1076"/>
          <ac:spMkLst>
            <pc:docMk/>
            <pc:sldMk cId="0" sldId="275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05:38:11.178" v="309" actId="478"/>
          <ac:spMkLst>
            <pc:docMk/>
            <pc:sldMk cId="0" sldId="275"/>
            <ac:spMk id="7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2-29T05:39:30.878" v="335" actId="1076"/>
          <ac:spMkLst>
            <pc:docMk/>
            <pc:sldMk cId="0" sldId="275"/>
            <ac:spMk id="10" creationId="{A87014B5-A998-D9CC-8721-C736892AB96A}"/>
          </ac:spMkLst>
        </pc:spChg>
        <pc:spChg chg="add mod">
          <ac:chgData name="Dr. Khurram Jadoon khan Asstt. Professor FCS" userId="684a1a15-bea5-4a17-9b67-1313be309245" providerId="ADAL" clId="{E8E81236-DA6F-479D-84D1-2A2217A00886}" dt="2024-02-29T05:42:48.695" v="349" actId="1076"/>
          <ac:spMkLst>
            <pc:docMk/>
            <pc:sldMk cId="0" sldId="275"/>
            <ac:spMk id="11" creationId="{14457DBF-188B-D605-28EE-19F69BAC2482}"/>
          </ac:spMkLst>
        </pc:spChg>
        <pc:picChg chg="add mod">
          <ac:chgData name="Dr. Khurram Jadoon khan Asstt. Professor FCS" userId="684a1a15-bea5-4a17-9b67-1313be309245" providerId="ADAL" clId="{E8E81236-DA6F-479D-84D1-2A2217A00886}" dt="2024-02-29T05:34:53.238" v="308" actId="1076"/>
          <ac:picMkLst>
            <pc:docMk/>
            <pc:sldMk cId="0" sldId="275"/>
            <ac:picMk id="9" creationId="{088DB49B-54DC-AAD7-3A60-BCB9925BE574}"/>
          </ac:picMkLst>
        </pc:picChg>
      </pc:sldChg>
      <pc:sldChg chg="modSp add del mod">
        <pc:chgData name="Dr. Khurram Jadoon khan Asstt. Professor FCS" userId="684a1a15-bea5-4a17-9b67-1313be309245" providerId="ADAL" clId="{E8E81236-DA6F-479D-84D1-2A2217A00886}" dt="2024-03-05T11:04:40.234" v="1127" actId="47"/>
        <pc:sldMkLst>
          <pc:docMk/>
          <pc:sldMk cId="0" sldId="276"/>
        </pc:sldMkLst>
        <pc:spChg chg="mod">
          <ac:chgData name="Dr. Khurram Jadoon khan Asstt. Professor FCS" userId="684a1a15-bea5-4a17-9b67-1313be309245" providerId="ADAL" clId="{E8E81236-DA6F-479D-84D1-2A2217A00886}" dt="2024-02-29T10:27:17.704" v="480" actId="1076"/>
          <ac:spMkLst>
            <pc:docMk/>
            <pc:sldMk cId="0" sldId="276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8E81236-DA6F-479D-84D1-2A2217A00886}" dt="2024-03-04T04:51:36.122" v="678" actId="207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E8E81236-DA6F-479D-84D1-2A2217A00886}" dt="2024-03-04T04:51:36.122" v="678" actId="207"/>
          <ac:spMkLst>
            <pc:docMk/>
            <pc:sldMk cId="0" sldId="277"/>
            <ac:spMk id="3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E8E81236-DA6F-479D-84D1-2A2217A00886}" dt="2024-02-29T10:22:53.489" v="465" actId="478"/>
        <pc:sldMkLst>
          <pc:docMk/>
          <pc:sldMk cId="0" sldId="278"/>
        </pc:sldMkLst>
        <pc:spChg chg="del">
          <ac:chgData name="Dr. Khurram Jadoon khan Asstt. Professor FCS" userId="684a1a15-bea5-4a17-9b67-1313be309245" providerId="ADAL" clId="{E8E81236-DA6F-479D-84D1-2A2217A00886}" dt="2024-02-29T10:22:53.489" v="465" actId="478"/>
          <ac:spMkLst>
            <pc:docMk/>
            <pc:sldMk cId="0" sldId="278"/>
            <ac:spMk id="7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E8E81236-DA6F-479D-84D1-2A2217A00886}" dt="2024-03-04T04:57:20.751" v="689" actId="2711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E8E81236-DA6F-479D-84D1-2A2217A00886}" dt="2024-03-04T04:57:20.751" v="689" actId="2711"/>
          <ac:spMkLst>
            <pc:docMk/>
            <pc:sldMk cId="0" sldId="280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4T04:57:13.379" v="687" actId="478"/>
          <ac:spMkLst>
            <pc:docMk/>
            <pc:sldMk cId="0" sldId="280"/>
            <ac:spMk id="4" creationId="{00000000-0000-0000-0000-000000000000}"/>
          </ac:spMkLst>
        </pc:spChg>
      </pc:sldChg>
      <pc:sldChg chg="addSp modSp add del mod">
        <pc:chgData name="Dr. Khurram Jadoon khan Asstt. Professor FCS" userId="684a1a15-bea5-4a17-9b67-1313be309245" providerId="ADAL" clId="{E8E81236-DA6F-479D-84D1-2A2217A00886}" dt="2024-03-05T11:20:58.781" v="1164" actId="33524"/>
        <pc:sldMkLst>
          <pc:docMk/>
          <pc:sldMk cId="0" sldId="281"/>
        </pc:sldMkLst>
        <pc:spChg chg="mod">
          <ac:chgData name="Dr. Khurram Jadoon khan Asstt. Professor FCS" userId="684a1a15-bea5-4a17-9b67-1313be309245" providerId="ADAL" clId="{E8E81236-DA6F-479D-84D1-2A2217A00886}" dt="2024-03-05T11:19:47.303" v="1136" actId="1076"/>
          <ac:spMkLst>
            <pc:docMk/>
            <pc:sldMk cId="0" sldId="28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20:58.781" v="1164" actId="33524"/>
          <ac:spMkLst>
            <pc:docMk/>
            <pc:sldMk cId="0" sldId="28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8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39" creationId="{A47208B8-65BB-292B-B1E5-9CF374AD6C2A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11:19:55.602" v="1137" actId="164"/>
          <ac:spMkLst>
            <pc:docMk/>
            <pc:sldMk cId="0" sldId="281"/>
            <ac:spMk id="40" creationId="{54B687CA-26CE-499D-F217-08746F4F2EAD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11:20:42.590" v="1150" actId="1076"/>
          <ac:spMkLst>
            <pc:docMk/>
            <pc:sldMk cId="0" sldId="281"/>
            <ac:spMk id="43" creationId="{6AB3A75D-6B5C-B8DE-5534-E615940118D8}"/>
          </ac:spMkLst>
        </pc:spChg>
        <pc:grpChg chg="add mod">
          <ac:chgData name="Dr. Khurram Jadoon khan Asstt. Professor FCS" userId="684a1a15-bea5-4a17-9b67-1313be309245" providerId="ADAL" clId="{E8E81236-DA6F-479D-84D1-2A2217A00886}" dt="2024-03-05T11:19:58.407" v="1138" actId="1076"/>
          <ac:grpSpMkLst>
            <pc:docMk/>
            <pc:sldMk cId="0" sldId="281"/>
            <ac:grpSpMk id="41" creationId="{8919A976-B4E4-0CD9-11E3-C2CA0EFFBACA}"/>
          </ac:grpSpMkLst>
        </pc:grpChg>
      </pc:sldChg>
      <pc:sldChg chg="delSp modSp mod">
        <pc:chgData name="Dr. Khurram Jadoon khan Asstt. Professor FCS" userId="684a1a15-bea5-4a17-9b67-1313be309245" providerId="ADAL" clId="{E8E81236-DA6F-479D-84D1-2A2217A00886}" dt="2024-03-18T08:58:54.822" v="1324" actId="1076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E8E81236-DA6F-479D-84D1-2A2217A00886}" dt="2024-03-04T04:58:59.388" v="705" actId="5793"/>
          <ac:spMkLst>
            <pc:docMk/>
            <pc:sldMk cId="0" sldId="28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18T08:58:54.822" v="1324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2-29T08:13:16.701" v="361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4T04:59:02.765" v="706" actId="1076"/>
          <ac:spMkLst>
            <pc:docMk/>
            <pc:sldMk cId="0" sldId="282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08:17:23.367" v="362" actId="478"/>
          <ac:spMkLst>
            <pc:docMk/>
            <pc:sldMk cId="0" sldId="282"/>
            <ac:spMk id="11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2-29T10:23:56.664" v="466" actId="478"/>
          <ac:spMkLst>
            <pc:docMk/>
            <pc:sldMk cId="0" sldId="282"/>
            <ac:spMk id="1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8E81236-DA6F-479D-84D1-2A2217A00886}" dt="2024-03-04T05:00:10.144" v="716" actId="1076"/>
        <pc:sldMkLst>
          <pc:docMk/>
          <pc:sldMk cId="0" sldId="283"/>
        </pc:sldMkLst>
        <pc:spChg chg="mod">
          <ac:chgData name="Dr. Khurram Jadoon khan Asstt. Professor FCS" userId="684a1a15-bea5-4a17-9b67-1313be309245" providerId="ADAL" clId="{E8E81236-DA6F-479D-84D1-2A2217A00886}" dt="2024-03-04T05:00:10.144" v="716" actId="1076"/>
          <ac:spMkLst>
            <pc:docMk/>
            <pc:sldMk cId="0" sldId="283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E8E81236-DA6F-479D-84D1-2A2217A00886}" dt="2024-03-04T05:03:55.029" v="720" actId="2711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E8E81236-DA6F-479D-84D1-2A2217A00886}" dt="2024-03-04T05:03:55.029" v="720" actId="2711"/>
          <ac:spMkLst>
            <pc:docMk/>
            <pc:sldMk cId="0" sldId="284"/>
            <ac:spMk id="4" creationId="{00000000-0000-0000-0000-000000000000}"/>
          </ac:spMkLst>
        </pc:spChg>
        <pc:spChg chg="add del">
          <ac:chgData name="Dr. Khurram Jadoon khan Asstt. Professor FCS" userId="684a1a15-bea5-4a17-9b67-1313be309245" providerId="ADAL" clId="{E8E81236-DA6F-479D-84D1-2A2217A00886}" dt="2024-03-04T05:02:54.916" v="718" actId="478"/>
          <ac:spMkLst>
            <pc:docMk/>
            <pc:sldMk cId="0" sldId="284"/>
            <ac:spMk id="8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E8E81236-DA6F-479D-84D1-2A2217A00886}" dt="2024-02-29T08:29:19.885" v="426" actId="478"/>
        <pc:sldMkLst>
          <pc:docMk/>
          <pc:sldMk cId="0" sldId="292"/>
        </pc:sldMkLst>
        <pc:spChg chg="del">
          <ac:chgData name="Dr. Khurram Jadoon khan Asstt. Professor FCS" userId="684a1a15-bea5-4a17-9b67-1313be309245" providerId="ADAL" clId="{E8E81236-DA6F-479D-84D1-2A2217A00886}" dt="2024-02-29T08:29:19.885" v="426" actId="478"/>
          <ac:spMkLst>
            <pc:docMk/>
            <pc:sldMk cId="0" sldId="292"/>
            <ac:spMk id="40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E8E81236-DA6F-479D-84D1-2A2217A00886}" dt="2024-02-29T10:17:28.241" v="446" actId="20577"/>
        <pc:sldMkLst>
          <pc:docMk/>
          <pc:sldMk cId="3020409835" sldId="293"/>
        </pc:sldMkLst>
        <pc:spChg chg="mod">
          <ac:chgData name="Dr. Khurram Jadoon khan Asstt. Professor FCS" userId="684a1a15-bea5-4a17-9b67-1313be309245" providerId="ADAL" clId="{E8E81236-DA6F-479D-84D1-2A2217A00886}" dt="2024-02-29T10:17:28.241" v="446" actId="20577"/>
          <ac:spMkLst>
            <pc:docMk/>
            <pc:sldMk cId="3020409835" sldId="293"/>
            <ac:spMk id="3" creationId="{26983EF8-3A37-6238-A5E4-063C2FAC6348}"/>
          </ac:spMkLst>
        </pc:spChg>
        <pc:spChg chg="del">
          <ac:chgData name="Dr. Khurram Jadoon khan Asstt. Professor FCS" userId="684a1a15-bea5-4a17-9b67-1313be309245" providerId="ADAL" clId="{E8E81236-DA6F-479D-84D1-2A2217A00886}" dt="2024-02-29T05:10:48.536" v="221" actId="478"/>
          <ac:spMkLst>
            <pc:docMk/>
            <pc:sldMk cId="3020409835" sldId="293"/>
            <ac:spMk id="5" creationId="{B4E9416D-4E25-8F7C-8941-B7CB54FB5D4D}"/>
          </ac:spMkLst>
        </pc:spChg>
        <pc:spChg chg="mod">
          <ac:chgData name="Dr. Khurram Jadoon khan Asstt. Professor FCS" userId="684a1a15-bea5-4a17-9b67-1313be309245" providerId="ADAL" clId="{E8E81236-DA6F-479D-84D1-2A2217A00886}" dt="2024-02-29T10:17:05.651" v="445" actId="207"/>
          <ac:spMkLst>
            <pc:docMk/>
            <pc:sldMk cId="3020409835" sldId="293"/>
            <ac:spMk id="7" creationId="{1B791C62-822F-4E75-54D4-8192923E055B}"/>
          </ac:spMkLst>
        </pc:spChg>
      </pc:sldChg>
      <pc:sldChg chg="add del">
        <pc:chgData name="Dr. Khurram Jadoon khan Asstt. Professor FCS" userId="684a1a15-bea5-4a17-9b67-1313be309245" providerId="ADAL" clId="{E8E81236-DA6F-479D-84D1-2A2217A00886}" dt="2024-02-29T10:24:44.101" v="467" actId="47"/>
        <pc:sldMkLst>
          <pc:docMk/>
          <pc:sldMk cId="455540593" sldId="294"/>
        </pc:sldMkLst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295"/>
        </pc:sldMkLst>
      </pc:sldChg>
      <pc:sldChg chg="add del">
        <pc:chgData name="Dr. Khurram Jadoon khan Asstt. Professor FCS" userId="684a1a15-bea5-4a17-9b67-1313be309245" providerId="ADAL" clId="{E8E81236-DA6F-479D-84D1-2A2217A00886}" dt="2024-02-29T10:26:15.876" v="470" actId="47"/>
        <pc:sldMkLst>
          <pc:docMk/>
          <pc:sldMk cId="0" sldId="296"/>
        </pc:sldMkLst>
      </pc:sldChg>
      <pc:sldChg chg="modSp add del mod">
        <pc:chgData name="Dr. Khurram Jadoon khan Asstt. Professor FCS" userId="684a1a15-bea5-4a17-9b67-1313be309245" providerId="ADAL" clId="{E8E81236-DA6F-479D-84D1-2A2217A00886}" dt="2024-03-04T05:42:11.869" v="725" actId="47"/>
        <pc:sldMkLst>
          <pc:docMk/>
          <pc:sldMk cId="0" sldId="297"/>
        </pc:sldMkLst>
        <pc:spChg chg="mod">
          <ac:chgData name="Dr. Khurram Jadoon khan Asstt. Professor FCS" userId="684a1a15-bea5-4a17-9b67-1313be309245" providerId="ADAL" clId="{E8E81236-DA6F-479D-84D1-2A2217A00886}" dt="2024-02-29T10:26:52.279" v="474" actId="1076"/>
          <ac:spMkLst>
            <pc:docMk/>
            <pc:sldMk cId="0" sldId="297"/>
            <ac:spMk id="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6:56.648" v="475" actId="1076"/>
        <pc:sldMkLst>
          <pc:docMk/>
          <pc:sldMk cId="0" sldId="298"/>
        </pc:sldMkLst>
        <pc:spChg chg="mod">
          <ac:chgData name="Dr. Khurram Jadoon khan Asstt. Professor FCS" userId="684a1a15-bea5-4a17-9b67-1313be309245" providerId="ADAL" clId="{E8E81236-DA6F-479D-84D1-2A2217A00886}" dt="2024-02-29T10:26:56.648" v="475" actId="1076"/>
          <ac:spMkLst>
            <pc:docMk/>
            <pc:sldMk cId="0" sldId="298"/>
            <ac:spMk id="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7:01.536" v="476" actId="1076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E8E81236-DA6F-479D-84D1-2A2217A00886}" dt="2024-02-29T10:27:01.536" v="476" actId="1076"/>
          <ac:spMkLst>
            <pc:docMk/>
            <pc:sldMk cId="0" sldId="299"/>
            <ac:spMk id="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7:09.799" v="478" actId="1076"/>
        <pc:sldMkLst>
          <pc:docMk/>
          <pc:sldMk cId="0" sldId="300"/>
        </pc:sldMkLst>
        <pc:spChg chg="mod">
          <ac:chgData name="Dr. Khurram Jadoon khan Asstt. Professor FCS" userId="684a1a15-bea5-4a17-9b67-1313be309245" providerId="ADAL" clId="{E8E81236-DA6F-479D-84D1-2A2217A00886}" dt="2024-02-29T10:27:09.799" v="478" actId="1076"/>
          <ac:spMkLst>
            <pc:docMk/>
            <pc:sldMk cId="0" sldId="300"/>
            <ac:spMk id="4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2-29T10:27:13.431" v="479" actId="1076"/>
        <pc:sldMkLst>
          <pc:docMk/>
          <pc:sldMk cId="0" sldId="301"/>
        </pc:sldMkLst>
        <pc:spChg chg="mod">
          <ac:chgData name="Dr. Khurram Jadoon khan Asstt. Professor FCS" userId="684a1a15-bea5-4a17-9b67-1313be309245" providerId="ADAL" clId="{E8E81236-DA6F-479D-84D1-2A2217A00886}" dt="2024-02-29T10:27:13.431" v="479" actId="1076"/>
          <ac:spMkLst>
            <pc:docMk/>
            <pc:sldMk cId="0" sldId="301"/>
            <ac:spMk id="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3-05T07:47:54.967" v="777" actId="20577"/>
        <pc:sldMkLst>
          <pc:docMk/>
          <pc:sldMk cId="0" sldId="302"/>
        </pc:sldMkLst>
        <pc:spChg chg="mod">
          <ac:chgData name="Dr. Khurram Jadoon khan Asstt. Professor FCS" userId="684a1a15-bea5-4a17-9b67-1313be309245" providerId="ADAL" clId="{E8E81236-DA6F-479D-84D1-2A2217A00886}" dt="2024-02-29T10:27:20.656" v="481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7:47:54.967" v="777" actId="20577"/>
          <ac:spMkLst>
            <pc:docMk/>
            <pc:sldMk cId="0" sldId="302"/>
            <ac:spMk id="4" creationId="{00000000-0000-0000-0000-000000000000}"/>
          </ac:spMkLst>
        </pc:spChg>
      </pc:sldChg>
      <pc:sldChg chg="addSp delSp modSp add mod">
        <pc:chgData name="Dr. Khurram Jadoon khan Asstt. Professor FCS" userId="684a1a15-bea5-4a17-9b67-1313be309245" providerId="ADAL" clId="{E8E81236-DA6F-479D-84D1-2A2217A00886}" dt="2024-03-05T08:15:45.776" v="1067" actId="207"/>
        <pc:sldMkLst>
          <pc:docMk/>
          <pc:sldMk cId="0" sldId="303"/>
        </pc:sldMkLst>
        <pc:spChg chg="mod">
          <ac:chgData name="Dr. Khurram Jadoon khan Asstt. Professor FCS" userId="684a1a15-bea5-4a17-9b67-1313be309245" providerId="ADAL" clId="{E8E81236-DA6F-479D-84D1-2A2217A00886}" dt="2024-02-29T10:27:25.007" v="482" actId="1076"/>
          <ac:spMkLst>
            <pc:docMk/>
            <pc:sldMk cId="0" sldId="30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15:45.776" v="1067" actId="207"/>
          <ac:spMkLst>
            <pc:docMk/>
            <pc:sldMk cId="0" sldId="30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14:25.783" v="1029" actId="1076"/>
          <ac:spMkLst>
            <pc:docMk/>
            <pc:sldMk cId="0" sldId="30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14:30.639" v="1031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09:59.337" v="991" actId="164"/>
          <ac:spMkLst>
            <pc:docMk/>
            <pc:sldMk cId="0" sldId="303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09:59.337" v="991" actId="164"/>
          <ac:spMkLst>
            <pc:docMk/>
            <pc:sldMk cId="0" sldId="30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09:59.337" v="991" actId="164"/>
          <ac:spMkLst>
            <pc:docMk/>
            <pc:sldMk cId="0" sldId="303"/>
            <ac:spMk id="8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08:14:40.036" v="1036" actId="207"/>
          <ac:spMkLst>
            <pc:docMk/>
            <pc:sldMk cId="0" sldId="303"/>
            <ac:spMk id="9" creationId="{1A0DF7E1-CB27-2889-9148-7AA45CD93206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08:14:28.343" v="1030" actId="1076"/>
          <ac:spMkLst>
            <pc:docMk/>
            <pc:sldMk cId="0" sldId="303"/>
            <ac:spMk id="10" creationId="{021264AF-E3F5-F1F1-FB85-5F3738DB8673}"/>
          </ac:spMkLst>
        </pc:spChg>
        <pc:grpChg chg="add del mod">
          <ac:chgData name="Dr. Khurram Jadoon khan Asstt. Professor FCS" userId="684a1a15-bea5-4a17-9b67-1313be309245" providerId="ADAL" clId="{E8E81236-DA6F-479D-84D1-2A2217A00886}" dt="2024-03-05T08:14:20.580" v="1027" actId="478"/>
          <ac:grpSpMkLst>
            <pc:docMk/>
            <pc:sldMk cId="0" sldId="303"/>
            <ac:grpSpMk id="11" creationId="{03EC6FD1-D67B-176E-DA5C-685F15FD0D02}"/>
          </ac:grpSpMkLst>
        </pc:grpChg>
      </pc:sldChg>
      <pc:sldChg chg="modSp add mod">
        <pc:chgData name="Dr. Khurram Jadoon khan Asstt. Professor FCS" userId="684a1a15-bea5-4a17-9b67-1313be309245" providerId="ADAL" clId="{E8E81236-DA6F-479D-84D1-2A2217A00886}" dt="2024-02-29T10:27:28.136" v="483" actId="1076"/>
        <pc:sldMkLst>
          <pc:docMk/>
          <pc:sldMk cId="0" sldId="304"/>
        </pc:sldMkLst>
        <pc:spChg chg="mod">
          <ac:chgData name="Dr. Khurram Jadoon khan Asstt. Professor FCS" userId="684a1a15-bea5-4a17-9b67-1313be309245" providerId="ADAL" clId="{E8E81236-DA6F-479D-84D1-2A2217A00886}" dt="2024-02-29T10:27:28.136" v="483" actId="1076"/>
          <ac:spMkLst>
            <pc:docMk/>
            <pc:sldMk cId="0" sldId="304"/>
            <ac:spMk id="3" creationId="{00000000-0000-0000-0000-000000000000}"/>
          </ac:spMkLst>
        </pc:spChg>
      </pc:sldChg>
      <pc:sldChg chg="add del">
        <pc:chgData name="Dr. Khurram Jadoon khan Asstt. Professor FCS" userId="684a1a15-bea5-4a17-9b67-1313be309245" providerId="ADAL" clId="{E8E81236-DA6F-479D-84D1-2A2217A00886}" dt="2024-03-05T08:19:45.532" v="1068" actId="47"/>
        <pc:sldMkLst>
          <pc:docMk/>
          <pc:sldMk cId="0" sldId="305"/>
        </pc:sldMkLst>
      </pc:sldChg>
      <pc:sldChg chg="modSp add mod">
        <pc:chgData name="Dr. Khurram Jadoon khan Asstt. Professor FCS" userId="684a1a15-bea5-4a17-9b67-1313be309245" providerId="ADAL" clId="{E8E81236-DA6F-479D-84D1-2A2217A00886}" dt="2024-03-05T08:25:39.517" v="1125" actId="1076"/>
        <pc:sldMkLst>
          <pc:docMk/>
          <pc:sldMk cId="0" sldId="306"/>
        </pc:sldMkLst>
        <pc:spChg chg="mod">
          <ac:chgData name="Dr. Khurram Jadoon khan Asstt. Professor FCS" userId="684a1a15-bea5-4a17-9b67-1313be309245" providerId="ADAL" clId="{E8E81236-DA6F-479D-84D1-2A2217A00886}" dt="2024-03-05T08:25:36.453" v="1124" actId="14100"/>
          <ac:spMkLst>
            <pc:docMk/>
            <pc:sldMk cId="0" sldId="30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08:25:39.517" v="1125" actId="1076"/>
          <ac:spMkLst>
            <pc:docMk/>
            <pc:sldMk cId="0" sldId="306"/>
            <ac:spMk id="4" creationId="{00000000-0000-0000-0000-000000000000}"/>
          </ac:spMkLst>
        </pc:spChg>
      </pc:sldChg>
      <pc:sldChg chg="add ord">
        <pc:chgData name="Dr. Khurram Jadoon khan Asstt. Professor FCS" userId="684a1a15-bea5-4a17-9b67-1313be309245" providerId="ADAL" clId="{E8E81236-DA6F-479D-84D1-2A2217A00886}" dt="2024-03-05T11:22:49.057" v="1168"/>
        <pc:sldMkLst>
          <pc:docMk/>
          <pc:sldMk cId="0" sldId="307"/>
        </pc:sldMkLst>
      </pc:sldChg>
      <pc:sldChg chg="modSp add mod">
        <pc:chgData name="Dr. Khurram Jadoon khan Asstt. Professor FCS" userId="684a1a15-bea5-4a17-9b67-1313be309245" providerId="ADAL" clId="{E8E81236-DA6F-479D-84D1-2A2217A00886}" dt="2024-03-05T11:26:40.350" v="1221" actId="20577"/>
        <pc:sldMkLst>
          <pc:docMk/>
          <pc:sldMk cId="0" sldId="308"/>
        </pc:sldMkLst>
        <pc:spChg chg="mod">
          <ac:chgData name="Dr. Khurram Jadoon khan Asstt. Professor FCS" userId="684a1a15-bea5-4a17-9b67-1313be309245" providerId="ADAL" clId="{E8E81236-DA6F-479D-84D1-2A2217A00886}" dt="2024-03-05T11:26:40.350" v="1221" actId="20577"/>
          <ac:spMkLst>
            <pc:docMk/>
            <pc:sldMk cId="0" sldId="308"/>
            <ac:spMk id="2" creationId="{00000000-0000-0000-0000-000000000000}"/>
          </ac:spMkLst>
        </pc:spChg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309"/>
        </pc:sldMkLst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310"/>
        </pc:sldMkLst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311"/>
        </pc:sldMkLst>
      </pc:sldChg>
      <pc:sldChg chg="add">
        <pc:chgData name="Dr. Khurram Jadoon khan Asstt. Professor FCS" userId="684a1a15-bea5-4a17-9b67-1313be309245" providerId="ADAL" clId="{E8E81236-DA6F-479D-84D1-2A2217A00886}" dt="2024-02-29T10:04:20.538" v="427"/>
        <pc:sldMkLst>
          <pc:docMk/>
          <pc:sldMk cId="0" sldId="312"/>
        </pc:sldMkLst>
      </pc:sldChg>
      <pc:sldChg chg="modSp add mod">
        <pc:chgData name="Dr. Khurram Jadoon khan Asstt. Professor FCS" userId="684a1a15-bea5-4a17-9b67-1313be309245" providerId="ADAL" clId="{E8E81236-DA6F-479D-84D1-2A2217A00886}" dt="2024-02-29T10:27:46.152" v="484" actId="1076"/>
        <pc:sldMkLst>
          <pc:docMk/>
          <pc:sldMk cId="0" sldId="313"/>
        </pc:sldMkLst>
        <pc:spChg chg="mod">
          <ac:chgData name="Dr. Khurram Jadoon khan Asstt. Professor FCS" userId="684a1a15-bea5-4a17-9b67-1313be309245" providerId="ADAL" clId="{E8E81236-DA6F-479D-84D1-2A2217A00886}" dt="2024-02-29T10:27:46.152" v="484" actId="1076"/>
          <ac:spMkLst>
            <pc:docMk/>
            <pc:sldMk cId="0" sldId="313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8E81236-DA6F-479D-84D1-2A2217A00886}" dt="2024-03-04T04:41:01.062" v="602" actId="108"/>
        <pc:sldMkLst>
          <pc:docMk/>
          <pc:sldMk cId="461313880" sldId="314"/>
        </pc:sldMkLst>
        <pc:spChg chg="mod">
          <ac:chgData name="Dr. Khurram Jadoon khan Asstt. Professor FCS" userId="684a1a15-bea5-4a17-9b67-1313be309245" providerId="ADAL" clId="{E8E81236-DA6F-479D-84D1-2A2217A00886}" dt="2024-03-04T04:41:01.062" v="602" actId="108"/>
          <ac:spMkLst>
            <pc:docMk/>
            <pc:sldMk cId="461313880" sldId="314"/>
            <ac:spMk id="14339" creationId="{00000000-0000-0000-0000-000000000000}"/>
          </ac:spMkLst>
        </pc:spChg>
      </pc:sldChg>
      <pc:sldChg chg="addSp delSp modSp mod addAnim delAnim">
        <pc:chgData name="Dr. Khurram Jadoon khan Asstt. Professor FCS" userId="684a1a15-bea5-4a17-9b67-1313be309245" providerId="ADAL" clId="{E8E81236-DA6F-479D-84D1-2A2217A00886}" dt="2024-03-04T04:46:32.337" v="654" actId="1076"/>
        <pc:sldMkLst>
          <pc:docMk/>
          <pc:sldMk cId="711869497" sldId="316"/>
        </pc:sldMkLst>
        <pc:spChg chg="add del mod">
          <ac:chgData name="Dr. Khurram Jadoon khan Asstt. Professor FCS" userId="684a1a15-bea5-4a17-9b67-1313be309245" providerId="ADAL" clId="{E8E81236-DA6F-479D-84D1-2A2217A00886}" dt="2024-03-04T04:46:32.337" v="654" actId="1076"/>
          <ac:spMkLst>
            <pc:docMk/>
            <pc:sldMk cId="711869497" sldId="316"/>
            <ac:spMk id="2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3-04T04:46:28.222" v="653" actId="1037"/>
          <ac:spMkLst>
            <pc:docMk/>
            <pc:sldMk cId="711869497" sldId="316"/>
            <ac:spMk id="3" creationId="{00000000-0000-0000-0000-000000000000}"/>
          </ac:spMkLst>
        </pc:spChg>
        <pc:spChg chg="add del">
          <ac:chgData name="Dr. Khurram Jadoon khan Asstt. Professor FCS" userId="684a1a15-bea5-4a17-9b67-1313be309245" providerId="ADAL" clId="{E8E81236-DA6F-479D-84D1-2A2217A00886}" dt="2024-03-04T04:45:16.801" v="631" actId="478"/>
          <ac:spMkLst>
            <pc:docMk/>
            <pc:sldMk cId="711869497" sldId="316"/>
            <ac:spMk id="4" creationId="{B9E98E40-E6F6-401A-8EFD-5FEDE67200F9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3-04T04:45:13.452" v="630" actId="478"/>
          <ac:spMkLst>
            <pc:docMk/>
            <pc:sldMk cId="711869497" sldId="316"/>
            <ac:spMk id="6" creationId="{033D10F9-C947-B54C-8556-E5F5415E6DE5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3-04T04:46:19.890" v="648" actId="27636"/>
          <ac:spMkLst>
            <pc:docMk/>
            <pc:sldMk cId="711869497" sldId="316"/>
            <ac:spMk id="17411" creationId="{00000000-0000-0000-0000-000000000000}"/>
          </ac:spMkLst>
        </pc:spChg>
        <pc:picChg chg="del">
          <ac:chgData name="Dr. Khurram Jadoon khan Asstt. Professor FCS" userId="684a1a15-bea5-4a17-9b67-1313be309245" providerId="ADAL" clId="{E8E81236-DA6F-479D-84D1-2A2217A00886}" dt="2024-03-04T04:44:49.574" v="622" actId="478"/>
          <ac:picMkLst>
            <pc:docMk/>
            <pc:sldMk cId="711869497" sldId="316"/>
            <ac:picMk id="13316" creationId="{00000000-0000-0000-0000-000000000000}"/>
          </ac:picMkLst>
        </pc:picChg>
      </pc:sldChg>
      <pc:sldChg chg="modSp add del">
        <pc:chgData name="Dr. Khurram Jadoon khan Asstt. Professor FCS" userId="684a1a15-bea5-4a17-9b67-1313be309245" providerId="ADAL" clId="{E8E81236-DA6F-479D-84D1-2A2217A00886}" dt="2024-03-05T11:26:37.312" v="1220" actId="47"/>
        <pc:sldMkLst>
          <pc:docMk/>
          <pc:sldMk cId="1058190190" sldId="369"/>
        </pc:sldMkLst>
        <pc:spChg chg="mod">
          <ac:chgData name="Dr. Khurram Jadoon khan Asstt. Professor FCS" userId="684a1a15-bea5-4a17-9b67-1313be309245" providerId="ADAL" clId="{E8E81236-DA6F-479D-84D1-2A2217A00886}" dt="2024-03-05T11:26:26.918" v="1219" actId="20577"/>
          <ac:spMkLst>
            <pc:docMk/>
            <pc:sldMk cId="1058190190" sldId="369"/>
            <ac:spMk id="6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3-05T11:28:53.720" v="1239" actId="12"/>
        <pc:sldMkLst>
          <pc:docMk/>
          <pc:sldMk cId="2096078105" sldId="370"/>
        </pc:sldMkLst>
        <pc:spChg chg="mod">
          <ac:chgData name="Dr. Khurram Jadoon khan Asstt. Professor FCS" userId="684a1a15-bea5-4a17-9b67-1313be309245" providerId="ADAL" clId="{E8E81236-DA6F-479D-84D1-2A2217A00886}" dt="2024-03-05T11:28:23.276" v="1233" actId="14100"/>
          <ac:spMkLst>
            <pc:docMk/>
            <pc:sldMk cId="2096078105" sldId="370"/>
            <ac:spMk id="27650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28:53.720" v="1239" actId="12"/>
          <ac:spMkLst>
            <pc:docMk/>
            <pc:sldMk cId="2096078105" sldId="370"/>
            <ac:spMk id="27651" creationId="{00000000-0000-0000-0000-000000000000}"/>
          </ac:spMkLst>
        </pc:spChg>
      </pc:sldChg>
      <pc:sldChg chg="addSp modSp add del mod">
        <pc:chgData name="Dr. Khurram Jadoon khan Asstt. Professor FCS" userId="684a1a15-bea5-4a17-9b67-1313be309245" providerId="ADAL" clId="{E8E81236-DA6F-479D-84D1-2A2217A00886}" dt="2024-03-05T11:48:23.218" v="1311" actId="108"/>
        <pc:sldMkLst>
          <pc:docMk/>
          <pc:sldMk cId="938942588" sldId="377"/>
        </pc:sldMkLst>
        <pc:spChg chg="mod">
          <ac:chgData name="Dr. Khurram Jadoon khan Asstt. Professor FCS" userId="684a1a15-bea5-4a17-9b67-1313be309245" providerId="ADAL" clId="{E8E81236-DA6F-479D-84D1-2A2217A00886}" dt="2024-03-05T11:39:45.933" v="1296" actId="403"/>
          <ac:spMkLst>
            <pc:docMk/>
            <pc:sldMk cId="938942588" sldId="377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E8E81236-DA6F-479D-84D1-2A2217A00886}" dt="2024-03-05T11:48:23.218" v="1311" actId="108"/>
          <ac:spMkLst>
            <pc:docMk/>
            <pc:sldMk cId="938942588" sldId="377"/>
            <ac:spMk id="4" creationId="{ED12F654-115D-0834-F1FC-0AC8B17B91D5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37:45.379" v="1275" actId="1076"/>
          <ac:spMkLst>
            <pc:docMk/>
            <pc:sldMk cId="938942588" sldId="377"/>
            <ac:spMk id="6" creationId="{2ADC9035-27FA-C68B-2667-B556544E25FF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3-05T11:28:12.044" v="1232" actId="1076"/>
        <pc:sldMkLst>
          <pc:docMk/>
          <pc:sldMk cId="718446603" sldId="397"/>
        </pc:sldMkLst>
        <pc:spChg chg="mod">
          <ac:chgData name="Dr. Khurram Jadoon khan Asstt. Professor FCS" userId="684a1a15-bea5-4a17-9b67-1313be309245" providerId="ADAL" clId="{E8E81236-DA6F-479D-84D1-2A2217A00886}" dt="2024-03-05T11:28:05.968" v="1230" actId="12"/>
          <ac:spMkLst>
            <pc:docMk/>
            <pc:sldMk cId="718446603" sldId="39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28:12.044" v="1232" actId="1076"/>
          <ac:spMkLst>
            <pc:docMk/>
            <pc:sldMk cId="718446603" sldId="397"/>
            <ac:spMk id="6" creationId="{D65729BF-C82D-0F03-10B6-87B3352364C6}"/>
          </ac:spMkLst>
        </pc:spChg>
        <pc:picChg chg="mod">
          <ac:chgData name="Dr. Khurram Jadoon khan Asstt. Professor FCS" userId="684a1a15-bea5-4a17-9b67-1313be309245" providerId="ADAL" clId="{E8E81236-DA6F-479D-84D1-2A2217A00886}" dt="2024-03-05T11:28:09.148" v="1231" actId="1076"/>
          <ac:picMkLst>
            <pc:docMk/>
            <pc:sldMk cId="718446603" sldId="397"/>
            <ac:picMk id="5" creationId="{21FCC289-BBD5-B03B-B3B7-7ACE69173D5B}"/>
          </ac:picMkLst>
        </pc:picChg>
      </pc:sldChg>
      <pc:sldChg chg="add">
        <pc:chgData name="Dr. Khurram Jadoon khan Asstt. Professor FCS" userId="684a1a15-bea5-4a17-9b67-1313be309245" providerId="ADAL" clId="{E8E81236-DA6F-479D-84D1-2A2217A00886}" dt="2024-03-05T11:22:25.832" v="1165"/>
        <pc:sldMkLst>
          <pc:docMk/>
          <pc:sldMk cId="4207246547" sldId="398"/>
        </pc:sldMkLst>
      </pc:sldChg>
      <pc:sldChg chg="modSp add mod">
        <pc:chgData name="Dr. Khurram Jadoon khan Asstt. Professor FCS" userId="684a1a15-bea5-4a17-9b67-1313be309245" providerId="ADAL" clId="{E8E81236-DA6F-479D-84D1-2A2217A00886}" dt="2024-03-05T11:31:41.036" v="1258" actId="2710"/>
        <pc:sldMkLst>
          <pc:docMk/>
          <pc:sldMk cId="1629699018" sldId="399"/>
        </pc:sldMkLst>
        <pc:spChg chg="mod">
          <ac:chgData name="Dr. Khurram Jadoon khan Asstt. Professor FCS" userId="684a1a15-bea5-4a17-9b67-1313be309245" providerId="ADAL" clId="{E8E81236-DA6F-479D-84D1-2A2217A00886}" dt="2024-03-05T11:31:12.532" v="1249" actId="1076"/>
          <ac:spMkLst>
            <pc:docMk/>
            <pc:sldMk cId="1629699018" sldId="39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31:41.036" v="1258" actId="2710"/>
          <ac:spMkLst>
            <pc:docMk/>
            <pc:sldMk cId="1629699018" sldId="399"/>
            <ac:spMk id="3" creationId="{00000000-0000-0000-0000-000000000000}"/>
          </ac:spMkLst>
        </pc:spChg>
      </pc:sldChg>
      <pc:sldChg chg="addSp delSp modSp add del mod delAnim">
        <pc:chgData name="Dr. Khurram Jadoon khan Asstt. Professor FCS" userId="684a1a15-bea5-4a17-9b67-1313be309245" providerId="ADAL" clId="{E8E81236-DA6F-479D-84D1-2A2217A00886}" dt="2024-03-05T11:42:24.634" v="1309" actId="1076"/>
        <pc:sldMkLst>
          <pc:docMk/>
          <pc:sldMk cId="2937978969" sldId="401"/>
        </pc:sldMkLst>
        <pc:spChg chg="mod">
          <ac:chgData name="Dr. Khurram Jadoon khan Asstt. Professor FCS" userId="684a1a15-bea5-4a17-9b67-1313be309245" providerId="ADAL" clId="{E8E81236-DA6F-479D-84D1-2A2217A00886}" dt="2024-03-05T11:42:20.905" v="1307" actId="14100"/>
          <ac:spMkLst>
            <pc:docMk/>
            <pc:sldMk cId="2937978969" sldId="401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6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9" creationId="{00000000-0000-0000-0000-000000000000}"/>
          </ac:spMkLst>
        </pc:spChg>
        <pc:spChg chg="del">
          <ac:chgData name="Dr. Khurram Jadoon khan Asstt. Professor FCS" userId="684a1a15-bea5-4a17-9b67-1313be309245" providerId="ADAL" clId="{E8E81236-DA6F-479D-84D1-2A2217A00886}" dt="2024-03-05T11:42:09.668" v="1301" actId="478"/>
          <ac:spMkLst>
            <pc:docMk/>
            <pc:sldMk cId="2937978969" sldId="40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42:23.081" v="1308" actId="1076"/>
          <ac:spMkLst>
            <pc:docMk/>
            <pc:sldMk cId="2937978969" sldId="401"/>
            <ac:spMk id="11" creationId="{E1A85C03-22F6-1317-FEB0-66B939A83A96}"/>
          </ac:spMkLst>
        </pc:spChg>
        <pc:spChg chg="add del mod">
          <ac:chgData name="Dr. Khurram Jadoon khan Asstt. Professor FCS" userId="684a1a15-bea5-4a17-9b67-1313be309245" providerId="ADAL" clId="{E8E81236-DA6F-479D-84D1-2A2217A00886}" dt="2024-03-05T11:42:08.114" v="1300" actId="478"/>
          <ac:spMkLst>
            <pc:docMk/>
            <pc:sldMk cId="2937978969" sldId="401"/>
            <ac:spMk id="12" creationId="{594A1458-1A86-2E68-56CC-1B9A35B3EC23}"/>
          </ac:spMkLst>
        </pc:spChg>
        <pc:picChg chg="del">
          <ac:chgData name="Dr. Khurram Jadoon khan Asstt. Professor FCS" userId="684a1a15-bea5-4a17-9b67-1313be309245" providerId="ADAL" clId="{E8E81236-DA6F-479D-84D1-2A2217A00886}" dt="2024-03-05T11:42:05.635" v="1299" actId="478"/>
          <ac:picMkLst>
            <pc:docMk/>
            <pc:sldMk cId="2937978969" sldId="401"/>
            <ac:picMk id="4" creationId="{00000000-0000-0000-0000-000000000000}"/>
          </ac:picMkLst>
        </pc:picChg>
        <pc:picChg chg="add mod">
          <ac:chgData name="Dr. Khurram Jadoon khan Asstt. Professor FCS" userId="684a1a15-bea5-4a17-9b67-1313be309245" providerId="ADAL" clId="{E8E81236-DA6F-479D-84D1-2A2217A00886}" dt="2024-03-05T11:42:24.634" v="1309" actId="1076"/>
          <ac:picMkLst>
            <pc:docMk/>
            <pc:sldMk cId="2937978969" sldId="401"/>
            <ac:picMk id="14" creationId="{17F57B32-AFE3-D033-9F0C-913251A62EDA}"/>
          </ac:picMkLst>
        </pc:picChg>
      </pc:sldChg>
      <pc:sldChg chg="modSp add del mod">
        <pc:chgData name="Dr. Khurram Jadoon khan Asstt. Professor FCS" userId="684a1a15-bea5-4a17-9b67-1313be309245" providerId="ADAL" clId="{E8E81236-DA6F-479D-84D1-2A2217A00886}" dt="2024-03-05T11:15:39.560" v="1134" actId="47"/>
        <pc:sldMkLst>
          <pc:docMk/>
          <pc:sldMk cId="2616949681" sldId="692"/>
        </pc:sldMkLst>
        <pc:spChg chg="mod">
          <ac:chgData name="Dr. Khurram Jadoon khan Asstt. Professor FCS" userId="684a1a15-bea5-4a17-9b67-1313be309245" providerId="ADAL" clId="{E8E81236-DA6F-479D-84D1-2A2217A00886}" dt="2024-03-05T08:20:02.862" v="1072" actId="2711"/>
          <ac:spMkLst>
            <pc:docMk/>
            <pc:sldMk cId="2616949681" sldId="692"/>
            <ac:spMk id="3" creationId="{00000000-0000-0000-0000-000000000000}"/>
          </ac:spMkLst>
        </pc:spChg>
      </pc:sldChg>
      <pc:sldChg chg="addSp delSp modSp add mod">
        <pc:chgData name="Dr. Khurram Jadoon khan Asstt. Professor FCS" userId="684a1a15-bea5-4a17-9b67-1313be309245" providerId="ADAL" clId="{E8E81236-DA6F-479D-84D1-2A2217A00886}" dt="2024-03-05T11:57:49.890" v="1316" actId="20577"/>
        <pc:sldMkLst>
          <pc:docMk/>
          <pc:sldMk cId="273104591" sldId="695"/>
        </pc:sldMkLst>
        <pc:spChg chg="mod">
          <ac:chgData name="Dr. Khurram Jadoon khan Asstt. Professor FCS" userId="684a1a15-bea5-4a17-9b67-1313be309245" providerId="ADAL" clId="{E8E81236-DA6F-479D-84D1-2A2217A00886}" dt="2024-03-05T11:57:49.890" v="1316" actId="20577"/>
          <ac:spMkLst>
            <pc:docMk/>
            <pc:sldMk cId="273104591" sldId="695"/>
            <ac:spMk id="3" creationId="{276424DB-7409-CF0B-4B02-E938406EFA86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4" creationId="{50739651-7E84-E01D-2951-52D665AE3B93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5" creationId="{2C379129-B05A-BE9C-2B7C-36568266B6C7}"/>
          </ac:spMkLst>
        </pc:spChg>
        <pc:spChg chg="add 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6" creationId="{700EAA3F-0648-3AB8-44E3-F9F64A47FB11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7" creationId="{F948AB6C-4938-02FD-3142-2249CECE76C0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8" creationId="{D04089C9-57DF-4004-2FAF-0A0C729A7A2E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9" creationId="{1763076C-0E53-34CF-4F6D-1E27ADC748A4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0" creationId="{CBC64AD3-C881-1E74-AF8A-5815B56E1614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1" creationId="{7B178B48-9D7E-D873-623D-F2815EEBB27A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2" creationId="{092651D3-B6E1-7C12-F496-E1011E4EDE8A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3" creationId="{152F88CE-3787-0FF4-1B78-251F2671980F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4" creationId="{56B9EB6B-385B-EF63-27D6-31D0A15D1393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5" creationId="{493A53A1-F2B7-6CB5-3B5D-534894ABE5EE}"/>
          </ac:spMkLst>
        </pc:spChg>
        <pc:spChg chg="del">
          <ac:chgData name="Dr. Khurram Jadoon khan Asstt. Professor FCS" userId="684a1a15-bea5-4a17-9b67-1313be309245" providerId="ADAL" clId="{E8E81236-DA6F-479D-84D1-2A2217A00886}" dt="2024-03-05T07:44:27.526" v="732" actId="478"/>
          <ac:spMkLst>
            <pc:docMk/>
            <pc:sldMk cId="273104591" sldId="695"/>
            <ac:spMk id="16" creationId="{9EE8EC58-480D-8102-B581-B7D7BFA2930E}"/>
          </ac:spMkLst>
        </pc:spChg>
      </pc:sldChg>
      <pc:sldChg chg="add">
        <pc:chgData name="Dr. Khurram Jadoon khan Asstt. Professor FCS" userId="684a1a15-bea5-4a17-9b67-1313be309245" providerId="ADAL" clId="{E8E81236-DA6F-479D-84D1-2A2217A00886}" dt="2024-03-05T11:27:01.735" v="1222"/>
        <pc:sldMkLst>
          <pc:docMk/>
          <pc:sldMk cId="3098436341" sldId="699"/>
        </pc:sldMkLst>
      </pc:sldChg>
      <pc:sldChg chg="add">
        <pc:chgData name="Dr. Khurram Jadoon khan Asstt. Professor FCS" userId="684a1a15-bea5-4a17-9b67-1313be309245" providerId="ADAL" clId="{E8E81236-DA6F-479D-84D1-2A2217A00886}" dt="2024-03-05T11:27:01.735" v="1222"/>
        <pc:sldMkLst>
          <pc:docMk/>
          <pc:sldMk cId="3991722738" sldId="700"/>
        </pc:sldMkLst>
      </pc:sldChg>
      <pc:sldChg chg="modSp add mod">
        <pc:chgData name="Dr. Khurram Jadoon khan Asstt. Professor FCS" userId="684a1a15-bea5-4a17-9b67-1313be309245" providerId="ADAL" clId="{E8E81236-DA6F-479D-84D1-2A2217A00886}" dt="2024-03-05T11:49:08.968" v="1315" actId="1076"/>
        <pc:sldMkLst>
          <pc:docMk/>
          <pc:sldMk cId="3753020604" sldId="701"/>
        </pc:sldMkLst>
        <pc:spChg chg="mod">
          <ac:chgData name="Dr. Khurram Jadoon khan Asstt. Professor FCS" userId="684a1a15-bea5-4a17-9b67-1313be309245" providerId="ADAL" clId="{E8E81236-DA6F-479D-84D1-2A2217A00886}" dt="2024-03-05T11:49:08.968" v="1315" actId="1076"/>
          <ac:spMkLst>
            <pc:docMk/>
            <pc:sldMk cId="3753020604" sldId="701"/>
            <ac:spMk id="4" creationId="{1D8B2033-4B65-76DD-2846-09068B0D7032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49:07.112" v="1314" actId="1076"/>
          <ac:spMkLst>
            <pc:docMk/>
            <pc:sldMk cId="3753020604" sldId="701"/>
            <ac:spMk id="5" creationId="{CA6E029A-1B17-8426-3EC8-81D3AF08F036}"/>
          </ac:spMkLst>
        </pc:spChg>
      </pc:sldChg>
      <pc:sldChg chg="modSp add mod">
        <pc:chgData name="Dr. Khurram Jadoon khan Asstt. Professor FCS" userId="684a1a15-bea5-4a17-9b67-1313be309245" providerId="ADAL" clId="{E8E81236-DA6F-479D-84D1-2A2217A00886}" dt="2024-03-05T11:25:48.705" v="1218" actId="20577"/>
        <pc:sldMkLst>
          <pc:docMk/>
          <pc:sldMk cId="2643945293" sldId="702"/>
        </pc:sldMkLst>
        <pc:spChg chg="mod">
          <ac:chgData name="Dr. Khurram Jadoon khan Asstt. Professor FCS" userId="684a1a15-bea5-4a17-9b67-1313be309245" providerId="ADAL" clId="{E8E81236-DA6F-479D-84D1-2A2217A00886}" dt="2024-03-05T11:22:25.927" v="1166" actId="27636"/>
          <ac:spMkLst>
            <pc:docMk/>
            <pc:sldMk cId="2643945293" sldId="702"/>
            <ac:spMk id="5" creationId="{3591148A-A6F9-25EB-8386-B59D5F36F581}"/>
          </ac:spMkLst>
        </pc:spChg>
        <pc:spChg chg="mod">
          <ac:chgData name="Dr. Khurram Jadoon khan Asstt. Professor FCS" userId="684a1a15-bea5-4a17-9b67-1313be309245" providerId="ADAL" clId="{E8E81236-DA6F-479D-84D1-2A2217A00886}" dt="2024-03-05T11:25:48.705" v="1218" actId="20577"/>
          <ac:spMkLst>
            <pc:docMk/>
            <pc:sldMk cId="2643945293" sldId="702"/>
            <ac:spMk id="6" creationId="{8B76F3BD-4E31-2D7E-8282-C84C6E8AD31B}"/>
          </ac:spMkLst>
        </pc:spChg>
      </pc:sldChg>
      <pc:sldChg chg="modSp add del mod">
        <pc:chgData name="Dr. Khurram Jadoon khan Asstt. Professor FCS" userId="684a1a15-bea5-4a17-9b67-1313be309245" providerId="ADAL" clId="{E8E81236-DA6F-479D-84D1-2A2217A00886}" dt="2024-03-05T11:40:20.842" v="1298" actId="1076"/>
        <pc:sldMkLst>
          <pc:docMk/>
          <pc:sldMk cId="3761318595" sldId="703"/>
        </pc:sldMkLst>
        <pc:picChg chg="mod">
          <ac:chgData name="Dr. Khurram Jadoon khan Asstt. Professor FCS" userId="684a1a15-bea5-4a17-9b67-1313be309245" providerId="ADAL" clId="{E8E81236-DA6F-479D-84D1-2A2217A00886}" dt="2024-03-05T11:40:20.842" v="1298" actId="1076"/>
          <ac:picMkLst>
            <pc:docMk/>
            <pc:sldMk cId="3761318595" sldId="703"/>
            <ac:picMk id="5" creationId="{EA02A47C-DD7B-A026-94EB-9318E701EA91}"/>
          </ac:picMkLst>
        </pc:picChg>
      </pc:sldChg>
      <pc:sldChg chg="addSp delSp modSp new mod">
        <pc:chgData name="Dr. Khurram Jadoon khan Asstt. Professor FCS" userId="684a1a15-bea5-4a17-9b67-1313be309245" providerId="ADAL" clId="{E8E81236-DA6F-479D-84D1-2A2217A00886}" dt="2024-03-08T06:17:30.306" v="1323" actId="1076"/>
        <pc:sldMkLst>
          <pc:docMk/>
          <pc:sldMk cId="2681211717" sldId="706"/>
        </pc:sldMkLst>
        <pc:spChg chg="del">
          <ac:chgData name="Dr. Khurram Jadoon khan Asstt. Professor FCS" userId="684a1a15-bea5-4a17-9b67-1313be309245" providerId="ADAL" clId="{E8E81236-DA6F-479D-84D1-2A2217A00886}" dt="2024-03-08T06:17:23.519" v="1319" actId="478"/>
          <ac:spMkLst>
            <pc:docMk/>
            <pc:sldMk cId="2681211717" sldId="706"/>
            <ac:spMk id="2" creationId="{49FB5992-33BF-38E9-E825-874A3D97B13C}"/>
          </ac:spMkLst>
        </pc:spChg>
        <pc:spChg chg="del">
          <ac:chgData name="Dr. Khurram Jadoon khan Asstt. Professor FCS" userId="684a1a15-bea5-4a17-9b67-1313be309245" providerId="ADAL" clId="{E8E81236-DA6F-479D-84D1-2A2217A00886}" dt="2024-03-08T06:17:22.052" v="1318" actId="478"/>
          <ac:spMkLst>
            <pc:docMk/>
            <pc:sldMk cId="2681211717" sldId="706"/>
            <ac:spMk id="3" creationId="{4B6C148F-3A94-9521-DDA8-8096F51CC467}"/>
          </ac:spMkLst>
        </pc:spChg>
        <pc:picChg chg="add mod">
          <ac:chgData name="Dr. Khurram Jadoon khan Asstt. Professor FCS" userId="684a1a15-bea5-4a17-9b67-1313be309245" providerId="ADAL" clId="{E8E81236-DA6F-479D-84D1-2A2217A00886}" dt="2024-03-08T06:17:30.306" v="1323" actId="1076"/>
          <ac:picMkLst>
            <pc:docMk/>
            <pc:sldMk cId="2681211717" sldId="706"/>
            <ac:picMk id="5" creationId="{32F7C993-423B-1BBE-3577-B5CA82323176}"/>
          </ac:picMkLst>
        </pc:picChg>
      </pc:sldChg>
      <pc:sldChg chg="addSp delSp modSp new mod">
        <pc:chgData name="Dr. Khurram Jadoon khan Asstt. Professor FCS" userId="684a1a15-bea5-4a17-9b67-1313be309245" providerId="ADAL" clId="{E8E81236-DA6F-479D-84D1-2A2217A00886}" dt="2024-03-18T09:01:34.295" v="1346" actId="21"/>
        <pc:sldMkLst>
          <pc:docMk/>
          <pc:sldMk cId="534866817" sldId="707"/>
        </pc:sldMkLst>
        <pc:spChg chg="add del">
          <ac:chgData name="Dr. Khurram Jadoon khan Asstt. Professor FCS" userId="684a1a15-bea5-4a17-9b67-1313be309245" providerId="ADAL" clId="{E8E81236-DA6F-479D-84D1-2A2217A00886}" dt="2024-03-18T08:59:12.421" v="1328" actId="478"/>
          <ac:spMkLst>
            <pc:docMk/>
            <pc:sldMk cId="534866817" sldId="707"/>
            <ac:spMk id="3" creationId="{7AF79117-7BA2-58F9-88BE-BD116E7348D2}"/>
          </ac:spMkLst>
        </pc:spChg>
        <pc:spChg chg="add mod">
          <ac:chgData name="Dr. Khurram Jadoon khan Asstt. Professor FCS" userId="684a1a15-bea5-4a17-9b67-1313be309245" providerId="ADAL" clId="{E8E81236-DA6F-479D-84D1-2A2217A00886}" dt="2024-03-18T08:59:10.806" v="1327"/>
          <ac:spMkLst>
            <pc:docMk/>
            <pc:sldMk cId="534866817" sldId="707"/>
            <ac:spMk id="4" creationId="{C5B69192-6081-F300-3553-D3A74931DD2B}"/>
          </ac:spMkLst>
        </pc:spChg>
        <pc:spChg chg="add mod">
          <ac:chgData name="Dr. Khurram Jadoon khan Asstt. Professor FCS" userId="684a1a15-bea5-4a17-9b67-1313be309245" providerId="ADAL" clId="{E8E81236-DA6F-479D-84D1-2A2217A00886}" dt="2024-03-18T08:59:16.032" v="1330" actId="14100"/>
          <ac:spMkLst>
            <pc:docMk/>
            <pc:sldMk cId="534866817" sldId="707"/>
            <ac:spMk id="5" creationId="{20C25CAB-E6D2-9B39-B3C8-162C0D82C267}"/>
          </ac:spMkLst>
        </pc:spChg>
        <pc:picChg chg="add del mod">
          <ac:chgData name="Dr. Khurram Jadoon khan Asstt. Professor FCS" userId="684a1a15-bea5-4a17-9b67-1313be309245" providerId="ADAL" clId="{E8E81236-DA6F-479D-84D1-2A2217A00886}" dt="2024-03-18T09:01:34.295" v="1346" actId="21"/>
          <ac:picMkLst>
            <pc:docMk/>
            <pc:sldMk cId="534866817" sldId="707"/>
            <ac:picMk id="7" creationId="{20CE1035-33F5-25F1-CB6F-30E02F7342C0}"/>
          </ac:picMkLst>
        </pc:picChg>
      </pc:sldChg>
      <pc:sldMasterChg chg="delSp modSp mod">
        <pc:chgData name="Dr. Khurram Jadoon khan Asstt. Professor FCS" userId="684a1a15-bea5-4a17-9b67-1313be309245" providerId="ADAL" clId="{E8E81236-DA6F-479D-84D1-2A2217A00886}" dt="2024-03-04T04:31:26.609" v="487" actId="478"/>
        <pc:sldMasterMkLst>
          <pc:docMk/>
          <pc:sldMasterMk cId="0" sldId="2147483648"/>
        </pc:sldMasterMkLst>
        <pc:spChg chg="mod">
          <ac:chgData name="Dr. Khurram Jadoon khan Asstt. Professor FCS" userId="684a1a15-bea5-4a17-9b67-1313be309245" providerId="ADAL" clId="{E8E81236-DA6F-479D-84D1-2A2217A00886}" dt="2024-02-29T04:51:27.585" v="124" actId="1076"/>
          <ac:spMkLst>
            <pc:docMk/>
            <pc:sldMasterMk cId="0" sldId="2147483648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E8E81236-DA6F-479D-84D1-2A2217A00886}" dt="2024-03-04T04:31:26.609" v="487" actId="478"/>
          <ac:spMkLst>
            <pc:docMk/>
            <pc:sldMasterMk cId="0" sldId="2147483648"/>
            <ac:spMk id="16" creationId="{00000000-0000-0000-0000-000000000000}"/>
          </ac:spMkLst>
        </pc:spChg>
        <pc:spChg chg="del mod">
          <ac:chgData name="Dr. Khurram Jadoon khan Asstt. Professor FCS" userId="684a1a15-bea5-4a17-9b67-1313be309245" providerId="ADAL" clId="{E8E81236-DA6F-479D-84D1-2A2217A00886}" dt="2024-03-04T04:31:25.860" v="486" actId="478"/>
          <ac:spMkLst>
            <pc:docMk/>
            <pc:sldMasterMk cId="0" sldId="2147483648"/>
            <ac:spMk id="17" creationId="{00000000-0000-0000-0000-000000000000}"/>
          </ac:spMkLst>
        </pc:spChg>
      </pc:sldMasterChg>
    </pc:docChg>
  </pc:docChgLst>
  <pc:docChgLst>
    <pc:chgData name="Dr. Khurram Jadoon khan Asstt. Professor FCS" userId="684a1a15-bea5-4a17-9b67-1313be309245" providerId="ADAL" clId="{84875F8A-2854-405B-B9D3-5F556EDDFE05}"/>
    <pc:docChg chg="undo redo custSel addSld delSld modSld sldOrd delMainMaster">
      <pc:chgData name="Dr. Khurram Jadoon khan Asstt. Professor FCS" userId="684a1a15-bea5-4a17-9b67-1313be309245" providerId="ADAL" clId="{84875F8A-2854-405B-B9D3-5F556EDDFE05}" dt="2024-10-10T12:41:23.591" v="614" actId="680"/>
      <pc:docMkLst>
        <pc:docMk/>
      </pc:docMkLst>
      <pc:sldChg chg="delSp modSp mod">
        <pc:chgData name="Dr. Khurram Jadoon khan Asstt. Professor FCS" userId="684a1a15-bea5-4a17-9b67-1313be309245" providerId="ADAL" clId="{84875F8A-2854-405B-B9D3-5F556EDDFE05}" dt="2024-10-01T10:18:44.449" v="30" actId="20577"/>
        <pc:sldMkLst>
          <pc:docMk/>
          <pc:sldMk cId="0" sldId="257"/>
        </pc:sldMkLst>
        <pc:spChg chg="mod">
          <ac:chgData name="Dr. Khurram Jadoon khan Asstt. Professor FCS" userId="684a1a15-bea5-4a17-9b67-1313be309245" providerId="ADAL" clId="{84875F8A-2854-405B-B9D3-5F556EDDFE05}" dt="2024-10-01T10:18:44.449" v="30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1T04:58:24.821" v="0" actId="478"/>
          <ac:spMkLst>
            <pc:docMk/>
            <pc:sldMk cId="0" sldId="257"/>
            <ac:spMk id="6" creationId="{00000000-0000-0000-0000-000000000000}"/>
          </ac:spMkLst>
        </pc:spChg>
      </pc:sldChg>
      <pc:sldChg chg="modSp del mod">
        <pc:chgData name="Dr. Khurram Jadoon khan Asstt. Professor FCS" userId="684a1a15-bea5-4a17-9b67-1313be309245" providerId="ADAL" clId="{84875F8A-2854-405B-B9D3-5F556EDDFE05}" dt="2024-10-08T07:53:19.853" v="208" actId="47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84875F8A-2854-405B-B9D3-5F556EDDFE05}" dt="2024-10-08T07:53:14.469" v="207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1T10:16:54.713" v="24" actId="313"/>
        <pc:sldMkLst>
          <pc:docMk/>
          <pc:sldMk cId="0" sldId="259"/>
        </pc:sldMkLst>
        <pc:spChg chg="mod">
          <ac:chgData name="Dr. Khurram Jadoon khan Asstt. Professor FCS" userId="684a1a15-bea5-4a17-9b67-1313be309245" providerId="ADAL" clId="{84875F8A-2854-405B-B9D3-5F556EDDFE05}" dt="2024-10-01T10:16:54.713" v="24" actId="31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8T07:57:01.399" v="211" actId="207"/>
        <pc:sldMkLst>
          <pc:docMk/>
          <pc:sldMk cId="0" sldId="260"/>
        </pc:sldMkLst>
        <pc:spChg chg="mod">
          <ac:chgData name="Dr. Khurram Jadoon khan Asstt. Professor FCS" userId="684a1a15-bea5-4a17-9b67-1313be309245" providerId="ADAL" clId="{84875F8A-2854-405B-B9D3-5F556EDDFE05}" dt="2024-10-08T07:57:01.399" v="211" actId="20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1T10:19:43.917" v="35" actId="1076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84875F8A-2854-405B-B9D3-5F556EDDFE05}" dt="2024-10-01T10:19:43.917" v="35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19:22.742" v="34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19:19.161" v="33" actId="1076"/>
          <ac:spMkLst>
            <pc:docMk/>
            <pc:sldMk cId="0" sldId="261"/>
            <ac:spMk id="12" creationId="{9C3A32FB-7824-6A5F-1B92-316A157D80DC}"/>
          </ac:spMkLst>
        </pc:spChg>
      </pc:sldChg>
      <pc:sldChg chg="addSp modSp mod">
        <pc:chgData name="Dr. Khurram Jadoon khan Asstt. Professor FCS" userId="684a1a15-bea5-4a17-9b67-1313be309245" providerId="ADAL" clId="{84875F8A-2854-405B-B9D3-5F556EDDFE05}" dt="2024-10-03T06:47:50.879" v="99" actId="207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84875F8A-2854-405B-B9D3-5F556EDDFE05}" dt="2024-10-01T10:28:52.125" v="42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28:43.451" v="41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28:52.125" v="4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28:52.125" v="4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3T06:47:34.190" v="93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28:57.331" v="43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Dr. Khurram Jadoon khan Asstt. Professor FCS" userId="684a1a15-bea5-4a17-9b67-1313be309245" providerId="ADAL" clId="{84875F8A-2854-405B-B9D3-5F556EDDFE05}" dt="2024-10-01T10:49:55.009" v="73" actId="1076"/>
          <ac:spMkLst>
            <pc:docMk/>
            <pc:sldMk cId="0" sldId="262"/>
            <ac:spMk id="9" creationId="{78F63EB5-4A66-C68F-9428-CC1ABEF5F170}"/>
          </ac:spMkLst>
        </pc:spChg>
        <pc:spChg chg="mod">
          <ac:chgData name="Dr. Khurram Jadoon khan Asstt. Professor FCS" userId="684a1a15-bea5-4a17-9b67-1313be309245" providerId="ADAL" clId="{84875F8A-2854-405B-B9D3-5F556EDDFE05}" dt="2024-10-01T10:28:57.331" v="43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3T06:47:50.879" v="99" actId="207"/>
          <ac:spMkLst>
            <pc:docMk/>
            <pc:sldMk cId="0" sldId="262"/>
            <ac:spMk id="14" creationId="{3876D225-B554-159D-F7A7-B9D42F0B8E4E}"/>
          </ac:spMkLst>
        </pc:spChg>
      </pc:sldChg>
      <pc:sldChg chg="delSp modSp mod">
        <pc:chgData name="Dr. Khurram Jadoon khan Asstt. Professor FCS" userId="684a1a15-bea5-4a17-9b67-1313be309245" providerId="ADAL" clId="{84875F8A-2854-405B-B9D3-5F556EDDFE05}" dt="2024-10-01T11:05:04.035" v="81" actId="20577"/>
        <pc:sldMkLst>
          <pc:docMk/>
          <pc:sldMk cId="0" sldId="263"/>
        </pc:sldMkLst>
        <pc:spChg chg="del">
          <ac:chgData name="Dr. Khurram Jadoon khan Asstt. Professor FCS" userId="684a1a15-bea5-4a17-9b67-1313be309245" providerId="ADAL" clId="{84875F8A-2854-405B-B9D3-5F556EDDFE05}" dt="2024-10-01T11:05:01.233" v="80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1:05:04.035" v="81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8T08:10:50.006" v="262" actId="207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84875F8A-2854-405B-B9D3-5F556EDDFE05}" dt="2024-10-08T08:10:50.006" v="262" actId="207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8T08:11:19.700" v="263" actId="1076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84875F8A-2854-405B-B9D3-5F556EDDFE05}" dt="2024-10-08T08:11:19.700" v="263" actId="1076"/>
          <ac:spMkLst>
            <pc:docMk/>
            <pc:sldMk cId="0" sldId="265"/>
            <ac:spMk id="6" creationId="{BE410CAA-1D6C-961F-DEA0-A7878BFC51F6}"/>
          </ac:spMkLst>
        </pc:spChg>
      </pc:sldChg>
      <pc:sldChg chg="addSp delSp modSp mod">
        <pc:chgData name="Dr. Khurram Jadoon khan Asstt. Professor FCS" userId="684a1a15-bea5-4a17-9b67-1313be309245" providerId="ADAL" clId="{84875F8A-2854-405B-B9D3-5F556EDDFE05}" dt="2024-10-08T09:49:21.801" v="286" actId="1076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84875F8A-2854-405B-B9D3-5F556EDDFE05}" dt="2024-10-08T09:46:53.189" v="271" actId="404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9:49:12.309" v="282" actId="1076"/>
          <ac:spMkLst>
            <pc:docMk/>
            <pc:sldMk cId="0" sldId="266"/>
            <ac:spMk id="5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8T09:46:22.121" v="264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9:46:58.141" v="273" actId="404"/>
          <ac:spMkLst>
            <pc:docMk/>
            <pc:sldMk cId="0" sldId="266"/>
            <ac:spMk id="13" creationId="{7D47EB99-C94A-58AE-5EF1-50CF73C90873}"/>
          </ac:spMkLst>
        </pc:spChg>
        <pc:spChg chg="add mod">
          <ac:chgData name="Dr. Khurram Jadoon khan Asstt. Professor FCS" userId="684a1a15-bea5-4a17-9b67-1313be309245" providerId="ADAL" clId="{84875F8A-2854-405B-B9D3-5F556EDDFE05}" dt="2024-10-08T09:49:21.801" v="286" actId="1076"/>
          <ac:spMkLst>
            <pc:docMk/>
            <pc:sldMk cId="0" sldId="266"/>
            <ac:spMk id="17" creationId="{3C46696B-7CCC-FAEE-32D3-5A67FF533AD8}"/>
          </ac:spMkLst>
        </pc:spChg>
        <pc:picChg chg="add mod">
          <ac:chgData name="Dr. Khurram Jadoon khan Asstt. Professor FCS" userId="684a1a15-bea5-4a17-9b67-1313be309245" providerId="ADAL" clId="{84875F8A-2854-405B-B9D3-5F556EDDFE05}" dt="2024-10-08T09:48:58.439" v="278" actId="1076"/>
          <ac:picMkLst>
            <pc:docMk/>
            <pc:sldMk cId="0" sldId="266"/>
            <ac:picMk id="15" creationId="{A9A7732B-D636-A752-2BCD-3E9F4EEFD65E}"/>
          </ac:picMkLst>
        </pc:picChg>
      </pc:sldChg>
      <pc:sldChg chg="modSp mod">
        <pc:chgData name="Dr. Khurram Jadoon khan Asstt. Professor FCS" userId="684a1a15-bea5-4a17-9b67-1313be309245" providerId="ADAL" clId="{84875F8A-2854-405B-B9D3-5F556EDDFE05}" dt="2024-10-10T06:43:06.822" v="380" actId="1076"/>
        <pc:sldMkLst>
          <pc:docMk/>
          <pc:sldMk cId="0" sldId="268"/>
        </pc:sldMkLst>
        <pc:picChg chg="mod">
          <ac:chgData name="Dr. Khurram Jadoon khan Asstt. Professor FCS" userId="684a1a15-bea5-4a17-9b67-1313be309245" providerId="ADAL" clId="{84875F8A-2854-405B-B9D3-5F556EDDFE05}" dt="2024-10-10T06:43:06.822" v="380" actId="1076"/>
          <ac:picMkLst>
            <pc:docMk/>
            <pc:sldMk cId="0" sldId="268"/>
            <ac:picMk id="60" creationId="{C6470288-1A2E-6679-7E01-D535B0F92975}"/>
          </ac:picMkLst>
        </pc:picChg>
      </pc:sldChg>
      <pc:sldChg chg="modSp mod">
        <pc:chgData name="Dr. Khurram Jadoon khan Asstt. Professor FCS" userId="684a1a15-bea5-4a17-9b67-1313be309245" providerId="ADAL" clId="{84875F8A-2854-405B-B9D3-5F556EDDFE05}" dt="2024-10-01T11:24:12.735" v="88" actId="1076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84875F8A-2854-405B-B9D3-5F556EDDFE05}" dt="2024-10-01T11:24:07.360" v="86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1:24:12.735" v="88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1T11:24:10.911" v="87" actId="1076"/>
          <ac:spMkLst>
            <pc:docMk/>
            <pc:sldMk cId="0" sldId="271"/>
            <ac:spMk id="5" creationId="{00000000-0000-0000-0000-000000000000}"/>
          </ac:spMkLst>
        </pc:spChg>
        <pc:picChg chg="mod">
          <ac:chgData name="Dr. Khurram Jadoon khan Asstt. Professor FCS" userId="684a1a15-bea5-4a17-9b67-1313be309245" providerId="ADAL" clId="{84875F8A-2854-405B-B9D3-5F556EDDFE05}" dt="2024-10-01T11:23:59.967" v="85" actId="1076"/>
          <ac:picMkLst>
            <pc:docMk/>
            <pc:sldMk cId="0" sldId="271"/>
            <ac:picMk id="11" creationId="{5AE56309-5C27-1376-758B-0F0D4DF726C5}"/>
          </ac:picMkLst>
        </pc:picChg>
      </pc:sldChg>
      <pc:sldChg chg="modSp mod">
        <pc:chgData name="Dr. Khurram Jadoon khan Asstt. Professor FCS" userId="684a1a15-bea5-4a17-9b67-1313be309245" providerId="ADAL" clId="{84875F8A-2854-405B-B9D3-5F556EDDFE05}" dt="2024-10-03T07:17:14.361" v="122" actId="1076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84875F8A-2854-405B-B9D3-5F556EDDFE05}" dt="2024-10-03T07:17:11.187" v="121" actId="404"/>
          <ac:spMkLst>
            <pc:docMk/>
            <pc:sldMk cId="0" sldId="27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3T07:17:14.361" v="122" actId="1076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8T07:31:24.035" v="149" actId="108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84875F8A-2854-405B-B9D3-5F556EDDFE05}" dt="2024-10-08T07:31:24.035" v="149" actId="108"/>
          <ac:spMkLst>
            <pc:docMk/>
            <pc:sldMk cId="0" sldId="280"/>
            <ac:spMk id="3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06:53:27.049" v="524" actId="47"/>
        <pc:sldMkLst>
          <pc:docMk/>
          <pc:sldMk cId="0" sldId="281"/>
        </pc:sldMkLst>
      </pc:sldChg>
      <pc:sldChg chg="addSp delSp modSp mod">
        <pc:chgData name="Dr. Khurram Jadoon khan Asstt. Professor FCS" userId="684a1a15-bea5-4a17-9b67-1313be309245" providerId="ADAL" clId="{84875F8A-2854-405B-B9D3-5F556EDDFE05}" dt="2024-10-08T10:31:47.416" v="301" actId="20577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84875F8A-2854-405B-B9D3-5F556EDDFE05}" dt="2024-10-08T10:31:47.416" v="301" actId="20577"/>
          <ac:spMkLst>
            <pc:docMk/>
            <pc:sldMk cId="0" sldId="28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31:09.390" v="144" actId="164"/>
          <ac:spMkLst>
            <pc:docMk/>
            <pc:sldMk cId="0" sldId="28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8T10:31:37.185" v="299" actId="478"/>
          <ac:spMkLst>
            <pc:docMk/>
            <pc:sldMk cId="0" sldId="282"/>
            <ac:spMk id="4" creationId="{00000000-0000-0000-0000-000000000000}"/>
          </ac:spMkLst>
        </pc:spChg>
        <pc:spChg chg="add del mod">
          <ac:chgData name="Dr. Khurram Jadoon khan Asstt. Professor FCS" userId="684a1a15-bea5-4a17-9b67-1313be309245" providerId="ADAL" clId="{84875F8A-2854-405B-B9D3-5F556EDDFE05}" dt="2024-10-08T07:46:24.164" v="156" actId="478"/>
          <ac:spMkLst>
            <pc:docMk/>
            <pc:sldMk cId="0" sldId="28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31:09.390" v="144" actId="164"/>
          <ac:spMkLst>
            <pc:docMk/>
            <pc:sldMk cId="0" sldId="28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31:09.390" v="144" actId="164"/>
          <ac:spMkLst>
            <pc:docMk/>
            <pc:sldMk cId="0" sldId="28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31:09.390" v="144" actId="164"/>
          <ac:spMkLst>
            <pc:docMk/>
            <pc:sldMk cId="0" sldId="282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84875F8A-2854-405B-B9D3-5F556EDDFE05}" dt="2024-10-08T07:31:11.231" v="145" actId="1076"/>
          <ac:grpSpMkLst>
            <pc:docMk/>
            <pc:sldMk cId="0" sldId="282"/>
            <ac:grpSpMk id="11" creationId="{AACFB10C-3812-142C-E4D1-C7E06AD4321F}"/>
          </ac:grpSpMkLst>
        </pc:grpChg>
        <pc:picChg chg="add del mod">
          <ac:chgData name="Dr. Khurram Jadoon khan Asstt. Professor FCS" userId="684a1a15-bea5-4a17-9b67-1313be309245" providerId="ADAL" clId="{84875F8A-2854-405B-B9D3-5F556EDDFE05}" dt="2024-10-08T07:46:29.650" v="160" actId="1076"/>
          <ac:picMkLst>
            <pc:docMk/>
            <pc:sldMk cId="0" sldId="282"/>
            <ac:picMk id="13" creationId="{78CDFFFE-4482-0604-A11E-C2B6736D5F13}"/>
          </ac:picMkLst>
        </pc:picChg>
      </pc:sldChg>
      <pc:sldChg chg="modSp mod">
        <pc:chgData name="Dr. Khurram Jadoon khan Asstt. Professor FCS" userId="684a1a15-bea5-4a17-9b67-1313be309245" providerId="ADAL" clId="{84875F8A-2854-405B-B9D3-5F556EDDFE05}" dt="2024-10-08T07:50:47.193" v="206" actId="207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84875F8A-2854-405B-B9D3-5F556EDDFE05}" dt="2024-10-08T07:49:54.030" v="187" actId="404"/>
          <ac:spMkLst>
            <pc:docMk/>
            <pc:sldMk cId="0" sldId="28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38.112" v="205" actId="207"/>
          <ac:spMkLst>
            <pc:docMk/>
            <pc:sldMk cId="0" sldId="28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47.193" v="206" actId="207"/>
          <ac:spMkLst>
            <pc:docMk/>
            <pc:sldMk cId="0" sldId="28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08T07:50:02.479" v="188" actId="1076"/>
          <ac:spMkLst>
            <pc:docMk/>
            <pc:sldMk cId="0" sldId="284"/>
            <ac:spMk id="11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8T10:39:43.935" v="304" actId="20577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84875F8A-2854-405B-B9D3-5F556EDDFE05}" dt="2024-10-08T10:39:43.935" v="304" actId="20577"/>
          <ac:spMkLst>
            <pc:docMk/>
            <pc:sldMk cId="0" sldId="291"/>
            <ac:spMk id="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84875F8A-2854-405B-B9D3-5F556EDDFE05}" dt="2024-10-08T10:41:06.961" v="305" actId="478"/>
        <pc:sldMkLst>
          <pc:docMk/>
          <pc:sldMk cId="0" sldId="292"/>
        </pc:sldMkLst>
        <pc:spChg chg="mod">
          <ac:chgData name="Dr. Khurram Jadoon khan Asstt. Professor FCS" userId="684a1a15-bea5-4a17-9b67-1313be309245" providerId="ADAL" clId="{84875F8A-2854-405B-B9D3-5F556EDDFE05}" dt="2024-10-08T08:00:26.468" v="220" actId="14100"/>
          <ac:spMkLst>
            <pc:docMk/>
            <pc:sldMk cId="0" sldId="29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8T10:41:06.961" v="305" actId="478"/>
          <ac:spMkLst>
            <pc:docMk/>
            <pc:sldMk cId="0" sldId="292"/>
            <ac:spMk id="4" creationId="{00000000-0000-0000-0000-000000000000}"/>
          </ac:spMkLst>
        </pc:spChg>
        <pc:spChg chg="add mod">
          <ac:chgData name="Dr. Khurram Jadoon khan Asstt. Professor FCS" userId="684a1a15-bea5-4a17-9b67-1313be309245" providerId="ADAL" clId="{84875F8A-2854-405B-B9D3-5F556EDDFE05}" dt="2024-10-08T08:03:46.256" v="259" actId="1038"/>
          <ac:spMkLst>
            <pc:docMk/>
            <pc:sldMk cId="0" sldId="292"/>
            <ac:spMk id="40" creationId="{60D56C74-D6C9-51A7-A3A4-54DF33E46AF9}"/>
          </ac:spMkLst>
        </pc:spChg>
      </pc:sldChg>
      <pc:sldChg chg="modSp mod">
        <pc:chgData name="Dr. Khurram Jadoon khan Asstt. Professor FCS" userId="684a1a15-bea5-4a17-9b67-1313be309245" providerId="ADAL" clId="{84875F8A-2854-405B-B9D3-5F556EDDFE05}" dt="2024-10-01T11:06:40.385" v="84" actId="207"/>
        <pc:sldMkLst>
          <pc:docMk/>
          <pc:sldMk cId="3020409835" sldId="293"/>
        </pc:sldMkLst>
        <pc:spChg chg="mod">
          <ac:chgData name="Dr. Khurram Jadoon khan Asstt. Professor FCS" userId="684a1a15-bea5-4a17-9b67-1313be309245" providerId="ADAL" clId="{84875F8A-2854-405B-B9D3-5F556EDDFE05}" dt="2024-10-01T11:06:40.385" v="84" actId="207"/>
          <ac:spMkLst>
            <pc:docMk/>
            <pc:sldMk cId="3020409835" sldId="293"/>
            <ac:spMk id="3" creationId="{26983EF8-3A37-6238-A5E4-063C2FAC6348}"/>
          </ac:spMkLst>
        </pc:spChg>
        <pc:spChg chg="mod">
          <ac:chgData name="Dr. Khurram Jadoon khan Asstt. Professor FCS" userId="684a1a15-bea5-4a17-9b67-1313be309245" providerId="ADAL" clId="{84875F8A-2854-405B-B9D3-5F556EDDFE05}" dt="2024-10-01T11:05:50.950" v="83" actId="207"/>
          <ac:spMkLst>
            <pc:docMk/>
            <pc:sldMk cId="3020409835" sldId="293"/>
            <ac:spMk id="7" creationId="{1B791C62-822F-4E75-54D4-8192923E055B}"/>
          </ac:spMkLst>
        </pc:spChg>
      </pc:sldChg>
      <pc:sldChg chg="addSp modSp mod">
        <pc:chgData name="Dr. Khurram Jadoon khan Asstt. Professor FCS" userId="684a1a15-bea5-4a17-9b67-1313be309245" providerId="ADAL" clId="{84875F8A-2854-405B-B9D3-5F556EDDFE05}" dt="2024-10-08T11:19:30.969" v="318" actId="20577"/>
        <pc:sldMkLst>
          <pc:docMk/>
          <pc:sldMk cId="0" sldId="298"/>
        </pc:sldMkLst>
        <pc:spChg chg="mod">
          <ac:chgData name="Dr. Khurram Jadoon khan Asstt. Professor FCS" userId="684a1a15-bea5-4a17-9b67-1313be309245" providerId="ADAL" clId="{84875F8A-2854-405B-B9D3-5F556EDDFE05}" dt="2024-10-08T11:19:06.175" v="308" actId="20577"/>
          <ac:spMkLst>
            <pc:docMk/>
            <pc:sldMk cId="0" sldId="298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84875F8A-2854-405B-B9D3-5F556EDDFE05}" dt="2024-10-08T11:19:30.969" v="318" actId="20577"/>
          <ac:spMkLst>
            <pc:docMk/>
            <pc:sldMk cId="0" sldId="298"/>
            <ac:spMk id="5" creationId="{A92BC007-F515-E73A-FE74-FB4233829703}"/>
          </ac:spMkLst>
        </pc:spChg>
      </pc:sldChg>
      <pc:sldChg chg="addSp delSp modSp mod">
        <pc:chgData name="Dr. Khurram Jadoon khan Asstt. Professor FCS" userId="684a1a15-bea5-4a17-9b67-1313be309245" providerId="ADAL" clId="{84875F8A-2854-405B-B9D3-5F556EDDFE05}" dt="2024-10-10T06:22:06.857" v="357" actId="14100"/>
        <pc:sldMkLst>
          <pc:docMk/>
          <pc:sldMk cId="0" sldId="302"/>
        </pc:sldMkLst>
        <pc:spChg chg="del">
          <ac:chgData name="Dr. Khurram Jadoon khan Asstt. Professor FCS" userId="684a1a15-bea5-4a17-9b67-1313be309245" providerId="ADAL" clId="{84875F8A-2854-405B-B9D3-5F556EDDFE05}" dt="2024-10-10T06:21:40.626" v="348" actId="478"/>
          <ac:spMkLst>
            <pc:docMk/>
            <pc:sldMk cId="0" sldId="302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10T06:21:43.969" v="349" actId="478"/>
          <ac:spMkLst>
            <pc:docMk/>
            <pc:sldMk cId="0" sldId="302"/>
            <ac:spMk id="4" creationId="{00000000-0000-0000-0000-000000000000}"/>
          </ac:spMkLst>
        </pc:spChg>
        <pc:picChg chg="add mod">
          <ac:chgData name="Dr. Khurram Jadoon khan Asstt. Professor FCS" userId="684a1a15-bea5-4a17-9b67-1313be309245" providerId="ADAL" clId="{84875F8A-2854-405B-B9D3-5F556EDDFE05}" dt="2024-10-10T06:22:06.857" v="357" actId="14100"/>
          <ac:picMkLst>
            <pc:docMk/>
            <pc:sldMk cId="0" sldId="302"/>
            <ac:picMk id="6" creationId="{33556E42-0EAA-495B-3AE4-C1224E18DC0D}"/>
          </ac:picMkLst>
        </pc:picChg>
      </pc:sldChg>
      <pc:sldChg chg="modSp add del mod">
        <pc:chgData name="Dr. Khurram Jadoon khan Asstt. Professor FCS" userId="684a1a15-bea5-4a17-9b67-1313be309245" providerId="ADAL" clId="{84875F8A-2854-405B-B9D3-5F556EDDFE05}" dt="2024-10-10T06:52:47.554" v="523" actId="20577"/>
        <pc:sldMkLst>
          <pc:docMk/>
          <pc:sldMk cId="0" sldId="303"/>
        </pc:sldMkLst>
        <pc:spChg chg="mod">
          <ac:chgData name="Dr. Khurram Jadoon khan Asstt. Professor FCS" userId="684a1a15-bea5-4a17-9b67-1313be309245" providerId="ADAL" clId="{84875F8A-2854-405B-B9D3-5F556EDDFE05}" dt="2024-10-10T06:52:47.554" v="523" actId="20577"/>
          <ac:spMkLst>
            <pc:docMk/>
            <pc:sldMk cId="0" sldId="303"/>
            <ac:spMk id="3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06:57:55.257" v="525" actId="47"/>
        <pc:sldMkLst>
          <pc:docMk/>
          <pc:sldMk cId="0" sldId="304"/>
        </pc:sldMkLst>
      </pc:sldChg>
      <pc:sldChg chg="ord">
        <pc:chgData name="Dr. Khurram Jadoon khan Asstt. Professor FCS" userId="684a1a15-bea5-4a17-9b67-1313be309245" providerId="ADAL" clId="{84875F8A-2854-405B-B9D3-5F556EDDFE05}" dt="2024-10-10T06:58:19.542" v="527"/>
        <pc:sldMkLst>
          <pc:docMk/>
          <pc:sldMk cId="0" sldId="306"/>
        </pc:sldMkLst>
      </pc:sldChg>
      <pc:sldChg chg="modSp mod">
        <pc:chgData name="Dr. Khurram Jadoon khan Asstt. Professor FCS" userId="684a1a15-bea5-4a17-9b67-1313be309245" providerId="ADAL" clId="{84875F8A-2854-405B-B9D3-5F556EDDFE05}" dt="2024-10-10T06:59:30.627" v="531" actId="14100"/>
        <pc:sldMkLst>
          <pc:docMk/>
          <pc:sldMk cId="0" sldId="308"/>
        </pc:sldMkLst>
        <pc:spChg chg="mod">
          <ac:chgData name="Dr. Khurram Jadoon khan Asstt. Professor FCS" userId="684a1a15-bea5-4a17-9b67-1313be309245" providerId="ADAL" clId="{84875F8A-2854-405B-B9D3-5F556EDDFE05}" dt="2024-10-10T06:59:30.627" v="531" actId="14100"/>
          <ac:spMkLst>
            <pc:docMk/>
            <pc:sldMk cId="0" sldId="308"/>
            <ac:spMk id="3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0" sldId="310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0" sldId="311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0" sldId="312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0" sldId="313"/>
        </pc:sldMkLst>
      </pc:sldChg>
      <pc:sldChg chg="modSp mod">
        <pc:chgData name="Dr. Khurram Jadoon khan Asstt. Professor FCS" userId="684a1a15-bea5-4a17-9b67-1313be309245" providerId="ADAL" clId="{84875F8A-2854-405B-B9D3-5F556EDDFE05}" dt="2024-10-03T06:57:12.142" v="100" actId="20577"/>
        <pc:sldMkLst>
          <pc:docMk/>
          <pc:sldMk cId="461313880" sldId="314"/>
        </pc:sldMkLst>
        <pc:spChg chg="mod">
          <ac:chgData name="Dr. Khurram Jadoon khan Asstt. Professor FCS" userId="684a1a15-bea5-4a17-9b67-1313be309245" providerId="ADAL" clId="{84875F8A-2854-405B-B9D3-5F556EDDFE05}" dt="2024-10-03T06:57:12.142" v="100" actId="20577"/>
          <ac:spMkLst>
            <pc:docMk/>
            <pc:sldMk cId="461313880" sldId="314"/>
            <ac:spMk id="14339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08T09:55:06.258" v="287" actId="47"/>
        <pc:sldMkLst>
          <pc:docMk/>
          <pc:sldMk cId="2690984993" sldId="315"/>
        </pc:sldMkLst>
      </pc:sldChg>
      <pc:sldChg chg="modSp del mod">
        <pc:chgData name="Dr. Khurram Jadoon khan Asstt. Professor FCS" userId="684a1a15-bea5-4a17-9b67-1313be309245" providerId="ADAL" clId="{84875F8A-2854-405B-B9D3-5F556EDDFE05}" dt="2024-10-03T07:07:32.708" v="104" actId="47"/>
        <pc:sldMkLst>
          <pc:docMk/>
          <pc:sldMk cId="711869497" sldId="316"/>
        </pc:sldMkLst>
        <pc:spChg chg="mod">
          <ac:chgData name="Dr. Khurram Jadoon khan Asstt. Professor FCS" userId="684a1a15-bea5-4a17-9b67-1313be309245" providerId="ADAL" clId="{84875F8A-2854-405B-B9D3-5F556EDDFE05}" dt="2024-10-03T07:06:47.134" v="103" actId="14100"/>
          <ac:spMkLst>
            <pc:docMk/>
            <pc:sldMk cId="711869497" sldId="316"/>
            <ac:spMk id="17411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938942588" sldId="377"/>
        </pc:sldMkLst>
      </pc:sldChg>
      <pc:sldChg chg="modSp mod">
        <pc:chgData name="Dr. Khurram Jadoon khan Asstt. Professor FCS" userId="684a1a15-bea5-4a17-9b67-1313be309245" providerId="ADAL" clId="{84875F8A-2854-405B-B9D3-5F556EDDFE05}" dt="2024-10-10T07:23:55.027" v="610" actId="20577"/>
        <pc:sldMkLst>
          <pc:docMk/>
          <pc:sldMk cId="718446603" sldId="397"/>
        </pc:sldMkLst>
        <pc:spChg chg="mod">
          <ac:chgData name="Dr. Khurram Jadoon khan Asstt. Professor FCS" userId="684a1a15-bea5-4a17-9b67-1313be309245" providerId="ADAL" clId="{84875F8A-2854-405B-B9D3-5F556EDDFE05}" dt="2024-10-10T07:23:55.027" v="610" actId="20577"/>
          <ac:spMkLst>
            <pc:docMk/>
            <pc:sldMk cId="718446603" sldId="39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84875F8A-2854-405B-B9D3-5F556EDDFE05}" dt="2024-10-10T07:23:35.479" v="606" actId="1076"/>
          <ac:spMkLst>
            <pc:docMk/>
            <pc:sldMk cId="718446603" sldId="397"/>
            <ac:spMk id="6" creationId="{D65729BF-C82D-0F03-10B6-87B3352364C6}"/>
          </ac:spMkLst>
        </pc:spChg>
        <pc:picChg chg="mod">
          <ac:chgData name="Dr. Khurram Jadoon khan Asstt. Professor FCS" userId="684a1a15-bea5-4a17-9b67-1313be309245" providerId="ADAL" clId="{84875F8A-2854-405B-B9D3-5F556EDDFE05}" dt="2024-10-10T07:23:30.271" v="604" actId="1076"/>
          <ac:picMkLst>
            <pc:docMk/>
            <pc:sldMk cId="718446603" sldId="397"/>
            <ac:picMk id="5" creationId="{21FCC289-BBD5-B03B-B3B7-7ACE69173D5B}"/>
          </ac:picMkLst>
        </pc:picChg>
      </pc:sldChg>
      <pc:sldChg chg="modSp">
        <pc:chgData name="Dr. Khurram Jadoon khan Asstt. Professor FCS" userId="684a1a15-bea5-4a17-9b67-1313be309245" providerId="ADAL" clId="{84875F8A-2854-405B-B9D3-5F556EDDFE05}" dt="2024-10-10T06:58:39.713" v="528" actId="207"/>
        <pc:sldMkLst>
          <pc:docMk/>
          <pc:sldMk cId="4207246547" sldId="398"/>
        </pc:sldMkLst>
        <pc:spChg chg="mod">
          <ac:chgData name="Dr. Khurram Jadoon khan Asstt. Professor FCS" userId="684a1a15-bea5-4a17-9b67-1313be309245" providerId="ADAL" clId="{84875F8A-2854-405B-B9D3-5F556EDDFE05}" dt="2024-10-10T06:58:39.713" v="528" actId="207"/>
          <ac:spMkLst>
            <pc:docMk/>
            <pc:sldMk cId="4207246547" sldId="398"/>
            <ac:spMk id="12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07:24:27.476" v="611" actId="47"/>
        <pc:sldMkLst>
          <pc:docMk/>
          <pc:sldMk cId="1629699018" sldId="399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2937978969" sldId="401"/>
        </pc:sldMkLst>
      </pc:sldChg>
      <pc:sldChg chg="addSp modSp mod">
        <pc:chgData name="Dr. Khurram Jadoon khan Asstt. Professor FCS" userId="684a1a15-bea5-4a17-9b67-1313be309245" providerId="ADAL" clId="{84875F8A-2854-405B-B9D3-5F556EDDFE05}" dt="2024-10-10T06:29:55.288" v="373" actId="1076"/>
        <pc:sldMkLst>
          <pc:docMk/>
          <pc:sldMk cId="273104591" sldId="695"/>
        </pc:sldMkLst>
        <pc:spChg chg="mod">
          <ac:chgData name="Dr. Khurram Jadoon khan Asstt. Professor FCS" userId="684a1a15-bea5-4a17-9b67-1313be309245" providerId="ADAL" clId="{84875F8A-2854-405B-B9D3-5F556EDDFE05}" dt="2024-10-10T06:29:55.288" v="373" actId="1076"/>
          <ac:spMkLst>
            <pc:docMk/>
            <pc:sldMk cId="273104591" sldId="695"/>
            <ac:spMk id="3" creationId="{276424DB-7409-CF0B-4B02-E938406EFA86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4" creationId="{392DBD47-81C2-F2CE-E23C-71CB3145E5E2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5" creationId="{338AD91C-5B49-8E00-CE6C-0E69E840EDE1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6" creationId="{6E0BC85E-48F8-2529-F32F-3413CB9F8BB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8" creationId="{BA73D396-DFA2-A733-F166-A3A1447EAF4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9" creationId="{56E533AD-9029-DFCD-E664-DBA9D379ACE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0" creationId="{9E522B13-0A92-3C5E-9A9A-C4C6CF07A200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1" creationId="{D45A75F9-8652-1DB7-7E73-4BE05210DE09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2" creationId="{3A3D7AC2-D95D-CCE4-EBA5-3E8DB520029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3" creationId="{7CD77C0B-1BE6-C89D-F87A-E4947FE2EFA9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4" creationId="{F9A57609-F0E4-A372-64DB-29BBD1EFBA2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5" creationId="{F0309D1A-4172-7685-8B92-E09C2F11EF25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6" creationId="{283EEAAC-86DE-92AF-DB56-28CC6D348B4C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7" creationId="{3E592EF7-4FA7-C1D4-A9AE-E146CA0A640F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8" creationId="{AE2C22DC-70B9-B098-DCCC-3DA17ECFBE43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19" creationId="{A71286AE-0C7D-1FE9-F4B0-C8A4535CC3A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0" creationId="{FD960A32-92FF-A399-EC9F-82F1FD11C2C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1" creationId="{47E74A76-9E7F-2CE1-F525-1116556019D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2" creationId="{D5528A36-01E6-0848-7696-40F7CDB3EC88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3" creationId="{B3952A22-4D27-CDE9-5A2A-EFAEA9EA4F6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4" creationId="{EB401014-CEFA-61E3-7EF8-0C40C635D76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5" creationId="{5AABE73A-F57C-9CDC-23CD-574C061C2D20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6" creationId="{1935BBAF-FF08-3C5A-8665-C560C2C18030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7" creationId="{916D82AC-ABA4-FAB8-DF5D-49486534EB8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8" creationId="{2BACC2DA-2B86-06B3-B3E8-851258E8ADC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29" creationId="{D72DC1CF-59DC-3C2C-ED1B-AA36E0912697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0" creationId="{78446791-4095-E468-36AC-A0CAAAA7D5A8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1" creationId="{3A6DB42A-3CAC-4EB5-4428-32DE45F9407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2" creationId="{3B30F564-096E-C6F9-C0E2-DC7216B6F05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3" creationId="{817F0C01-B621-46B4-DFF6-A28615D0702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4" creationId="{7BA8A2A0-B741-D6F5-6623-197D4DCB4DEB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5" creationId="{6C9A3342-E1B2-8216-555E-03792AED737C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6" creationId="{EB998A5B-8A3F-66F7-EDD5-CC856219D804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7" creationId="{8DF33B21-BBD5-DCFC-F84C-FCE5876E482B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8" creationId="{A41C1F41-929F-5377-3337-D69EFAECE2A5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39" creationId="{0584AB03-7DED-F665-B4FA-A2FB638C933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40" creationId="{C6DA1BE1-32F6-0CB0-CC49-E822358DCFE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41" creationId="{13D628E0-D550-8EBD-D4A1-6862053D4538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42" creationId="{EF7BBD39-E6EF-0B8E-1A09-253B14C7E986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28:48.553" v="371"/>
          <ac:spMkLst>
            <pc:docMk/>
            <pc:sldMk cId="273104591" sldId="695"/>
            <ac:spMk id="43" creationId="{BF52DF57-C2D1-FA8F-93B0-07E5EBAF66A3}"/>
          </ac:spMkLst>
        </pc:spChg>
        <pc:grpChg chg="add mod">
          <ac:chgData name="Dr. Khurram Jadoon khan Asstt. Professor FCS" userId="684a1a15-bea5-4a17-9b67-1313be309245" providerId="ADAL" clId="{84875F8A-2854-405B-B9D3-5F556EDDFE05}" dt="2024-10-10T06:28:48.553" v="371"/>
          <ac:grpSpMkLst>
            <pc:docMk/>
            <pc:sldMk cId="273104591" sldId="695"/>
            <ac:grpSpMk id="7" creationId="{96B28601-2139-C9C2-DC1F-9E0E1A29F5FD}"/>
          </ac:grpSpMkLst>
        </pc:grpChg>
      </pc:sldChg>
      <pc:sldChg chg="addSp modSp mod ord">
        <pc:chgData name="Dr. Khurram Jadoon khan Asstt. Professor FCS" userId="684a1a15-bea5-4a17-9b67-1313be309245" providerId="ADAL" clId="{84875F8A-2854-405B-B9D3-5F556EDDFE05}" dt="2024-10-10T07:19:52.045" v="588" actId="20577"/>
        <pc:sldMkLst>
          <pc:docMk/>
          <pc:sldMk cId="3098436341" sldId="699"/>
        </pc:sldMkLst>
        <pc:spChg chg="add mod">
          <ac:chgData name="Dr. Khurram Jadoon khan Asstt. Professor FCS" userId="684a1a15-bea5-4a17-9b67-1313be309245" providerId="ADAL" clId="{84875F8A-2854-405B-B9D3-5F556EDDFE05}" dt="2024-10-10T07:19:03.097" v="573" actId="1076"/>
          <ac:spMkLst>
            <pc:docMk/>
            <pc:sldMk cId="3098436341" sldId="699"/>
            <ac:spMk id="2" creationId="{C8A04847-B9DA-9654-AA13-7B9F9A02F12F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7:18:54.670" v="571" actId="21"/>
          <ac:spMkLst>
            <pc:docMk/>
            <pc:sldMk cId="3098436341" sldId="699"/>
            <ac:spMk id="4" creationId="{289A4D16-0D14-1362-E02D-D5259507BD26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7:19:52.045" v="588" actId="20577"/>
          <ac:spMkLst>
            <pc:docMk/>
            <pc:sldMk cId="3098436341" sldId="699"/>
            <ac:spMk id="5" creationId="{718664A3-8DEA-EAB0-21F4-5588554E6053}"/>
          </ac:spMkLst>
        </pc:spChg>
        <pc:spChg chg="add">
          <ac:chgData name="Dr. Khurram Jadoon khan Asstt. Professor FCS" userId="684a1a15-bea5-4a17-9b67-1313be309245" providerId="ADAL" clId="{84875F8A-2854-405B-B9D3-5F556EDDFE05}" dt="2024-10-10T07:19:16.430" v="575"/>
          <ac:spMkLst>
            <pc:docMk/>
            <pc:sldMk cId="3098436341" sldId="699"/>
            <ac:spMk id="6" creationId="{AB3F21C5-4C56-5929-A5FC-22DA6699DE1D}"/>
          </ac:spMkLst>
        </pc:spChg>
        <pc:picChg chg="mod">
          <ac:chgData name="Dr. Khurram Jadoon khan Asstt. Professor FCS" userId="684a1a15-bea5-4a17-9b67-1313be309245" providerId="ADAL" clId="{84875F8A-2854-405B-B9D3-5F556EDDFE05}" dt="2024-10-10T07:18:40.377" v="568" actId="1076"/>
          <ac:picMkLst>
            <pc:docMk/>
            <pc:sldMk cId="3098436341" sldId="699"/>
            <ac:picMk id="3" creationId="{19349795-0D82-C9FE-AFE4-CDE0D8870C69}"/>
          </ac:picMkLst>
        </pc:picChg>
      </pc:sldChg>
      <pc:sldChg chg="ord">
        <pc:chgData name="Dr. Khurram Jadoon khan Asstt. Professor FCS" userId="684a1a15-bea5-4a17-9b67-1313be309245" providerId="ADAL" clId="{84875F8A-2854-405B-B9D3-5F556EDDFE05}" dt="2024-10-10T07:11:21.893" v="533"/>
        <pc:sldMkLst>
          <pc:docMk/>
          <pc:sldMk cId="3991722738" sldId="700"/>
        </pc:sldMkLst>
      </pc:sldChg>
      <pc:sldChg chg="modSp mod">
        <pc:chgData name="Dr. Khurram Jadoon khan Asstt. Professor FCS" userId="684a1a15-bea5-4a17-9b67-1313be309245" providerId="ADAL" clId="{84875F8A-2854-405B-B9D3-5F556EDDFE05}" dt="2024-10-10T06:59:20.950" v="529" actId="207"/>
        <pc:sldMkLst>
          <pc:docMk/>
          <pc:sldMk cId="2643945293" sldId="702"/>
        </pc:sldMkLst>
        <pc:spChg chg="mod">
          <ac:chgData name="Dr. Khurram Jadoon khan Asstt. Professor FCS" userId="684a1a15-bea5-4a17-9b67-1313be309245" providerId="ADAL" clId="{84875F8A-2854-405B-B9D3-5F556EDDFE05}" dt="2024-10-10T06:59:20.950" v="529" actId="207"/>
          <ac:spMkLst>
            <pc:docMk/>
            <pc:sldMk cId="2643945293" sldId="702"/>
            <ac:spMk id="6" creationId="{8B76F3BD-4E31-2D7E-8282-C84C6E8AD31B}"/>
          </ac:spMkLst>
        </pc:spChg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3761318595" sldId="703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4220629512" sldId="704"/>
        </pc:sldMkLst>
      </pc:sldChg>
      <pc:sldChg chg="del">
        <pc:chgData name="Dr. Khurram Jadoon khan Asstt. Professor FCS" userId="684a1a15-bea5-4a17-9b67-1313be309245" providerId="ADAL" clId="{84875F8A-2854-405B-B9D3-5F556EDDFE05}" dt="2024-10-10T12:41:23.200" v="613" actId="47"/>
        <pc:sldMkLst>
          <pc:docMk/>
          <pc:sldMk cId="1583518507" sldId="705"/>
        </pc:sldMkLst>
      </pc:sldChg>
      <pc:sldChg chg="del">
        <pc:chgData name="Dr. Khurram Jadoon khan Asstt. Professor FCS" userId="684a1a15-bea5-4a17-9b67-1313be309245" providerId="ADAL" clId="{84875F8A-2854-405B-B9D3-5F556EDDFE05}" dt="2024-10-08T07:10:02.592" v="123" actId="47"/>
        <pc:sldMkLst>
          <pc:docMk/>
          <pc:sldMk cId="534866817" sldId="707"/>
        </pc:sldMkLst>
      </pc:sldChg>
      <pc:sldChg chg="addSp delSp modSp new mod">
        <pc:chgData name="Dr. Khurram Jadoon khan Asstt. Professor FCS" userId="684a1a15-bea5-4a17-9b67-1313be309245" providerId="ADAL" clId="{84875F8A-2854-405B-B9D3-5F556EDDFE05}" dt="2024-10-01T06:36:43.005" v="6" actId="14100"/>
        <pc:sldMkLst>
          <pc:docMk/>
          <pc:sldMk cId="2775116422" sldId="708"/>
        </pc:sldMkLst>
        <pc:spChg chg="del">
          <ac:chgData name="Dr. Khurram Jadoon khan Asstt. Professor FCS" userId="684a1a15-bea5-4a17-9b67-1313be309245" providerId="ADAL" clId="{84875F8A-2854-405B-B9D3-5F556EDDFE05}" dt="2024-10-01T06:36:34.782" v="2" actId="478"/>
          <ac:spMkLst>
            <pc:docMk/>
            <pc:sldMk cId="2775116422" sldId="708"/>
            <ac:spMk id="2" creationId="{DC7FC535-4DAB-195C-5F86-2FC8359997F2}"/>
          </ac:spMkLst>
        </pc:spChg>
        <pc:spChg chg="del">
          <ac:chgData name="Dr. Khurram Jadoon khan Asstt. Professor FCS" userId="684a1a15-bea5-4a17-9b67-1313be309245" providerId="ADAL" clId="{84875F8A-2854-405B-B9D3-5F556EDDFE05}" dt="2024-10-01T06:36:36.268" v="3" actId="478"/>
          <ac:spMkLst>
            <pc:docMk/>
            <pc:sldMk cId="2775116422" sldId="708"/>
            <ac:spMk id="3" creationId="{C67029A8-98F1-282E-1168-6DEB91E0B8BD}"/>
          </ac:spMkLst>
        </pc:spChg>
        <pc:picChg chg="add mod">
          <ac:chgData name="Dr. Khurram Jadoon khan Asstt. Professor FCS" userId="684a1a15-bea5-4a17-9b67-1313be309245" providerId="ADAL" clId="{84875F8A-2854-405B-B9D3-5F556EDDFE05}" dt="2024-10-01T06:36:43.005" v="6" actId="14100"/>
          <ac:picMkLst>
            <pc:docMk/>
            <pc:sldMk cId="2775116422" sldId="708"/>
            <ac:picMk id="5" creationId="{A57D4564-A410-7DCF-5F98-34D206401053}"/>
          </ac:picMkLst>
        </pc:picChg>
      </pc:sldChg>
      <pc:sldChg chg="addSp delSp modSp add mod">
        <pc:chgData name="Dr. Khurram Jadoon khan Asstt. Professor FCS" userId="684a1a15-bea5-4a17-9b67-1313be309245" providerId="ADAL" clId="{84875F8A-2854-405B-B9D3-5F556EDDFE05}" dt="2024-10-08T10:29:21.991" v="298" actId="207"/>
        <pc:sldMkLst>
          <pc:docMk/>
          <pc:sldMk cId="2775490590" sldId="709"/>
        </pc:sldMkLst>
        <pc:spChg chg="mod">
          <ac:chgData name="Dr. Khurram Jadoon khan Asstt. Professor FCS" userId="684a1a15-bea5-4a17-9b67-1313be309245" providerId="ADAL" clId="{84875F8A-2854-405B-B9D3-5F556EDDFE05}" dt="2024-10-08T10:29:21.991" v="298" actId="207"/>
          <ac:spMkLst>
            <pc:docMk/>
            <pc:sldMk cId="2775490590" sldId="709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8T10:07:54.415" v="291" actId="478"/>
          <ac:spMkLst>
            <pc:docMk/>
            <pc:sldMk cId="2775490590" sldId="709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84875F8A-2854-405B-B9D3-5F556EDDFE05}" dt="2024-10-08T10:07:52.963" v="290" actId="478"/>
          <ac:spMkLst>
            <pc:docMk/>
            <pc:sldMk cId="2775490590" sldId="709"/>
            <ac:spMk id="5" creationId="{00000000-0000-0000-0000-000000000000}"/>
          </ac:spMkLst>
        </pc:spChg>
        <pc:grpChg chg="del">
          <ac:chgData name="Dr. Khurram Jadoon khan Asstt. Professor FCS" userId="684a1a15-bea5-4a17-9b67-1313be309245" providerId="ADAL" clId="{84875F8A-2854-405B-B9D3-5F556EDDFE05}" dt="2024-10-08T07:46:37.649" v="162" actId="478"/>
          <ac:grpSpMkLst>
            <pc:docMk/>
            <pc:sldMk cId="2775490590" sldId="709"/>
            <ac:grpSpMk id="11" creationId="{AACFB10C-3812-142C-E4D1-C7E06AD4321F}"/>
          </ac:grpSpMkLst>
        </pc:grpChg>
        <pc:picChg chg="add mod">
          <ac:chgData name="Dr. Khurram Jadoon khan Asstt. Professor FCS" userId="684a1a15-bea5-4a17-9b67-1313be309245" providerId="ADAL" clId="{84875F8A-2854-405B-B9D3-5F556EDDFE05}" dt="2024-10-08T07:48:49.822" v="181" actId="14100"/>
          <ac:picMkLst>
            <pc:docMk/>
            <pc:sldMk cId="2775490590" sldId="709"/>
            <ac:picMk id="12" creationId="{AADBE339-C572-C2AB-54BE-9EEFD819CE93}"/>
          </ac:picMkLst>
        </pc:picChg>
        <pc:picChg chg="del">
          <ac:chgData name="Dr. Khurram Jadoon khan Asstt. Professor FCS" userId="684a1a15-bea5-4a17-9b67-1313be309245" providerId="ADAL" clId="{84875F8A-2854-405B-B9D3-5F556EDDFE05}" dt="2024-10-08T07:46:37.649" v="162" actId="478"/>
          <ac:picMkLst>
            <pc:docMk/>
            <pc:sldMk cId="2775490590" sldId="709"/>
            <ac:picMk id="13" creationId="{78CDFFFE-4482-0604-A11E-C2B6736D5F13}"/>
          </ac:picMkLst>
        </pc:picChg>
      </pc:sldChg>
      <pc:sldChg chg="addSp delSp modSp add mod">
        <pc:chgData name="Dr. Khurram Jadoon khan Asstt. Professor FCS" userId="684a1a15-bea5-4a17-9b67-1313be309245" providerId="ADAL" clId="{84875F8A-2854-405B-B9D3-5F556EDDFE05}" dt="2024-10-08T07:48:54.767" v="182" actId="14100"/>
        <pc:sldMkLst>
          <pc:docMk/>
          <pc:sldMk cId="441849917" sldId="710"/>
        </pc:sldMkLst>
        <pc:picChg chg="add mod">
          <ac:chgData name="Dr. Khurram Jadoon khan Asstt. Professor FCS" userId="684a1a15-bea5-4a17-9b67-1313be309245" providerId="ADAL" clId="{84875F8A-2854-405B-B9D3-5F556EDDFE05}" dt="2024-10-08T07:48:54.767" v="182" actId="14100"/>
          <ac:picMkLst>
            <pc:docMk/>
            <pc:sldMk cId="441849917" sldId="710"/>
            <ac:picMk id="7" creationId="{E9E390E3-B2C9-7CDA-C7CD-90B794D0B9DD}"/>
          </ac:picMkLst>
        </pc:picChg>
        <pc:picChg chg="del">
          <ac:chgData name="Dr. Khurram Jadoon khan Asstt. Professor FCS" userId="684a1a15-bea5-4a17-9b67-1313be309245" providerId="ADAL" clId="{84875F8A-2854-405B-B9D3-5F556EDDFE05}" dt="2024-10-08T07:46:57.120" v="166" actId="478"/>
          <ac:picMkLst>
            <pc:docMk/>
            <pc:sldMk cId="441849917" sldId="710"/>
            <ac:picMk id="12" creationId="{AADBE339-C572-C2AB-54BE-9EEFD819CE93}"/>
          </ac:picMkLst>
        </pc:picChg>
      </pc:sldChg>
      <pc:sldChg chg="addSp delSp modSp add mod">
        <pc:chgData name="Dr. Khurram Jadoon khan Asstt. Professor FCS" userId="684a1a15-bea5-4a17-9b67-1313be309245" providerId="ADAL" clId="{84875F8A-2854-405B-B9D3-5F556EDDFE05}" dt="2024-10-08T07:49:00.951" v="184" actId="1076"/>
        <pc:sldMkLst>
          <pc:docMk/>
          <pc:sldMk cId="3483053431" sldId="711"/>
        </pc:sldMkLst>
        <pc:picChg chg="del">
          <ac:chgData name="Dr. Khurram Jadoon khan Asstt. Professor FCS" userId="684a1a15-bea5-4a17-9b67-1313be309245" providerId="ADAL" clId="{84875F8A-2854-405B-B9D3-5F556EDDFE05}" dt="2024-10-08T07:47:22.706" v="172" actId="478"/>
          <ac:picMkLst>
            <pc:docMk/>
            <pc:sldMk cId="3483053431" sldId="711"/>
            <ac:picMk id="7" creationId="{E9E390E3-B2C9-7CDA-C7CD-90B794D0B9DD}"/>
          </ac:picMkLst>
        </pc:picChg>
        <pc:picChg chg="add mod">
          <ac:chgData name="Dr. Khurram Jadoon khan Asstt. Professor FCS" userId="684a1a15-bea5-4a17-9b67-1313be309245" providerId="ADAL" clId="{84875F8A-2854-405B-B9D3-5F556EDDFE05}" dt="2024-10-08T07:48:59.333" v="183" actId="14100"/>
          <ac:picMkLst>
            <pc:docMk/>
            <pc:sldMk cId="3483053431" sldId="711"/>
            <ac:picMk id="8" creationId="{62DA85DF-5183-7B93-E56B-C2086AE9FF67}"/>
          </ac:picMkLst>
        </pc:picChg>
        <pc:picChg chg="add mod">
          <ac:chgData name="Dr. Khurram Jadoon khan Asstt. Professor FCS" userId="684a1a15-bea5-4a17-9b67-1313be309245" providerId="ADAL" clId="{84875F8A-2854-405B-B9D3-5F556EDDFE05}" dt="2024-10-08T07:49:00.951" v="184" actId="1076"/>
          <ac:picMkLst>
            <pc:docMk/>
            <pc:sldMk cId="3483053431" sldId="711"/>
            <ac:picMk id="10" creationId="{48A5938F-9A48-1D94-63F0-972F2749F4DF}"/>
          </ac:picMkLst>
        </pc:picChg>
      </pc:sldChg>
      <pc:sldChg chg="addSp delSp modSp new del mod">
        <pc:chgData name="Dr. Khurram Jadoon khan Asstt. Professor FCS" userId="684a1a15-bea5-4a17-9b67-1313be309245" providerId="ADAL" clId="{84875F8A-2854-405B-B9D3-5F556EDDFE05}" dt="2024-10-10T07:27:48.045" v="612" actId="47"/>
        <pc:sldMkLst>
          <pc:docMk/>
          <pc:sldMk cId="119603164" sldId="712"/>
        </pc:sldMkLst>
        <pc:spChg chg="mod">
          <ac:chgData name="Dr. Khurram Jadoon khan Asstt. Professor FCS" userId="684a1a15-bea5-4a17-9b67-1313be309245" providerId="ADAL" clId="{84875F8A-2854-405B-B9D3-5F556EDDFE05}" dt="2024-10-10T06:26:08.121" v="368" actId="1076"/>
          <ac:spMkLst>
            <pc:docMk/>
            <pc:sldMk cId="119603164" sldId="712"/>
            <ac:spMk id="2" creationId="{56CC0C75-D8A0-37DC-6036-824FAA3D7B41}"/>
          </ac:spMkLst>
        </pc:spChg>
        <pc:spChg chg="del">
          <ac:chgData name="Dr. Khurram Jadoon khan Asstt. Professor FCS" userId="684a1a15-bea5-4a17-9b67-1313be309245" providerId="ADAL" clId="{84875F8A-2854-405B-B9D3-5F556EDDFE05}" dt="2024-10-10T06:18:53.526" v="329" actId="478"/>
          <ac:spMkLst>
            <pc:docMk/>
            <pc:sldMk cId="119603164" sldId="712"/>
            <ac:spMk id="3" creationId="{EA39B58A-BC6B-656D-F45F-A7CC72C5A1E1}"/>
          </ac:spMkLst>
        </pc:spChg>
        <pc:picChg chg="add del mod">
          <ac:chgData name="Dr. Khurram Jadoon khan Asstt. Professor FCS" userId="684a1a15-bea5-4a17-9b67-1313be309245" providerId="ADAL" clId="{84875F8A-2854-405B-B9D3-5F556EDDFE05}" dt="2024-10-10T06:20:30.342" v="335" actId="478"/>
          <ac:picMkLst>
            <pc:docMk/>
            <pc:sldMk cId="119603164" sldId="712"/>
            <ac:picMk id="5" creationId="{AE62713F-9D6B-9AFE-205C-6B65927F36DD}"/>
          </ac:picMkLst>
        </pc:picChg>
        <pc:picChg chg="add mod">
          <ac:chgData name="Dr. Khurram Jadoon khan Asstt. Professor FCS" userId="684a1a15-bea5-4a17-9b67-1313be309245" providerId="ADAL" clId="{84875F8A-2854-405B-B9D3-5F556EDDFE05}" dt="2024-10-10T06:26:09.369" v="369" actId="1076"/>
          <ac:picMkLst>
            <pc:docMk/>
            <pc:sldMk cId="119603164" sldId="712"/>
            <ac:picMk id="7" creationId="{82E7541A-94E0-8569-0C81-DEF7087B461C}"/>
          </ac:picMkLst>
        </pc:picChg>
      </pc:sldChg>
      <pc:sldChg chg="addSp delSp modSp new mod ord">
        <pc:chgData name="Dr. Khurram Jadoon khan Asstt. Professor FCS" userId="684a1a15-bea5-4a17-9b67-1313be309245" providerId="ADAL" clId="{84875F8A-2854-405B-B9D3-5F556EDDFE05}" dt="2024-10-10T06:22:55.777" v="360" actId="1076"/>
        <pc:sldMkLst>
          <pc:docMk/>
          <pc:sldMk cId="3488350395" sldId="713"/>
        </pc:sldMkLst>
        <pc:spChg chg="mod">
          <ac:chgData name="Dr. Khurram Jadoon khan Asstt. Professor FCS" userId="684a1a15-bea5-4a17-9b67-1313be309245" providerId="ADAL" clId="{84875F8A-2854-405B-B9D3-5F556EDDFE05}" dt="2024-10-10T06:21:17.021" v="342"/>
          <ac:spMkLst>
            <pc:docMk/>
            <pc:sldMk cId="3488350395" sldId="713"/>
            <ac:spMk id="2" creationId="{A2AB6702-9C12-A29D-3327-4C56C9BE285A}"/>
          </ac:spMkLst>
        </pc:spChg>
        <pc:spChg chg="del">
          <ac:chgData name="Dr. Khurram Jadoon khan Asstt. Professor FCS" userId="684a1a15-bea5-4a17-9b67-1313be309245" providerId="ADAL" clId="{84875F8A-2854-405B-B9D3-5F556EDDFE05}" dt="2024-10-10T06:21:25.041" v="343" actId="478"/>
          <ac:spMkLst>
            <pc:docMk/>
            <pc:sldMk cId="3488350395" sldId="713"/>
            <ac:spMk id="3" creationId="{016F68DB-95BF-A078-1914-4462B7985A25}"/>
          </ac:spMkLst>
        </pc:spChg>
        <pc:picChg chg="add mod">
          <ac:chgData name="Dr. Khurram Jadoon khan Asstt. Professor FCS" userId="684a1a15-bea5-4a17-9b67-1313be309245" providerId="ADAL" clId="{84875F8A-2854-405B-B9D3-5F556EDDFE05}" dt="2024-10-10T06:22:55.777" v="360" actId="1076"/>
          <ac:picMkLst>
            <pc:docMk/>
            <pc:sldMk cId="3488350395" sldId="713"/>
            <ac:picMk id="5" creationId="{0CD3C625-0890-C5C5-0417-EF29FDBB90EF}"/>
          </ac:picMkLst>
        </pc:picChg>
      </pc:sldChg>
      <pc:sldChg chg="addSp delSp modSp add mod">
        <pc:chgData name="Dr. Khurram Jadoon khan Asstt. Professor FCS" userId="684a1a15-bea5-4a17-9b67-1313be309245" providerId="ADAL" clId="{84875F8A-2854-405B-B9D3-5F556EDDFE05}" dt="2024-10-10T06:23:19.177" v="366" actId="14100"/>
        <pc:sldMkLst>
          <pc:docMk/>
          <pc:sldMk cId="1840967119" sldId="714"/>
        </pc:sldMkLst>
        <pc:picChg chg="add mod">
          <ac:chgData name="Dr. Khurram Jadoon khan Asstt. Professor FCS" userId="684a1a15-bea5-4a17-9b67-1313be309245" providerId="ADAL" clId="{84875F8A-2854-405B-B9D3-5F556EDDFE05}" dt="2024-10-10T06:23:19.177" v="366" actId="14100"/>
          <ac:picMkLst>
            <pc:docMk/>
            <pc:sldMk cId="1840967119" sldId="714"/>
            <ac:picMk id="4" creationId="{0201C56B-C5CE-5155-5B0A-A3978F552F2C}"/>
          </ac:picMkLst>
        </pc:picChg>
        <pc:picChg chg="del">
          <ac:chgData name="Dr. Khurram Jadoon khan Asstt. Professor FCS" userId="684a1a15-bea5-4a17-9b67-1313be309245" providerId="ADAL" clId="{84875F8A-2854-405B-B9D3-5F556EDDFE05}" dt="2024-10-10T06:23:01.462" v="362" actId="478"/>
          <ac:picMkLst>
            <pc:docMk/>
            <pc:sldMk cId="1840967119" sldId="714"/>
            <ac:picMk id="5" creationId="{1203833C-0824-B7EC-0BCB-E14479CC9458}"/>
          </ac:picMkLst>
        </pc:picChg>
      </pc:sldChg>
      <pc:sldChg chg="addSp delSp modSp add mod">
        <pc:chgData name="Dr. Khurram Jadoon khan Asstt. Professor FCS" userId="684a1a15-bea5-4a17-9b67-1313be309245" providerId="ADAL" clId="{84875F8A-2854-405B-B9D3-5F556EDDFE05}" dt="2024-10-10T06:49:26.381" v="520" actId="478"/>
        <pc:sldMkLst>
          <pc:docMk/>
          <pc:sldMk cId="2697479331" sldId="715"/>
        </pc:sldMkLst>
        <pc:spChg chg="add del mod">
          <ac:chgData name="Dr. Khurram Jadoon khan Asstt. Professor FCS" userId="684a1a15-bea5-4a17-9b67-1313be309245" providerId="ADAL" clId="{84875F8A-2854-405B-B9D3-5F556EDDFE05}" dt="2024-10-10T06:35:27.648" v="379" actId="478"/>
          <ac:spMkLst>
            <pc:docMk/>
            <pc:sldMk cId="2697479331" sldId="715"/>
            <ac:spMk id="4" creationId="{9875E9B7-8FDD-9799-C8C8-F29CC17F8618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48:35.125" v="510" actId="1076"/>
          <ac:spMkLst>
            <pc:docMk/>
            <pc:sldMk cId="2697479331" sldId="715"/>
            <ac:spMk id="5" creationId="{BCB03A14-94FF-EDCB-F5B7-A00C0D7DEC2A}"/>
          </ac:spMkLst>
        </pc:spChg>
        <pc:spChg chg="add del mod">
          <ac:chgData name="Dr. Khurram Jadoon khan Asstt. Professor FCS" userId="684a1a15-bea5-4a17-9b67-1313be309245" providerId="ADAL" clId="{84875F8A-2854-405B-B9D3-5F556EDDFE05}" dt="2024-10-10T06:46:08.783" v="381" actId="478"/>
          <ac:spMkLst>
            <pc:docMk/>
            <pc:sldMk cId="2697479331" sldId="715"/>
            <ac:spMk id="6" creationId="{92F1B660-9FB2-75D1-B5A9-E00D1C409008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8" creationId="{85C2EBCB-506C-228C-DFB4-C9FAFF5F2475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0" creationId="{91B18171-AE33-7FEE-9D0D-D87D29420DC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1" creationId="{A2993929-1F08-8314-7C52-BB41231A1B53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2" creationId="{E0E657F4-6505-D985-62C6-479EB49610F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3" creationId="{AF3EA45F-306E-5FB3-EE1D-09486465AFEF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4" creationId="{C50BA2A7-D15B-D5E7-6F36-EF2346FAAAD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5" creationId="{F1EFA9B8-49B0-1E58-2342-797AE32D65AC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6" creationId="{A22036CA-DDFE-DFD5-FFF7-2D738F1C1EDC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7" creationId="{418BA0E6-5FDB-EA15-E7FB-AABA2E07ECE5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8" creationId="{EED63002-5840-241E-6E11-B121599DFE1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19" creationId="{70B45592-F6F2-BB72-D287-14C894204A7B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0" creationId="{D8A55B52-16BD-078F-BA73-30C35E0E1D61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1" creationId="{7B9BC596-9D13-0338-812C-88F4D0636400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2" creationId="{B937B5E0-738D-68CA-C72C-821558679BC7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3" creationId="{5310ACB3-1870-FB52-D8ED-736482703111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4" creationId="{FD53731C-B5E8-0CE7-CB4C-D58727325103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5" creationId="{89CAD830-46AF-AEC1-96AB-491742F8803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6" creationId="{D62007C6-B53B-CC3F-211A-D0BDA819692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7" creationId="{FD844BAE-B8F0-CB78-88B2-563BEC556962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8" creationId="{6F88073F-6C66-F654-6378-EBA2C8D6D851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29" creationId="{A8F7FC06-9ECC-BB30-A1E0-9024DACEC373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0" creationId="{72A552A5-1658-106E-75AC-B5A26E2C0F5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1" creationId="{370A415C-9499-8A78-AD42-BF3E3BD9C4F6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2" creationId="{1862173F-4396-88F0-F117-4AE74A543198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3" creationId="{38086BB0-6E7D-F945-A4B6-71C2B5716E36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4" creationId="{8AA7F8FA-58FE-AF07-49D9-90D471EA2D46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5" creationId="{45D90B83-032B-DAFD-56B6-09B1EBC6A011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6" creationId="{E55E33DB-5668-C2AB-BAA5-66AAD7401814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7" creationId="{9E16FC9F-C637-A17A-8208-824CD990EC47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8" creationId="{24659923-0628-87F7-0175-73F155766424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39" creationId="{0DC17A8F-9402-CE99-643E-0935056BDD29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40" creationId="{47601507-D8C0-83E2-C57E-E7A5485C033C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41" creationId="{F237495E-2800-99D0-7F90-2317E713A3BD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42" creationId="{FEA5E593-F60B-7882-0166-E0B0B835556E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43" creationId="{AC46B844-E7C4-A51C-15CA-258252497CFA}"/>
          </ac:spMkLst>
        </pc:spChg>
        <pc:spChg chg="mod">
          <ac:chgData name="Dr. Khurram Jadoon khan Asstt. Professor FCS" userId="684a1a15-bea5-4a17-9b67-1313be309245" providerId="ADAL" clId="{84875F8A-2854-405B-B9D3-5F556EDDFE05}" dt="2024-10-10T06:35:15.258" v="378"/>
          <ac:spMkLst>
            <pc:docMk/>
            <pc:sldMk cId="2697479331" sldId="715"/>
            <ac:spMk id="44" creationId="{28D50B2F-8990-A5E3-D0EA-0929C77D9083}"/>
          </ac:spMkLst>
        </pc:spChg>
        <pc:spChg chg="add del mod">
          <ac:chgData name="Dr. Khurram Jadoon khan Asstt. Professor FCS" userId="684a1a15-bea5-4a17-9b67-1313be309245" providerId="ADAL" clId="{84875F8A-2854-405B-B9D3-5F556EDDFE05}" dt="2024-10-10T06:49:26.381" v="520" actId="478"/>
          <ac:spMkLst>
            <pc:docMk/>
            <pc:sldMk cId="2697479331" sldId="715"/>
            <ac:spMk id="45" creationId="{4712FB71-2152-1D17-C9DD-C98B9515E1FD}"/>
          </ac:spMkLst>
        </pc:spChg>
        <pc:spChg chg="add mod">
          <ac:chgData name="Dr. Khurram Jadoon khan Asstt. Professor FCS" userId="684a1a15-bea5-4a17-9b67-1313be309245" providerId="ADAL" clId="{84875F8A-2854-405B-B9D3-5F556EDDFE05}" dt="2024-10-10T06:48:50.592" v="516" actId="179"/>
          <ac:spMkLst>
            <pc:docMk/>
            <pc:sldMk cId="2697479331" sldId="715"/>
            <ac:spMk id="47" creationId="{D0ED739B-3CF6-1A9C-CD42-D8AD7517AE28}"/>
          </ac:spMkLst>
        </pc:spChg>
        <pc:grpChg chg="add mod">
          <ac:chgData name="Dr. Khurram Jadoon khan Asstt. Professor FCS" userId="684a1a15-bea5-4a17-9b67-1313be309245" providerId="ADAL" clId="{84875F8A-2854-405B-B9D3-5F556EDDFE05}" dt="2024-10-10T06:49:05.453" v="519" actId="14100"/>
          <ac:grpSpMkLst>
            <pc:docMk/>
            <pc:sldMk cId="2697479331" sldId="715"/>
            <ac:grpSpMk id="9" creationId="{8E2208AC-8575-D770-F99E-BDCDC092AAAC}"/>
          </ac:grpSpMkLst>
        </pc:grpChg>
        <pc:picChg chg="add mod">
          <ac:chgData name="Dr. Khurram Jadoon khan Asstt. Professor FCS" userId="684a1a15-bea5-4a17-9b67-1313be309245" providerId="ADAL" clId="{84875F8A-2854-405B-B9D3-5F556EDDFE05}" dt="2024-10-10T06:34:52.086" v="377"/>
          <ac:picMkLst>
            <pc:docMk/>
            <pc:sldMk cId="2697479331" sldId="715"/>
            <ac:picMk id="3" creationId="{96BBAAC7-D122-AA3B-0682-242AA21EF11D}"/>
          </ac:picMkLst>
        </pc:picChg>
        <pc:picChg chg="del">
          <ac:chgData name="Dr. Khurram Jadoon khan Asstt. Professor FCS" userId="684a1a15-bea5-4a17-9b67-1313be309245" providerId="ADAL" clId="{84875F8A-2854-405B-B9D3-5F556EDDFE05}" dt="2024-10-10T06:34:50.625" v="376" actId="478"/>
          <ac:picMkLst>
            <pc:docMk/>
            <pc:sldMk cId="2697479331" sldId="715"/>
            <ac:picMk id="7" creationId="{2767DF76-3720-DB6D-5DFB-43ED191D3563}"/>
          </ac:picMkLst>
        </pc:picChg>
      </pc:sldChg>
      <pc:sldChg chg="new">
        <pc:chgData name="Dr. Khurram Jadoon khan Asstt. Professor FCS" userId="684a1a15-bea5-4a17-9b67-1313be309245" providerId="ADAL" clId="{84875F8A-2854-405B-B9D3-5F556EDDFE05}" dt="2024-10-10T12:41:23.591" v="614" actId="680"/>
        <pc:sldMkLst>
          <pc:docMk/>
          <pc:sldMk cId="1979456034" sldId="716"/>
        </pc:sldMkLst>
      </pc:sldChg>
      <pc:sldMasterChg chg="del delSldLayout">
        <pc:chgData name="Dr. Khurram Jadoon khan Asstt. Professor FCS" userId="684a1a15-bea5-4a17-9b67-1313be309245" providerId="ADAL" clId="{84875F8A-2854-405B-B9D3-5F556EDDFE05}" dt="2024-10-10T12:41:23.200" v="613" actId="47"/>
        <pc:sldMasterMkLst>
          <pc:docMk/>
          <pc:sldMasterMk cId="2244650427" sldId="2147483679"/>
        </pc:sldMasterMkLst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277189288" sldId="2147483680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1533561445" sldId="2147483681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677433927" sldId="2147483682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3314215285" sldId="2147483683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2542395015" sldId="2147483684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4040395439" sldId="2147483685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1026685428" sldId="2147483686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2309167045" sldId="2147483687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598491308" sldId="2147483688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2646652124" sldId="2147483689"/>
          </pc:sldLayoutMkLst>
        </pc:sldLayoutChg>
        <pc:sldLayoutChg chg="del">
          <pc:chgData name="Dr. Khurram Jadoon khan Asstt. Professor FCS" userId="684a1a15-bea5-4a17-9b67-1313be309245" providerId="ADAL" clId="{84875F8A-2854-405B-B9D3-5F556EDDFE05}" dt="2024-10-10T12:41:23.200" v="613" actId="47"/>
          <pc:sldLayoutMkLst>
            <pc:docMk/>
            <pc:sldMasterMk cId="2244650427" sldId="2147483679"/>
            <pc:sldLayoutMk cId="3588397826" sldId="2147483690"/>
          </pc:sldLayoutMkLst>
        </pc:sldLayoutChg>
      </pc:sldMasterChg>
    </pc:docChg>
  </pc:docChgLst>
  <pc:docChgLst>
    <pc:chgData name="Dr. Khurram Jadoon khan Asstt. Professor FCS" userId="684a1a15-bea5-4a17-9b67-1313be309245" providerId="ADAL" clId="{ED80179B-8EE9-4C9F-9050-39565A39292C}"/>
    <pc:docChg chg="undo redo custSel addSld delSld modSld sldOrd">
      <pc:chgData name="Dr. Khurram Jadoon khan Asstt. Professor FCS" userId="684a1a15-bea5-4a17-9b67-1313be309245" providerId="ADAL" clId="{ED80179B-8EE9-4C9F-9050-39565A39292C}" dt="2024-03-07T16:32:15.989" v="397" actId="1035"/>
      <pc:docMkLst>
        <pc:docMk/>
      </pc:docMkLst>
      <pc:sldChg chg="del">
        <pc:chgData name="Dr. Khurram Jadoon khan Asstt. Professor FCS" userId="684a1a15-bea5-4a17-9b67-1313be309245" providerId="ADAL" clId="{ED80179B-8EE9-4C9F-9050-39565A39292C}" dt="2024-02-28T16:17:42.894" v="0" actId="47"/>
        <pc:sldMkLst>
          <pc:docMk/>
          <pc:sldMk cId="0" sldId="260"/>
        </pc:sldMkLst>
      </pc:sldChg>
      <pc:sldChg chg="addSp delSp modSp del mod">
        <pc:chgData name="Dr. Khurram Jadoon khan Asstt. Professor FCS" userId="684a1a15-bea5-4a17-9b67-1313be309245" providerId="ADAL" clId="{ED80179B-8EE9-4C9F-9050-39565A39292C}" dt="2024-03-03T15:25:30.334" v="289" actId="1076"/>
        <pc:sldMkLst>
          <pc:docMk/>
          <pc:sldMk cId="0" sldId="264"/>
        </pc:sldMkLst>
        <pc:spChg chg="del">
          <ac:chgData name="Dr. Khurram Jadoon khan Asstt. Professor FCS" userId="684a1a15-bea5-4a17-9b67-1313be309245" providerId="ADAL" clId="{ED80179B-8EE9-4C9F-9050-39565A39292C}" dt="2024-03-03T15:24:46.674" v="274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25:01.780" v="281" actId="6549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Dr. Khurram Jadoon khan Asstt. Professor FCS" userId="684a1a15-bea5-4a17-9b67-1313be309245" providerId="ADAL" clId="{ED80179B-8EE9-4C9F-9050-39565A39292C}" dt="2024-03-03T15:25:28.891" v="288" actId="14100"/>
          <ac:spMkLst>
            <pc:docMk/>
            <pc:sldMk cId="0" sldId="264"/>
            <ac:spMk id="6" creationId="{0446C115-A0A6-E05E-B7BC-5878E2FC6134}"/>
          </ac:spMkLst>
        </pc:spChg>
        <pc:spChg chg="del mod">
          <ac:chgData name="Dr. Khurram Jadoon khan Asstt. Professor FCS" userId="684a1a15-bea5-4a17-9b67-1313be309245" providerId="ADAL" clId="{ED80179B-8EE9-4C9F-9050-39565A39292C}" dt="2024-03-03T15:24:54.128" v="276" actId="478"/>
          <ac:spMkLst>
            <pc:docMk/>
            <pc:sldMk cId="0" sldId="264"/>
            <ac:spMk id="8" creationId="{4A4EBDA9-1B46-9DB8-E769-0DD4A20F4B44}"/>
          </ac:spMkLst>
        </pc:spChg>
        <pc:picChg chg="add mod">
          <ac:chgData name="Dr. Khurram Jadoon khan Asstt. Professor FCS" userId="684a1a15-bea5-4a17-9b67-1313be309245" providerId="ADAL" clId="{ED80179B-8EE9-4C9F-9050-39565A39292C}" dt="2024-03-03T15:25:30.334" v="289" actId="1076"/>
          <ac:picMkLst>
            <pc:docMk/>
            <pc:sldMk cId="0" sldId="264"/>
            <ac:picMk id="4" creationId="{91883D76-C18A-EF3E-06D2-0EB83756932F}"/>
          </ac:picMkLst>
        </pc:picChg>
      </pc:sldChg>
      <pc:sldChg chg="addSp modSp del mod">
        <pc:chgData name="Dr. Khurram Jadoon khan Asstt. Professor FCS" userId="684a1a15-bea5-4a17-9b67-1313be309245" providerId="ADAL" clId="{ED80179B-8EE9-4C9F-9050-39565A39292C}" dt="2024-03-03T15:27:46.845" v="291" actId="403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ED80179B-8EE9-4C9F-9050-39565A39292C}" dt="2024-02-28T16:26:36.271" v="35" actId="113"/>
          <ac:spMkLst>
            <pc:docMk/>
            <pc:sldMk cId="0" sldId="26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23:10.737" v="6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27:46.845" v="291" actId="403"/>
          <ac:spMkLst>
            <pc:docMk/>
            <pc:sldMk cId="0" sldId="265"/>
            <ac:spMk id="6" creationId="{BE410CAA-1D6C-961F-DEA0-A7878BFC51F6}"/>
          </ac:spMkLst>
        </pc:spChg>
        <pc:spChg chg="add mod">
          <ac:chgData name="Dr. Khurram Jadoon khan Asstt. Professor FCS" userId="684a1a15-bea5-4a17-9b67-1313be309245" providerId="ADAL" clId="{ED80179B-8EE9-4C9F-9050-39565A39292C}" dt="2024-02-28T16:23:35.237" v="11" actId="113"/>
          <ac:spMkLst>
            <pc:docMk/>
            <pc:sldMk cId="0" sldId="265"/>
            <ac:spMk id="7" creationId="{2B6A3A45-8F90-5CA3-F31A-A248ED10B186}"/>
          </ac:spMkLst>
        </pc:spChg>
      </pc:sldChg>
      <pc:sldChg chg="addSp modSp mod">
        <pc:chgData name="Dr. Khurram Jadoon khan Asstt. Professor FCS" userId="684a1a15-bea5-4a17-9b67-1313be309245" providerId="ADAL" clId="{ED80179B-8EE9-4C9F-9050-39565A39292C}" dt="2024-02-28T16:52:54.264" v="45" actId="1076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19.749" v="37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2-28T16:52:54.264" v="45" actId="1076"/>
          <ac:spMkLst>
            <pc:docMk/>
            <pc:sldMk cId="0" sldId="266"/>
            <ac:spMk id="11" creationId="{00000000-0000-0000-0000-000000000000}"/>
          </ac:spMkLst>
        </pc:spChg>
        <pc:spChg chg="add mod">
          <ac:chgData name="Dr. Khurram Jadoon khan Asstt. Professor FCS" userId="684a1a15-bea5-4a17-9b67-1313be309245" providerId="ADAL" clId="{ED80179B-8EE9-4C9F-9050-39565A39292C}" dt="2024-02-28T16:52:41.300" v="44" actId="14100"/>
          <ac:spMkLst>
            <pc:docMk/>
            <pc:sldMk cId="0" sldId="266"/>
            <ac:spMk id="13" creationId="{7D47EB99-C94A-58AE-5EF1-50CF73C90873}"/>
          </ac:spMkLst>
        </pc:spChg>
      </pc:sldChg>
      <pc:sldChg chg="addSp delSp mod">
        <pc:chgData name="Dr. Khurram Jadoon khan Asstt. Professor FCS" userId="684a1a15-bea5-4a17-9b67-1313be309245" providerId="ADAL" clId="{ED80179B-8EE9-4C9F-9050-39565A39292C}" dt="2024-03-03T14:13:18.630" v="50" actId="22"/>
        <pc:sldMkLst>
          <pc:docMk/>
          <pc:sldMk cId="0" sldId="267"/>
        </pc:sldMkLst>
        <pc:picChg chg="add del">
          <ac:chgData name="Dr. Khurram Jadoon khan Asstt. Professor FCS" userId="684a1a15-bea5-4a17-9b67-1313be309245" providerId="ADAL" clId="{ED80179B-8EE9-4C9F-9050-39565A39292C}" dt="2024-03-03T14:13:18.630" v="50" actId="22"/>
          <ac:picMkLst>
            <pc:docMk/>
            <pc:sldMk cId="0" sldId="267"/>
            <ac:picMk id="29" creationId="{8D8F4EAF-03F7-657F-A4BA-36593E945248}"/>
          </ac:picMkLst>
        </pc:picChg>
      </pc:sldChg>
      <pc:sldChg chg="addSp delSp modSp add del mod">
        <pc:chgData name="Dr. Khurram Jadoon khan Asstt. Professor FCS" userId="684a1a15-bea5-4a17-9b67-1313be309245" providerId="ADAL" clId="{ED80179B-8EE9-4C9F-9050-39565A39292C}" dt="2024-03-03T15:34:55.476" v="313" actId="14100"/>
        <pc:sldMkLst>
          <pc:docMk/>
          <pc:sldMk cId="0" sldId="268"/>
        </pc:sldMkLst>
        <pc:spChg chg="del">
          <ac:chgData name="Dr. Khurram Jadoon khan Asstt. Professor FCS" userId="684a1a15-bea5-4a17-9b67-1313be309245" providerId="ADAL" clId="{ED80179B-8EE9-4C9F-9050-39565A39292C}" dt="2024-03-03T15:34:05.529" v="300" actId="478"/>
          <ac:spMkLst>
            <pc:docMk/>
            <pc:sldMk cId="0" sldId="268"/>
            <ac:spMk id="2" creationId="{00000000-0000-0000-0000-000000000000}"/>
          </ac:spMkLst>
        </pc:spChg>
        <pc:spChg chg="add del">
          <ac:chgData name="Dr. Khurram Jadoon khan Asstt. Professor FCS" userId="684a1a15-bea5-4a17-9b67-1313be309245" providerId="ADAL" clId="{ED80179B-8EE9-4C9F-9050-39565A39292C}" dt="2024-03-03T15:34:04.153" v="299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21.721" v="292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4:49.397" v="31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3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2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4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5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5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52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5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33:33.910" v="293" actId="164"/>
          <ac:spMkLst>
            <pc:docMk/>
            <pc:sldMk cId="0" sldId="268"/>
            <ac:spMk id="55" creationId="{00000000-0000-0000-0000-000000000000}"/>
          </ac:spMkLst>
        </pc:spChg>
        <pc:grpChg chg="add mod">
          <ac:chgData name="Dr. Khurram Jadoon khan Asstt. Professor FCS" userId="684a1a15-bea5-4a17-9b67-1313be309245" providerId="ADAL" clId="{ED80179B-8EE9-4C9F-9050-39565A39292C}" dt="2024-03-03T15:33:37.369" v="294" actId="1076"/>
          <ac:grpSpMkLst>
            <pc:docMk/>
            <pc:sldMk cId="0" sldId="268"/>
            <ac:grpSpMk id="58" creationId="{9EDFA846-7A6C-38B5-C927-24B14C424EAD}"/>
          </ac:grpSpMkLst>
        </pc:grpChg>
        <pc:picChg chg="add mod">
          <ac:chgData name="Dr. Khurram Jadoon khan Asstt. Professor FCS" userId="684a1a15-bea5-4a17-9b67-1313be309245" providerId="ADAL" clId="{ED80179B-8EE9-4C9F-9050-39565A39292C}" dt="2024-03-03T15:34:55.476" v="313" actId="14100"/>
          <ac:picMkLst>
            <pc:docMk/>
            <pc:sldMk cId="0" sldId="268"/>
            <ac:picMk id="60" creationId="{C6470288-1A2E-6679-7E01-D535B0F92975}"/>
          </ac:picMkLst>
        </pc:picChg>
      </pc:sldChg>
      <pc:sldChg chg="del">
        <pc:chgData name="Dr. Khurram Jadoon khan Asstt. Professor FCS" userId="684a1a15-bea5-4a17-9b67-1313be309245" providerId="ADAL" clId="{ED80179B-8EE9-4C9F-9050-39565A39292C}" dt="2024-02-28T16:30:44.478" v="36" actId="47"/>
        <pc:sldMkLst>
          <pc:docMk/>
          <pc:sldMk cId="0" sldId="269"/>
        </pc:sldMkLst>
      </pc:sldChg>
      <pc:sldChg chg="addSp modSp mod">
        <pc:chgData name="Dr. Khurram Jadoon khan Asstt. Professor FCS" userId="684a1a15-bea5-4a17-9b67-1313be309245" providerId="ADAL" clId="{ED80179B-8EE9-4C9F-9050-39565A39292C}" dt="2024-03-03T14:47:29.153" v="199" actId="1076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ED80179B-8EE9-4C9F-9050-39565A39292C}" dt="2024-03-03T14:47:23.905" v="197" actId="20577"/>
          <ac:spMkLst>
            <pc:docMk/>
            <pc:sldMk cId="0" sldId="271"/>
            <ac:spMk id="3" creationId="{00000000-0000-0000-0000-000000000000}"/>
          </ac:spMkLst>
        </pc:spChg>
        <pc:picChg chg="add mod">
          <ac:chgData name="Dr. Khurram Jadoon khan Asstt. Professor FCS" userId="684a1a15-bea5-4a17-9b67-1313be309245" providerId="ADAL" clId="{ED80179B-8EE9-4C9F-9050-39565A39292C}" dt="2024-03-03T14:47:29.153" v="199" actId="1076"/>
          <ac:picMkLst>
            <pc:docMk/>
            <pc:sldMk cId="0" sldId="271"/>
            <ac:picMk id="11" creationId="{5AE56309-5C27-1376-758B-0F0D4DF726C5}"/>
          </ac:picMkLst>
        </pc:picChg>
      </pc:sldChg>
      <pc:sldChg chg="del">
        <pc:chgData name="Dr. Khurram Jadoon khan Asstt. Professor FCS" userId="684a1a15-bea5-4a17-9b67-1313be309245" providerId="ADAL" clId="{ED80179B-8EE9-4C9F-9050-39565A39292C}" dt="2024-03-03T14:49:38.124" v="203" actId="47"/>
        <pc:sldMkLst>
          <pc:docMk/>
          <pc:sldMk cId="0" sldId="274"/>
        </pc:sldMkLst>
      </pc:sldChg>
      <pc:sldChg chg="delSp modSp mod">
        <pc:chgData name="Dr. Khurram Jadoon khan Asstt. Professor FCS" userId="684a1a15-bea5-4a17-9b67-1313be309245" providerId="ADAL" clId="{ED80179B-8EE9-4C9F-9050-39565A39292C}" dt="2024-03-03T14:52:25.594" v="222" actId="20577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ED80179B-8EE9-4C9F-9050-39565A39292C}" dt="2024-03-03T14:52:25.594" v="222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51:03.658" v="204" actId="478"/>
          <ac:spMkLst>
            <pc:docMk/>
            <pc:sldMk cId="0" sldId="277"/>
            <ac:spMk id="4" creationId="{00000000-0000-0000-0000-000000000000}"/>
          </ac:spMkLst>
        </pc:spChg>
      </pc:sldChg>
      <pc:sldChg chg="add del">
        <pc:chgData name="Dr. Khurram Jadoon khan Asstt. Professor FCS" userId="684a1a15-bea5-4a17-9b67-1313be309245" providerId="ADAL" clId="{ED80179B-8EE9-4C9F-9050-39565A39292C}" dt="2024-03-03T14:54:00.051" v="225" actId="47"/>
        <pc:sldMkLst>
          <pc:docMk/>
          <pc:sldMk cId="0" sldId="279"/>
        </pc:sldMkLst>
      </pc:sldChg>
      <pc:sldChg chg="delSp mod">
        <pc:chgData name="Dr. Khurram Jadoon khan Asstt. Professor FCS" userId="684a1a15-bea5-4a17-9b67-1313be309245" providerId="ADAL" clId="{ED80179B-8EE9-4C9F-9050-39565A39292C}" dt="2024-03-03T14:55:54.195" v="258" actId="478"/>
        <pc:sldMkLst>
          <pc:docMk/>
          <pc:sldMk cId="0" sldId="282"/>
        </pc:sldMkLst>
        <pc:spChg chg="del">
          <ac:chgData name="Dr. Khurram Jadoon khan Asstt. Professor FCS" userId="684a1a15-bea5-4a17-9b67-1313be309245" providerId="ADAL" clId="{ED80179B-8EE9-4C9F-9050-39565A39292C}" dt="2024-03-03T14:55:54.195" v="258" actId="478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D80179B-8EE9-4C9F-9050-39565A39292C}" dt="2024-03-03T15:02:18.051" v="260" actId="1076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ED80179B-8EE9-4C9F-9050-39565A39292C}" dt="2024-03-03T15:02:09.812" v="259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5:02:18.051" v="260" actId="1076"/>
          <ac:spMkLst>
            <pc:docMk/>
            <pc:sldMk cId="0" sldId="284"/>
            <ac:spMk id="11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ED80179B-8EE9-4C9F-9050-39565A39292C}" dt="2024-03-03T15:03:29.904" v="261" actId="20577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ED80179B-8EE9-4C9F-9050-39565A39292C}" dt="2024-03-03T15:03:29.904" v="261" actId="20577"/>
          <ac:spMkLst>
            <pc:docMk/>
            <pc:sldMk cId="0" sldId="291"/>
            <ac:spMk id="4" creationId="{00000000-0000-0000-0000-000000000000}"/>
          </ac:spMkLst>
        </pc:spChg>
      </pc:sldChg>
      <pc:sldChg chg="add">
        <pc:chgData name="Dr. Khurram Jadoon khan Asstt. Professor FCS" userId="684a1a15-bea5-4a17-9b67-1313be309245" providerId="ADAL" clId="{ED80179B-8EE9-4C9F-9050-39565A39292C}" dt="2024-02-28T16:25:32.662" v="15" actId="2890"/>
        <pc:sldMkLst>
          <pc:docMk/>
          <pc:sldMk cId="3020409835" sldId="293"/>
        </pc:sldMkLst>
      </pc:sldChg>
      <pc:sldChg chg="modSp add mod">
        <pc:chgData name="Dr. Khurram Jadoon khan Asstt. Professor FCS" userId="684a1a15-bea5-4a17-9b67-1313be309245" providerId="ADAL" clId="{ED80179B-8EE9-4C9F-9050-39565A39292C}" dt="2024-03-03T14:55:17.666" v="257" actId="5793"/>
        <pc:sldMkLst>
          <pc:docMk/>
          <pc:sldMk cId="455540593" sldId="294"/>
        </pc:sldMkLst>
        <pc:spChg chg="mod">
          <ac:chgData name="Dr. Khurram Jadoon khan Asstt. Professor FCS" userId="684a1a15-bea5-4a17-9b67-1313be309245" providerId="ADAL" clId="{ED80179B-8EE9-4C9F-9050-39565A39292C}" dt="2024-03-03T14:55:17.666" v="257" actId="5793"/>
          <ac:spMkLst>
            <pc:docMk/>
            <pc:sldMk cId="455540593" sldId="294"/>
            <ac:spMk id="22531" creationId="{00000000-0000-0000-0000-000000000000}"/>
          </ac:spMkLst>
        </pc:spChg>
      </pc:sldChg>
      <pc:sldChg chg="delSp mod">
        <pc:chgData name="Dr. Khurram Jadoon khan Asstt. Professor FCS" userId="684a1a15-bea5-4a17-9b67-1313be309245" providerId="ADAL" clId="{ED80179B-8EE9-4C9F-9050-39565A39292C}" dt="2024-03-03T15:08:42.042" v="266" actId="478"/>
        <pc:sldMkLst>
          <pc:docMk/>
          <pc:sldMk cId="0" sldId="295"/>
        </pc:sldMkLst>
        <pc:spChg chg="del">
          <ac:chgData name="Dr. Khurram Jadoon khan Asstt. Professor FCS" userId="684a1a15-bea5-4a17-9b67-1313be309245" providerId="ADAL" clId="{ED80179B-8EE9-4C9F-9050-39565A39292C}" dt="2024-03-03T15:08:42.042" v="266" actId="478"/>
          <ac:spMkLst>
            <pc:docMk/>
            <pc:sldMk cId="0" sldId="295"/>
            <ac:spMk id="12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ED80179B-8EE9-4C9F-9050-39565A39292C}" dt="2024-03-03T15:51:25.373" v="314" actId="47"/>
        <pc:sldMkLst>
          <pc:docMk/>
          <pc:sldMk cId="0" sldId="300"/>
        </pc:sldMkLst>
      </pc:sldChg>
      <pc:sldChg chg="del">
        <pc:chgData name="Dr. Khurram Jadoon khan Asstt. Professor FCS" userId="684a1a15-bea5-4a17-9b67-1313be309245" providerId="ADAL" clId="{ED80179B-8EE9-4C9F-9050-39565A39292C}" dt="2024-03-03T15:51:30.573" v="315" actId="47"/>
        <pc:sldMkLst>
          <pc:docMk/>
          <pc:sldMk cId="0" sldId="301"/>
        </pc:sldMkLst>
      </pc:sldChg>
      <pc:sldChg chg="del">
        <pc:chgData name="Dr. Khurram Jadoon khan Asstt. Professor FCS" userId="684a1a15-bea5-4a17-9b67-1313be309245" providerId="ADAL" clId="{ED80179B-8EE9-4C9F-9050-39565A39292C}" dt="2024-03-07T16:04:21.709" v="316" actId="47"/>
        <pc:sldMkLst>
          <pc:docMk/>
          <pc:sldMk cId="0" sldId="309"/>
        </pc:sldMkLst>
      </pc:sldChg>
      <pc:sldChg chg="delSp modSp add del mod delAnim modAnim">
        <pc:chgData name="Dr. Khurram Jadoon khan Asstt. Professor FCS" userId="684a1a15-bea5-4a17-9b67-1313be309245" providerId="ADAL" clId="{ED80179B-8EE9-4C9F-9050-39565A39292C}" dt="2024-03-03T14:39:57.462" v="195" actId="255"/>
        <pc:sldMkLst>
          <pc:docMk/>
          <pc:sldMk cId="461313880" sldId="314"/>
        </pc:sldMkLst>
        <pc:spChg chg="del">
          <ac:chgData name="Dr. Khurram Jadoon khan Asstt. Professor FCS" userId="684a1a15-bea5-4a17-9b67-1313be309245" providerId="ADAL" clId="{ED80179B-8EE9-4C9F-9050-39565A39292C}" dt="2024-03-03T14:14:43.358" v="65" actId="478"/>
          <ac:spMkLst>
            <pc:docMk/>
            <pc:sldMk cId="461313880" sldId="314"/>
            <ac:spMk id="2" creationId="{00000000-0000-0000-0000-000000000000}"/>
          </ac:spMkLst>
        </pc:spChg>
        <pc:spChg chg="del mod">
          <ac:chgData name="Dr. Khurram Jadoon khan Asstt. Professor FCS" userId="684a1a15-bea5-4a17-9b67-1313be309245" providerId="ADAL" clId="{ED80179B-8EE9-4C9F-9050-39565A39292C}" dt="2024-03-03T14:14:43.358" v="65" actId="478"/>
          <ac:spMkLst>
            <pc:docMk/>
            <pc:sldMk cId="461313880" sldId="314"/>
            <ac:spMk id="3" creationId="{98E2BCDD-4C93-4DBF-9CB6-3FCA55DC479B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14:51.534" v="67" actId="478"/>
          <ac:spMkLst>
            <pc:docMk/>
            <pc:sldMk cId="461313880" sldId="314"/>
            <ac:spMk id="7" creationId="{00000000-0000-0000-0000-000000000000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14:54.775" v="68" actId="478"/>
          <ac:spMkLst>
            <pc:docMk/>
            <pc:sldMk cId="461313880" sldId="314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14:43.358" v="65" actId="478"/>
          <ac:spMkLst>
            <pc:docMk/>
            <pc:sldMk cId="461313880" sldId="314"/>
            <ac:spMk id="10" creationId="{00000000-0000-0000-0000-000000000000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14:43.358" v="65" actId="478"/>
          <ac:spMkLst>
            <pc:docMk/>
            <pc:sldMk cId="461313880" sldId="314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4:14:34.367" v="63" actId="27636"/>
          <ac:spMkLst>
            <pc:docMk/>
            <pc:sldMk cId="461313880" sldId="314"/>
            <ac:spMk id="14338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3T14:39:57.462" v="195" actId="255"/>
          <ac:spMkLst>
            <pc:docMk/>
            <pc:sldMk cId="461313880" sldId="314"/>
            <ac:spMk id="14339" creationId="{00000000-0000-0000-0000-000000000000}"/>
          </ac:spMkLst>
        </pc:spChg>
      </pc:sldChg>
      <pc:sldChg chg="modSp add del">
        <pc:chgData name="Dr. Khurram Jadoon khan Asstt. Professor FCS" userId="684a1a15-bea5-4a17-9b67-1313be309245" providerId="ADAL" clId="{ED80179B-8EE9-4C9F-9050-39565A39292C}" dt="2024-03-03T14:14:19.831" v="61"/>
        <pc:sldMkLst>
          <pc:docMk/>
          <pc:sldMk cId="886415490" sldId="314"/>
        </pc:sldMkLst>
        <pc:spChg chg="mod">
          <ac:chgData name="Dr. Khurram Jadoon khan Asstt. Professor FCS" userId="684a1a15-bea5-4a17-9b67-1313be309245" providerId="ADAL" clId="{ED80179B-8EE9-4C9F-9050-39565A39292C}" dt="2024-03-03T14:14:14.218" v="60"/>
          <ac:spMkLst>
            <pc:docMk/>
            <pc:sldMk cId="886415490" sldId="314"/>
            <ac:spMk id="5" creationId="{05E7FA08-5220-44F6-8C13-99E3C258DA85}"/>
          </ac:spMkLst>
        </pc:spChg>
      </pc:sldChg>
      <pc:sldChg chg="addSp delSp modSp add mod addAnim delAnim modAnim">
        <pc:chgData name="Dr. Khurram Jadoon khan Asstt. Professor FCS" userId="684a1a15-bea5-4a17-9b67-1313be309245" providerId="ADAL" clId="{ED80179B-8EE9-4C9F-9050-39565A39292C}" dt="2024-03-03T14:35:37.514" v="155" actId="403"/>
        <pc:sldMkLst>
          <pc:docMk/>
          <pc:sldMk cId="2690984993" sldId="315"/>
        </pc:sldMkLst>
        <pc:spChg chg="del">
          <ac:chgData name="Dr. Khurram Jadoon khan Asstt. Professor FCS" userId="684a1a15-bea5-4a17-9b67-1313be309245" providerId="ADAL" clId="{ED80179B-8EE9-4C9F-9050-39565A39292C}" dt="2024-03-03T14:26:41.712" v="104" actId="478"/>
          <ac:spMkLst>
            <pc:docMk/>
            <pc:sldMk cId="2690984993" sldId="315"/>
            <ac:spMk id="2" creationId="{4134D77D-654E-54AB-FB5E-19B51A2D39B4}"/>
          </ac:spMkLst>
        </pc:spChg>
        <pc:spChg chg="add del mod">
          <ac:chgData name="Dr. Khurram Jadoon khan Asstt. Professor FCS" userId="684a1a15-bea5-4a17-9b67-1313be309245" providerId="ADAL" clId="{ED80179B-8EE9-4C9F-9050-39565A39292C}" dt="2024-03-03T14:26:35.230" v="102" actId="478"/>
          <ac:spMkLst>
            <pc:docMk/>
            <pc:sldMk cId="2690984993" sldId="315"/>
            <ac:spMk id="5" creationId="{40BC7567-F294-1C9A-59AF-3E419FFEEF66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26:24.083" v="99" actId="478"/>
          <ac:spMkLst>
            <pc:docMk/>
            <pc:sldMk cId="2690984993" sldId="315"/>
            <ac:spMk id="7" creationId="{C2D6C603-0692-B656-BD72-3988DD45229F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26:24.083" v="99" actId="478"/>
          <ac:spMkLst>
            <pc:docMk/>
            <pc:sldMk cId="2690984993" sldId="315"/>
            <ac:spMk id="8" creationId="{9EC0148C-2C67-F591-D9C3-B7E8E2BDD43B}"/>
          </ac:spMkLst>
        </pc:spChg>
        <pc:spChg chg="add mod">
          <ac:chgData name="Dr. Khurram Jadoon khan Asstt. Professor FCS" userId="684a1a15-bea5-4a17-9b67-1313be309245" providerId="ADAL" clId="{ED80179B-8EE9-4C9F-9050-39565A39292C}" dt="2024-03-03T14:33:15.624" v="138" actId="14100"/>
          <ac:spMkLst>
            <pc:docMk/>
            <pc:sldMk cId="2690984993" sldId="315"/>
            <ac:spMk id="9" creationId="{7130BE91-1CCB-BEB7-B917-660753B46E1E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26:41.712" v="104" actId="478"/>
          <ac:spMkLst>
            <pc:docMk/>
            <pc:sldMk cId="2690984993" sldId="315"/>
            <ac:spMk id="10" creationId="{6FB22AAB-FA97-7B69-60AE-8F67244773A8}"/>
          </ac:spMkLst>
        </pc:spChg>
        <pc:spChg chg="del">
          <ac:chgData name="Dr. Khurram Jadoon khan Asstt. Professor FCS" userId="684a1a15-bea5-4a17-9b67-1313be309245" providerId="ADAL" clId="{ED80179B-8EE9-4C9F-9050-39565A39292C}" dt="2024-03-03T14:26:41.712" v="104" actId="478"/>
          <ac:spMkLst>
            <pc:docMk/>
            <pc:sldMk cId="2690984993" sldId="315"/>
            <ac:spMk id="11" creationId="{EF82BD54-B423-28EF-CD26-7E7D47FA3AB5}"/>
          </ac:spMkLst>
        </pc:spChg>
        <pc:spChg chg="add del mod">
          <ac:chgData name="Dr. Khurram Jadoon khan Asstt. Professor FCS" userId="684a1a15-bea5-4a17-9b67-1313be309245" providerId="ADAL" clId="{ED80179B-8EE9-4C9F-9050-39565A39292C}" dt="2024-03-03T14:32:58.118" v="135" actId="478"/>
          <ac:spMkLst>
            <pc:docMk/>
            <pc:sldMk cId="2690984993" sldId="315"/>
            <ac:spMk id="13" creationId="{ED99EB03-B358-0C7D-1FD0-666C5557FBCE}"/>
          </ac:spMkLst>
        </pc:spChg>
        <pc:spChg chg="add del mod">
          <ac:chgData name="Dr. Khurram Jadoon khan Asstt. Professor FCS" userId="684a1a15-bea5-4a17-9b67-1313be309245" providerId="ADAL" clId="{ED80179B-8EE9-4C9F-9050-39565A39292C}" dt="2024-03-03T14:35:37.514" v="155" actId="403"/>
          <ac:spMkLst>
            <pc:docMk/>
            <pc:sldMk cId="2690984993" sldId="315"/>
            <ac:spMk id="14339" creationId="{1892FFAE-9C3B-4CDF-8719-C0F7B7EEC9D8}"/>
          </ac:spMkLst>
        </pc:spChg>
      </pc:sldChg>
      <pc:sldChg chg="modSp add del">
        <pc:chgData name="Dr. Khurram Jadoon khan Asstt. Professor FCS" userId="684a1a15-bea5-4a17-9b67-1313be309245" providerId="ADAL" clId="{ED80179B-8EE9-4C9F-9050-39565A39292C}" dt="2024-03-03T14:49:33.901" v="202"/>
        <pc:sldMkLst>
          <pc:docMk/>
          <pc:sldMk cId="711869497" sldId="316"/>
        </pc:sldMkLst>
        <pc:spChg chg="mod">
          <ac:chgData name="Dr. Khurram Jadoon khan Asstt. Professor FCS" userId="684a1a15-bea5-4a17-9b67-1313be309245" providerId="ADAL" clId="{ED80179B-8EE9-4C9F-9050-39565A39292C}" dt="2024-03-03T14:49:19.009" v="200"/>
          <ac:spMkLst>
            <pc:docMk/>
            <pc:sldMk cId="711869497" sldId="316"/>
            <ac:spMk id="4" creationId="{B9E98E40-E6F6-401A-8EFD-5FEDE67200F9}"/>
          </ac:spMkLst>
        </pc:spChg>
      </pc:sldChg>
      <pc:sldChg chg="modSp mod">
        <pc:chgData name="Dr. Khurram Jadoon khan Asstt. Professor FCS" userId="684a1a15-bea5-4a17-9b67-1313be309245" providerId="ADAL" clId="{ED80179B-8EE9-4C9F-9050-39565A39292C}" dt="2024-03-07T16:24:37.344" v="324" actId="1076"/>
        <pc:sldMkLst>
          <pc:docMk/>
          <pc:sldMk cId="938942588" sldId="377"/>
        </pc:sldMkLst>
        <pc:spChg chg="mod">
          <ac:chgData name="Dr. Khurram Jadoon khan Asstt. Professor FCS" userId="684a1a15-bea5-4a17-9b67-1313be309245" providerId="ADAL" clId="{ED80179B-8EE9-4C9F-9050-39565A39292C}" dt="2024-03-07T16:24:37.344" v="324" actId="1076"/>
          <ac:spMkLst>
            <pc:docMk/>
            <pc:sldMk cId="938942588" sldId="37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ED80179B-8EE9-4C9F-9050-39565A39292C}" dt="2024-03-07T16:24:32.424" v="323" actId="1076"/>
          <ac:spMkLst>
            <pc:docMk/>
            <pc:sldMk cId="938942588" sldId="377"/>
            <ac:spMk id="6" creationId="{2ADC9035-27FA-C68B-2667-B556544E25FF}"/>
          </ac:spMkLst>
        </pc:spChg>
      </pc:sldChg>
      <pc:sldChg chg="add del">
        <pc:chgData name="Dr. Khurram Jadoon khan Asstt. Professor FCS" userId="684a1a15-bea5-4a17-9b67-1313be309245" providerId="ADAL" clId="{ED80179B-8EE9-4C9F-9050-39565A39292C}" dt="2024-03-03T14:54:54.291" v="227" actId="47"/>
        <pc:sldMkLst>
          <pc:docMk/>
          <pc:sldMk cId="2931588331" sldId="688"/>
        </pc:sldMkLst>
      </pc:sldChg>
      <pc:sldChg chg="add">
        <pc:chgData name="Dr. Khurram Jadoon khan Asstt. Professor FCS" userId="684a1a15-bea5-4a17-9b67-1313be309245" providerId="ADAL" clId="{ED80179B-8EE9-4C9F-9050-39565A39292C}" dt="2024-03-03T14:54:04.966" v="226"/>
        <pc:sldMkLst>
          <pc:docMk/>
          <pc:sldMk cId="3259630701" sldId="689"/>
        </pc:sldMkLst>
      </pc:sldChg>
      <pc:sldChg chg="add">
        <pc:chgData name="Dr. Khurram Jadoon khan Asstt. Professor FCS" userId="684a1a15-bea5-4a17-9b67-1313be309245" providerId="ADAL" clId="{ED80179B-8EE9-4C9F-9050-39565A39292C}" dt="2024-03-03T14:54:04.966" v="226"/>
        <pc:sldMkLst>
          <pc:docMk/>
          <pc:sldMk cId="329079264" sldId="690"/>
        </pc:sldMkLst>
      </pc:sldChg>
      <pc:sldChg chg="add">
        <pc:chgData name="Dr. Khurram Jadoon khan Asstt. Professor FCS" userId="684a1a15-bea5-4a17-9b67-1313be309245" providerId="ADAL" clId="{ED80179B-8EE9-4C9F-9050-39565A39292C}" dt="2024-03-03T14:54:04.966" v="226"/>
        <pc:sldMkLst>
          <pc:docMk/>
          <pc:sldMk cId="371227480" sldId="691"/>
        </pc:sldMkLst>
      </pc:sldChg>
      <pc:sldChg chg="modSp add mod ord">
        <pc:chgData name="Dr. Khurram Jadoon khan Asstt. Professor FCS" userId="684a1a15-bea5-4a17-9b67-1313be309245" providerId="ADAL" clId="{ED80179B-8EE9-4C9F-9050-39565A39292C}" dt="2024-03-03T15:07:21.712" v="265"/>
        <pc:sldMkLst>
          <pc:docMk/>
          <pc:sldMk cId="0" sldId="694"/>
        </pc:sldMkLst>
        <pc:spChg chg="mod">
          <ac:chgData name="Dr. Khurram Jadoon khan Asstt. Professor FCS" userId="684a1a15-bea5-4a17-9b67-1313be309245" providerId="ADAL" clId="{ED80179B-8EE9-4C9F-9050-39565A39292C}" dt="2024-03-03T15:07:14.808" v="263" actId="20577"/>
          <ac:spMkLst>
            <pc:docMk/>
            <pc:sldMk cId="0" sldId="694"/>
            <ac:spMk id="21506" creationId="{9DC7C354-7D7A-C2E0-D49B-A9A7F78C7B1E}"/>
          </ac:spMkLst>
        </pc:spChg>
      </pc:sldChg>
      <pc:sldChg chg="addSp delSp modSp new mod modClrScheme chgLayout">
        <pc:chgData name="Dr. Khurram Jadoon khan Asstt. Professor FCS" userId="684a1a15-bea5-4a17-9b67-1313be309245" providerId="ADAL" clId="{ED80179B-8EE9-4C9F-9050-39565A39292C}" dt="2024-03-07T16:32:03.407" v="342" actId="21"/>
        <pc:sldMkLst>
          <pc:docMk/>
          <pc:sldMk cId="4220629512" sldId="704"/>
        </pc:sldMkLst>
        <pc:spChg chg="del">
          <ac:chgData name="Dr. Khurram Jadoon khan Asstt. Professor FCS" userId="684a1a15-bea5-4a17-9b67-1313be309245" providerId="ADAL" clId="{ED80179B-8EE9-4C9F-9050-39565A39292C}" dt="2024-03-07T16:26:44.240" v="326" actId="700"/>
          <ac:spMkLst>
            <pc:docMk/>
            <pc:sldMk cId="4220629512" sldId="704"/>
            <ac:spMk id="2" creationId="{34D6ABE0-297D-8A4D-D6EC-E301BE1E260E}"/>
          </ac:spMkLst>
        </pc:spChg>
        <pc:spChg chg="del">
          <ac:chgData name="Dr. Khurram Jadoon khan Asstt. Professor FCS" userId="684a1a15-bea5-4a17-9b67-1313be309245" providerId="ADAL" clId="{ED80179B-8EE9-4C9F-9050-39565A39292C}" dt="2024-03-07T16:26:44.240" v="326" actId="700"/>
          <ac:spMkLst>
            <pc:docMk/>
            <pc:sldMk cId="4220629512" sldId="704"/>
            <ac:spMk id="3" creationId="{BB77317C-EF71-662F-85BD-C2C7D2A0ABD7}"/>
          </ac:spMkLst>
        </pc:spChg>
        <pc:spChg chg="add mod">
          <ac:chgData name="Dr. Khurram Jadoon khan Asstt. Professor FCS" userId="684a1a15-bea5-4a17-9b67-1313be309245" providerId="ADAL" clId="{ED80179B-8EE9-4C9F-9050-39565A39292C}" dt="2024-03-07T16:31:55.898" v="340" actId="1076"/>
          <ac:spMkLst>
            <pc:docMk/>
            <pc:sldMk cId="4220629512" sldId="704"/>
            <ac:spMk id="5" creationId="{348A8BFE-8A26-DC5F-93A0-BEFD4035F615}"/>
          </ac:spMkLst>
        </pc:spChg>
        <pc:spChg chg="add mod">
          <ac:chgData name="Dr. Khurram Jadoon khan Asstt. Professor FCS" userId="684a1a15-bea5-4a17-9b67-1313be309245" providerId="ADAL" clId="{ED80179B-8EE9-4C9F-9050-39565A39292C}" dt="2024-03-07T16:31:59.789" v="341" actId="1076"/>
          <ac:spMkLst>
            <pc:docMk/>
            <pc:sldMk cId="4220629512" sldId="704"/>
            <ac:spMk id="7" creationId="{FADD76AA-C701-1756-993D-1497BF58946D}"/>
          </ac:spMkLst>
        </pc:spChg>
        <pc:spChg chg="add del mod">
          <ac:chgData name="Dr. Khurram Jadoon khan Asstt. Professor FCS" userId="684a1a15-bea5-4a17-9b67-1313be309245" providerId="ADAL" clId="{ED80179B-8EE9-4C9F-9050-39565A39292C}" dt="2024-03-07T16:32:03.407" v="342" actId="21"/>
          <ac:spMkLst>
            <pc:docMk/>
            <pc:sldMk cId="4220629512" sldId="704"/>
            <ac:spMk id="9" creationId="{1D098711-6449-4E0C-8240-945C293C26AD}"/>
          </ac:spMkLst>
        </pc:spChg>
      </pc:sldChg>
      <pc:sldChg chg="addSp modSp new mod">
        <pc:chgData name="Dr. Khurram Jadoon khan Asstt. Professor FCS" userId="684a1a15-bea5-4a17-9b67-1313be309245" providerId="ADAL" clId="{ED80179B-8EE9-4C9F-9050-39565A39292C}" dt="2024-03-07T16:32:15.989" v="397" actId="1035"/>
        <pc:sldMkLst>
          <pc:docMk/>
          <pc:sldMk cId="1583518507" sldId="705"/>
        </pc:sldMkLst>
        <pc:spChg chg="add mod">
          <ac:chgData name="Dr. Khurram Jadoon khan Asstt. Professor FCS" userId="684a1a15-bea5-4a17-9b67-1313be309245" providerId="ADAL" clId="{ED80179B-8EE9-4C9F-9050-39565A39292C}" dt="2024-03-07T16:32:15.989" v="397" actId="1035"/>
          <ac:spMkLst>
            <pc:docMk/>
            <pc:sldMk cId="1583518507" sldId="705"/>
            <ac:spMk id="9" creationId="{1D098711-6449-4E0C-8240-945C293C26A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8E024-FFA0-C0A2-AF64-85328A70F9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919C2-A50A-19E2-1B1A-341793F457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297AA-DBA2-4D02-8EE6-CCC6135A771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1A938-1A3A-18BD-24CB-636A037E0C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8B714-357B-A944-60F1-788D3F39EA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9C3BB-97F8-4760-AA7F-C88190D2A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E0D24-1128-4C28-B9C7-B85350672508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FE244-8E0C-42C4-9E0A-AB3DEF5A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3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FE244-8E0C-42C4-9E0A-AB3DEF5A9D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88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73B70-394B-D341-8F66-A712FCAEE1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32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D6487-14A9-49B8-972D-88A1CCAF32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40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D6487-14A9-49B8-972D-88A1CCAF32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799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D6487-14A9-49B8-972D-88A1CCAF32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26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D6487-14A9-49B8-972D-88A1CCAF32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54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D9230-0FD9-D24F-9958-2CDCC51990C5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1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3732-5B48-402F-BB84-5FA7A72ED87F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39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59" y="365125"/>
            <a:ext cx="10515600" cy="56575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259" y="133135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E9047-E8DC-4320-9E73-C8EEFCBF24A1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2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27B2-4A6F-4171-80E9-7A9139622D37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88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7731-7AE7-4226-B22B-AA579BE50DCA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DE32-2F2F-428B-A9DE-5A3E4689A7EC}" type="datetime1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56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55FC-8B20-4D7A-BACF-9E6D661476B7}" type="datetime1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55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D3C4-493A-4419-ACA1-49A72BA3CC89}" type="datetime1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72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A4B4-6D4B-4E4F-BEBC-1AC8638F661D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29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FE6A-E228-4454-8554-0CAB0FB468C4}" type="datetime1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19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889B-54AF-462C-8135-372B265137AC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72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6A2A6-ED80-4647-8646-3A260305CDE0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3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07935" y="23687"/>
            <a:ext cx="4576127" cy="721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324" y="1479743"/>
            <a:ext cx="11389351" cy="4779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9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8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CDE10-1FE4-40D2-8AD9-49339F1BCB8E}" type="datetime1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g"/><Relationship Id="rId3" Type="http://schemas.openxmlformats.org/officeDocument/2006/relationships/image" Target="../media/image67.jpg"/><Relationship Id="rId7" Type="http://schemas.openxmlformats.org/officeDocument/2006/relationships/image" Target="../media/image71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jp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28800" y="2438400"/>
            <a:ext cx="8153400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5400">
                <a:latin typeface="Calibri"/>
                <a:cs typeface="Calibri"/>
              </a:rPr>
              <a:t>Constraint </a:t>
            </a:r>
            <a:r>
              <a:rPr sz="5400" spc="-5">
                <a:latin typeface="Calibri"/>
                <a:cs typeface="Calibri"/>
              </a:rPr>
              <a:t>Satisfaction</a:t>
            </a:r>
            <a:r>
              <a:rPr sz="5400" spc="-15">
                <a:latin typeface="Calibri"/>
                <a:cs typeface="Calibri"/>
              </a:rPr>
              <a:t> </a:t>
            </a:r>
            <a:r>
              <a:rPr sz="5400" spc="-5">
                <a:latin typeface="Calibri"/>
                <a:cs typeface="Calibri"/>
              </a:rPr>
              <a:t>Problems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D4564-A410-7DCF-5F98-34D206401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71" y="755903"/>
            <a:ext cx="10922349" cy="513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16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8415" y="9896"/>
            <a:ext cx="453517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What </a:t>
            </a:r>
            <a:r>
              <a:t>is Search</a:t>
            </a:r>
            <a:r>
              <a:rPr spc="-70"/>
              <a:t> </a:t>
            </a:r>
            <a:r>
              <a:t>For?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8" y="1002960"/>
            <a:ext cx="10496550" cy="5365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Assumptions about the world: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single agent, deterministic actions, fully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observed 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state, discrete state</a:t>
            </a:r>
            <a:r>
              <a:rPr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space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3050" dirty="0">
                <a:latin typeface="Times New Roman"/>
                <a:cs typeface="Times New Roman"/>
              </a:rPr>
              <a:t>  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how to find optimal solutions to search problems, a type of planning problem. 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99"/>
              </a:buClr>
              <a:buFont typeface="Malgun Gothic"/>
              <a:buChar char="▪"/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   </a:t>
            </a:r>
            <a:r>
              <a:rPr lang="en-US" sz="2400" b="1" spc="-5" dirty="0">
                <a:solidFill>
                  <a:srgbClr val="333399"/>
                </a:solidFill>
                <a:latin typeface="Calibri"/>
                <a:cs typeface="Calibri"/>
              </a:rPr>
              <a:t>Planning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: sequences of</a:t>
            </a:r>
            <a:r>
              <a:rPr lang="en-US" sz="2400" spc="-2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actions</a:t>
            </a:r>
            <a:endParaRPr lang="en-US"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path to the </a:t>
            </a:r>
            <a:r>
              <a:rPr sz="2000" spc="-5" dirty="0">
                <a:latin typeface="Calibri"/>
                <a:cs typeface="Calibri"/>
              </a:rPr>
              <a:t>goal </a:t>
            </a:r>
            <a:r>
              <a:rPr sz="2000" dirty="0">
                <a:latin typeface="Calibri"/>
                <a:cs typeface="Calibri"/>
              </a:rPr>
              <a:t>is the </a:t>
            </a:r>
            <a:r>
              <a:rPr sz="2000" spc="-5" dirty="0">
                <a:latin typeface="Calibri"/>
                <a:cs typeface="Calibri"/>
              </a:rPr>
              <a:t>important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thing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Paths </a:t>
            </a:r>
            <a:r>
              <a:rPr sz="2000" spc="-5" dirty="0">
                <a:latin typeface="Calibri"/>
                <a:cs typeface="Calibri"/>
              </a:rPr>
              <a:t>have various </a:t>
            </a:r>
            <a:r>
              <a:rPr sz="2000" dirty="0">
                <a:latin typeface="Calibri"/>
                <a:cs typeface="Calibri"/>
              </a:rPr>
              <a:t>costs,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depths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Heuristics </a:t>
            </a:r>
            <a:r>
              <a:rPr sz="2000" spc="-5" dirty="0">
                <a:latin typeface="Calibri"/>
                <a:cs typeface="Calibri"/>
              </a:rPr>
              <a:t>give problem-specific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guidance</a:t>
            </a:r>
            <a:r>
              <a:rPr lang="en-US" sz="2000" spc="-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Malgun Gothic"/>
              <a:buChar char="▪"/>
            </a:pPr>
            <a:endParaRPr sz="29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b="1" spc="-5" dirty="0">
                <a:solidFill>
                  <a:srgbClr val="333399"/>
                </a:solidFill>
                <a:latin typeface="Calibri"/>
                <a:cs typeface="Calibri"/>
              </a:rPr>
              <a:t>Identification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: assignments to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000" b="1" dirty="0"/>
              <a:t>Identification Problems </a:t>
            </a:r>
            <a:r>
              <a:rPr lang="en-US" sz="2000" dirty="0"/>
              <a:t>in which we must simply identify. </a:t>
            </a:r>
          </a:p>
          <a:p>
            <a:pPr marL="469900" lvl="1">
              <a:lnSpc>
                <a:spcPct val="100000"/>
              </a:lnSpc>
              <a:spcBef>
                <a:spcPts val="500"/>
              </a:spcBef>
              <a:tabLst>
                <a:tab pos="755015" algn="l"/>
                <a:tab pos="755650" algn="l"/>
              </a:tabLst>
            </a:pPr>
            <a:r>
              <a:rPr lang="en-US" sz="2000" dirty="0"/>
              <a:t>whether a state is a goal state or not, with no regard to how we arrive at that goal.</a:t>
            </a:r>
            <a:endParaRPr lang="en-US" sz="2000" spc="-5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000" spc="-5" dirty="0">
                <a:latin typeface="Calibri"/>
                <a:cs typeface="Calibri"/>
              </a:rPr>
              <a:t>The goal </a:t>
            </a:r>
            <a:r>
              <a:rPr lang="en-US" sz="2000" dirty="0">
                <a:latin typeface="Calibri"/>
                <a:cs typeface="Calibri"/>
              </a:rPr>
              <a:t>itself is </a:t>
            </a:r>
            <a:r>
              <a:rPr lang="en-US" sz="2000" spc="-5" dirty="0">
                <a:latin typeface="Calibri"/>
                <a:cs typeface="Calibri"/>
              </a:rPr>
              <a:t>important, not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path.</a:t>
            </a: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000" dirty="0">
                <a:latin typeface="Calibri"/>
                <a:cs typeface="Calibri"/>
              </a:rPr>
              <a:t>All </a:t>
            </a:r>
            <a:r>
              <a:rPr lang="en-US" sz="2000" spc="-5" dirty="0">
                <a:latin typeface="Calibri"/>
                <a:cs typeface="Calibri"/>
              </a:rPr>
              <a:t>paths </a:t>
            </a:r>
            <a:r>
              <a:rPr lang="en-US" sz="2000" dirty="0">
                <a:latin typeface="Calibri"/>
                <a:cs typeface="Calibri"/>
              </a:rPr>
              <a:t>at the same </a:t>
            </a:r>
            <a:r>
              <a:rPr lang="en-US" sz="2000" spc="-5" dirty="0">
                <a:latin typeface="Calibri"/>
                <a:cs typeface="Calibri"/>
              </a:rPr>
              <a:t>depth </a:t>
            </a:r>
            <a:r>
              <a:rPr lang="en-US" sz="2000" dirty="0">
                <a:latin typeface="Calibri"/>
                <a:cs typeface="Calibri"/>
              </a:rPr>
              <a:t>(for some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formulations).</a:t>
            </a:r>
            <a:endParaRPr lang="en-US"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68542" y="4581999"/>
            <a:ext cx="2438400" cy="1390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67800" y="2471876"/>
            <a:ext cx="3053442" cy="18715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3833" y="0"/>
            <a:ext cx="6744334" cy="657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/>
              <a:t>Constraint Satisfaction</a:t>
            </a:r>
            <a:r>
              <a:rPr sz="4000" spc="-70"/>
              <a:t> </a:t>
            </a:r>
            <a:r>
              <a:rPr sz="4000" spc="-5"/>
              <a:t>Problems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400" y="838200"/>
            <a:ext cx="8305800" cy="5332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</a:pPr>
            <a:endParaRPr lang="en-US"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3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Components of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(CSPs):</a:t>
            </a:r>
          </a:p>
          <a:p>
            <a:pPr marL="355600" indent="-342900">
              <a:lnSpc>
                <a:spcPts val="23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755650" lvl="1" indent="-285750">
              <a:lnSpc>
                <a:spcPts val="223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b="1" i="1" dirty="0">
                <a:solidFill>
                  <a:srgbClr val="CC0000"/>
                </a:solidFill>
                <a:latin typeface="Times New Roman"/>
                <a:cs typeface="Times New Roman"/>
              </a:rPr>
              <a:t>Variables </a:t>
            </a:r>
            <a:r>
              <a:rPr lang="en-US" sz="2000" dirty="0"/>
              <a:t>- CSPs possess a set of N variables X</a:t>
            </a:r>
            <a:r>
              <a:rPr lang="en-US" sz="2000" baseline="-25000" dirty="0"/>
              <a:t>1</a:t>
            </a:r>
            <a:r>
              <a:rPr lang="en-US" sz="2000" dirty="0"/>
              <a:t>,...,X</a:t>
            </a:r>
            <a:r>
              <a:rPr lang="en-US" sz="2000" baseline="-25000" dirty="0"/>
              <a:t>N</a:t>
            </a:r>
            <a:r>
              <a:rPr lang="en-US" sz="2000" dirty="0"/>
              <a:t> that can each take on a single value from some defined set of values.</a:t>
            </a:r>
          </a:p>
          <a:p>
            <a:pPr marL="755650" lvl="1" indent="-285750">
              <a:lnSpc>
                <a:spcPts val="223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b="1" i="1" dirty="0">
                <a:solidFill>
                  <a:srgbClr val="CC0000"/>
                </a:solidFill>
                <a:latin typeface="Times New Roman"/>
                <a:cs typeface="Times New Roman"/>
              </a:rPr>
              <a:t>Domain</a:t>
            </a:r>
            <a:r>
              <a:rPr lang="en-US" sz="2000" dirty="0"/>
              <a:t> - A set {x</a:t>
            </a:r>
            <a:r>
              <a:rPr lang="en-US" sz="2000" baseline="-25000" dirty="0"/>
              <a:t>1</a:t>
            </a:r>
            <a:r>
              <a:rPr lang="en-US" sz="2000" dirty="0"/>
              <a:t>,..., </a:t>
            </a:r>
            <a:r>
              <a:rPr lang="en-US" sz="2000" dirty="0" err="1"/>
              <a:t>x</a:t>
            </a:r>
            <a:r>
              <a:rPr lang="en-US" sz="2000" baseline="-25000" dirty="0" err="1"/>
              <a:t>d</a:t>
            </a:r>
            <a:r>
              <a:rPr lang="en-US" sz="2000" dirty="0"/>
              <a:t>} representing all possible values that a CSP variable can take on.</a:t>
            </a: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000" dirty="0"/>
          </a:p>
          <a:p>
            <a:pPr marL="755650" lvl="1" indent="-285750"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b="1" i="1" dirty="0">
                <a:solidFill>
                  <a:srgbClr val="CC0000"/>
                </a:solidFill>
                <a:latin typeface="Times New Roman"/>
                <a:cs typeface="Times New Roman"/>
              </a:rPr>
              <a:t>Constraints </a:t>
            </a:r>
            <a:r>
              <a:rPr lang="en-US" sz="2000" dirty="0"/>
              <a:t>define restrictions on the values of variables, potentially with regard to other variables. </a:t>
            </a:r>
          </a:p>
          <a:p>
            <a:pPr marL="755650" lvl="1" indent="-285750"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000" dirty="0"/>
              <a:t>or</a:t>
            </a:r>
          </a:p>
          <a:p>
            <a:pPr marL="469900" lvl="1">
              <a:tabLst>
                <a:tab pos="755015" algn="l"/>
                <a:tab pos="755650" algn="l"/>
              </a:tabLst>
            </a:pPr>
            <a:r>
              <a:rPr lang="en-US" sz="2000" dirty="0"/>
              <a:t>	A goal test is a </a:t>
            </a:r>
            <a:r>
              <a:rPr lang="en-US" sz="2000" dirty="0">
                <a:solidFill>
                  <a:srgbClr val="FF0000"/>
                </a:solidFill>
              </a:rPr>
              <a:t>set of constraints </a:t>
            </a:r>
            <a:r>
              <a:rPr lang="en-US" sz="2000" dirty="0"/>
              <a:t>specifying allowable combinations of 	values for subsets of variables</a:t>
            </a:r>
          </a:p>
          <a:p>
            <a:pPr marL="755650" marR="102870" lvl="1" indent="-285750">
              <a:spcBef>
                <a:spcPts val="34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99"/>
              </a:buClr>
              <a:buFont typeface="Malgun Gothic"/>
              <a:buChar char="▪"/>
            </a:pP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0" y="1590675"/>
            <a:ext cx="2590800" cy="2000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05242" y="4143376"/>
            <a:ext cx="2949202" cy="1390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1458" y="172404"/>
            <a:ext cx="529780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 </a:t>
            </a:r>
            <a:r>
              <a:rPr dirty="0"/>
              <a:t>Map</a:t>
            </a:r>
            <a:r>
              <a:rPr spc="-45" dirty="0"/>
              <a:t> </a:t>
            </a:r>
            <a:r>
              <a:rPr dirty="0"/>
              <a:t>Coloring</a:t>
            </a:r>
          </a:p>
        </p:txBody>
      </p:sp>
      <p:sp>
        <p:nvSpPr>
          <p:cNvPr id="3" name="object 3"/>
          <p:cNvSpPr/>
          <p:nvPr/>
        </p:nvSpPr>
        <p:spPr>
          <a:xfrm>
            <a:off x="8258733" y="549760"/>
            <a:ext cx="3729406" cy="3349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2607" y="1417799"/>
            <a:ext cx="4281581" cy="25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34279" y="2141727"/>
            <a:ext cx="3023520" cy="2966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1724" y="5695206"/>
            <a:ext cx="5983474" cy="629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80321" y="3675529"/>
            <a:ext cx="1201077" cy="2239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58454" y="4217895"/>
            <a:ext cx="4759519" cy="2594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9735" y="1328928"/>
            <a:ext cx="6489065" cy="409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99"/>
              </a:buClr>
              <a:buFont typeface="Malgun Gothic"/>
              <a:buChar char="▪"/>
            </a:pPr>
            <a:endParaRPr sz="2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Domains: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33399"/>
              </a:buClr>
              <a:buFont typeface="Malgun Gothic"/>
              <a:buChar char="▪"/>
            </a:pPr>
            <a:endParaRPr sz="285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4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Constraints: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adjacent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regions must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have different 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colors</a:t>
            </a:r>
            <a:endParaRPr sz="2400" dirty="0">
              <a:latin typeface="Calibri"/>
              <a:cs typeface="Calibri"/>
            </a:endParaRPr>
          </a:p>
          <a:p>
            <a:pPr marL="850900">
              <a:lnSpc>
                <a:spcPct val="100000"/>
              </a:lnSpc>
              <a:spcBef>
                <a:spcPts val="1070"/>
              </a:spcBef>
            </a:pPr>
            <a:r>
              <a:rPr sz="2000" spc="-5" dirty="0">
                <a:latin typeface="Calibri"/>
                <a:cs typeface="Calibri"/>
              </a:rPr>
              <a:t>Implicit:</a:t>
            </a:r>
            <a:endParaRPr sz="2000" dirty="0">
              <a:latin typeface="Calibri"/>
              <a:cs typeface="Calibri"/>
            </a:endParaRPr>
          </a:p>
          <a:p>
            <a:pPr marL="850900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alibri"/>
                <a:cs typeface="Calibri"/>
              </a:rPr>
              <a:t>Explicit: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355600" marR="1325880" indent="-342900">
              <a:lnSpc>
                <a:spcPts val="23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Solutions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assignments satisfying all  constraints,</a:t>
            </a:r>
            <a:r>
              <a:rPr sz="2400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e.g.: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3A32FB-7824-6A5F-1B92-316A157D80DC}"/>
              </a:ext>
            </a:extLst>
          </p:cNvPr>
          <p:cNvSpPr txBox="1"/>
          <p:nvPr/>
        </p:nvSpPr>
        <p:spPr>
          <a:xfrm>
            <a:off x="7496455" y="4217895"/>
            <a:ext cx="48768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Explicit constraints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are directly specified in the problem formulation, while </a:t>
            </a:r>
            <a:r>
              <a:rPr lang="en-US" sz="2400" dirty="0">
                <a:solidFill>
                  <a:srgbClr val="FF0000"/>
                </a:solidFill>
                <a:latin typeface="Söhne"/>
              </a:rPr>
              <a:t>implicit constraints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are inferred from the problem context or relationships between variables. 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5718" y="172719"/>
            <a:ext cx="450024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Example:</a:t>
            </a:r>
            <a:r>
              <a:rPr spc="-60"/>
              <a:t> </a:t>
            </a:r>
            <a:r>
              <a:rPr spc="-5"/>
              <a:t>N-Queens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023" y="707026"/>
            <a:ext cx="2806065" cy="2066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Formulation</a:t>
            </a:r>
            <a:r>
              <a:rPr sz="32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560" dirty="0">
                <a:solidFill>
                  <a:srgbClr val="333399"/>
                </a:solidFill>
                <a:latin typeface="Calibri"/>
                <a:cs typeface="Calibri"/>
              </a:rPr>
              <a:t>1: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Variables: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Domains: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Constraints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60578" y="276999"/>
            <a:ext cx="2046287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2819758" y="1926348"/>
            <a:ext cx="854074" cy="331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4923" y="1426285"/>
            <a:ext cx="490536" cy="3476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6046" y="4813442"/>
            <a:ext cx="1955378" cy="844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877" y="2848273"/>
            <a:ext cx="5498092" cy="3317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0706" y="3212386"/>
            <a:ext cx="6122507" cy="10924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6D225-B554-159D-F7A7-B9D42F0B8E4E}"/>
              </a:ext>
            </a:extLst>
          </p:cNvPr>
          <p:cNvSpPr txBox="1"/>
          <p:nvPr/>
        </p:nvSpPr>
        <p:spPr>
          <a:xfrm>
            <a:off x="3395459" y="4813442"/>
            <a:ext cx="84063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constraint states that we must have exactly </a:t>
            </a:r>
            <a:r>
              <a:rPr lang="en-US" sz="2800" dirty="0">
                <a:solidFill>
                  <a:srgbClr val="FF0000"/>
                </a:solidFill>
              </a:rPr>
              <a:t>N grid positions marked with a 1</a:t>
            </a:r>
            <a:r>
              <a:rPr lang="en-US" sz="2800" dirty="0"/>
              <a:t>, and all others marked with a 0, capturing the requirement that there are exactly N queens on the board.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63EB5-4A66-C68F-9428-CC1ABEF5F170}"/>
              </a:ext>
            </a:extLst>
          </p:cNvPr>
          <p:cNvSpPr txBox="1"/>
          <p:nvPr/>
        </p:nvSpPr>
        <p:spPr>
          <a:xfrm>
            <a:off x="6217920" y="2334399"/>
            <a:ext cx="373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Position at same 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5718" y="172719"/>
            <a:ext cx="450024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Example:</a:t>
            </a:r>
            <a:r>
              <a:rPr spc="-60"/>
              <a:t> </a:t>
            </a:r>
            <a:r>
              <a:rPr spc="-5"/>
              <a:t>N-Queens</a:t>
            </a:r>
          </a:p>
        </p:txBody>
      </p:sp>
      <p:sp>
        <p:nvSpPr>
          <p:cNvPr id="3" name="object 3"/>
          <p:cNvSpPr/>
          <p:nvPr/>
        </p:nvSpPr>
        <p:spPr>
          <a:xfrm>
            <a:off x="2895600" y="2133600"/>
            <a:ext cx="395287" cy="31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76600" y="5410200"/>
            <a:ext cx="4394200" cy="3476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43200" y="3022133"/>
            <a:ext cx="1970087" cy="312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9937" y="1600200"/>
            <a:ext cx="2046287" cy="2057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32735" y="1752601"/>
            <a:ext cx="395288" cy="3000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924800" y="2209801"/>
            <a:ext cx="411162" cy="3016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2737" y="2667001"/>
            <a:ext cx="411162" cy="3000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2737" y="3128964"/>
            <a:ext cx="411162" cy="3000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3535" y="1437640"/>
            <a:ext cx="2806065" cy="37061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Calibri"/>
                <a:cs typeface="Calibri"/>
              </a:rPr>
              <a:t>Formulation</a:t>
            </a:r>
            <a:r>
              <a:rPr sz="3200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3200" spc="-660" dirty="0">
                <a:solidFill>
                  <a:srgbClr val="333399"/>
                </a:solidFill>
                <a:latin typeface="Calibri"/>
                <a:cs typeface="Calibri"/>
              </a:rPr>
              <a:t>2: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Variables: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Malgun Gothic"/>
              <a:buChar char="▪"/>
            </a:pPr>
            <a:endParaRPr sz="305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Domains: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Malgun Gothic"/>
              <a:buChar char="▪"/>
            </a:pPr>
            <a:endParaRPr sz="315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Constraints: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4605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Explicit: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27400" y="6019800"/>
            <a:ext cx="558800" cy="76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8179-ACC1-6C86-FCE8-968A8E06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246194-0B29-ED52-8AD8-A25B527789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5106" y="172719"/>
            <a:ext cx="414020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Constraint</a:t>
            </a:r>
            <a:r>
              <a:rPr spc="-35"/>
              <a:t> </a:t>
            </a:r>
            <a:r>
              <a:rPr spc="-5"/>
              <a:t>Graphs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6983EF8-3A37-6238-A5E4-063C2FAC6348}"/>
              </a:ext>
            </a:extLst>
          </p:cNvPr>
          <p:cNvSpPr txBox="1"/>
          <p:nvPr/>
        </p:nvSpPr>
        <p:spPr>
          <a:xfrm>
            <a:off x="600456" y="2133820"/>
            <a:ext cx="6873240" cy="3284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112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CSP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 most) two  variables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79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constraint graph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variables, arcs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99"/>
              </a:buClr>
              <a:buFont typeface="Malgun Gothic"/>
              <a:buChar char="▪"/>
            </a:pPr>
            <a:endParaRPr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904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CSP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use the graph  structure to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up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search. E.g., Tasmania is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 independent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subproblem!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CACD787-C1B9-4DAC-F76A-BB4D23FCD138}"/>
              </a:ext>
            </a:extLst>
          </p:cNvPr>
          <p:cNvSpPr/>
          <p:nvPr/>
        </p:nvSpPr>
        <p:spPr>
          <a:xfrm>
            <a:off x="8643516" y="2514600"/>
            <a:ext cx="3316450" cy="2903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91C62-822F-4E75-54D4-8192923E055B}"/>
              </a:ext>
            </a:extLst>
          </p:cNvPr>
          <p:cNvSpPr txBox="1"/>
          <p:nvPr/>
        </p:nvSpPr>
        <p:spPr>
          <a:xfrm>
            <a:off x="510510" y="826260"/>
            <a:ext cx="1144945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7112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problems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often represented as constraint graphs, </a:t>
            </a:r>
            <a:r>
              <a:rPr lang="en-US"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nodes represent variables and edges represent constraints between them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are many different types of constraints, and each is handled slightly differently: </a:t>
            </a:r>
          </a:p>
        </p:txBody>
      </p:sp>
    </p:spTree>
    <p:extLst>
      <p:ext uri="{BB962C8B-B14F-4D97-AF65-F5344CB8AC3E}">
        <p14:creationId xmlns:p14="http://schemas.microsoft.com/office/powerpoint/2010/main" val="302040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0875" y="54666"/>
            <a:ext cx="581025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/>
              <a:t>Example:</a:t>
            </a:r>
            <a:r>
              <a:rPr sz="3200" spc="-70" dirty="0"/>
              <a:t> </a:t>
            </a:r>
            <a:r>
              <a:rPr sz="3200" dirty="0"/>
              <a:t>Cryptarithmetic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829" y="2136711"/>
            <a:ext cx="2108200" cy="2509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33399"/>
              </a:buClr>
              <a:buFont typeface="Malgun Gothic"/>
              <a:buChar char="▪"/>
            </a:pPr>
            <a:endParaRPr sz="4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Domains: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99"/>
              </a:buClr>
              <a:buFont typeface="Malgun Gothic"/>
              <a:buChar char="▪"/>
            </a:pPr>
            <a:endParaRPr sz="4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5">
                <a:solidFill>
                  <a:srgbClr val="333399"/>
                </a:solidFill>
                <a:latin typeface="Calibri"/>
                <a:cs typeface="Calibri"/>
              </a:rPr>
              <a:t>Constraints: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90633" y="4201701"/>
            <a:ext cx="3992935" cy="2473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99648" y="1270951"/>
            <a:ext cx="1703293" cy="1224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093694" y="2798445"/>
            <a:ext cx="4114800" cy="3095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8608" y="3755709"/>
            <a:ext cx="3722687" cy="342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0307" y="5527041"/>
            <a:ext cx="3314700" cy="3095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3694" y="6232208"/>
            <a:ext cx="547687" cy="746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4937" y="4866524"/>
            <a:ext cx="3478212" cy="3270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7EB99-C94A-58AE-5EF1-50CF73C90873}"/>
              </a:ext>
            </a:extLst>
          </p:cNvPr>
          <p:cNvSpPr txBox="1"/>
          <p:nvPr/>
        </p:nvSpPr>
        <p:spPr>
          <a:xfrm>
            <a:off x="309096" y="454799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D0D0D"/>
                </a:solidFill>
                <a:latin typeface="Google Sans"/>
              </a:rPr>
              <a:t>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Google Sans"/>
              </a:rPr>
              <a:t>ype of mathematical puzzle where letters represent digits in an arithmetic equation. The goal is to find the correct digit substitution for each letter to make the equation true.</a:t>
            </a:r>
            <a:endParaRPr lang="en-US" sz="2000" dirty="0">
              <a:latin typeface="Googl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43E99-319C-19E0-322B-EE32FEF6175D}"/>
              </a:ext>
            </a:extLst>
          </p:cNvPr>
          <p:cNvSpPr txBox="1"/>
          <p:nvPr/>
        </p:nvSpPr>
        <p:spPr>
          <a:xfrm>
            <a:off x="4269478" y="4684836"/>
            <a:ext cx="3350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Every different letter will have a different value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9A7732B-D636-A752-2BCD-3E9F4EEFD6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1649" y="2020027"/>
            <a:ext cx="3104383" cy="18074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46696B-7CCC-FAEE-32D3-5A67FF533AD8}"/>
              </a:ext>
            </a:extLst>
          </p:cNvPr>
          <p:cNvSpPr txBox="1"/>
          <p:nvPr/>
        </p:nvSpPr>
        <p:spPr>
          <a:xfrm>
            <a:off x="6538322" y="3047823"/>
            <a:ext cx="33505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a hypergraph, </a:t>
            </a:r>
            <a:r>
              <a:rPr lang="en-US" sz="2000" dirty="0">
                <a:solidFill>
                  <a:srgbClr val="FF0000"/>
                </a:solidFill>
              </a:rPr>
              <a:t>hyperedges </a:t>
            </a:r>
            <a:r>
              <a:rPr lang="en-US" sz="2000" dirty="0"/>
              <a:t>connect multiple vertices: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7025" y="172719"/>
            <a:ext cx="39192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Example:</a:t>
            </a:r>
            <a:r>
              <a:rPr spc="-60"/>
              <a:t> </a:t>
            </a:r>
            <a:r>
              <a:t>Sudoku</a:t>
            </a:r>
          </a:p>
        </p:txBody>
      </p:sp>
      <p:sp>
        <p:nvSpPr>
          <p:cNvPr id="3" name="object 3"/>
          <p:cNvSpPr/>
          <p:nvPr/>
        </p:nvSpPr>
        <p:spPr>
          <a:xfrm>
            <a:off x="1282701" y="2227859"/>
            <a:ext cx="4051300" cy="4076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4200" y="1503959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600" y="1884959"/>
            <a:ext cx="1600200" cy="762000"/>
          </a:xfrm>
          <a:custGeom>
            <a:avLst/>
            <a:gdLst/>
            <a:ahLst/>
            <a:cxnLst/>
            <a:rect l="l" t="t" r="r" b="b"/>
            <a:pathLst>
              <a:path w="1600200" h="762000">
                <a:moveTo>
                  <a:pt x="160020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3600" y="1884959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121920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4600" y="1884959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83820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5600" y="1884959"/>
            <a:ext cx="457200" cy="762000"/>
          </a:xfrm>
          <a:custGeom>
            <a:avLst/>
            <a:gdLst/>
            <a:ahLst/>
            <a:cxnLst/>
            <a:rect l="l" t="t" r="r" b="b"/>
            <a:pathLst>
              <a:path w="457200" h="762000">
                <a:moveTo>
                  <a:pt x="457200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1213" y="1886546"/>
            <a:ext cx="3175" cy="762000"/>
          </a:xfrm>
          <a:custGeom>
            <a:avLst/>
            <a:gdLst/>
            <a:ahLst/>
            <a:cxnLst/>
            <a:rect l="l" t="t" r="r" b="b"/>
            <a:pathLst>
              <a:path w="3175" h="762000">
                <a:moveTo>
                  <a:pt x="3175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52800" y="1884959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2800" y="1884959"/>
            <a:ext cx="1143000" cy="762000"/>
          </a:xfrm>
          <a:custGeom>
            <a:avLst/>
            <a:gdLst/>
            <a:ahLst/>
            <a:cxnLst/>
            <a:rect l="l" t="t" r="r" b="b"/>
            <a:pathLst>
              <a:path w="1143000" h="762000">
                <a:moveTo>
                  <a:pt x="0" y="0"/>
                </a:moveTo>
                <a:lnTo>
                  <a:pt x="114300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86400" y="4094758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381000" y="0"/>
                </a:moveTo>
                <a:lnTo>
                  <a:pt x="381000" y="457200"/>
                </a:lnTo>
                <a:lnTo>
                  <a:pt x="0" y="457200"/>
                </a:lnTo>
                <a:lnTo>
                  <a:pt x="0" y="0"/>
                </a:lnTo>
                <a:lnTo>
                  <a:pt x="38100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1412" y="3104158"/>
            <a:ext cx="535305" cy="1219200"/>
          </a:xfrm>
          <a:custGeom>
            <a:avLst/>
            <a:gdLst/>
            <a:ahLst/>
            <a:cxnLst/>
            <a:rect l="l" t="t" r="r" b="b"/>
            <a:pathLst>
              <a:path w="535304" h="1219200">
                <a:moveTo>
                  <a:pt x="534987" y="1219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1412" y="3485158"/>
            <a:ext cx="535305" cy="838200"/>
          </a:xfrm>
          <a:custGeom>
            <a:avLst/>
            <a:gdLst/>
            <a:ahLst/>
            <a:cxnLst/>
            <a:rect l="l" t="t" r="r" b="b"/>
            <a:pathLst>
              <a:path w="535304" h="838200">
                <a:moveTo>
                  <a:pt x="534987" y="838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51412" y="3866158"/>
            <a:ext cx="535305" cy="457200"/>
          </a:xfrm>
          <a:custGeom>
            <a:avLst/>
            <a:gdLst/>
            <a:ahLst/>
            <a:cxnLst/>
            <a:rect l="l" t="t" r="r" b="b"/>
            <a:pathLst>
              <a:path w="535304" h="457200">
                <a:moveTo>
                  <a:pt x="534987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51412" y="4323358"/>
            <a:ext cx="535305" cy="1600200"/>
          </a:xfrm>
          <a:custGeom>
            <a:avLst/>
            <a:gdLst/>
            <a:ahLst/>
            <a:cxnLst/>
            <a:rect l="l" t="t" r="r" b="b"/>
            <a:pathLst>
              <a:path w="535304" h="1600200">
                <a:moveTo>
                  <a:pt x="534987" y="0"/>
                </a:moveTo>
                <a:lnTo>
                  <a:pt x="0" y="1600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51412" y="4323358"/>
            <a:ext cx="535305" cy="762000"/>
          </a:xfrm>
          <a:custGeom>
            <a:avLst/>
            <a:gdLst/>
            <a:ahLst/>
            <a:cxnLst/>
            <a:rect l="l" t="t" r="r" b="b"/>
            <a:pathLst>
              <a:path w="535304" h="762000">
                <a:moveTo>
                  <a:pt x="534987" y="0"/>
                </a:moveTo>
                <a:lnTo>
                  <a:pt x="0" y="762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51412" y="4323358"/>
            <a:ext cx="535305" cy="1219200"/>
          </a:xfrm>
          <a:custGeom>
            <a:avLst/>
            <a:gdLst/>
            <a:ahLst/>
            <a:cxnLst/>
            <a:rect l="l" t="t" r="r" b="b"/>
            <a:pathLst>
              <a:path w="535304" h="1219200">
                <a:moveTo>
                  <a:pt x="534987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4000" y="158015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lnTo>
                  <a:pt x="38100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91000" y="1961158"/>
            <a:ext cx="1333500" cy="685800"/>
          </a:xfrm>
          <a:custGeom>
            <a:avLst/>
            <a:gdLst/>
            <a:ahLst/>
            <a:cxnLst/>
            <a:rect l="l" t="t" r="r" b="b"/>
            <a:pathLst>
              <a:path w="1333500" h="685800">
                <a:moveTo>
                  <a:pt x="133350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95800" y="1961158"/>
            <a:ext cx="1028700" cy="685800"/>
          </a:xfrm>
          <a:custGeom>
            <a:avLst/>
            <a:gdLst/>
            <a:ahLst/>
            <a:cxnLst/>
            <a:rect l="l" t="t" r="r" b="b"/>
            <a:pathLst>
              <a:path w="1028700" h="685800">
                <a:moveTo>
                  <a:pt x="102870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91000" y="1961158"/>
            <a:ext cx="1333500" cy="1066800"/>
          </a:xfrm>
          <a:custGeom>
            <a:avLst/>
            <a:gdLst/>
            <a:ahLst/>
            <a:cxnLst/>
            <a:rect l="l" t="t" r="r" b="b"/>
            <a:pathLst>
              <a:path w="1333500" h="1066800">
                <a:moveTo>
                  <a:pt x="133350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2000" y="1961158"/>
            <a:ext cx="952500" cy="1066800"/>
          </a:xfrm>
          <a:custGeom>
            <a:avLst/>
            <a:gdLst/>
            <a:ahLst/>
            <a:cxnLst/>
            <a:rect l="l" t="t" r="r" b="b"/>
            <a:pathLst>
              <a:path w="952500" h="1066800">
                <a:moveTo>
                  <a:pt x="95250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53000" y="1961158"/>
            <a:ext cx="571500" cy="990600"/>
          </a:xfrm>
          <a:custGeom>
            <a:avLst/>
            <a:gdLst/>
            <a:ahLst/>
            <a:cxnLst/>
            <a:rect l="l" t="t" r="r" b="b"/>
            <a:pathLst>
              <a:path w="571500" h="990600">
                <a:moveTo>
                  <a:pt x="571500" y="0"/>
                </a:moveTo>
                <a:lnTo>
                  <a:pt x="0" y="990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72000" y="2037358"/>
            <a:ext cx="914400" cy="1371600"/>
          </a:xfrm>
          <a:custGeom>
            <a:avLst/>
            <a:gdLst/>
            <a:ahLst/>
            <a:cxnLst/>
            <a:rect l="l" t="t" r="r" b="b"/>
            <a:pathLst>
              <a:path w="914400" h="1371600">
                <a:moveTo>
                  <a:pt x="914400" y="0"/>
                </a:moveTo>
                <a:lnTo>
                  <a:pt x="0" y="1371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53000" y="1961158"/>
            <a:ext cx="571500" cy="1447800"/>
          </a:xfrm>
          <a:custGeom>
            <a:avLst/>
            <a:gdLst/>
            <a:ahLst/>
            <a:cxnLst/>
            <a:rect l="l" t="t" r="r" b="b"/>
            <a:pathLst>
              <a:path w="571500" h="1447800">
                <a:moveTo>
                  <a:pt x="571500" y="0"/>
                </a:move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555737" y="1545335"/>
            <a:ext cx="4353562" cy="459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Variables: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600"/>
              </a:spcBef>
              <a:buFont typeface="Malgun Gothic"/>
              <a:buChar char="▪"/>
              <a:tabLst>
                <a:tab pos="812165" algn="l"/>
                <a:tab pos="8128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Each (open)</a:t>
            </a:r>
            <a:r>
              <a:rPr sz="2400" spc="-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square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Domains: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5"/>
              </a:spcBef>
              <a:tabLst>
                <a:tab pos="812165" algn="l"/>
              </a:tabLst>
            </a:pPr>
            <a:r>
              <a:rPr sz="2400" spc="-340">
                <a:solidFill>
                  <a:srgbClr val="333399"/>
                </a:solidFill>
                <a:latin typeface="Malgun Gothic"/>
                <a:cs typeface="Malgun Gothic"/>
              </a:rPr>
              <a:t>	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{1,2,…,9}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Constraints:</a:t>
            </a:r>
            <a:endParaRPr sz="2400">
              <a:latin typeface="Calibri"/>
              <a:cs typeface="Calibri"/>
            </a:endParaRPr>
          </a:p>
          <a:p>
            <a:pPr marL="701675" marR="5080">
              <a:lnSpc>
                <a:spcPts val="3740"/>
              </a:lnSpc>
              <a:spcBef>
                <a:spcPts val="125"/>
              </a:spcBef>
            </a:pPr>
            <a:r>
              <a:rPr sz="2000" spc="-15">
                <a:latin typeface="Calibri"/>
                <a:cs typeface="Calibri"/>
              </a:rPr>
              <a:t>9-way </a:t>
            </a:r>
            <a:r>
              <a:rPr sz="2000" spc="-5">
                <a:latin typeface="Calibri"/>
                <a:cs typeface="Calibri"/>
              </a:rPr>
              <a:t>alldiff </a:t>
            </a:r>
            <a:r>
              <a:rPr sz="2000" spc="-15">
                <a:latin typeface="Calibri"/>
                <a:cs typeface="Calibri"/>
              </a:rPr>
              <a:t>for </a:t>
            </a:r>
            <a:r>
              <a:rPr sz="2000">
                <a:latin typeface="Calibri"/>
                <a:cs typeface="Calibri"/>
              </a:rPr>
              <a:t>each </a:t>
            </a:r>
            <a:r>
              <a:rPr sz="2000" spc="-5">
                <a:latin typeface="Calibri"/>
                <a:cs typeface="Calibri"/>
              </a:rPr>
              <a:t>column  </a:t>
            </a:r>
            <a:endParaRPr lang="en-US" sz="2000" spc="-5" dirty="0">
              <a:latin typeface="Calibri"/>
              <a:cs typeface="Calibri"/>
            </a:endParaRPr>
          </a:p>
          <a:p>
            <a:pPr marL="701675" marR="5080">
              <a:lnSpc>
                <a:spcPts val="3740"/>
              </a:lnSpc>
              <a:spcBef>
                <a:spcPts val="125"/>
              </a:spcBef>
            </a:pPr>
            <a:r>
              <a:rPr sz="2000" spc="-15">
                <a:latin typeface="Calibri"/>
                <a:cs typeface="Calibri"/>
              </a:rPr>
              <a:t>9-way </a:t>
            </a:r>
            <a:r>
              <a:rPr sz="2000" spc="-5">
                <a:latin typeface="Calibri"/>
                <a:cs typeface="Calibri"/>
              </a:rPr>
              <a:t>alldiff </a:t>
            </a:r>
            <a:r>
              <a:rPr sz="2000" spc="-15">
                <a:latin typeface="Calibri"/>
                <a:cs typeface="Calibri"/>
              </a:rPr>
              <a:t>for 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5">
                <a:latin typeface="Calibri"/>
                <a:cs typeface="Calibri"/>
              </a:rPr>
              <a:t>row</a:t>
            </a:r>
            <a:endParaRPr sz="2000">
              <a:latin typeface="Calibri"/>
              <a:cs typeface="Calibri"/>
            </a:endParaRPr>
          </a:p>
          <a:p>
            <a:pPr marL="701675">
              <a:lnSpc>
                <a:spcPct val="100000"/>
              </a:lnSpc>
              <a:spcBef>
                <a:spcPts val="844"/>
              </a:spcBef>
            </a:pPr>
            <a:r>
              <a:rPr sz="2000" spc="-15">
                <a:latin typeface="Calibri"/>
                <a:cs typeface="Calibri"/>
              </a:rPr>
              <a:t>9-way </a:t>
            </a:r>
            <a:r>
              <a:rPr sz="2000" spc="-5">
                <a:latin typeface="Calibri"/>
                <a:cs typeface="Calibri"/>
              </a:rPr>
              <a:t>alldiff </a:t>
            </a:r>
            <a:r>
              <a:rPr sz="2000" spc="-15">
                <a:latin typeface="Calibri"/>
                <a:cs typeface="Calibri"/>
              </a:rPr>
              <a:t>for 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701675" marR="575945">
              <a:lnSpc>
                <a:spcPct val="100000"/>
              </a:lnSpc>
              <a:spcBef>
                <a:spcPts val="1195"/>
              </a:spcBef>
            </a:pPr>
            <a:r>
              <a:rPr sz="2000">
                <a:latin typeface="Calibri"/>
                <a:cs typeface="Calibri"/>
              </a:rPr>
              <a:t>(or </a:t>
            </a:r>
            <a:r>
              <a:rPr sz="2000" spc="-5">
                <a:latin typeface="Calibri"/>
                <a:cs typeface="Calibri"/>
              </a:rPr>
              <a:t>can </a:t>
            </a:r>
            <a:r>
              <a:rPr sz="2000" spc="-15">
                <a:latin typeface="Calibri"/>
                <a:cs typeface="Calibri"/>
              </a:rPr>
              <a:t>have </a:t>
            </a:r>
            <a:r>
              <a:rPr sz="2000">
                <a:latin typeface="Calibri"/>
                <a:cs typeface="Calibri"/>
              </a:rPr>
              <a:t>a </a:t>
            </a:r>
            <a:r>
              <a:rPr sz="2000" spc="-5">
                <a:latin typeface="Calibri"/>
                <a:cs typeface="Calibri"/>
              </a:rPr>
              <a:t>bunch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of  </a:t>
            </a:r>
            <a:r>
              <a:rPr sz="2000">
                <a:latin typeface="Calibri"/>
                <a:cs typeface="Calibri"/>
              </a:rPr>
              <a:t>pairwise </a:t>
            </a:r>
            <a:r>
              <a:rPr sz="2000" spc="-5">
                <a:latin typeface="Calibri"/>
                <a:cs typeface="Calibri"/>
              </a:rPr>
              <a:t>inequality  </a:t>
            </a:r>
            <a:r>
              <a:rPr sz="2000" spc="-10">
                <a:latin typeface="Calibri"/>
                <a:cs typeface="Calibri"/>
              </a:rPr>
              <a:t>constraints)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Varieties of CSPs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81890" y="745681"/>
            <a:ext cx="11828219" cy="5914831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Discrete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/>
              <a:t>Finite domains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b="1" dirty="0"/>
              <a:t>	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Variables: Each region on the map is a variable.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	Domains: Each variable can have a finite number of possible values ( red, green, blue) 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	Constraints: Two neighboring regions cannot have the same color.</a:t>
            </a:r>
          </a:p>
          <a:p>
            <a:pPr marL="690563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Solving such a problem involves finding "coloring" where neighboring regions differ in color.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This CSP problem with finite domains can be solved efficiently, similar to checking all possible combinations in a small puzzle.</a:t>
            </a:r>
          </a:p>
          <a:p>
            <a:pPr marL="342900" indent="-342900" algn="l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CSP is complete in O(</a:t>
            </a:r>
            <a:r>
              <a:rPr lang="en-US" sz="2300" kern="1200" dirty="0" err="1">
                <a:solidFill>
                  <a:srgbClr val="1F1F1F"/>
                </a:solidFill>
                <a:latin typeface="Google Sans"/>
                <a:cs typeface="+mn-cs"/>
              </a:rPr>
              <a:t>d</a:t>
            </a:r>
            <a:r>
              <a:rPr lang="en-US" sz="2300" kern="1200" baseline="30000" dirty="0" err="1">
                <a:solidFill>
                  <a:srgbClr val="1F1F1F"/>
                </a:solidFill>
                <a:latin typeface="Google Sans"/>
                <a:cs typeface="+mn-cs"/>
              </a:rPr>
              <a:t>n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) time, where </a:t>
            </a:r>
            <a:r>
              <a:rPr lang="en-US" sz="2300" kern="1200" dirty="0">
                <a:solidFill>
                  <a:srgbClr val="FF0000"/>
                </a:solidFill>
                <a:latin typeface="Google Sans"/>
                <a:cs typeface="+mn-cs"/>
              </a:rPr>
              <a:t>d = size of the domain 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and </a:t>
            </a:r>
            <a:r>
              <a:rPr lang="en-US" sz="2300" kern="1200" dirty="0">
                <a:solidFill>
                  <a:srgbClr val="FF0000"/>
                </a:solidFill>
                <a:latin typeface="Google Sans"/>
                <a:cs typeface="+mn-cs"/>
              </a:rPr>
              <a:t>n = number of variables</a:t>
            </a:r>
            <a:r>
              <a:rPr lang="en-US" sz="2300" kern="1200" dirty="0">
                <a:solidFill>
                  <a:srgbClr val="1F1F1F"/>
                </a:solidFill>
                <a:latin typeface="Google Sans"/>
                <a:cs typeface="+mn-cs"/>
              </a:rPr>
              <a:t>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300" kern="1200" dirty="0">
              <a:solidFill>
                <a:srgbClr val="1F1F1F"/>
              </a:solidFill>
              <a:latin typeface="Google Sans"/>
              <a:cs typeface="+mn-cs"/>
            </a:endParaRPr>
          </a:p>
          <a:p>
            <a:pPr lvl="2" eaLnBrk="1" hangingPunct="1">
              <a:lnSpc>
                <a:spcPct val="90000"/>
              </a:lnSpc>
            </a:pPr>
            <a:endParaRPr lang="en-US" sz="2000" dirty="0"/>
          </a:p>
          <a:p>
            <a:pPr lvl="2"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1313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0586" y="172719"/>
            <a:ext cx="53301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Varieties </a:t>
            </a:r>
            <a:r>
              <a:t>of</a:t>
            </a:r>
            <a:r>
              <a:rPr spc="-55"/>
              <a:t> </a:t>
            </a:r>
            <a:r>
              <a:t>Constraints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DADF128-F026-8496-0B5C-8AE0B07E50D4}"/>
              </a:ext>
            </a:extLst>
          </p:cNvPr>
          <p:cNvGrpSpPr/>
          <p:nvPr/>
        </p:nvGrpSpPr>
        <p:grpSpPr>
          <a:xfrm>
            <a:off x="155573" y="1071562"/>
            <a:ext cx="9927211" cy="5184496"/>
            <a:chOff x="535935" y="1568703"/>
            <a:chExt cx="9381507" cy="5184496"/>
          </a:xfrm>
        </p:grpSpPr>
        <p:sp>
          <p:nvSpPr>
            <p:cNvPr id="3" name="object 3"/>
            <p:cNvSpPr txBox="1"/>
            <p:nvPr/>
          </p:nvSpPr>
          <p:spPr>
            <a:xfrm>
              <a:off x="535935" y="1568703"/>
              <a:ext cx="9381507" cy="51844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buFont typeface="Malgun Gothic"/>
                <a:buChar char="▪"/>
                <a:tabLst>
                  <a:tab pos="354965" algn="l"/>
                  <a:tab pos="355600" algn="l"/>
                </a:tabLst>
              </a:pPr>
              <a:r>
                <a:rPr sz="2400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Varieties </a:t>
              </a:r>
              <a:r>
                <a:rPr sz="2400" spc="-5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of</a:t>
              </a:r>
              <a:r>
                <a:rPr sz="2400" spc="-40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 </a:t>
              </a:r>
              <a:r>
                <a:rPr sz="2400" spc="-5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Constraints</a:t>
              </a:r>
              <a:endParaRPr sz="2400" dirty="0">
                <a:latin typeface="Georgia" panose="02040502050405020303" pitchFamily="18" charset="0"/>
                <a:cs typeface="Calibri"/>
              </a:endParaRPr>
            </a:p>
            <a:p>
              <a:pPr marL="755650" marR="234315" lvl="1" indent="-285750">
                <a:lnSpc>
                  <a:spcPts val="1900"/>
                </a:lnSpc>
                <a:spcBef>
                  <a:spcPts val="384"/>
                </a:spcBef>
                <a:buFont typeface="Malgun Gothic"/>
                <a:buChar char="▪"/>
                <a:tabLst>
                  <a:tab pos="755015" algn="l"/>
                  <a:tab pos="755650" algn="l"/>
                </a:tabLst>
              </a:pPr>
              <a:r>
                <a:rPr sz="2000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Unary </a:t>
              </a:r>
              <a:r>
                <a:rPr sz="2000" spc="-5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constraints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involve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a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single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variable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(equivalent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to 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reducing domains),</a:t>
              </a:r>
              <a:r>
                <a:rPr sz="2000" spc="-30" dirty="0">
                  <a:latin typeface="Georgia" panose="02040502050405020303" pitchFamily="18" charset="0"/>
                  <a:cs typeface="Calibri"/>
                </a:rPr>
                <a:t>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e.g.:</a:t>
              </a:r>
              <a:endParaRPr sz="2000" dirty="0">
                <a:latin typeface="Georgia" panose="02040502050405020303" pitchFamily="18" charset="0"/>
                <a:cs typeface="Calibri"/>
              </a:endParaRPr>
            </a:p>
            <a:p>
              <a:pPr lvl="1">
                <a:lnSpc>
                  <a:spcPct val="100000"/>
                </a:lnSpc>
                <a:buFont typeface="Malgun Gothic"/>
                <a:buChar char="▪"/>
              </a:pPr>
              <a:endParaRPr sz="2400" dirty="0">
                <a:latin typeface="Georgia" panose="02040502050405020303" pitchFamily="18" charset="0"/>
                <a:cs typeface="Times New Roman"/>
              </a:endParaRPr>
            </a:p>
            <a:p>
              <a:pPr lvl="1">
                <a:lnSpc>
                  <a:spcPct val="100000"/>
                </a:lnSpc>
                <a:spcBef>
                  <a:spcPts val="10"/>
                </a:spcBef>
                <a:buFont typeface="Malgun Gothic"/>
                <a:buChar char="▪"/>
              </a:pPr>
              <a:endParaRPr sz="2000" dirty="0">
                <a:latin typeface="Georgia" panose="02040502050405020303" pitchFamily="18" charset="0"/>
                <a:cs typeface="Times New Roman"/>
              </a:endParaRPr>
            </a:p>
            <a:p>
              <a:pPr marL="755650" lvl="1" indent="-285750">
                <a:lnSpc>
                  <a:spcPct val="100000"/>
                </a:lnSpc>
                <a:spcBef>
                  <a:spcPts val="5"/>
                </a:spcBef>
                <a:buFont typeface="Malgun Gothic"/>
                <a:buChar char="▪"/>
                <a:tabLst>
                  <a:tab pos="755015" algn="l"/>
                  <a:tab pos="755650" algn="l"/>
                </a:tabLst>
              </a:pPr>
              <a:r>
                <a:rPr sz="2000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Binary </a:t>
              </a:r>
              <a:r>
                <a:rPr sz="2000" spc="-5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constraints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involve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pairs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of variables,</a:t>
              </a:r>
              <a:r>
                <a:rPr sz="2000" spc="5" dirty="0">
                  <a:latin typeface="Georgia" panose="02040502050405020303" pitchFamily="18" charset="0"/>
                  <a:cs typeface="Calibri"/>
                </a:rPr>
                <a:t>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e.g.:</a:t>
              </a:r>
              <a:endParaRPr sz="2000" dirty="0">
                <a:latin typeface="Georgia" panose="02040502050405020303" pitchFamily="18" charset="0"/>
                <a:cs typeface="Calibri"/>
              </a:endParaRPr>
            </a:p>
            <a:p>
              <a:pPr lvl="1">
                <a:lnSpc>
                  <a:spcPct val="100000"/>
                </a:lnSpc>
                <a:buFont typeface="Malgun Gothic"/>
                <a:buChar char="▪"/>
              </a:pPr>
              <a:endParaRPr sz="2400" dirty="0">
                <a:latin typeface="Georgia" panose="02040502050405020303" pitchFamily="18" charset="0"/>
                <a:cs typeface="Times New Roman"/>
              </a:endParaRPr>
            </a:p>
            <a:p>
              <a:pPr lvl="1">
                <a:lnSpc>
                  <a:spcPct val="100000"/>
                </a:lnSpc>
                <a:spcBef>
                  <a:spcPts val="25"/>
                </a:spcBef>
                <a:buFont typeface="Malgun Gothic"/>
                <a:buChar char="▪"/>
              </a:pPr>
              <a:endParaRPr sz="2000" dirty="0">
                <a:latin typeface="Georgia" panose="02040502050405020303" pitchFamily="18" charset="0"/>
                <a:cs typeface="Times New Roman"/>
              </a:endParaRPr>
            </a:p>
            <a:p>
              <a:pPr marL="747713" marR="600710" lvl="1" indent="-344488">
                <a:lnSpc>
                  <a:spcPct val="101099"/>
                </a:lnSpc>
                <a:buFont typeface="Malgun Gothic"/>
                <a:buChar char="▪"/>
                <a:tabLst>
                  <a:tab pos="755015" algn="l"/>
                  <a:tab pos="755650" algn="l"/>
                </a:tabLst>
              </a:pPr>
              <a:r>
                <a:rPr sz="2000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Higher-order </a:t>
              </a:r>
              <a:r>
                <a:rPr sz="2000" spc="-5" dirty="0">
                  <a:solidFill>
                    <a:srgbClr val="FF0000"/>
                  </a:solidFill>
                  <a:latin typeface="Georgia" panose="02040502050405020303" pitchFamily="18" charset="0"/>
                  <a:cs typeface="Calibri"/>
                </a:rPr>
                <a:t>constraints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involve 3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or more variables:  e.g., cryptarithmetic column</a:t>
              </a:r>
              <a:r>
                <a:rPr sz="2000" spc="15" dirty="0">
                  <a:latin typeface="Georgia" panose="02040502050405020303" pitchFamily="18" charset="0"/>
                  <a:cs typeface="Calibri"/>
                </a:rPr>
                <a:t> </a:t>
              </a:r>
              <a:r>
                <a:rPr sz="2000" spc="-5" dirty="0">
                  <a:latin typeface="Georgia" panose="02040502050405020303" pitchFamily="18" charset="0"/>
                  <a:cs typeface="Calibri"/>
                </a:rPr>
                <a:t>constraints</a:t>
              </a:r>
              <a:endParaRPr sz="2000" dirty="0">
                <a:latin typeface="Georgia" panose="02040502050405020303" pitchFamily="18" charset="0"/>
                <a:cs typeface="Calibri"/>
              </a:endParaRPr>
            </a:p>
            <a:p>
              <a:pPr lvl="1">
                <a:lnSpc>
                  <a:spcPct val="100000"/>
                </a:lnSpc>
                <a:buFont typeface="Malgun Gothic"/>
                <a:buChar char="▪"/>
              </a:pPr>
              <a:endParaRPr lang="en-US" sz="2400" dirty="0">
                <a:latin typeface="Georgia" panose="02040502050405020303" pitchFamily="18" charset="0"/>
                <a:cs typeface="Times New Roman"/>
              </a:endParaRPr>
            </a:p>
            <a:p>
              <a:pPr lvl="1">
                <a:lnSpc>
                  <a:spcPct val="100000"/>
                </a:lnSpc>
                <a:buFont typeface="Malgun Gothic"/>
                <a:buChar char="▪"/>
              </a:pPr>
              <a:endParaRPr lang="en-US" sz="2400" dirty="0">
                <a:latin typeface="Georgia" panose="02040502050405020303" pitchFamily="18" charset="0"/>
                <a:cs typeface="Times New Roman"/>
              </a:endParaRPr>
            </a:p>
            <a:p>
              <a:pPr lvl="1">
                <a:lnSpc>
                  <a:spcPct val="100000"/>
                </a:lnSpc>
                <a:buFont typeface="Malgun Gothic"/>
                <a:buChar char="▪"/>
              </a:pPr>
              <a:endParaRPr sz="2400" dirty="0">
                <a:latin typeface="Georgia" panose="02040502050405020303" pitchFamily="18" charset="0"/>
                <a:cs typeface="Times New Roman"/>
              </a:endParaRPr>
            </a:p>
            <a:p>
              <a:pPr marL="355600" indent="-342900">
                <a:lnSpc>
                  <a:spcPts val="2390"/>
                </a:lnSpc>
                <a:buFont typeface="Malgun Gothic"/>
                <a:buChar char="▪"/>
                <a:tabLst>
                  <a:tab pos="354965" algn="l"/>
                  <a:tab pos="355600" algn="l"/>
                </a:tabLst>
              </a:pPr>
              <a:r>
                <a:rPr sz="2400" spc="-5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Preferences </a:t>
              </a:r>
              <a:r>
                <a:rPr sz="2400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(soft</a:t>
              </a:r>
              <a:r>
                <a:rPr sz="2400" spc="-30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 </a:t>
              </a:r>
              <a:r>
                <a:rPr sz="2400" dirty="0">
                  <a:solidFill>
                    <a:srgbClr val="333399"/>
                  </a:solidFill>
                  <a:latin typeface="Georgia" panose="02040502050405020303" pitchFamily="18" charset="0"/>
                  <a:cs typeface="Calibri"/>
                </a:rPr>
                <a:t>constraints):</a:t>
              </a:r>
              <a:endParaRPr sz="2400" dirty="0">
                <a:latin typeface="Georgia" panose="02040502050405020303" pitchFamily="18" charset="0"/>
                <a:cs typeface="Calibri"/>
              </a:endParaRPr>
            </a:p>
            <a:p>
              <a:pPr marL="755650" lvl="1" indent="-285750">
                <a:lnSpc>
                  <a:spcPts val="2270"/>
                </a:lnSpc>
                <a:buFont typeface="Malgun Gothic"/>
                <a:buChar char="▪"/>
                <a:tabLst>
                  <a:tab pos="755015" algn="l"/>
                  <a:tab pos="755650" algn="l"/>
                </a:tabLst>
              </a:pPr>
              <a:r>
                <a:rPr sz="2000" spc="-5" dirty="0">
                  <a:latin typeface="Georgia" panose="02040502050405020303" pitchFamily="18" charset="0"/>
                  <a:cs typeface="Calibri"/>
                </a:rPr>
                <a:t>E.g.,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red is better than</a:t>
              </a:r>
              <a:r>
                <a:rPr sz="2000" spc="-105" dirty="0">
                  <a:latin typeface="Georgia" panose="02040502050405020303" pitchFamily="18" charset="0"/>
                  <a:cs typeface="Calibri"/>
                </a:rPr>
                <a:t> </a:t>
              </a:r>
              <a:r>
                <a:rPr sz="2000" dirty="0">
                  <a:latin typeface="Georgia" panose="02040502050405020303" pitchFamily="18" charset="0"/>
                  <a:cs typeface="Calibri"/>
                </a:rPr>
                <a:t>green</a:t>
              </a:r>
            </a:p>
            <a:p>
              <a:pPr marL="755650" lvl="1" indent="-285750">
                <a:lnSpc>
                  <a:spcPts val="2245"/>
                </a:lnSpc>
                <a:buFont typeface="Malgun Gothic"/>
                <a:buChar char="▪"/>
                <a:tabLst>
                  <a:tab pos="755015" algn="l"/>
                  <a:tab pos="755650" algn="l"/>
                </a:tabLst>
              </a:pPr>
              <a:endParaRPr sz="2000" dirty="0">
                <a:latin typeface="Georgia" panose="02040502050405020303" pitchFamily="18" charset="0"/>
                <a:cs typeface="Calibri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743943" y="2641494"/>
              <a:ext cx="1665613" cy="27789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68104" y="3620880"/>
              <a:ext cx="1417292" cy="27784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1" name="Picture 9" descr="txp_fig">
            <a:extLst>
              <a:ext uri="{FF2B5EF4-FFF2-40B4-BE49-F238E27FC236}">
                <a16:creationId xmlns:a16="http://schemas.microsoft.com/office/drawing/2014/main" id="{5AE56309-5C27-1376-758B-0F0D4DF726C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19070" y="4766486"/>
            <a:ext cx="2897839" cy="27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8461" y="172719"/>
            <a:ext cx="37750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Real-World</a:t>
            </a:r>
            <a:r>
              <a:rPr spc="-60"/>
              <a:t> </a:t>
            </a:r>
            <a:r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392935"/>
            <a:ext cx="8739505" cy="3962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Scheduling problems: e.g., </a:t>
            </a: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when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can we all</a:t>
            </a:r>
            <a:r>
              <a:rPr lang="en-US" sz="2400" spc="-2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meet?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Timetabling problems: e.g., which class is </a:t>
            </a: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offered when and</a:t>
            </a:r>
            <a:r>
              <a:rPr lang="en-US" sz="2400" spc="-1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where?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Assignment problems: e.g., who </a:t>
            </a: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teaches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what</a:t>
            </a:r>
            <a:r>
              <a:rPr lang="en-US" sz="2400" spc="-4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class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Hardware</a:t>
            </a:r>
            <a:r>
              <a:rPr lang="en-US" sz="2400" spc="-3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configuration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Transportation</a:t>
            </a:r>
            <a:r>
              <a:rPr lang="en-US" sz="2400" spc="-2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scheduling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Factory</a:t>
            </a:r>
            <a:r>
              <a:rPr lang="en-US" sz="2400" spc="-5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scheduling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0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Circuit</a:t>
            </a:r>
            <a:r>
              <a:rPr lang="en-US" sz="2400" spc="-7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layout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1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Fault</a:t>
            </a:r>
            <a:r>
              <a:rPr lang="en-US" sz="2400" spc="-7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diagnosis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…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lots</a:t>
            </a:r>
            <a:r>
              <a:rPr lang="en-US" sz="2400" spc="-8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more!</a:t>
            </a:r>
            <a:endParaRPr lang="en-US" sz="24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5" y="6217920"/>
            <a:ext cx="7472045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Many real-world problems involve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real-valued</a:t>
            </a:r>
            <a:r>
              <a:rPr sz="2400" spc="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variables…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3068" y="172719"/>
            <a:ext cx="372491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Search</a:t>
            </a:r>
            <a:r>
              <a:rPr spc="-80"/>
              <a:t> </a:t>
            </a:r>
            <a:r>
              <a:rPr spc="-5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306" y="5700422"/>
            <a:ext cx="335915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What would BFS</a:t>
            </a:r>
            <a:r>
              <a:rPr sz="2800" spc="-4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95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983615"/>
            <a:ext cx="338455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What would DFS</a:t>
            </a:r>
            <a:r>
              <a:rPr sz="2800" spc="-4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195">
                <a:solidFill>
                  <a:srgbClr val="333399"/>
                </a:solidFill>
                <a:latin typeface="Calibri"/>
                <a:cs typeface="Calibri"/>
              </a:rPr>
              <a:t>do?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6279667"/>
            <a:ext cx="6202680" cy="464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>
                <a:solidFill>
                  <a:srgbClr val="333399"/>
                </a:solidFill>
                <a:latin typeface="Calibri"/>
                <a:cs typeface="Calibri"/>
              </a:rPr>
              <a:t>What problems does naïve search </a:t>
            </a:r>
            <a:r>
              <a:rPr sz="2800" spc="-110">
                <a:solidFill>
                  <a:srgbClr val="333399"/>
                </a:solidFill>
                <a:latin typeface="Calibri"/>
                <a:cs typeface="Calibri"/>
              </a:rPr>
              <a:t>have?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07552" y="3040407"/>
            <a:ext cx="3584448" cy="312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8DB49B-54DC-AAD7-3A60-BCB9925B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0" y="1474738"/>
            <a:ext cx="3143250" cy="3619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7014B5-A998-D9CC-8721-C736892AB96A}"/>
              </a:ext>
            </a:extLst>
          </p:cNvPr>
          <p:cNvSpPr txBox="1"/>
          <p:nvPr/>
        </p:nvSpPr>
        <p:spPr>
          <a:xfrm>
            <a:off x="6858000" y="6315949"/>
            <a:ext cx="309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idea about the rules 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14457DBF-188B-D605-28EE-19F69BAC2482}"/>
              </a:ext>
            </a:extLst>
          </p:cNvPr>
          <p:cNvSpPr/>
          <p:nvPr/>
        </p:nvSpPr>
        <p:spPr>
          <a:xfrm>
            <a:off x="5347447" y="1081555"/>
            <a:ext cx="3021105" cy="25056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7935" y="23687"/>
            <a:ext cx="457612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z="4000" dirty="0"/>
              <a:t>Backtracking</a:t>
            </a:r>
            <a:r>
              <a:rPr sz="4000" spc="-80" dirty="0"/>
              <a:t> </a:t>
            </a:r>
            <a:r>
              <a:rPr sz="400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8301" y="461697"/>
            <a:ext cx="11835394" cy="6396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Backtracking search is the basic uninformed algorithm</a:t>
            </a:r>
            <a:r>
              <a:rPr lang="en-US"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(DFS) </a:t>
            </a:r>
            <a:r>
              <a:rPr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for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solving</a:t>
            </a:r>
            <a:r>
              <a:rPr sz="2300" spc="3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CSPs</a:t>
            </a:r>
            <a:endParaRPr sz="2300" dirty="0">
              <a:latin typeface="Georgia" panose="02040502050405020303" pitchFamily="18" charset="0"/>
              <a:cs typeface="Calibri"/>
            </a:endParaRPr>
          </a:p>
          <a:p>
            <a:pPr marL="812800" lvl="1" indent="-342900">
              <a:lnSpc>
                <a:spcPct val="150000"/>
              </a:lnSpc>
              <a:spcBef>
                <a:spcPts val="141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Idea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1: One variable </a:t>
            </a:r>
            <a:r>
              <a:rPr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at a</a:t>
            </a:r>
            <a:r>
              <a:rPr sz="2300" spc="-6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time</a:t>
            </a:r>
            <a:endParaRPr sz="2300" dirty="0">
              <a:latin typeface="Georgia" panose="02040502050405020303" pitchFamily="18" charset="0"/>
              <a:cs typeface="Calibri"/>
            </a:endParaRPr>
          </a:p>
          <a:p>
            <a:pPr marL="1212850" lvl="2" indent="-285750">
              <a:lnSpc>
                <a:spcPct val="150000"/>
              </a:lnSpc>
              <a:spcBef>
                <a:spcPts val="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dirty="0">
                <a:solidFill>
                  <a:srgbClr val="FF0000"/>
                </a:solidFill>
              </a:rPr>
              <a:t>Fix an ordering for variables, and select values for variables in this order</a:t>
            </a:r>
            <a:r>
              <a:rPr lang="en-US" sz="2400" dirty="0"/>
              <a:t>. </a:t>
            </a:r>
          </a:p>
          <a:p>
            <a:pPr marL="1212850" lvl="2" indent="-285750">
              <a:lnSpc>
                <a:spcPct val="150000"/>
              </a:lnSpc>
              <a:spcBef>
                <a:spcPts val="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400" dirty="0"/>
              <a:t> Assignments are commutative (e.g. assigning WA = Red, NT = Green is identical to NT = Green, WA = Red), this is valid.</a:t>
            </a:r>
          </a:p>
          <a:p>
            <a:pPr marL="1212850" lvl="2" indent="-285750">
              <a:lnSpc>
                <a:spcPct val="150000"/>
              </a:lnSpc>
              <a:spcBef>
                <a:spcPts val="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300" spc="-5" dirty="0">
                <a:latin typeface="Georgia" panose="02040502050405020303" pitchFamily="18" charset="0"/>
                <a:cs typeface="Calibri"/>
              </a:rPr>
              <a:t>Only need </a:t>
            </a:r>
            <a:r>
              <a:rPr sz="2300" dirty="0">
                <a:latin typeface="Georgia" panose="02040502050405020303" pitchFamily="18" charset="0"/>
                <a:cs typeface="Calibri"/>
              </a:rPr>
              <a:t>to </a:t>
            </a:r>
            <a:r>
              <a:rPr sz="2300" spc="-5" dirty="0">
                <a:latin typeface="Georgia" panose="02040502050405020303" pitchFamily="18" charset="0"/>
                <a:cs typeface="Calibri"/>
              </a:rPr>
              <a:t>consider </a:t>
            </a:r>
            <a:r>
              <a:rPr sz="2300" dirty="0">
                <a:latin typeface="Georgia" panose="02040502050405020303" pitchFamily="18" charset="0"/>
                <a:cs typeface="Calibri"/>
              </a:rPr>
              <a:t>assignments to a </a:t>
            </a:r>
            <a:r>
              <a:rPr sz="2300" spc="-5" dirty="0">
                <a:latin typeface="Georgia" panose="02040502050405020303" pitchFamily="18" charset="0"/>
                <a:cs typeface="Calibri"/>
              </a:rPr>
              <a:t>single variable </a:t>
            </a:r>
            <a:r>
              <a:rPr sz="2300" dirty="0">
                <a:latin typeface="Georgia" panose="02040502050405020303" pitchFamily="18" charset="0"/>
                <a:cs typeface="Calibri"/>
              </a:rPr>
              <a:t>at each</a:t>
            </a:r>
            <a:r>
              <a:rPr sz="2300" spc="20" dirty="0">
                <a:latin typeface="Georgia" panose="02040502050405020303" pitchFamily="18" charset="0"/>
                <a:cs typeface="Calibri"/>
              </a:rPr>
              <a:t> </a:t>
            </a:r>
            <a:r>
              <a:rPr sz="2300" dirty="0">
                <a:latin typeface="Georgia" panose="02040502050405020303" pitchFamily="18" charset="0"/>
                <a:cs typeface="Calibri"/>
              </a:rPr>
              <a:t>step</a:t>
            </a:r>
          </a:p>
          <a:p>
            <a:pPr marL="812800" lvl="1" indent="-342900">
              <a:lnSpc>
                <a:spcPct val="150000"/>
              </a:lnSpc>
              <a:spcBef>
                <a:spcPts val="149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Idea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2: Check constraints </a:t>
            </a:r>
            <a:r>
              <a:rPr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as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you</a:t>
            </a:r>
            <a:r>
              <a:rPr sz="2300" spc="-7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go</a:t>
            </a:r>
            <a:endParaRPr sz="2300" dirty="0">
              <a:latin typeface="Georgia" panose="02040502050405020303" pitchFamily="18" charset="0"/>
              <a:cs typeface="Calibri"/>
            </a:endParaRPr>
          </a:p>
          <a:p>
            <a:pPr marL="1212850" lvl="2" indent="-285750">
              <a:lnSpc>
                <a:spcPct val="150000"/>
              </a:lnSpc>
              <a:spcBef>
                <a:spcPts val="15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300" spc="-5" dirty="0">
                <a:latin typeface="Georgia" panose="02040502050405020303" pitchFamily="18" charset="0"/>
                <a:cs typeface="Calibri"/>
              </a:rPr>
              <a:t>I.e. consider only values which do not conflict </a:t>
            </a:r>
            <a:r>
              <a:rPr sz="2300" dirty="0">
                <a:latin typeface="Georgia" panose="02040502050405020303" pitchFamily="18" charset="0"/>
                <a:cs typeface="Calibri"/>
              </a:rPr>
              <a:t>with </a:t>
            </a:r>
            <a:r>
              <a:rPr sz="2300" spc="-5" dirty="0">
                <a:latin typeface="Georgia" panose="02040502050405020303" pitchFamily="18" charset="0"/>
                <a:cs typeface="Calibri"/>
              </a:rPr>
              <a:t>previous</a:t>
            </a:r>
            <a:r>
              <a:rPr sz="2300" spc="45" dirty="0">
                <a:latin typeface="Georgia" panose="02040502050405020303" pitchFamily="18" charset="0"/>
                <a:cs typeface="Calibri"/>
              </a:rPr>
              <a:t> </a:t>
            </a:r>
            <a:r>
              <a:rPr sz="2300" dirty="0">
                <a:latin typeface="Georgia" panose="02040502050405020303" pitchFamily="18" charset="0"/>
                <a:cs typeface="Calibri"/>
              </a:rPr>
              <a:t>assignments</a:t>
            </a:r>
          </a:p>
          <a:p>
            <a:pPr marL="1212850" lvl="2" indent="-285750">
              <a:lnSpc>
                <a:spcPct val="15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300" spc="-5" dirty="0">
                <a:latin typeface="Georgia" panose="02040502050405020303" pitchFamily="18" charset="0"/>
                <a:cs typeface="Calibri"/>
              </a:rPr>
              <a:t>“Incremental goal</a:t>
            </a:r>
            <a:r>
              <a:rPr sz="2300" spc="-20" dirty="0">
                <a:latin typeface="Georgia" panose="02040502050405020303" pitchFamily="18" charset="0"/>
                <a:cs typeface="Calibri"/>
              </a:rPr>
              <a:t> </a:t>
            </a:r>
            <a:r>
              <a:rPr sz="2300" dirty="0">
                <a:latin typeface="Georgia" panose="02040502050405020303" pitchFamily="18" charset="0"/>
                <a:cs typeface="Calibri"/>
              </a:rPr>
              <a:t>test”</a:t>
            </a:r>
            <a:r>
              <a:rPr lang="en-US" sz="2300" dirty="0">
                <a:latin typeface="Georgia" panose="02040502050405020303" pitchFamily="18" charset="0"/>
                <a:cs typeface="Calibri"/>
              </a:rPr>
              <a:t>.</a:t>
            </a:r>
          </a:p>
          <a:p>
            <a:pPr marL="298450" indent="-285750">
              <a:lnSpc>
                <a:spcPct val="15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Depth-first search with these two improvements  is called </a:t>
            </a:r>
            <a:r>
              <a:rPr lang="en-US" sz="2300" i="1" spc="-5" dirty="0">
                <a:solidFill>
                  <a:srgbClr val="FF0000"/>
                </a:solidFill>
                <a:latin typeface="Georgia" panose="02040502050405020303" pitchFamily="18" charset="0"/>
                <a:cs typeface="Calibri"/>
              </a:rPr>
              <a:t>backtracking </a:t>
            </a:r>
            <a:r>
              <a:rPr lang="en-US" sz="2300" i="1" dirty="0">
                <a:solidFill>
                  <a:srgbClr val="FF0000"/>
                </a:solidFill>
                <a:latin typeface="Georgia" panose="02040502050405020303" pitchFamily="18" charset="0"/>
                <a:cs typeface="Calibri"/>
              </a:rPr>
              <a:t>search </a:t>
            </a:r>
          </a:p>
          <a:p>
            <a:pPr marL="355600" marR="2642870" indent="-342900">
              <a:spcBef>
                <a:spcPts val="137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Can solve </a:t>
            </a:r>
            <a:r>
              <a:rPr lang="en-US" sz="23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n-queens for n =</a:t>
            </a:r>
            <a:r>
              <a:rPr lang="en-US" sz="2300" spc="-155" dirty="0">
                <a:solidFill>
                  <a:srgbClr val="333399"/>
                </a:solidFill>
                <a:latin typeface="Georgia" panose="02040502050405020303" pitchFamily="18" charset="0"/>
                <a:cs typeface="Times New Roman"/>
              </a:rPr>
              <a:t> </a:t>
            </a:r>
            <a:r>
              <a:rPr lang="en-US" sz="23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25</a:t>
            </a:r>
            <a:endParaRPr lang="en-US" sz="2300" dirty="0">
              <a:latin typeface="Georgia" panose="02040502050405020303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0768" y="172719"/>
            <a:ext cx="49733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Backtracking</a:t>
            </a:r>
            <a:r>
              <a:rPr spc="-65"/>
              <a:t> </a:t>
            </a:r>
            <a:r>
              <a:rPr spc="-5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5830980" y="1447823"/>
            <a:ext cx="1165063" cy="9604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5580" y="1474412"/>
            <a:ext cx="3841828" cy="2048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92898" y="1474412"/>
            <a:ext cx="4534646" cy="3365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3320" y="1483377"/>
            <a:ext cx="5392422" cy="46840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04DA4-3644-45EA-913E-877E1A56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B84970-942D-C344-9E05-4058AA48B4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630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438400" y="2540000"/>
            <a:ext cx="5210629" cy="31931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7950" y="5430989"/>
            <a:ext cx="799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need to check constraints for a complete 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B24A1-2AF1-4227-9BE4-E5F4955F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B84970-942D-C344-9E05-4058AA48B4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79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Backtracking Search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2438400" y="3367315"/>
            <a:ext cx="7039429" cy="3338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66571" y="5421901"/>
            <a:ext cx="7100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Checks consistency at each 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FCF9D-BAA6-4230-ADDB-1A959BA4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B84970-942D-C344-9E05-4058AA48B4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27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Backtracking Search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156460" y="5469709"/>
            <a:ext cx="8229600" cy="999356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 dirty="0"/>
              <a:t>Backtracking = DFS + variable-ordering + fail-on-violation</a:t>
            </a:r>
          </a:p>
          <a:p>
            <a:pPr marL="0" indent="0" eaLnBrk="1" hangingPunct="1">
              <a:buNone/>
            </a:pPr>
            <a:endParaRPr lang="en-US" sz="2400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438400" y="2825753"/>
            <a:ext cx="7184571" cy="59961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72B852-BC40-4A23-B970-413EE50C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B84970-942D-C344-9E05-4058AA48B4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54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0268" y="172719"/>
            <a:ext cx="535178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Improving</a:t>
            </a:r>
            <a:r>
              <a:t> </a:t>
            </a:r>
            <a:r>
              <a:rPr spc="-5"/>
              <a:t>Backtracking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107" y="1249586"/>
            <a:ext cx="10121179" cy="5234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General-purpose ideas give huge gains in</a:t>
            </a:r>
            <a:r>
              <a:rPr sz="2800" spc="1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speed</a:t>
            </a:r>
            <a:endParaRPr sz="2800" dirty="0">
              <a:latin typeface="Georgia" panose="02040502050405020303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</a:pPr>
            <a:endParaRPr lang="en-US" sz="3600" dirty="0">
              <a:latin typeface="Georgia" panose="02040502050405020303" pitchFamily="18" charset="0"/>
              <a:cs typeface="Times New Roman"/>
            </a:endParaRPr>
          </a:p>
          <a:p>
            <a:pPr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8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  Filtering: </a:t>
            </a:r>
          </a:p>
          <a:p>
            <a:pPr marL="755650" lvl="1" indent="-285750"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  <a:tabLst>
                <a:tab pos="755650" algn="l"/>
              </a:tabLst>
            </a:pPr>
            <a:r>
              <a:rPr lang="en-US" sz="2400" spc="-5" dirty="0">
                <a:latin typeface="Georgia" panose="02040502050405020303" pitchFamily="18" charset="0"/>
                <a:cs typeface="Calibri"/>
              </a:rPr>
              <a:t>Can we detect inevitable failure early?</a:t>
            </a: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</a:pPr>
            <a:endParaRPr sz="3600" dirty="0">
              <a:latin typeface="Georgia" panose="02040502050405020303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Ordering:</a:t>
            </a:r>
            <a:endParaRPr sz="2800" dirty="0">
              <a:latin typeface="Georgia" panose="02040502050405020303" pitchFamily="18" charset="0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3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Georgia" panose="02040502050405020303" pitchFamily="18" charset="0"/>
                <a:cs typeface="Calibri"/>
              </a:rPr>
              <a:t>Which variable should </a:t>
            </a:r>
            <a:r>
              <a:rPr sz="2400" dirty="0">
                <a:latin typeface="Georgia" panose="02040502050405020303" pitchFamily="18" charset="0"/>
                <a:cs typeface="Calibri"/>
              </a:rPr>
              <a:t>be </a:t>
            </a:r>
            <a:r>
              <a:rPr sz="2400" spc="-5" dirty="0">
                <a:latin typeface="Georgia" panose="02040502050405020303" pitchFamily="18" charset="0"/>
                <a:cs typeface="Calibri"/>
              </a:rPr>
              <a:t>assigned</a:t>
            </a:r>
            <a:r>
              <a:rPr sz="2400" spc="5" dirty="0">
                <a:latin typeface="Georgia" panose="02040502050405020303" pitchFamily="18" charset="0"/>
                <a:cs typeface="Calibri"/>
              </a:rPr>
              <a:t> </a:t>
            </a:r>
            <a:r>
              <a:rPr sz="2400" spc="-5" dirty="0">
                <a:latin typeface="Georgia" panose="02040502050405020303" pitchFamily="18" charset="0"/>
                <a:cs typeface="Calibri"/>
              </a:rPr>
              <a:t>next?</a:t>
            </a: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Georgia" panose="02040502050405020303" pitchFamily="18" charset="0"/>
                <a:cs typeface="Calibri"/>
              </a:rPr>
              <a:t>In what </a:t>
            </a:r>
            <a:r>
              <a:rPr sz="2400" dirty="0">
                <a:latin typeface="Georgia" panose="02040502050405020303" pitchFamily="18" charset="0"/>
                <a:cs typeface="Calibri"/>
              </a:rPr>
              <a:t>order </a:t>
            </a:r>
            <a:r>
              <a:rPr sz="2400" spc="-5" dirty="0">
                <a:latin typeface="Georgia" panose="02040502050405020303" pitchFamily="18" charset="0"/>
                <a:cs typeface="Calibri"/>
              </a:rPr>
              <a:t>should its </a:t>
            </a:r>
            <a:r>
              <a:rPr sz="2400" dirty="0">
                <a:latin typeface="Georgia" panose="02040502050405020303" pitchFamily="18" charset="0"/>
                <a:cs typeface="Calibri"/>
              </a:rPr>
              <a:t>values be</a:t>
            </a:r>
            <a:r>
              <a:rPr sz="2400" spc="-60" dirty="0">
                <a:latin typeface="Georgia" panose="02040502050405020303" pitchFamily="18" charset="0"/>
                <a:cs typeface="Calibri"/>
              </a:rPr>
              <a:t> </a:t>
            </a:r>
            <a:r>
              <a:rPr sz="2400" spc="-5" dirty="0">
                <a:latin typeface="Georgia" panose="02040502050405020303" pitchFamily="18" charset="0"/>
                <a:cs typeface="Calibri"/>
              </a:rPr>
              <a:t>tried?</a:t>
            </a:r>
            <a:endParaRPr sz="2400" dirty="0">
              <a:latin typeface="Georgia" panose="02040502050405020303" pitchFamily="18" charset="0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</a:pPr>
            <a:endParaRPr sz="3550" dirty="0">
              <a:latin typeface="Georgia" panose="02040502050405020303" pitchFamily="18" charset="0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99"/>
              </a:buClr>
              <a:buFont typeface="Malgun Gothic"/>
              <a:buChar char="▪"/>
            </a:pPr>
            <a:endParaRPr sz="3550" dirty="0">
              <a:latin typeface="Georgia" panose="02040502050405020303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Structure: Can we exploit the problem</a:t>
            </a:r>
            <a:r>
              <a:rPr sz="2800" spc="4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 </a:t>
            </a:r>
            <a:r>
              <a:rPr sz="2800" spc="-5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structure?</a:t>
            </a:r>
            <a:endParaRPr sz="2800" dirty="0">
              <a:latin typeface="Georgia" panose="02040502050405020303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1" y="786182"/>
            <a:ext cx="11896181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Filtering: </a:t>
            </a:r>
            <a:r>
              <a:rPr lang="en-US" sz="2400" dirty="0"/>
              <a:t>which checks if we can prune the domains of unassigned variables ahead of time by removing values.</a:t>
            </a:r>
            <a:endParaRPr lang="en-US" sz="2400" spc="-5" dirty="0">
              <a:solidFill>
                <a:srgbClr val="333399"/>
              </a:solidFill>
              <a:latin typeface="Georgia" panose="02040502050405020303" pitchFamily="18" charset="0"/>
              <a:cs typeface="Calibri"/>
            </a:endParaRPr>
          </a:p>
          <a:p>
            <a:pPr marL="12700">
              <a:spcBef>
                <a:spcPts val="600"/>
              </a:spcBef>
              <a:tabLst>
                <a:tab pos="354965" algn="l"/>
                <a:tab pos="355600" algn="l"/>
              </a:tabLst>
            </a:pP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355600" marR="508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Forward checking: Cross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off values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that violate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constraint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when added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to the existing  assignment</a:t>
            </a:r>
            <a:endParaRPr sz="24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7"/>
                </a:lnTo>
                <a:lnTo>
                  <a:pt x="0" y="166174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56392" y="19924"/>
            <a:ext cx="6238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Filtering: </a:t>
            </a:r>
            <a:r>
              <a:t>Forward</a:t>
            </a:r>
            <a:r>
              <a:rPr spc="-25"/>
              <a:t> </a:t>
            </a:r>
            <a:r>
              <a:rPr spc="-5"/>
              <a:t>Checking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CFB10C-3812-142C-E4D1-C7E06AD4321F}"/>
              </a:ext>
            </a:extLst>
          </p:cNvPr>
          <p:cNvGrpSpPr/>
          <p:nvPr/>
        </p:nvGrpSpPr>
        <p:grpSpPr>
          <a:xfrm>
            <a:off x="2198497" y="3429000"/>
            <a:ext cx="7543800" cy="1219200"/>
            <a:chOff x="1839707" y="2435732"/>
            <a:chExt cx="7543800" cy="1219200"/>
          </a:xfrm>
        </p:grpSpPr>
        <p:sp>
          <p:nvSpPr>
            <p:cNvPr id="3" name="object 3"/>
            <p:cNvSpPr/>
            <p:nvPr/>
          </p:nvSpPr>
          <p:spPr>
            <a:xfrm>
              <a:off x="1839707" y="2435732"/>
              <a:ext cx="7543800" cy="1219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256728" y="2924555"/>
              <a:ext cx="220345" cy="25463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spc="-15" dirty="0">
                  <a:latin typeface="Calibri"/>
                  <a:cs typeface="Calibri"/>
                </a:rPr>
                <a:t>SA</a:t>
              </a:r>
              <a:endParaRPr sz="1500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808493" y="2677667"/>
              <a:ext cx="629920" cy="367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250" spc="-52" baseline="-33333" dirty="0">
                  <a:latin typeface="Calibri"/>
                  <a:cs typeface="Calibri"/>
                </a:rPr>
                <a:t>WA </a:t>
              </a:r>
              <a:r>
                <a:rPr sz="2250" spc="284" baseline="-33333" dirty="0">
                  <a:latin typeface="Calibri"/>
                  <a:cs typeface="Calibri"/>
                </a:rPr>
                <a:t> </a:t>
              </a:r>
              <a:r>
                <a:rPr sz="1500" spc="-10" dirty="0">
                  <a:latin typeface="Calibri"/>
                  <a:cs typeface="Calibri"/>
                </a:rPr>
                <a:t>NT</a:t>
              </a:r>
              <a:endParaRPr sz="1500" dirty="0"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570493" y="2714244"/>
              <a:ext cx="332740" cy="7512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500" dirty="0">
                  <a:latin typeface="Calibri"/>
                  <a:cs typeface="Calibri"/>
                </a:rPr>
                <a:t>Q</a:t>
              </a:r>
            </a:p>
            <a:p>
              <a:pPr marL="17145">
                <a:lnSpc>
                  <a:spcPct val="100000"/>
                </a:lnSpc>
                <a:spcBef>
                  <a:spcPts val="585"/>
                </a:spcBef>
              </a:pPr>
              <a:r>
                <a:rPr sz="1200" dirty="0">
                  <a:latin typeface="Calibri"/>
                  <a:cs typeface="Calibri"/>
                </a:rPr>
                <a:t>N</a:t>
              </a:r>
              <a:r>
                <a:rPr sz="1200" spc="-15" dirty="0">
                  <a:latin typeface="Calibri"/>
                  <a:cs typeface="Calibri"/>
                </a:rPr>
                <a:t>S</a:t>
              </a:r>
              <a:r>
                <a:rPr sz="1200" dirty="0">
                  <a:latin typeface="Calibri"/>
                  <a:cs typeface="Calibri"/>
                </a:rPr>
                <a:t>W</a:t>
              </a:r>
            </a:p>
            <a:p>
              <a:pPr marL="43815">
                <a:lnSpc>
                  <a:spcPct val="100000"/>
                </a:lnSpc>
                <a:spcBef>
                  <a:spcPts val="80"/>
                </a:spcBef>
              </a:pPr>
              <a:r>
                <a:rPr sz="1500" dirty="0">
                  <a:latin typeface="Calibri"/>
                  <a:cs typeface="Calibri"/>
                </a:rPr>
                <a:t>V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8CDFFFE-4482-0604-A11E-C2B6736D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283" y="4890135"/>
            <a:ext cx="7391714" cy="9962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816912"/>
            <a:ext cx="11932757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Filtering: </a:t>
            </a:r>
            <a:r>
              <a:rPr lang="en-US" sz="2400" spc="-5" dirty="0">
                <a:latin typeface="Georgia" panose="02040502050405020303" pitchFamily="18" charset="0"/>
                <a:cs typeface="Calibri"/>
              </a:rPr>
              <a:t>W</a:t>
            </a:r>
            <a:r>
              <a:rPr lang="en-US" sz="2400" dirty="0"/>
              <a:t>hich checks if we </a:t>
            </a:r>
            <a:r>
              <a:rPr lang="en-US" sz="2400" dirty="0">
                <a:solidFill>
                  <a:srgbClr val="FF0000"/>
                </a:solidFill>
              </a:rPr>
              <a:t>can prune </a:t>
            </a:r>
            <a:r>
              <a:rPr lang="en-US" sz="2400" dirty="0"/>
              <a:t>the domains of unassigned variables ahead of time by removing values we know will result in backtracking.</a:t>
            </a:r>
            <a:endParaRPr lang="en-US" sz="2400" spc="-5" dirty="0">
              <a:solidFill>
                <a:srgbClr val="333399"/>
              </a:solidFill>
              <a:latin typeface="Georgia" panose="02040502050405020303" pitchFamily="18" charset="0"/>
              <a:cs typeface="Calibri"/>
            </a:endParaRPr>
          </a:p>
          <a:p>
            <a:pPr marL="12700">
              <a:spcBef>
                <a:spcPts val="600"/>
              </a:spcBef>
              <a:tabLst>
                <a:tab pos="354965" algn="l"/>
                <a:tab pos="355600" algn="l"/>
              </a:tabLst>
            </a:pP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355600" marR="508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Forward checking: Cross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off values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that violate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constraint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when added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to the existing  assignment</a:t>
            </a:r>
            <a:endParaRPr sz="24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56392" y="19924"/>
            <a:ext cx="6238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Filtering: </a:t>
            </a:r>
            <a:r>
              <a:t>Forward</a:t>
            </a:r>
            <a:r>
              <a:rPr spc="-25"/>
              <a:t> </a:t>
            </a:r>
            <a:r>
              <a:rPr spc="-5"/>
              <a:t>Checking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DBE339-C572-C2AB-54BE-9EEFD819C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3055918"/>
            <a:ext cx="9613069" cy="34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90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1" y="786182"/>
            <a:ext cx="11896181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Filtering: </a:t>
            </a:r>
            <a:r>
              <a:rPr lang="en-US" sz="2400" dirty="0"/>
              <a:t>which checks if we can prune the domains of unassigned variables ahead of time by removing values we know will result in backtracking</a:t>
            </a:r>
            <a:endParaRPr lang="en-US" sz="2400" spc="-5" dirty="0">
              <a:solidFill>
                <a:srgbClr val="333399"/>
              </a:solidFill>
              <a:latin typeface="Georgia" panose="02040502050405020303" pitchFamily="18" charset="0"/>
              <a:cs typeface="Calibri"/>
            </a:endParaRPr>
          </a:p>
          <a:p>
            <a:pPr marL="12700">
              <a:spcBef>
                <a:spcPts val="600"/>
              </a:spcBef>
              <a:tabLst>
                <a:tab pos="354965" algn="l"/>
                <a:tab pos="355600" algn="l"/>
              </a:tabLst>
            </a:pP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355600" marR="508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Forward checking: Cross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off values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that violate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constraint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when added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to the existing  assignment</a:t>
            </a:r>
            <a:endParaRPr sz="24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7"/>
                </a:lnTo>
                <a:lnTo>
                  <a:pt x="0" y="166174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56392" y="19924"/>
            <a:ext cx="6238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Filtering: </a:t>
            </a:r>
            <a:r>
              <a:t>Forward</a:t>
            </a:r>
            <a:r>
              <a:rPr spc="-25"/>
              <a:t> </a:t>
            </a:r>
            <a:r>
              <a:rPr spc="-5"/>
              <a:t>Checking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E390E3-B2C9-7CDA-C7CD-90B794D0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9" y="3050651"/>
            <a:ext cx="9912321" cy="35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49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1" y="786182"/>
            <a:ext cx="11896181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Filtering: </a:t>
            </a:r>
            <a:r>
              <a:rPr lang="en-US" sz="2400" dirty="0"/>
              <a:t>which checks if we can prune the domains of unassigned variables ahead of time by removing values we know will result in backtracking</a:t>
            </a:r>
            <a:endParaRPr lang="en-US" sz="2400" spc="-5" dirty="0">
              <a:solidFill>
                <a:srgbClr val="333399"/>
              </a:solidFill>
              <a:latin typeface="Georgia" panose="02040502050405020303" pitchFamily="18" charset="0"/>
              <a:cs typeface="Calibri"/>
            </a:endParaRPr>
          </a:p>
          <a:p>
            <a:pPr marL="12700">
              <a:spcBef>
                <a:spcPts val="600"/>
              </a:spcBef>
              <a:tabLst>
                <a:tab pos="354965" algn="l"/>
                <a:tab pos="355600" algn="l"/>
              </a:tabLst>
            </a:pP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355600" marR="5080" indent="-342900"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Forward checking: Cross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off values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that violate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a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constraint </a:t>
            </a:r>
            <a:r>
              <a:rPr sz="2400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when added </a:t>
            </a:r>
            <a:r>
              <a:rPr sz="2400" spc="-5" dirty="0">
                <a:solidFill>
                  <a:srgbClr val="333399"/>
                </a:solidFill>
                <a:latin typeface="Georgia" panose="02040502050405020303" pitchFamily="18" charset="0"/>
                <a:cs typeface="Calibri"/>
              </a:rPr>
              <a:t>to the existing  assignment</a:t>
            </a:r>
            <a:endParaRPr sz="2400" dirty="0">
              <a:latin typeface="Georgia" panose="02040502050405020303" pitchFamily="18" charset="0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7"/>
                </a:lnTo>
                <a:lnTo>
                  <a:pt x="0" y="1661747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56392" y="19924"/>
            <a:ext cx="62388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Filtering: </a:t>
            </a:r>
            <a:r>
              <a:t>Forward</a:t>
            </a:r>
            <a:r>
              <a:rPr spc="-25"/>
              <a:t> </a:t>
            </a:r>
            <a:r>
              <a:rPr spc="-5"/>
              <a:t>Checking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DA85DF-5183-7B93-E56B-C2086AE9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453" y="3090481"/>
            <a:ext cx="9785472" cy="34200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938F-9A48-1D94-63F0-972F2749F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812" y="5947219"/>
            <a:ext cx="5111980" cy="45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53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8868" y="172719"/>
            <a:ext cx="743458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Filtering: </a:t>
            </a:r>
            <a:r>
              <a:t>Constraint</a:t>
            </a:r>
            <a:r>
              <a:rPr spc="-45"/>
              <a:t> </a:t>
            </a:r>
            <a:r>
              <a:t>Propagation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35" y="1255904"/>
            <a:ext cx="10900410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Forward checking propagates information </a:t>
            </a:r>
            <a:r>
              <a:rPr sz="2400" dirty="0">
                <a:solidFill>
                  <a:srgbClr val="333399"/>
                </a:solidFill>
                <a:latin typeface="Google Sans"/>
                <a:cs typeface="Calibri"/>
              </a:rPr>
              <a:t>from </a:t>
            </a: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assigned to unassigned variables, </a:t>
            </a:r>
            <a:r>
              <a:rPr sz="2400" dirty="0">
                <a:solidFill>
                  <a:srgbClr val="333399"/>
                </a:solidFill>
                <a:latin typeface="Google Sans"/>
                <a:cs typeface="Calibri"/>
              </a:rPr>
              <a:t>but  </a:t>
            </a: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doesn't provide </a:t>
            </a:r>
            <a:r>
              <a:rPr sz="2400" dirty="0">
                <a:solidFill>
                  <a:srgbClr val="333399"/>
                </a:solidFill>
                <a:latin typeface="Google Sans"/>
                <a:cs typeface="Calibri"/>
              </a:rPr>
              <a:t>early </a:t>
            </a: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detection </a:t>
            </a:r>
            <a:r>
              <a:rPr sz="2400" dirty="0">
                <a:solidFill>
                  <a:srgbClr val="333399"/>
                </a:solidFill>
                <a:latin typeface="Google Sans"/>
                <a:cs typeface="Calibri"/>
              </a:rPr>
              <a:t>for </a:t>
            </a: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all</a:t>
            </a:r>
            <a:r>
              <a:rPr sz="2400" spc="10" dirty="0">
                <a:solidFill>
                  <a:srgbClr val="333399"/>
                </a:solidFill>
                <a:latin typeface="Google Sans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Google Sans"/>
                <a:cs typeface="Calibri"/>
              </a:rPr>
              <a:t>failures:</a:t>
            </a:r>
            <a:endParaRPr sz="2400" dirty="0">
              <a:latin typeface="Google Sans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135" y="4922520"/>
            <a:ext cx="7895590" cy="1122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and SA cannot both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blue!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Why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didn’t we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detect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400" spc="-8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yet?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i="1" spc="-5" dirty="0">
                <a:solidFill>
                  <a:srgbClr val="333399"/>
                </a:solidFill>
                <a:latin typeface="Calibri"/>
                <a:cs typeface="Calibri"/>
              </a:rPr>
              <a:t>Constraint propagation: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reason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constraint to</a:t>
            </a:r>
            <a:r>
              <a:rPr sz="24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8600" y="2438400"/>
            <a:ext cx="6373905" cy="1641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9200" y="2666998"/>
            <a:ext cx="1752600" cy="14983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91602" y="3180588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7539" y="2951988"/>
            <a:ext cx="296545" cy="593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86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4739" y="3028188"/>
            <a:ext cx="404495" cy="89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88900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93980">
              <a:lnSpc>
                <a:spcPct val="100000"/>
              </a:lnSpc>
              <a:spcBef>
                <a:spcPts val="42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1331" y="172719"/>
            <a:ext cx="612711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Consistency </a:t>
            </a:r>
            <a:r>
              <a:rPr sz="3600" dirty="0"/>
              <a:t>of A </a:t>
            </a:r>
            <a:r>
              <a:rPr sz="3600" spc="-5" dirty="0"/>
              <a:t>Single</a:t>
            </a:r>
            <a:r>
              <a:rPr sz="3600" spc="-35" dirty="0"/>
              <a:t> </a:t>
            </a:r>
            <a:r>
              <a:rPr sz="3600" dirty="0"/>
              <a:t>Arc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593" y="757970"/>
            <a:ext cx="10704830" cy="11892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An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arc X </a:t>
            </a:r>
            <a:r>
              <a:rPr sz="2400" dirty="0">
                <a:solidFill>
                  <a:srgbClr val="333399"/>
                </a:solidFill>
                <a:latin typeface="Symbol"/>
                <a:cs typeface="Symbol"/>
              </a:rPr>
              <a:t></a:t>
            </a:r>
            <a:r>
              <a:rPr sz="24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Y is 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consistent </a:t>
            </a:r>
            <a:r>
              <a:rPr lang="en-US" sz="2400" spc="-5" dirty="0" err="1">
                <a:solidFill>
                  <a:srgbClr val="333399"/>
                </a:solidFill>
                <a:latin typeface="Calibri"/>
                <a:cs typeface="Calibri"/>
              </a:rPr>
              <a:t>iff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every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the tail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there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i="1" dirty="0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 the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head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which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could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assigned without violating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.</a:t>
            </a:r>
          </a:p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Remove values in the domain of X if there isn’t a corresponding legal Y.</a:t>
            </a:r>
            <a:endParaRPr sz="2400" dirty="0">
              <a:solidFill>
                <a:srgbClr val="333399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738" y="3939204"/>
            <a:ext cx="10433685" cy="2883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Tail = NT, head =</a:t>
            </a:r>
            <a:r>
              <a:rPr sz="2400" spc="-1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WA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If </a:t>
            </a:r>
            <a:r>
              <a:rPr sz="2000" spc="-5" dirty="0">
                <a:solidFill>
                  <a:srgbClr val="3333FF"/>
                </a:solidFill>
                <a:latin typeface="Calibri"/>
                <a:cs typeface="Calibri"/>
              </a:rPr>
              <a:t>NT </a:t>
            </a:r>
            <a:r>
              <a:rPr sz="2000" dirty="0">
                <a:solidFill>
                  <a:srgbClr val="3333FF"/>
                </a:solidFill>
                <a:latin typeface="Calibri"/>
                <a:cs typeface="Calibri"/>
              </a:rPr>
              <a:t>= </a:t>
            </a:r>
            <a:r>
              <a:rPr sz="2000" spc="-5" dirty="0">
                <a:solidFill>
                  <a:srgbClr val="3333FF"/>
                </a:solidFill>
                <a:latin typeface="Calibri"/>
                <a:cs typeface="Calibri"/>
              </a:rPr>
              <a:t>blue</a:t>
            </a:r>
            <a:r>
              <a:rPr sz="2000" spc="-5" dirty="0">
                <a:latin typeface="Calibri"/>
                <a:cs typeface="Calibri"/>
              </a:rPr>
              <a:t>: we could </a:t>
            </a:r>
            <a:r>
              <a:rPr sz="2000" dirty="0">
                <a:latin typeface="Calibri"/>
                <a:cs typeface="Calibri"/>
              </a:rPr>
              <a:t>assign </a:t>
            </a:r>
            <a:r>
              <a:rPr sz="2000" spc="-5" dirty="0">
                <a:latin typeface="Calibri"/>
                <a:cs typeface="Calibri"/>
              </a:rPr>
              <a:t>WA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If 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NT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= 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green</a:t>
            </a:r>
            <a:r>
              <a:rPr sz="2000" spc="-5" dirty="0">
                <a:latin typeface="Calibri"/>
                <a:cs typeface="Calibri"/>
              </a:rPr>
              <a:t>: we could </a:t>
            </a:r>
            <a:r>
              <a:rPr sz="2000" dirty="0">
                <a:latin typeface="Calibri"/>
                <a:cs typeface="Calibri"/>
              </a:rPr>
              <a:t>assign </a:t>
            </a:r>
            <a:r>
              <a:rPr sz="2000" spc="-5" dirty="0">
                <a:latin typeface="Calibri"/>
                <a:cs typeface="Calibri"/>
              </a:rPr>
              <a:t>WA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</a:p>
          <a:p>
            <a:pPr marL="755650" lvl="1" indent="-285750">
              <a:lnSpc>
                <a:spcPct val="100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If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NT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= red</a:t>
            </a:r>
            <a:r>
              <a:rPr sz="2000" dirty="0">
                <a:latin typeface="Calibri"/>
                <a:cs typeface="Calibri"/>
              </a:rPr>
              <a:t>: there is </a:t>
            </a:r>
            <a:r>
              <a:rPr sz="2000" spc="-5" dirty="0">
                <a:latin typeface="Calibri"/>
                <a:cs typeface="Calibri"/>
              </a:rPr>
              <a:t>no remaining assignment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WA </a:t>
            </a:r>
            <a:r>
              <a:rPr sz="2000" dirty="0">
                <a:latin typeface="Calibri"/>
                <a:cs typeface="Calibri"/>
              </a:rPr>
              <a:t>that </a:t>
            </a:r>
            <a:r>
              <a:rPr sz="2000" spc="-5" dirty="0">
                <a:latin typeface="Calibri"/>
                <a:cs typeface="Calibri"/>
              </a:rPr>
              <a:t>we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</a:p>
          <a:p>
            <a:pPr marL="755650" lvl="1" indent="-285750">
              <a:lnSpc>
                <a:spcPts val="239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endParaRPr lang="en-US" sz="2000" spc="-5" dirty="0">
              <a:latin typeface="Calibri"/>
              <a:cs typeface="Calibri"/>
            </a:endParaRPr>
          </a:p>
          <a:p>
            <a:pPr marL="755650" lvl="1" indent="-285750">
              <a:lnSpc>
                <a:spcPts val="239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lang="en-US" sz="2000" spc="-5" dirty="0">
                <a:latin typeface="Calibri"/>
                <a:cs typeface="Calibri"/>
              </a:rPr>
              <a:t>We do not want inconsistent arcs they are of no use.</a:t>
            </a:r>
          </a:p>
          <a:p>
            <a:pPr marL="755650" lvl="1" indent="-285750">
              <a:lnSpc>
                <a:spcPts val="239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Deleting NT </a:t>
            </a:r>
            <a:r>
              <a:rPr sz="2000" dirty="0">
                <a:latin typeface="Calibri"/>
                <a:cs typeface="Calibri"/>
              </a:rPr>
              <a:t>= red </a:t>
            </a:r>
            <a:r>
              <a:rPr sz="2000" spc="-5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the tail makes this arc</a:t>
            </a:r>
            <a:r>
              <a:rPr sz="2000" spc="-5" dirty="0">
                <a:latin typeface="Calibri"/>
                <a:cs typeface="Calibri"/>
              </a:rPr>
              <a:t> consistent</a:t>
            </a:r>
            <a:endParaRPr lang="en-US" sz="2000" spc="-5" dirty="0">
              <a:latin typeface="Calibri"/>
              <a:cs typeface="Calibri"/>
            </a:endParaRPr>
          </a:p>
          <a:p>
            <a:pPr marL="469900" lvl="1">
              <a:lnSpc>
                <a:spcPts val="2390"/>
              </a:lnSpc>
              <a:tabLst>
                <a:tab pos="755015" algn="l"/>
                <a:tab pos="75565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ts val="287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Forward checking: Enforcing consistency of arcs pointing to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each new</a:t>
            </a:r>
            <a:r>
              <a:rPr sz="24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assignment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3792" y="2480205"/>
            <a:ext cx="1676400" cy="1532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67650" y="3425937"/>
            <a:ext cx="1225550" cy="216535"/>
          </a:xfrm>
          <a:custGeom>
            <a:avLst/>
            <a:gdLst/>
            <a:ahLst/>
            <a:cxnLst/>
            <a:rect l="l" t="t" r="r" b="b"/>
            <a:pathLst>
              <a:path w="1225550" h="216535">
                <a:moveTo>
                  <a:pt x="113037" y="70435"/>
                </a:moveTo>
                <a:lnTo>
                  <a:pt x="130846" y="118685"/>
                </a:lnTo>
                <a:lnTo>
                  <a:pt x="200853" y="144668"/>
                </a:lnTo>
                <a:lnTo>
                  <a:pt x="271815" y="168013"/>
                </a:lnTo>
                <a:lnTo>
                  <a:pt x="343656" y="187719"/>
                </a:lnTo>
                <a:lnTo>
                  <a:pt x="417192" y="203004"/>
                </a:lnTo>
                <a:lnTo>
                  <a:pt x="492378" y="212850"/>
                </a:lnTo>
                <a:lnTo>
                  <a:pt x="530654" y="215437"/>
                </a:lnTo>
                <a:lnTo>
                  <a:pt x="569394" y="216312"/>
                </a:lnTo>
                <a:lnTo>
                  <a:pt x="608543" y="215402"/>
                </a:lnTo>
                <a:lnTo>
                  <a:pt x="648060" y="212791"/>
                </a:lnTo>
                <a:lnTo>
                  <a:pt x="687920" y="208597"/>
                </a:lnTo>
                <a:lnTo>
                  <a:pt x="728097" y="202942"/>
                </a:lnTo>
                <a:lnTo>
                  <a:pt x="768563" y="195941"/>
                </a:lnTo>
                <a:lnTo>
                  <a:pt x="809499" y="187665"/>
                </a:lnTo>
                <a:lnTo>
                  <a:pt x="848893" y="178222"/>
                </a:lnTo>
                <a:lnTo>
                  <a:pt x="568525" y="178222"/>
                </a:lnTo>
                <a:lnTo>
                  <a:pt x="531533" y="177347"/>
                </a:lnTo>
                <a:lnTo>
                  <a:pt x="458773" y="170799"/>
                </a:lnTo>
                <a:lnTo>
                  <a:pt x="387355" y="158554"/>
                </a:lnTo>
                <a:lnTo>
                  <a:pt x="281904" y="131272"/>
                </a:lnTo>
                <a:lnTo>
                  <a:pt x="212770" y="108480"/>
                </a:lnTo>
                <a:lnTo>
                  <a:pt x="144109" y="82969"/>
                </a:lnTo>
                <a:lnTo>
                  <a:pt x="113037" y="70435"/>
                </a:lnTo>
                <a:close/>
              </a:path>
              <a:path w="1225550" h="216535">
                <a:moveTo>
                  <a:pt x="1213079" y="26827"/>
                </a:moveTo>
                <a:lnTo>
                  <a:pt x="1045914" y="82734"/>
                </a:lnTo>
                <a:lnTo>
                  <a:pt x="963171" y="108377"/>
                </a:lnTo>
                <a:lnTo>
                  <a:pt x="881321" y="131298"/>
                </a:lnTo>
                <a:lnTo>
                  <a:pt x="800624" y="150613"/>
                </a:lnTo>
                <a:lnTo>
                  <a:pt x="761023" y="158596"/>
                </a:lnTo>
                <a:lnTo>
                  <a:pt x="721608" y="165399"/>
                </a:lnTo>
                <a:lnTo>
                  <a:pt x="682618" y="170868"/>
                </a:lnTo>
                <a:lnTo>
                  <a:pt x="644085" y="174898"/>
                </a:lnTo>
                <a:lnTo>
                  <a:pt x="606043" y="177384"/>
                </a:lnTo>
                <a:lnTo>
                  <a:pt x="568525" y="178222"/>
                </a:lnTo>
                <a:lnTo>
                  <a:pt x="848893" y="178222"/>
                </a:lnTo>
                <a:lnTo>
                  <a:pt x="891598" y="167986"/>
                </a:lnTo>
                <a:lnTo>
                  <a:pt x="974451" y="144769"/>
                </a:lnTo>
                <a:lnTo>
                  <a:pt x="1057841" y="118920"/>
                </a:lnTo>
                <a:lnTo>
                  <a:pt x="1225321" y="62908"/>
                </a:lnTo>
                <a:lnTo>
                  <a:pt x="1213079" y="26827"/>
                </a:lnTo>
                <a:close/>
              </a:path>
              <a:path w="1225550" h="216535">
                <a:moveTo>
                  <a:pt x="141858" y="0"/>
                </a:moveTo>
                <a:lnTo>
                  <a:pt x="0" y="44867"/>
                </a:lnTo>
                <a:lnTo>
                  <a:pt x="69714" y="176310"/>
                </a:lnTo>
                <a:lnTo>
                  <a:pt x="98610" y="105693"/>
                </a:lnTo>
                <a:lnTo>
                  <a:pt x="81032" y="98609"/>
                </a:lnTo>
                <a:lnTo>
                  <a:pt x="95279" y="63272"/>
                </a:lnTo>
                <a:lnTo>
                  <a:pt x="115968" y="63272"/>
                </a:lnTo>
                <a:lnTo>
                  <a:pt x="141858" y="0"/>
                </a:lnTo>
                <a:close/>
              </a:path>
              <a:path w="1225550" h="216535">
                <a:moveTo>
                  <a:pt x="95279" y="63272"/>
                </a:moveTo>
                <a:lnTo>
                  <a:pt x="81032" y="98609"/>
                </a:lnTo>
                <a:lnTo>
                  <a:pt x="98610" y="105693"/>
                </a:lnTo>
                <a:lnTo>
                  <a:pt x="113037" y="70435"/>
                </a:lnTo>
                <a:lnTo>
                  <a:pt x="95279" y="63272"/>
                </a:lnTo>
                <a:close/>
              </a:path>
              <a:path w="1225550" h="216535">
                <a:moveTo>
                  <a:pt x="115968" y="63272"/>
                </a:moveTo>
                <a:lnTo>
                  <a:pt x="95279" y="63272"/>
                </a:lnTo>
                <a:lnTo>
                  <a:pt x="113037" y="70435"/>
                </a:lnTo>
                <a:lnTo>
                  <a:pt x="115968" y="6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8380" y="2632605"/>
            <a:ext cx="6347011" cy="76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62850" y="3089805"/>
            <a:ext cx="838199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6194" y="300293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72131" y="2774337"/>
            <a:ext cx="296545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79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9331" y="2850537"/>
            <a:ext cx="377825" cy="906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Q</a:t>
            </a:r>
          </a:p>
          <a:p>
            <a:pPr marL="61594">
              <a:lnSpc>
                <a:spcPct val="100000"/>
              </a:lnSpc>
              <a:spcBef>
                <a:spcPts val="1330"/>
              </a:spcBef>
            </a:pPr>
            <a:r>
              <a:rPr sz="1200" dirty="0">
                <a:latin typeface="Calibri"/>
                <a:cs typeface="Calibri"/>
              </a:rPr>
              <a:t>N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W</a:t>
            </a:r>
          </a:p>
          <a:p>
            <a:pPr marL="57785">
              <a:lnSpc>
                <a:spcPct val="100000"/>
              </a:lnSpc>
              <a:spcBef>
                <a:spcPts val="560"/>
              </a:spcBef>
            </a:pPr>
            <a:r>
              <a:rPr sz="1500" dirty="0">
                <a:latin typeface="Calibri"/>
                <a:cs typeface="Calibri"/>
              </a:rPr>
              <a:t>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(1/6)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520680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V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NSW is consistent: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every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tail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head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which  could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assigned without violating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56337" y="3437920"/>
            <a:ext cx="1225550" cy="216535"/>
          </a:xfrm>
          <a:custGeom>
            <a:avLst/>
            <a:gdLst/>
            <a:ahLst/>
            <a:cxnLst/>
            <a:rect l="l" t="t" r="r" b="b"/>
            <a:pathLst>
              <a:path w="1225550" h="216535">
                <a:moveTo>
                  <a:pt x="113037" y="70435"/>
                </a:moveTo>
                <a:lnTo>
                  <a:pt x="130846" y="118685"/>
                </a:lnTo>
                <a:lnTo>
                  <a:pt x="200853" y="144668"/>
                </a:lnTo>
                <a:lnTo>
                  <a:pt x="271815" y="168012"/>
                </a:lnTo>
                <a:lnTo>
                  <a:pt x="343658" y="187718"/>
                </a:lnTo>
                <a:lnTo>
                  <a:pt x="417192" y="203004"/>
                </a:lnTo>
                <a:lnTo>
                  <a:pt x="492378" y="212850"/>
                </a:lnTo>
                <a:lnTo>
                  <a:pt x="530654" y="215437"/>
                </a:lnTo>
                <a:lnTo>
                  <a:pt x="569394" y="216312"/>
                </a:lnTo>
                <a:lnTo>
                  <a:pt x="608543" y="215402"/>
                </a:lnTo>
                <a:lnTo>
                  <a:pt x="648060" y="212791"/>
                </a:lnTo>
                <a:lnTo>
                  <a:pt x="687920" y="208597"/>
                </a:lnTo>
                <a:lnTo>
                  <a:pt x="728097" y="202942"/>
                </a:lnTo>
                <a:lnTo>
                  <a:pt x="768563" y="195941"/>
                </a:lnTo>
                <a:lnTo>
                  <a:pt x="809499" y="187665"/>
                </a:lnTo>
                <a:lnTo>
                  <a:pt x="848893" y="178222"/>
                </a:lnTo>
                <a:lnTo>
                  <a:pt x="568525" y="178222"/>
                </a:lnTo>
                <a:lnTo>
                  <a:pt x="531533" y="177347"/>
                </a:lnTo>
                <a:lnTo>
                  <a:pt x="458773" y="170799"/>
                </a:lnTo>
                <a:lnTo>
                  <a:pt x="387355" y="158554"/>
                </a:lnTo>
                <a:lnTo>
                  <a:pt x="281904" y="131272"/>
                </a:lnTo>
                <a:lnTo>
                  <a:pt x="212770" y="108479"/>
                </a:lnTo>
                <a:lnTo>
                  <a:pt x="144109" y="82967"/>
                </a:lnTo>
                <a:lnTo>
                  <a:pt x="113037" y="70435"/>
                </a:lnTo>
                <a:close/>
              </a:path>
              <a:path w="1225550" h="216535">
                <a:moveTo>
                  <a:pt x="1213079" y="26827"/>
                </a:moveTo>
                <a:lnTo>
                  <a:pt x="1045914" y="82734"/>
                </a:lnTo>
                <a:lnTo>
                  <a:pt x="963171" y="108377"/>
                </a:lnTo>
                <a:lnTo>
                  <a:pt x="881321" y="131298"/>
                </a:lnTo>
                <a:lnTo>
                  <a:pt x="800624" y="150613"/>
                </a:lnTo>
                <a:lnTo>
                  <a:pt x="761023" y="158595"/>
                </a:lnTo>
                <a:lnTo>
                  <a:pt x="721608" y="165398"/>
                </a:lnTo>
                <a:lnTo>
                  <a:pt x="682618" y="170868"/>
                </a:lnTo>
                <a:lnTo>
                  <a:pt x="644085" y="174898"/>
                </a:lnTo>
                <a:lnTo>
                  <a:pt x="606044" y="177383"/>
                </a:lnTo>
                <a:lnTo>
                  <a:pt x="568525" y="178222"/>
                </a:lnTo>
                <a:lnTo>
                  <a:pt x="848893" y="178222"/>
                </a:lnTo>
                <a:lnTo>
                  <a:pt x="891598" y="167986"/>
                </a:lnTo>
                <a:lnTo>
                  <a:pt x="974451" y="144769"/>
                </a:lnTo>
                <a:lnTo>
                  <a:pt x="1057841" y="118918"/>
                </a:lnTo>
                <a:lnTo>
                  <a:pt x="1225321" y="62906"/>
                </a:lnTo>
                <a:lnTo>
                  <a:pt x="1213079" y="26827"/>
                </a:lnTo>
                <a:close/>
              </a:path>
              <a:path w="1225550" h="216535">
                <a:moveTo>
                  <a:pt x="141859" y="0"/>
                </a:moveTo>
                <a:lnTo>
                  <a:pt x="0" y="44867"/>
                </a:lnTo>
                <a:lnTo>
                  <a:pt x="69714" y="176310"/>
                </a:lnTo>
                <a:lnTo>
                  <a:pt x="98610" y="105692"/>
                </a:lnTo>
                <a:lnTo>
                  <a:pt x="81032" y="98607"/>
                </a:lnTo>
                <a:lnTo>
                  <a:pt x="95279" y="63272"/>
                </a:lnTo>
                <a:lnTo>
                  <a:pt x="115968" y="63272"/>
                </a:lnTo>
                <a:lnTo>
                  <a:pt x="141859" y="0"/>
                </a:lnTo>
                <a:close/>
              </a:path>
              <a:path w="1225550" h="216535">
                <a:moveTo>
                  <a:pt x="95279" y="63272"/>
                </a:moveTo>
                <a:lnTo>
                  <a:pt x="81032" y="98607"/>
                </a:lnTo>
                <a:lnTo>
                  <a:pt x="98610" y="105692"/>
                </a:lnTo>
                <a:lnTo>
                  <a:pt x="113037" y="70435"/>
                </a:lnTo>
                <a:lnTo>
                  <a:pt x="95279" y="63272"/>
                </a:lnTo>
                <a:close/>
              </a:path>
              <a:path w="1225550" h="216535">
                <a:moveTo>
                  <a:pt x="115968" y="63272"/>
                </a:moveTo>
                <a:lnTo>
                  <a:pt x="95279" y="63272"/>
                </a:lnTo>
                <a:lnTo>
                  <a:pt x="113037" y="70435"/>
                </a:lnTo>
                <a:lnTo>
                  <a:pt x="115968" y="6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(2/6)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663555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SA to NSW is consistent: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every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tail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 i="1">
                <a:solidFill>
                  <a:srgbClr val="333399"/>
                </a:solidFill>
                <a:latin typeface="Calibri"/>
                <a:cs typeface="Calibri"/>
              </a:rPr>
              <a:t>some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in the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head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which  could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assigned without violating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400" spc="-2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constraint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441861"/>
            <a:ext cx="2292985" cy="365125"/>
          </a:xfrm>
          <a:custGeom>
            <a:avLst/>
            <a:gdLst/>
            <a:ahLst/>
            <a:cxnLst/>
            <a:rect l="l" t="t" r="r" b="b"/>
            <a:pathLst>
              <a:path w="2292984" h="365125">
                <a:moveTo>
                  <a:pt x="112248" y="69700"/>
                </a:moveTo>
                <a:lnTo>
                  <a:pt x="121188" y="115302"/>
                </a:lnTo>
                <a:lnTo>
                  <a:pt x="250611" y="170498"/>
                </a:lnTo>
                <a:lnTo>
                  <a:pt x="315761" y="196918"/>
                </a:lnTo>
                <a:lnTo>
                  <a:pt x="381252" y="222239"/>
                </a:lnTo>
                <a:lnTo>
                  <a:pt x="447141" y="246233"/>
                </a:lnTo>
                <a:lnTo>
                  <a:pt x="513486" y="268676"/>
                </a:lnTo>
                <a:lnTo>
                  <a:pt x="580344" y="289337"/>
                </a:lnTo>
                <a:lnTo>
                  <a:pt x="647771" y="307987"/>
                </a:lnTo>
                <a:lnTo>
                  <a:pt x="715821" y="324398"/>
                </a:lnTo>
                <a:lnTo>
                  <a:pt x="784551" y="338338"/>
                </a:lnTo>
                <a:lnTo>
                  <a:pt x="854012" y="349575"/>
                </a:lnTo>
                <a:lnTo>
                  <a:pt x="924256" y="357880"/>
                </a:lnTo>
                <a:lnTo>
                  <a:pt x="995330" y="363021"/>
                </a:lnTo>
                <a:lnTo>
                  <a:pt x="1067263" y="364770"/>
                </a:lnTo>
                <a:lnTo>
                  <a:pt x="1140007" y="362981"/>
                </a:lnTo>
                <a:lnTo>
                  <a:pt x="1213505" y="357812"/>
                </a:lnTo>
                <a:lnTo>
                  <a:pt x="1287703" y="349497"/>
                </a:lnTo>
                <a:lnTo>
                  <a:pt x="1362552" y="338267"/>
                </a:lnTo>
                <a:lnTo>
                  <a:pt x="1425363" y="326682"/>
                </a:lnTo>
                <a:lnTo>
                  <a:pt x="1066337" y="326682"/>
                </a:lnTo>
                <a:lnTo>
                  <a:pt x="996269" y="324933"/>
                </a:lnTo>
                <a:lnTo>
                  <a:pt x="927017" y="319879"/>
                </a:lnTo>
                <a:lnTo>
                  <a:pt x="858497" y="311740"/>
                </a:lnTo>
                <a:lnTo>
                  <a:pt x="790646" y="300728"/>
                </a:lnTo>
                <a:lnTo>
                  <a:pt x="723403" y="287059"/>
                </a:lnTo>
                <a:lnTo>
                  <a:pt x="656709" y="270950"/>
                </a:lnTo>
                <a:lnTo>
                  <a:pt x="590506" y="252618"/>
                </a:lnTo>
                <a:lnTo>
                  <a:pt x="524739" y="232276"/>
                </a:lnTo>
                <a:lnTo>
                  <a:pt x="459352" y="210144"/>
                </a:lnTo>
                <a:lnTo>
                  <a:pt x="394291" y="186439"/>
                </a:lnTo>
                <a:lnTo>
                  <a:pt x="329502" y="161382"/>
                </a:lnTo>
                <a:lnTo>
                  <a:pt x="264930" y="135191"/>
                </a:lnTo>
                <a:lnTo>
                  <a:pt x="136136" y="80256"/>
                </a:lnTo>
                <a:lnTo>
                  <a:pt x="112248" y="69700"/>
                </a:lnTo>
                <a:close/>
              </a:path>
              <a:path w="2292984" h="365125">
                <a:moveTo>
                  <a:pt x="2279517" y="23013"/>
                </a:moveTo>
                <a:lnTo>
                  <a:pt x="2122429" y="79866"/>
                </a:lnTo>
                <a:lnTo>
                  <a:pt x="1965952" y="134874"/>
                </a:lnTo>
                <a:lnTo>
                  <a:pt x="1888169" y="161099"/>
                </a:lnTo>
                <a:lnTo>
                  <a:pt x="1810649" y="186217"/>
                </a:lnTo>
                <a:lnTo>
                  <a:pt x="1733511" y="209984"/>
                </a:lnTo>
                <a:lnTo>
                  <a:pt x="1656816" y="232177"/>
                </a:lnTo>
                <a:lnTo>
                  <a:pt x="1580622" y="252576"/>
                </a:lnTo>
                <a:lnTo>
                  <a:pt x="1504989" y="270958"/>
                </a:lnTo>
                <a:lnTo>
                  <a:pt x="1429976" y="287106"/>
                </a:lnTo>
                <a:lnTo>
                  <a:pt x="1355646" y="300798"/>
                </a:lnTo>
                <a:lnTo>
                  <a:pt x="1282056" y="311818"/>
                </a:lnTo>
                <a:lnTo>
                  <a:pt x="1209268" y="319948"/>
                </a:lnTo>
                <a:lnTo>
                  <a:pt x="1137343" y="324973"/>
                </a:lnTo>
                <a:lnTo>
                  <a:pt x="1066337" y="326682"/>
                </a:lnTo>
                <a:lnTo>
                  <a:pt x="1425363" y="326682"/>
                </a:lnTo>
                <a:lnTo>
                  <a:pt x="1513989" y="307980"/>
                </a:lnTo>
                <a:lnTo>
                  <a:pt x="1590478" y="289379"/>
                </a:lnTo>
                <a:lnTo>
                  <a:pt x="1667408" y="268775"/>
                </a:lnTo>
                <a:lnTo>
                  <a:pt x="1744732" y="246395"/>
                </a:lnTo>
                <a:lnTo>
                  <a:pt x="1822394" y="222462"/>
                </a:lnTo>
                <a:lnTo>
                  <a:pt x="1900344" y="197201"/>
                </a:lnTo>
                <a:lnTo>
                  <a:pt x="1978588" y="170817"/>
                </a:lnTo>
                <a:lnTo>
                  <a:pt x="2135395" y="115691"/>
                </a:lnTo>
                <a:lnTo>
                  <a:pt x="2292483" y="58839"/>
                </a:lnTo>
                <a:lnTo>
                  <a:pt x="2279517" y="23013"/>
                </a:lnTo>
                <a:close/>
              </a:path>
              <a:path w="2292984" h="365125">
                <a:moveTo>
                  <a:pt x="143046" y="0"/>
                </a:moveTo>
                <a:lnTo>
                  <a:pt x="0" y="40927"/>
                </a:lnTo>
                <a:lnTo>
                  <a:pt x="66051" y="174247"/>
                </a:lnTo>
                <a:lnTo>
                  <a:pt x="96849" y="104548"/>
                </a:lnTo>
                <a:lnTo>
                  <a:pt x="79424" y="96848"/>
                </a:lnTo>
                <a:lnTo>
                  <a:pt x="94823" y="62000"/>
                </a:lnTo>
                <a:lnTo>
                  <a:pt x="115650" y="62000"/>
                </a:lnTo>
                <a:lnTo>
                  <a:pt x="143046" y="0"/>
                </a:lnTo>
                <a:close/>
              </a:path>
              <a:path w="2292984" h="365125">
                <a:moveTo>
                  <a:pt x="94823" y="62000"/>
                </a:moveTo>
                <a:lnTo>
                  <a:pt x="79424" y="96848"/>
                </a:lnTo>
                <a:lnTo>
                  <a:pt x="96849" y="104548"/>
                </a:lnTo>
                <a:lnTo>
                  <a:pt x="112248" y="69700"/>
                </a:lnTo>
                <a:lnTo>
                  <a:pt x="94823" y="62000"/>
                </a:lnTo>
                <a:close/>
              </a:path>
              <a:path w="2292984" h="365125">
                <a:moveTo>
                  <a:pt x="115650" y="62000"/>
                </a:moveTo>
                <a:lnTo>
                  <a:pt x="94823" y="62000"/>
                </a:lnTo>
                <a:lnTo>
                  <a:pt x="112248" y="69700"/>
                </a:lnTo>
                <a:lnTo>
                  <a:pt x="115650" y="62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(3/6)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943590" cy="988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NSW to SA is not consistent: if we assign 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 blue, 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valid assignment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left for</a:t>
            </a:r>
            <a:r>
              <a:rPr sz="24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SA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make this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consistent, we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delete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the</a:t>
            </a:r>
            <a:r>
              <a:rPr sz="2400" spc="-2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tail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48638" y="3432120"/>
            <a:ext cx="2294255" cy="374650"/>
          </a:xfrm>
          <a:custGeom>
            <a:avLst/>
            <a:gdLst/>
            <a:ahLst/>
            <a:cxnLst/>
            <a:rect l="l" t="t" r="r" b="b"/>
            <a:pathLst>
              <a:path w="2294254" h="374650">
                <a:moveTo>
                  <a:pt x="15398" y="33242"/>
                </a:moveTo>
                <a:lnTo>
                  <a:pt x="0" y="68092"/>
                </a:lnTo>
                <a:lnTo>
                  <a:pt x="128887" y="125042"/>
                </a:lnTo>
                <a:lnTo>
                  <a:pt x="258310" y="180239"/>
                </a:lnTo>
                <a:lnTo>
                  <a:pt x="323460" y="206659"/>
                </a:lnTo>
                <a:lnTo>
                  <a:pt x="388951" y="231980"/>
                </a:lnTo>
                <a:lnTo>
                  <a:pt x="454840" y="255974"/>
                </a:lnTo>
                <a:lnTo>
                  <a:pt x="521185" y="278417"/>
                </a:lnTo>
                <a:lnTo>
                  <a:pt x="588043" y="299078"/>
                </a:lnTo>
                <a:lnTo>
                  <a:pt x="655469" y="317728"/>
                </a:lnTo>
                <a:lnTo>
                  <a:pt x="723520" y="334139"/>
                </a:lnTo>
                <a:lnTo>
                  <a:pt x="792250" y="348079"/>
                </a:lnTo>
                <a:lnTo>
                  <a:pt x="861711" y="359316"/>
                </a:lnTo>
                <a:lnTo>
                  <a:pt x="931955" y="367621"/>
                </a:lnTo>
                <a:lnTo>
                  <a:pt x="1003029" y="372762"/>
                </a:lnTo>
                <a:lnTo>
                  <a:pt x="1074962" y="374511"/>
                </a:lnTo>
                <a:lnTo>
                  <a:pt x="1147706" y="372722"/>
                </a:lnTo>
                <a:lnTo>
                  <a:pt x="1221204" y="367553"/>
                </a:lnTo>
                <a:lnTo>
                  <a:pt x="1295402" y="359238"/>
                </a:lnTo>
                <a:lnTo>
                  <a:pt x="1370251" y="348007"/>
                </a:lnTo>
                <a:lnTo>
                  <a:pt x="1433061" y="336423"/>
                </a:lnTo>
                <a:lnTo>
                  <a:pt x="1074036" y="336423"/>
                </a:lnTo>
                <a:lnTo>
                  <a:pt x="1003968" y="334674"/>
                </a:lnTo>
                <a:lnTo>
                  <a:pt x="934716" y="329620"/>
                </a:lnTo>
                <a:lnTo>
                  <a:pt x="866195" y="321481"/>
                </a:lnTo>
                <a:lnTo>
                  <a:pt x="798344" y="310469"/>
                </a:lnTo>
                <a:lnTo>
                  <a:pt x="731102" y="296800"/>
                </a:lnTo>
                <a:lnTo>
                  <a:pt x="664408" y="280691"/>
                </a:lnTo>
                <a:lnTo>
                  <a:pt x="598205" y="262359"/>
                </a:lnTo>
                <a:lnTo>
                  <a:pt x="532438" y="242017"/>
                </a:lnTo>
                <a:lnTo>
                  <a:pt x="467051" y="219885"/>
                </a:lnTo>
                <a:lnTo>
                  <a:pt x="401990" y="196180"/>
                </a:lnTo>
                <a:lnTo>
                  <a:pt x="337201" y="171123"/>
                </a:lnTo>
                <a:lnTo>
                  <a:pt x="272629" y="144932"/>
                </a:lnTo>
                <a:lnTo>
                  <a:pt x="143835" y="89997"/>
                </a:lnTo>
                <a:lnTo>
                  <a:pt x="15398" y="33242"/>
                </a:lnTo>
                <a:close/>
              </a:path>
              <a:path w="2294254" h="374650">
                <a:moveTo>
                  <a:pt x="2179738" y="71651"/>
                </a:moveTo>
                <a:lnTo>
                  <a:pt x="2130127" y="89607"/>
                </a:lnTo>
                <a:lnTo>
                  <a:pt x="1973651" y="144614"/>
                </a:lnTo>
                <a:lnTo>
                  <a:pt x="1895868" y="170840"/>
                </a:lnTo>
                <a:lnTo>
                  <a:pt x="1818347" y="195958"/>
                </a:lnTo>
                <a:lnTo>
                  <a:pt x="1741210" y="219725"/>
                </a:lnTo>
                <a:lnTo>
                  <a:pt x="1664515" y="241918"/>
                </a:lnTo>
                <a:lnTo>
                  <a:pt x="1588321" y="262317"/>
                </a:lnTo>
                <a:lnTo>
                  <a:pt x="1512688" y="280699"/>
                </a:lnTo>
                <a:lnTo>
                  <a:pt x="1437675" y="296847"/>
                </a:lnTo>
                <a:lnTo>
                  <a:pt x="1363345" y="310539"/>
                </a:lnTo>
                <a:lnTo>
                  <a:pt x="1289754" y="321558"/>
                </a:lnTo>
                <a:lnTo>
                  <a:pt x="1216967" y="329689"/>
                </a:lnTo>
                <a:lnTo>
                  <a:pt x="1145042" y="334714"/>
                </a:lnTo>
                <a:lnTo>
                  <a:pt x="1074036" y="336423"/>
                </a:lnTo>
                <a:lnTo>
                  <a:pt x="1433061" y="336423"/>
                </a:lnTo>
                <a:lnTo>
                  <a:pt x="1521688" y="317720"/>
                </a:lnTo>
                <a:lnTo>
                  <a:pt x="1598176" y="299120"/>
                </a:lnTo>
                <a:lnTo>
                  <a:pt x="1675107" y="278516"/>
                </a:lnTo>
                <a:lnTo>
                  <a:pt x="1752431" y="256136"/>
                </a:lnTo>
                <a:lnTo>
                  <a:pt x="1830092" y="232202"/>
                </a:lnTo>
                <a:lnTo>
                  <a:pt x="1908042" y="206942"/>
                </a:lnTo>
                <a:lnTo>
                  <a:pt x="1986287" y="180558"/>
                </a:lnTo>
                <a:lnTo>
                  <a:pt x="2143094" y="125432"/>
                </a:lnTo>
                <a:lnTo>
                  <a:pt x="2192704" y="107478"/>
                </a:lnTo>
                <a:lnTo>
                  <a:pt x="2179738" y="71651"/>
                </a:lnTo>
                <a:close/>
              </a:path>
              <a:path w="2294254" h="374650">
                <a:moveTo>
                  <a:pt x="2285225" y="65168"/>
                </a:moveTo>
                <a:lnTo>
                  <a:pt x="2197651" y="65168"/>
                </a:lnTo>
                <a:lnTo>
                  <a:pt x="2210617" y="100995"/>
                </a:lnTo>
                <a:lnTo>
                  <a:pt x="2192704" y="107478"/>
                </a:lnTo>
                <a:lnTo>
                  <a:pt x="2218636" y="179129"/>
                </a:lnTo>
                <a:lnTo>
                  <a:pt x="2285225" y="65168"/>
                </a:lnTo>
                <a:close/>
              </a:path>
              <a:path w="2294254" h="374650">
                <a:moveTo>
                  <a:pt x="2197651" y="65168"/>
                </a:moveTo>
                <a:lnTo>
                  <a:pt x="2179738" y="71651"/>
                </a:lnTo>
                <a:lnTo>
                  <a:pt x="2192704" y="107478"/>
                </a:lnTo>
                <a:lnTo>
                  <a:pt x="2210617" y="100995"/>
                </a:lnTo>
                <a:lnTo>
                  <a:pt x="2197651" y="65168"/>
                </a:lnTo>
                <a:close/>
              </a:path>
              <a:path w="2294254" h="374650">
                <a:moveTo>
                  <a:pt x="2153806" y="0"/>
                </a:moveTo>
                <a:lnTo>
                  <a:pt x="2179738" y="71651"/>
                </a:lnTo>
                <a:lnTo>
                  <a:pt x="2197651" y="65168"/>
                </a:lnTo>
                <a:lnTo>
                  <a:pt x="2285225" y="65168"/>
                </a:lnTo>
                <a:lnTo>
                  <a:pt x="2293698" y="50667"/>
                </a:lnTo>
                <a:lnTo>
                  <a:pt x="21538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(4/6)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1033760" cy="163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90575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Remember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that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V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NSW was consistent,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when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had red and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 in its  domain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600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After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removing blue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NSW, this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arc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might not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consistent anymore!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We need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recheck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this</a:t>
            </a:r>
            <a:r>
              <a:rPr sz="2400" spc="-9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78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Important: If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loses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value,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neighbors of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X need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</a:t>
            </a:r>
            <a:r>
              <a:rPr sz="24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rechecked!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56337" y="3437920"/>
            <a:ext cx="1225550" cy="216535"/>
          </a:xfrm>
          <a:custGeom>
            <a:avLst/>
            <a:gdLst/>
            <a:ahLst/>
            <a:cxnLst/>
            <a:rect l="l" t="t" r="r" b="b"/>
            <a:pathLst>
              <a:path w="1225550" h="216535">
                <a:moveTo>
                  <a:pt x="113037" y="70435"/>
                </a:moveTo>
                <a:lnTo>
                  <a:pt x="130846" y="118685"/>
                </a:lnTo>
                <a:lnTo>
                  <a:pt x="200853" y="144668"/>
                </a:lnTo>
                <a:lnTo>
                  <a:pt x="271815" y="168012"/>
                </a:lnTo>
                <a:lnTo>
                  <a:pt x="343658" y="187718"/>
                </a:lnTo>
                <a:lnTo>
                  <a:pt x="417192" y="203004"/>
                </a:lnTo>
                <a:lnTo>
                  <a:pt x="492378" y="212850"/>
                </a:lnTo>
                <a:lnTo>
                  <a:pt x="530654" y="215437"/>
                </a:lnTo>
                <a:lnTo>
                  <a:pt x="569394" y="216312"/>
                </a:lnTo>
                <a:lnTo>
                  <a:pt x="608543" y="215402"/>
                </a:lnTo>
                <a:lnTo>
                  <a:pt x="648060" y="212791"/>
                </a:lnTo>
                <a:lnTo>
                  <a:pt x="687920" y="208597"/>
                </a:lnTo>
                <a:lnTo>
                  <a:pt x="728097" y="202942"/>
                </a:lnTo>
                <a:lnTo>
                  <a:pt x="768563" y="195941"/>
                </a:lnTo>
                <a:lnTo>
                  <a:pt x="809499" y="187665"/>
                </a:lnTo>
                <a:lnTo>
                  <a:pt x="848893" y="178222"/>
                </a:lnTo>
                <a:lnTo>
                  <a:pt x="568525" y="178222"/>
                </a:lnTo>
                <a:lnTo>
                  <a:pt x="531533" y="177347"/>
                </a:lnTo>
                <a:lnTo>
                  <a:pt x="458773" y="170799"/>
                </a:lnTo>
                <a:lnTo>
                  <a:pt x="387355" y="158554"/>
                </a:lnTo>
                <a:lnTo>
                  <a:pt x="281904" y="131272"/>
                </a:lnTo>
                <a:lnTo>
                  <a:pt x="212770" y="108479"/>
                </a:lnTo>
                <a:lnTo>
                  <a:pt x="144109" y="82967"/>
                </a:lnTo>
                <a:lnTo>
                  <a:pt x="113037" y="70435"/>
                </a:lnTo>
                <a:close/>
              </a:path>
              <a:path w="1225550" h="216535">
                <a:moveTo>
                  <a:pt x="1213079" y="26827"/>
                </a:moveTo>
                <a:lnTo>
                  <a:pt x="1045914" y="82734"/>
                </a:lnTo>
                <a:lnTo>
                  <a:pt x="963171" y="108377"/>
                </a:lnTo>
                <a:lnTo>
                  <a:pt x="881321" y="131298"/>
                </a:lnTo>
                <a:lnTo>
                  <a:pt x="800624" y="150613"/>
                </a:lnTo>
                <a:lnTo>
                  <a:pt x="761023" y="158595"/>
                </a:lnTo>
                <a:lnTo>
                  <a:pt x="721608" y="165398"/>
                </a:lnTo>
                <a:lnTo>
                  <a:pt x="682618" y="170868"/>
                </a:lnTo>
                <a:lnTo>
                  <a:pt x="644085" y="174898"/>
                </a:lnTo>
                <a:lnTo>
                  <a:pt x="606044" y="177383"/>
                </a:lnTo>
                <a:lnTo>
                  <a:pt x="568525" y="178222"/>
                </a:lnTo>
                <a:lnTo>
                  <a:pt x="848893" y="178222"/>
                </a:lnTo>
                <a:lnTo>
                  <a:pt x="891598" y="167986"/>
                </a:lnTo>
                <a:lnTo>
                  <a:pt x="974451" y="144769"/>
                </a:lnTo>
                <a:lnTo>
                  <a:pt x="1057841" y="118918"/>
                </a:lnTo>
                <a:lnTo>
                  <a:pt x="1225321" y="62906"/>
                </a:lnTo>
                <a:lnTo>
                  <a:pt x="1213079" y="26827"/>
                </a:lnTo>
                <a:close/>
              </a:path>
              <a:path w="1225550" h="216535">
                <a:moveTo>
                  <a:pt x="141859" y="0"/>
                </a:moveTo>
                <a:lnTo>
                  <a:pt x="0" y="44867"/>
                </a:lnTo>
                <a:lnTo>
                  <a:pt x="69714" y="176310"/>
                </a:lnTo>
                <a:lnTo>
                  <a:pt x="98610" y="105692"/>
                </a:lnTo>
                <a:lnTo>
                  <a:pt x="81032" y="98607"/>
                </a:lnTo>
                <a:lnTo>
                  <a:pt x="95279" y="63272"/>
                </a:lnTo>
                <a:lnTo>
                  <a:pt x="115968" y="63272"/>
                </a:lnTo>
                <a:lnTo>
                  <a:pt x="141859" y="0"/>
                </a:lnTo>
                <a:close/>
              </a:path>
              <a:path w="1225550" h="216535">
                <a:moveTo>
                  <a:pt x="95279" y="63272"/>
                </a:moveTo>
                <a:lnTo>
                  <a:pt x="81032" y="98607"/>
                </a:lnTo>
                <a:lnTo>
                  <a:pt x="98610" y="105692"/>
                </a:lnTo>
                <a:lnTo>
                  <a:pt x="113037" y="70435"/>
                </a:lnTo>
                <a:lnTo>
                  <a:pt x="95279" y="63272"/>
                </a:lnTo>
                <a:close/>
              </a:path>
              <a:path w="1225550" h="216535">
                <a:moveTo>
                  <a:pt x="115968" y="63272"/>
                </a:moveTo>
                <a:lnTo>
                  <a:pt x="95279" y="63272"/>
                </a:lnTo>
                <a:lnTo>
                  <a:pt x="113037" y="70435"/>
                </a:lnTo>
                <a:lnTo>
                  <a:pt x="115968" y="63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3" name="object 13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(5/6)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184904"/>
            <a:ext cx="111658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SA to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NT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inconsistent.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make it consistent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by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deleting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from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the tail (SA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400" spc="1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blue).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897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94138" y="3420831"/>
            <a:ext cx="4652645" cy="462280"/>
          </a:xfrm>
          <a:custGeom>
            <a:avLst/>
            <a:gdLst/>
            <a:ahLst/>
            <a:cxnLst/>
            <a:rect l="l" t="t" r="r" b="b"/>
            <a:pathLst>
              <a:path w="4652645" h="462279">
                <a:moveTo>
                  <a:pt x="115296" y="73535"/>
                </a:moveTo>
                <a:lnTo>
                  <a:pt x="519523" y="220338"/>
                </a:lnTo>
                <a:lnTo>
                  <a:pt x="651611" y="253269"/>
                </a:lnTo>
                <a:lnTo>
                  <a:pt x="784306" y="284812"/>
                </a:lnTo>
                <a:lnTo>
                  <a:pt x="917722" y="314685"/>
                </a:lnTo>
                <a:lnTo>
                  <a:pt x="1051971" y="342609"/>
                </a:lnTo>
                <a:lnTo>
                  <a:pt x="1187272" y="368317"/>
                </a:lnTo>
                <a:lnTo>
                  <a:pt x="1323423" y="391478"/>
                </a:lnTo>
                <a:lnTo>
                  <a:pt x="1460850" y="411862"/>
                </a:lnTo>
                <a:lnTo>
                  <a:pt x="1599561" y="429171"/>
                </a:lnTo>
                <a:lnTo>
                  <a:pt x="1739666" y="443119"/>
                </a:lnTo>
                <a:lnTo>
                  <a:pt x="1881277" y="453429"/>
                </a:lnTo>
                <a:lnTo>
                  <a:pt x="2024504" y="459818"/>
                </a:lnTo>
                <a:lnTo>
                  <a:pt x="2169444" y="462004"/>
                </a:lnTo>
                <a:lnTo>
                  <a:pt x="2316125" y="459803"/>
                </a:lnTo>
                <a:lnTo>
                  <a:pt x="2464459" y="453403"/>
                </a:lnTo>
                <a:lnTo>
                  <a:pt x="2614336" y="443090"/>
                </a:lnTo>
                <a:lnTo>
                  <a:pt x="2765644" y="429143"/>
                </a:lnTo>
                <a:lnTo>
                  <a:pt x="2811833" y="423908"/>
                </a:lnTo>
                <a:lnTo>
                  <a:pt x="2168874" y="423908"/>
                </a:lnTo>
                <a:lnTo>
                  <a:pt x="2025081" y="421722"/>
                </a:lnTo>
                <a:lnTo>
                  <a:pt x="1882976" y="415367"/>
                </a:lnTo>
                <a:lnTo>
                  <a:pt x="1742434" y="405121"/>
                </a:lnTo>
                <a:lnTo>
                  <a:pt x="1603338" y="391257"/>
                </a:lnTo>
                <a:lnTo>
                  <a:pt x="1465569" y="374056"/>
                </a:lnTo>
                <a:lnTo>
                  <a:pt x="1329015" y="353791"/>
                </a:lnTo>
                <a:lnTo>
                  <a:pt x="1193471" y="330723"/>
                </a:lnTo>
                <a:lnTo>
                  <a:pt x="1059084" y="305178"/>
                </a:lnTo>
                <a:lnTo>
                  <a:pt x="925480" y="277384"/>
                </a:lnTo>
                <a:lnTo>
                  <a:pt x="792631" y="247633"/>
                </a:lnTo>
                <a:lnTo>
                  <a:pt x="660422" y="216203"/>
                </a:lnTo>
                <a:lnTo>
                  <a:pt x="528741" y="183370"/>
                </a:lnTo>
                <a:lnTo>
                  <a:pt x="115296" y="73535"/>
                </a:lnTo>
                <a:close/>
              </a:path>
              <a:path w="4652645" h="462279">
                <a:moveTo>
                  <a:pt x="4644062" y="43361"/>
                </a:moveTo>
                <a:lnTo>
                  <a:pt x="3847787" y="216082"/>
                </a:lnTo>
                <a:lnTo>
                  <a:pt x="3532668" y="277318"/>
                </a:lnTo>
                <a:lnTo>
                  <a:pt x="3376291" y="305139"/>
                </a:lnTo>
                <a:lnTo>
                  <a:pt x="3220745" y="330739"/>
                </a:lnTo>
                <a:lnTo>
                  <a:pt x="3066478" y="353794"/>
                </a:lnTo>
                <a:lnTo>
                  <a:pt x="2913272" y="374074"/>
                </a:lnTo>
                <a:lnTo>
                  <a:pt x="2761354" y="391285"/>
                </a:lnTo>
                <a:lnTo>
                  <a:pt x="2610840" y="405150"/>
                </a:lnTo>
                <a:lnTo>
                  <a:pt x="2461845" y="415394"/>
                </a:lnTo>
                <a:lnTo>
                  <a:pt x="2314484" y="421737"/>
                </a:lnTo>
                <a:lnTo>
                  <a:pt x="2168874" y="423908"/>
                </a:lnTo>
                <a:lnTo>
                  <a:pt x="2811833" y="423908"/>
                </a:lnTo>
                <a:lnTo>
                  <a:pt x="2918273" y="411844"/>
                </a:lnTo>
                <a:lnTo>
                  <a:pt x="3072110" y="391476"/>
                </a:lnTo>
                <a:lnTo>
                  <a:pt x="3227152" y="368299"/>
                </a:lnTo>
                <a:lnTo>
                  <a:pt x="3382965" y="342649"/>
                </a:lnTo>
                <a:lnTo>
                  <a:pt x="3539759" y="314752"/>
                </a:lnTo>
                <a:lnTo>
                  <a:pt x="3855520" y="253390"/>
                </a:lnTo>
                <a:lnTo>
                  <a:pt x="4652336" y="80552"/>
                </a:lnTo>
                <a:lnTo>
                  <a:pt x="4644062" y="43361"/>
                </a:lnTo>
                <a:close/>
              </a:path>
              <a:path w="4652645" h="462279">
                <a:moveTo>
                  <a:pt x="135271" y="0"/>
                </a:moveTo>
                <a:lnTo>
                  <a:pt x="0" y="61956"/>
                </a:lnTo>
                <a:lnTo>
                  <a:pt x="85333" y="183838"/>
                </a:lnTo>
                <a:lnTo>
                  <a:pt x="105308" y="110303"/>
                </a:lnTo>
                <a:lnTo>
                  <a:pt x="86925" y="105309"/>
                </a:lnTo>
                <a:lnTo>
                  <a:pt x="96912" y="68541"/>
                </a:lnTo>
                <a:lnTo>
                  <a:pt x="116652" y="68541"/>
                </a:lnTo>
                <a:lnTo>
                  <a:pt x="135271" y="0"/>
                </a:lnTo>
                <a:close/>
              </a:path>
              <a:path w="4652645" h="462279">
                <a:moveTo>
                  <a:pt x="96912" y="68541"/>
                </a:moveTo>
                <a:lnTo>
                  <a:pt x="86925" y="105309"/>
                </a:lnTo>
                <a:lnTo>
                  <a:pt x="105308" y="110303"/>
                </a:lnTo>
                <a:lnTo>
                  <a:pt x="115296" y="73535"/>
                </a:lnTo>
                <a:lnTo>
                  <a:pt x="96912" y="68541"/>
                </a:lnTo>
                <a:close/>
              </a:path>
              <a:path w="4652645" h="462279">
                <a:moveTo>
                  <a:pt x="116652" y="68541"/>
                </a:moveTo>
                <a:lnTo>
                  <a:pt x="96912" y="68541"/>
                </a:lnTo>
                <a:lnTo>
                  <a:pt x="115296" y="73535"/>
                </a:lnTo>
                <a:lnTo>
                  <a:pt x="116652" y="685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339788"/>
            <a:ext cx="1752600" cy="1546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99431" y="172719"/>
            <a:ext cx="859282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Arc </a:t>
            </a:r>
            <a:r>
              <a:rPr spc="-5"/>
              <a:t>Consistency </a:t>
            </a:r>
            <a:r>
              <a:t>of an Entire CSP</a:t>
            </a:r>
            <a:r>
              <a:rPr spc="-15"/>
              <a:t> </a:t>
            </a:r>
            <a:r>
              <a:rPr spc="-5"/>
              <a:t>(6/6)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5135" y="1252728"/>
            <a:ext cx="8295640" cy="399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simple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form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of propagation makes sure </a:t>
            </a:r>
            <a:r>
              <a:rPr sz="2400">
                <a:solidFill>
                  <a:srgbClr val="C00000"/>
                </a:solidFill>
                <a:latin typeface="Calibri"/>
                <a:cs typeface="Calibri"/>
              </a:rPr>
              <a:t>all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are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 consistent: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5135" y="4258055"/>
            <a:ext cx="10801350" cy="134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SA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has an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empty domain, so we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detect failure. There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is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no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way to solve this CSP with 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WA = red and Q = green,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so we</a:t>
            </a:r>
            <a:r>
              <a:rPr sz="2400" spc="-10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backtrack.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spcBef>
                <a:spcPts val="2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Arc consistency detects failure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earlier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than forward</a:t>
            </a:r>
            <a:r>
              <a:rPr sz="2400" spc="5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checking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ts val="2845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Can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be run as a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preprocessor or </a:t>
            </a:r>
            <a:r>
              <a:rPr sz="2400">
                <a:solidFill>
                  <a:srgbClr val="333399"/>
                </a:solidFill>
                <a:latin typeface="Calibri"/>
                <a:cs typeface="Calibri"/>
              </a:rPr>
              <a:t>after each</a:t>
            </a:r>
            <a:r>
              <a:rPr sz="2400" spc="-35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>
                <a:solidFill>
                  <a:srgbClr val="333399"/>
                </a:solidFill>
                <a:latin typeface="Calibri"/>
                <a:cs typeface="Calibri"/>
              </a:rPr>
              <a:t>assignment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05200" y="2492187"/>
            <a:ext cx="7086600" cy="88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7" y="0"/>
                </a:lnTo>
                <a:lnTo>
                  <a:pt x="753207" y="1661745"/>
                </a:lnTo>
                <a:lnTo>
                  <a:pt x="0" y="16617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8792" y="0"/>
            <a:ext cx="753745" cy="1661795"/>
          </a:xfrm>
          <a:custGeom>
            <a:avLst/>
            <a:gdLst/>
            <a:ahLst/>
            <a:cxnLst/>
            <a:rect l="l" t="t" r="r" b="b"/>
            <a:pathLst>
              <a:path w="753745" h="1661795">
                <a:moveTo>
                  <a:pt x="0" y="0"/>
                </a:moveTo>
                <a:lnTo>
                  <a:pt x="753208" y="0"/>
                </a:lnTo>
                <a:lnTo>
                  <a:pt x="753208" y="1661746"/>
                </a:lnTo>
                <a:lnTo>
                  <a:pt x="0" y="166174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6801" y="2906267"/>
            <a:ext cx="2889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65">
                <a:latin typeface="Calibri"/>
                <a:cs typeface="Calibri"/>
              </a:rPr>
              <a:t>WA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677667"/>
            <a:ext cx="29654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NT</a:t>
            </a:r>
            <a:endParaRPr sz="15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600"/>
              </a:spcBef>
            </a:pPr>
            <a:r>
              <a:rPr sz="1500" spc="-15">
                <a:latin typeface="Calibri"/>
                <a:cs typeface="Calibri"/>
              </a:rPr>
              <a:t>SA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5799" y="2744723"/>
            <a:ext cx="360045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Q</a:t>
            </a:r>
          </a:p>
          <a:p>
            <a:pPr marL="43815">
              <a:lnSpc>
                <a:spcPct val="100000"/>
              </a:lnSpc>
              <a:spcBef>
                <a:spcPts val="1405"/>
              </a:spcBef>
            </a:pPr>
            <a:r>
              <a:rPr sz="1200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W</a:t>
            </a:r>
          </a:p>
          <a:p>
            <a:pPr marL="40005">
              <a:lnSpc>
                <a:spcPct val="100000"/>
              </a:lnSpc>
              <a:spcBef>
                <a:spcPts val="370"/>
              </a:spcBef>
            </a:pPr>
            <a:r>
              <a:rPr sz="1500">
                <a:latin typeface="Calibri"/>
                <a:cs typeface="Calibri"/>
              </a:rPr>
              <a:t>V</a:t>
            </a:r>
          </a:p>
        </p:txBody>
      </p:sp>
      <p:sp>
        <p:nvSpPr>
          <p:cNvPr id="12" name="object 12"/>
          <p:cNvSpPr/>
          <p:nvPr/>
        </p:nvSpPr>
        <p:spPr>
          <a:xfrm>
            <a:off x="77563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897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18537" y="3048000"/>
            <a:ext cx="397510" cy="284480"/>
          </a:xfrm>
          <a:custGeom>
            <a:avLst/>
            <a:gdLst/>
            <a:ahLst/>
            <a:cxnLst/>
            <a:rect l="l" t="t" r="r" b="b"/>
            <a:pathLst>
              <a:path w="397509" h="284479">
                <a:moveTo>
                  <a:pt x="0" y="0"/>
                </a:moveTo>
                <a:lnTo>
                  <a:pt x="397062" y="0"/>
                </a:lnTo>
                <a:lnTo>
                  <a:pt x="397062" y="284223"/>
                </a:lnTo>
                <a:lnTo>
                  <a:pt x="0" y="2842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4718" y="172719"/>
            <a:ext cx="780605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/>
              <a:t>Enforcing </a:t>
            </a:r>
            <a:r>
              <a:t>Arc Consistency in a CSP</a:t>
            </a:r>
          </a:p>
        </p:txBody>
      </p:sp>
      <p:sp>
        <p:nvSpPr>
          <p:cNvPr id="3" name="object 3"/>
          <p:cNvSpPr/>
          <p:nvPr/>
        </p:nvSpPr>
        <p:spPr>
          <a:xfrm>
            <a:off x="2667000" y="1371601"/>
            <a:ext cx="6883400" cy="409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69536" y="5607303"/>
            <a:ext cx="944308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333399"/>
                </a:solidFill>
                <a:latin typeface="Calibri"/>
                <a:cs typeface="Calibri"/>
              </a:rPr>
              <a:t>Runtime: 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O(n</a:t>
            </a:r>
            <a:r>
              <a:rPr sz="1950" baseline="25641" dirty="0">
                <a:solidFill>
                  <a:srgbClr val="333399"/>
                </a:solidFill>
                <a:latin typeface="Calibri"/>
                <a:cs typeface="Calibri"/>
              </a:rPr>
              <a:t>2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d</a:t>
            </a:r>
            <a:r>
              <a:rPr sz="1950" baseline="25641" dirty="0">
                <a:solidFill>
                  <a:srgbClr val="333399"/>
                </a:solidFill>
                <a:latin typeface="Calibri"/>
                <a:cs typeface="Calibri"/>
              </a:rPr>
              <a:t>3</a:t>
            </a:r>
            <a:r>
              <a:rPr sz="2000" dirty="0">
                <a:solidFill>
                  <a:srgbClr val="333399"/>
                </a:solidFill>
                <a:latin typeface="Calibri"/>
                <a:cs typeface="Calibri"/>
              </a:rPr>
              <a:t>), </a:t>
            </a:r>
            <a:endParaRPr lang="en-US" sz="2000" dirty="0">
              <a:solidFill>
                <a:srgbClr val="33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2556" y="172719"/>
            <a:ext cx="685101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Limitations of Arc</a:t>
            </a:r>
            <a:r>
              <a:rPr spc="-60"/>
              <a:t> </a:t>
            </a:r>
            <a:r>
              <a:t>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528" y="1641855"/>
            <a:ext cx="6133587" cy="2956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863725" indent="-342900">
              <a:lnSpc>
                <a:spcPts val="379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After enforcing </a:t>
            </a:r>
            <a:r>
              <a:rPr sz="3200" spc="-170" dirty="0">
                <a:solidFill>
                  <a:srgbClr val="333399"/>
                </a:solidFill>
                <a:latin typeface="Calibri"/>
                <a:cs typeface="Calibri"/>
              </a:rPr>
              <a:t>ar</a:t>
            </a:r>
            <a:r>
              <a:rPr lang="en-US" sz="3200" spc="-170" dirty="0">
                <a:solidFill>
                  <a:srgbClr val="333399"/>
                </a:solidFill>
                <a:latin typeface="Calibri"/>
                <a:cs typeface="Calibri"/>
              </a:rPr>
              <a:t>c  </a:t>
            </a:r>
            <a:r>
              <a:rPr sz="3200" spc="-5" dirty="0">
                <a:solidFill>
                  <a:srgbClr val="333399"/>
                </a:solidFill>
                <a:latin typeface="Calibri"/>
                <a:cs typeface="Calibri"/>
              </a:rPr>
              <a:t>consistency: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Can have </a:t>
            </a:r>
            <a:r>
              <a:rPr sz="2800" dirty="0">
                <a:latin typeface="Calibri"/>
                <a:cs typeface="Calibri"/>
              </a:rPr>
              <a:t>one </a:t>
            </a:r>
            <a:r>
              <a:rPr sz="2800" spc="-5" dirty="0">
                <a:latin typeface="Calibri"/>
                <a:cs typeface="Calibri"/>
              </a:rPr>
              <a:t>solution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left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Can have multiple solutions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80" dirty="0">
                <a:latin typeface="Calibri"/>
                <a:cs typeface="Calibri"/>
              </a:rPr>
              <a:t>left</a:t>
            </a:r>
            <a:endParaRPr sz="2800" dirty="0">
              <a:latin typeface="Calibri"/>
              <a:cs typeface="Calibri"/>
            </a:endParaRPr>
          </a:p>
          <a:p>
            <a:pPr marL="755650" marR="93345" lvl="1" indent="-285750">
              <a:lnSpc>
                <a:spcPct val="100699"/>
              </a:lnSpc>
              <a:spcBef>
                <a:spcPts val="62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Can have </a:t>
            </a:r>
            <a:r>
              <a:rPr sz="2800" dirty="0">
                <a:latin typeface="Calibri"/>
                <a:cs typeface="Calibri"/>
              </a:rPr>
              <a:t>no </a:t>
            </a:r>
            <a:r>
              <a:rPr sz="2800" spc="-5" dirty="0">
                <a:latin typeface="Calibri"/>
                <a:cs typeface="Calibri"/>
              </a:rPr>
              <a:t>solutions </a:t>
            </a:r>
            <a:r>
              <a:rPr sz="2800" spc="-10" dirty="0">
                <a:latin typeface="Calibri"/>
                <a:cs typeface="Calibri"/>
              </a:rPr>
              <a:t>left </a:t>
            </a:r>
            <a:r>
              <a:rPr sz="2800" spc="-160" dirty="0">
                <a:latin typeface="Calibri"/>
                <a:cs typeface="Calibri"/>
              </a:rPr>
              <a:t>(and  </a:t>
            </a:r>
            <a:r>
              <a:rPr sz="2800" spc="-5" dirty="0">
                <a:latin typeface="Calibri"/>
                <a:cs typeface="Calibri"/>
              </a:rPr>
              <a:t>not know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10813" y="1524000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5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77828" y="2493817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5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43800" y="2493817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5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11721" y="2078182"/>
            <a:ext cx="895985" cy="415925"/>
          </a:xfrm>
          <a:custGeom>
            <a:avLst/>
            <a:gdLst/>
            <a:ahLst/>
            <a:cxnLst/>
            <a:rect l="l" t="t" r="r" b="b"/>
            <a:pathLst>
              <a:path w="895984" h="415925">
                <a:moveTo>
                  <a:pt x="895728" y="0"/>
                </a:moveTo>
                <a:lnTo>
                  <a:pt x="0" y="415636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05900" y="2078182"/>
            <a:ext cx="818515" cy="415925"/>
          </a:xfrm>
          <a:custGeom>
            <a:avLst/>
            <a:gdLst/>
            <a:ahLst/>
            <a:cxnLst/>
            <a:rect l="l" t="t" r="r" b="b"/>
            <a:pathLst>
              <a:path w="818515" h="415925">
                <a:moveTo>
                  <a:pt x="0" y="0"/>
                </a:moveTo>
                <a:lnTo>
                  <a:pt x="818243" y="415636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33969" y="2770908"/>
            <a:ext cx="744220" cy="1905"/>
          </a:xfrm>
          <a:custGeom>
            <a:avLst/>
            <a:gdLst/>
            <a:ahLst/>
            <a:cxnLst/>
            <a:rect l="l" t="t" r="r" b="b"/>
            <a:pathLst>
              <a:path w="744220" h="1905">
                <a:moveTo>
                  <a:pt x="0" y="0"/>
                </a:moveTo>
                <a:lnTo>
                  <a:pt x="743857" y="1443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010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010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058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058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9822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C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822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86800" y="16764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86800" y="16764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0" y="0"/>
                </a:moveTo>
                <a:lnTo>
                  <a:pt x="838200" y="0"/>
                </a:lnTo>
                <a:lnTo>
                  <a:pt x="838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870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287000" y="2667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510813" y="3581400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4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77828" y="4551217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4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43800" y="4551217"/>
            <a:ext cx="1190625" cy="554355"/>
          </a:xfrm>
          <a:custGeom>
            <a:avLst/>
            <a:gdLst/>
            <a:ahLst/>
            <a:cxnLst/>
            <a:rect l="l" t="t" r="r" b="b"/>
            <a:pathLst>
              <a:path w="1190625" h="554354">
                <a:moveTo>
                  <a:pt x="0" y="277091"/>
                </a:moveTo>
                <a:lnTo>
                  <a:pt x="13725" y="217648"/>
                </a:lnTo>
                <a:lnTo>
                  <a:pt x="52965" y="162648"/>
                </a:lnTo>
                <a:lnTo>
                  <a:pt x="114816" y="113444"/>
                </a:lnTo>
                <a:lnTo>
                  <a:pt x="153313" y="91438"/>
                </a:lnTo>
                <a:lnTo>
                  <a:pt x="196374" y="71387"/>
                </a:lnTo>
                <a:lnTo>
                  <a:pt x="243635" y="53462"/>
                </a:lnTo>
                <a:lnTo>
                  <a:pt x="294734" y="37831"/>
                </a:lnTo>
                <a:lnTo>
                  <a:pt x="349307" y="24662"/>
                </a:lnTo>
                <a:lnTo>
                  <a:pt x="406992" y="14126"/>
                </a:lnTo>
                <a:lnTo>
                  <a:pt x="467425" y="6391"/>
                </a:lnTo>
                <a:lnTo>
                  <a:pt x="530244" y="1625"/>
                </a:lnTo>
                <a:lnTo>
                  <a:pt x="595085" y="0"/>
                </a:lnTo>
                <a:lnTo>
                  <a:pt x="659926" y="1625"/>
                </a:lnTo>
                <a:lnTo>
                  <a:pt x="722745" y="6391"/>
                </a:lnTo>
                <a:lnTo>
                  <a:pt x="783178" y="14126"/>
                </a:lnTo>
                <a:lnTo>
                  <a:pt x="840863" y="24662"/>
                </a:lnTo>
                <a:lnTo>
                  <a:pt x="895436" y="37831"/>
                </a:lnTo>
                <a:lnTo>
                  <a:pt x="946535" y="53462"/>
                </a:lnTo>
                <a:lnTo>
                  <a:pt x="993796" y="71387"/>
                </a:lnTo>
                <a:lnTo>
                  <a:pt x="1036857" y="91438"/>
                </a:lnTo>
                <a:lnTo>
                  <a:pt x="1075354" y="113444"/>
                </a:lnTo>
                <a:lnTo>
                  <a:pt x="1108924" y="137237"/>
                </a:lnTo>
                <a:lnTo>
                  <a:pt x="1159833" y="189508"/>
                </a:lnTo>
                <a:lnTo>
                  <a:pt x="1186679" y="246898"/>
                </a:lnTo>
                <a:lnTo>
                  <a:pt x="1190171" y="277091"/>
                </a:lnTo>
                <a:lnTo>
                  <a:pt x="1186679" y="307283"/>
                </a:lnTo>
                <a:lnTo>
                  <a:pt x="1159833" y="364673"/>
                </a:lnTo>
                <a:lnTo>
                  <a:pt x="1108924" y="416944"/>
                </a:lnTo>
                <a:lnTo>
                  <a:pt x="1075354" y="440737"/>
                </a:lnTo>
                <a:lnTo>
                  <a:pt x="1036857" y="462743"/>
                </a:lnTo>
                <a:lnTo>
                  <a:pt x="993796" y="482794"/>
                </a:lnTo>
                <a:lnTo>
                  <a:pt x="946535" y="500719"/>
                </a:lnTo>
                <a:lnTo>
                  <a:pt x="895436" y="516350"/>
                </a:lnTo>
                <a:lnTo>
                  <a:pt x="840863" y="529519"/>
                </a:lnTo>
                <a:lnTo>
                  <a:pt x="783178" y="540055"/>
                </a:lnTo>
                <a:lnTo>
                  <a:pt x="722745" y="547790"/>
                </a:lnTo>
                <a:lnTo>
                  <a:pt x="659926" y="552556"/>
                </a:lnTo>
                <a:lnTo>
                  <a:pt x="595085" y="554182"/>
                </a:lnTo>
                <a:lnTo>
                  <a:pt x="530244" y="552556"/>
                </a:lnTo>
                <a:lnTo>
                  <a:pt x="467425" y="547790"/>
                </a:lnTo>
                <a:lnTo>
                  <a:pt x="406992" y="540055"/>
                </a:lnTo>
                <a:lnTo>
                  <a:pt x="349307" y="529519"/>
                </a:lnTo>
                <a:lnTo>
                  <a:pt x="294734" y="516350"/>
                </a:lnTo>
                <a:lnTo>
                  <a:pt x="243635" y="500719"/>
                </a:lnTo>
                <a:lnTo>
                  <a:pt x="196374" y="482794"/>
                </a:lnTo>
                <a:lnTo>
                  <a:pt x="153313" y="462743"/>
                </a:lnTo>
                <a:lnTo>
                  <a:pt x="114816" y="440737"/>
                </a:lnTo>
                <a:lnTo>
                  <a:pt x="81246" y="416944"/>
                </a:lnTo>
                <a:lnTo>
                  <a:pt x="30337" y="364673"/>
                </a:lnTo>
                <a:lnTo>
                  <a:pt x="3491" y="307283"/>
                </a:lnTo>
                <a:lnTo>
                  <a:pt x="0" y="277091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11721" y="4135582"/>
            <a:ext cx="895985" cy="415925"/>
          </a:xfrm>
          <a:custGeom>
            <a:avLst/>
            <a:gdLst/>
            <a:ahLst/>
            <a:cxnLst/>
            <a:rect l="l" t="t" r="r" b="b"/>
            <a:pathLst>
              <a:path w="895984" h="415925">
                <a:moveTo>
                  <a:pt x="895728" y="0"/>
                </a:moveTo>
                <a:lnTo>
                  <a:pt x="0" y="415636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105900" y="4135582"/>
            <a:ext cx="818515" cy="415925"/>
          </a:xfrm>
          <a:custGeom>
            <a:avLst/>
            <a:gdLst/>
            <a:ahLst/>
            <a:cxnLst/>
            <a:rect l="l" t="t" r="r" b="b"/>
            <a:pathLst>
              <a:path w="818515" h="415925">
                <a:moveTo>
                  <a:pt x="0" y="0"/>
                </a:moveTo>
                <a:lnTo>
                  <a:pt x="818243" y="415636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33969" y="4828308"/>
            <a:ext cx="744220" cy="1905"/>
          </a:xfrm>
          <a:custGeom>
            <a:avLst/>
            <a:gdLst/>
            <a:ahLst/>
            <a:cxnLst/>
            <a:rect l="l" t="t" r="r" b="b"/>
            <a:pathLst>
              <a:path w="744220" h="1904">
                <a:moveTo>
                  <a:pt x="0" y="0"/>
                </a:moveTo>
                <a:lnTo>
                  <a:pt x="743857" y="1443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962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962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774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6774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868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868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964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2964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058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058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2870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287000" y="472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62193" y="5383784"/>
            <a:ext cx="1192530" cy="551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7310">
              <a:lnSpc>
                <a:spcPts val="2090"/>
              </a:lnSpc>
            </a:pPr>
            <a:r>
              <a:rPr sz="1800" i="1" spc="-5">
                <a:latin typeface="Calibri"/>
                <a:cs typeface="Calibri"/>
              </a:rPr>
              <a:t>What went  wrong</a:t>
            </a:r>
            <a:r>
              <a:rPr sz="1800" i="1" spc="-55">
                <a:latin typeface="Calibri"/>
                <a:cs typeface="Calibri"/>
              </a:rPr>
              <a:t> </a:t>
            </a:r>
            <a:r>
              <a:rPr sz="1800" i="1" spc="-5">
                <a:latin typeface="Calibri"/>
                <a:cs typeface="Calibri"/>
              </a:rPr>
              <a:t>here?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D56C74-D6C9-51A7-A3A4-54DF33E46AF9}"/>
              </a:ext>
            </a:extLst>
          </p:cNvPr>
          <p:cNvSpPr txBox="1"/>
          <p:nvPr/>
        </p:nvSpPr>
        <p:spPr>
          <a:xfrm>
            <a:off x="10247376" y="3429000"/>
            <a:ext cx="176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 possible or not?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1356" y="172719"/>
            <a:ext cx="318897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K-Consistency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4" y="1252728"/>
            <a:ext cx="7706995" cy="4581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Increasing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degrees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consistency</a:t>
            </a:r>
            <a:endParaRPr sz="2400" dirty="0">
              <a:latin typeface="Calibri"/>
              <a:cs typeface="Calibri"/>
            </a:endParaRPr>
          </a:p>
          <a:p>
            <a:pPr marL="755650" marR="5080" lvl="1" indent="-285750">
              <a:lnSpc>
                <a:spcPts val="1989"/>
              </a:lnSpc>
              <a:spcBef>
                <a:spcPts val="2320"/>
              </a:spcBef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1-Consistency</a:t>
            </a:r>
            <a:r>
              <a:rPr sz="2000" spc="-5" dirty="0">
                <a:latin typeface="Calibri"/>
                <a:cs typeface="Calibri"/>
              </a:rPr>
              <a:t> (Node Consistency): Each single node’s domain has </a:t>
            </a:r>
            <a:r>
              <a:rPr sz="2000" dirty="0">
                <a:latin typeface="Calibri"/>
                <a:cs typeface="Calibri"/>
              </a:rPr>
              <a:t>a  </a:t>
            </a:r>
            <a:r>
              <a:rPr sz="2000" spc="-5" dirty="0">
                <a:latin typeface="Calibri"/>
                <a:cs typeface="Calibri"/>
              </a:rPr>
              <a:t>value which </a:t>
            </a:r>
            <a:r>
              <a:rPr sz="2000" dirty="0">
                <a:latin typeface="Calibri"/>
                <a:cs typeface="Calibri"/>
              </a:rPr>
              <a:t>meets that </a:t>
            </a:r>
            <a:r>
              <a:rPr sz="2000" spc="-5" dirty="0">
                <a:latin typeface="Calibri"/>
                <a:cs typeface="Calibri"/>
              </a:rPr>
              <a:t>node’s unary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constraints</a:t>
            </a:r>
          </a:p>
          <a:p>
            <a:pPr lvl="1">
              <a:lnSpc>
                <a:spcPct val="100000"/>
              </a:lnSpc>
              <a:spcBef>
                <a:spcPts val="10"/>
              </a:spcBef>
              <a:buFont typeface="Malgun Gothic"/>
              <a:buChar char="▪"/>
            </a:pPr>
            <a:endParaRPr sz="2100" dirty="0">
              <a:latin typeface="Times New Roman"/>
              <a:cs typeface="Times New Roman"/>
            </a:endParaRPr>
          </a:p>
          <a:p>
            <a:pPr marL="755650" marR="748030" lvl="1" indent="-285750">
              <a:lnSpc>
                <a:spcPct val="79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2-Consistency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(Arc </a:t>
            </a:r>
            <a:r>
              <a:rPr sz="2000" spc="-5" dirty="0">
                <a:latin typeface="Calibri"/>
                <a:cs typeface="Calibri"/>
              </a:rPr>
              <a:t>Consistency): </a:t>
            </a:r>
            <a:r>
              <a:rPr sz="2000" dirty="0">
                <a:latin typeface="Calibri"/>
                <a:cs typeface="Calibri"/>
              </a:rPr>
              <a:t>For each </a:t>
            </a:r>
            <a:r>
              <a:rPr sz="2000" spc="-5" dirty="0">
                <a:latin typeface="Calibri"/>
                <a:cs typeface="Calibri"/>
              </a:rPr>
              <a:t>pair of nodes, any  </a:t>
            </a:r>
            <a:r>
              <a:rPr sz="2000" dirty="0">
                <a:latin typeface="Calibri"/>
                <a:cs typeface="Calibri"/>
              </a:rPr>
              <a:t>consistent </a:t>
            </a:r>
            <a:r>
              <a:rPr sz="2000" spc="-5" dirty="0">
                <a:latin typeface="Calibri"/>
                <a:cs typeface="Calibri"/>
              </a:rPr>
              <a:t>assignment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one </a:t>
            </a:r>
            <a:r>
              <a:rPr sz="2000" dirty="0">
                <a:latin typeface="Calibri"/>
                <a:cs typeface="Calibri"/>
              </a:rPr>
              <a:t>can </a:t>
            </a:r>
            <a:r>
              <a:rPr sz="2000" spc="-5" dirty="0">
                <a:latin typeface="Calibri"/>
                <a:cs typeface="Calibri"/>
              </a:rPr>
              <a:t>be extended </a:t>
            </a:r>
            <a:r>
              <a:rPr sz="2000" dirty="0">
                <a:latin typeface="Calibri"/>
                <a:cs typeface="Calibri"/>
              </a:rPr>
              <a:t>to 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other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Malgun Gothic"/>
              <a:buChar char="▪"/>
            </a:pPr>
            <a:endParaRPr sz="2050" dirty="0">
              <a:latin typeface="Times New Roman"/>
              <a:cs typeface="Times New Roman"/>
            </a:endParaRPr>
          </a:p>
          <a:p>
            <a:pPr marL="755650" marR="126364" lvl="1" indent="-285750">
              <a:lnSpc>
                <a:spcPct val="79000"/>
              </a:lnSpc>
              <a:buFont typeface="Malgun Gothic"/>
              <a:buChar char="▪"/>
              <a:tabLst>
                <a:tab pos="755015" algn="l"/>
                <a:tab pos="755650" algn="l"/>
              </a:tabLst>
            </a:pP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K-Consistency: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 each k </a:t>
            </a:r>
            <a:r>
              <a:rPr sz="2000" spc="-5" dirty="0">
                <a:latin typeface="Calibri"/>
                <a:cs typeface="Calibri"/>
              </a:rPr>
              <a:t>nodes, any </a:t>
            </a:r>
            <a:r>
              <a:rPr sz="2000" dirty="0">
                <a:latin typeface="Calibri"/>
                <a:cs typeface="Calibri"/>
              </a:rPr>
              <a:t>consistent </a:t>
            </a:r>
            <a:r>
              <a:rPr sz="2000" spc="-5" dirty="0">
                <a:latin typeface="Calibri"/>
                <a:cs typeface="Calibri"/>
              </a:rPr>
              <a:t>assignment </a:t>
            </a:r>
            <a:r>
              <a:rPr sz="2000" dirty="0">
                <a:latin typeface="Calibri"/>
                <a:cs typeface="Calibri"/>
              </a:rPr>
              <a:t>to k-1  can </a:t>
            </a:r>
            <a:r>
              <a:rPr sz="2000" spc="-5" dirty="0">
                <a:latin typeface="Calibri"/>
                <a:cs typeface="Calibri"/>
              </a:rPr>
              <a:t>be extended </a:t>
            </a:r>
            <a:r>
              <a:rPr sz="2000" dirty="0">
                <a:latin typeface="Calibri"/>
                <a:cs typeface="Calibri"/>
              </a:rPr>
              <a:t>to the k</a:t>
            </a:r>
            <a:r>
              <a:rPr sz="1950" baseline="25641" dirty="0">
                <a:latin typeface="Calibri"/>
                <a:cs typeface="Calibri"/>
              </a:rPr>
              <a:t>th</a:t>
            </a:r>
            <a:r>
              <a:rPr sz="1950" spc="-60" baseline="25641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node.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algun Gothic"/>
              <a:buChar char="▪"/>
            </a:pP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Higher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k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more expensive to</a:t>
            </a:r>
            <a:r>
              <a:rPr sz="2400" spc="-1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compute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99"/>
              </a:buClr>
              <a:buFont typeface="Malgun Gothic"/>
              <a:buChar char="▪"/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(You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need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to know the k=2 case: </a:t>
            </a:r>
            <a:r>
              <a:rPr sz="2400" dirty="0">
                <a:solidFill>
                  <a:srgbClr val="333399"/>
                </a:solidFill>
                <a:latin typeface="Calibri"/>
                <a:cs typeface="Calibri"/>
              </a:rPr>
              <a:t>arc</a:t>
            </a:r>
            <a:r>
              <a:rPr sz="2400" spc="-2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99"/>
                </a:solidFill>
                <a:latin typeface="Calibri"/>
                <a:cs typeface="Calibri"/>
              </a:rPr>
              <a:t>consistency)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04514" y="1981200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80">
                <a:moveTo>
                  <a:pt x="161132" y="0"/>
                </a:moveTo>
                <a:lnTo>
                  <a:pt x="118296" y="5755"/>
                </a:lnTo>
                <a:lnTo>
                  <a:pt x="79805" y="21999"/>
                </a:lnTo>
                <a:lnTo>
                  <a:pt x="47194" y="47194"/>
                </a:lnTo>
                <a:lnTo>
                  <a:pt x="21999" y="79805"/>
                </a:lnTo>
                <a:lnTo>
                  <a:pt x="5755" y="118296"/>
                </a:lnTo>
                <a:lnTo>
                  <a:pt x="0" y="161131"/>
                </a:lnTo>
                <a:lnTo>
                  <a:pt x="5755" y="203966"/>
                </a:lnTo>
                <a:lnTo>
                  <a:pt x="21999" y="242457"/>
                </a:lnTo>
                <a:lnTo>
                  <a:pt x="47194" y="275068"/>
                </a:lnTo>
                <a:lnTo>
                  <a:pt x="79805" y="300263"/>
                </a:lnTo>
                <a:lnTo>
                  <a:pt x="118296" y="316506"/>
                </a:lnTo>
                <a:lnTo>
                  <a:pt x="161132" y="322262"/>
                </a:lnTo>
                <a:lnTo>
                  <a:pt x="203967" y="316506"/>
                </a:lnTo>
                <a:lnTo>
                  <a:pt x="242458" y="300263"/>
                </a:lnTo>
                <a:lnTo>
                  <a:pt x="275069" y="275068"/>
                </a:lnTo>
                <a:lnTo>
                  <a:pt x="300264" y="242457"/>
                </a:lnTo>
                <a:lnTo>
                  <a:pt x="316507" y="203966"/>
                </a:lnTo>
                <a:lnTo>
                  <a:pt x="322263" y="161131"/>
                </a:lnTo>
                <a:lnTo>
                  <a:pt x="316507" y="118296"/>
                </a:lnTo>
                <a:lnTo>
                  <a:pt x="300264" y="79805"/>
                </a:lnTo>
                <a:lnTo>
                  <a:pt x="275069" y="47194"/>
                </a:lnTo>
                <a:lnTo>
                  <a:pt x="242458" y="21999"/>
                </a:lnTo>
                <a:lnTo>
                  <a:pt x="203967" y="5755"/>
                </a:lnTo>
                <a:lnTo>
                  <a:pt x="161132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04514" y="1981200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80">
                <a:moveTo>
                  <a:pt x="0" y="161131"/>
                </a:moveTo>
                <a:lnTo>
                  <a:pt x="5755" y="118296"/>
                </a:lnTo>
                <a:lnTo>
                  <a:pt x="21999" y="79805"/>
                </a:lnTo>
                <a:lnTo>
                  <a:pt x="47194" y="47194"/>
                </a:lnTo>
                <a:lnTo>
                  <a:pt x="79805" y="21999"/>
                </a:lnTo>
                <a:lnTo>
                  <a:pt x="118296" y="5755"/>
                </a:lnTo>
                <a:lnTo>
                  <a:pt x="161131" y="0"/>
                </a:lnTo>
                <a:lnTo>
                  <a:pt x="203966" y="5755"/>
                </a:lnTo>
                <a:lnTo>
                  <a:pt x="242457" y="21999"/>
                </a:lnTo>
                <a:lnTo>
                  <a:pt x="275068" y="47194"/>
                </a:lnTo>
                <a:lnTo>
                  <a:pt x="300263" y="79805"/>
                </a:lnTo>
                <a:lnTo>
                  <a:pt x="316507" y="118296"/>
                </a:lnTo>
                <a:lnTo>
                  <a:pt x="322263" y="161131"/>
                </a:lnTo>
                <a:lnTo>
                  <a:pt x="316507" y="203966"/>
                </a:lnTo>
                <a:lnTo>
                  <a:pt x="300263" y="242457"/>
                </a:lnTo>
                <a:lnTo>
                  <a:pt x="275068" y="275068"/>
                </a:lnTo>
                <a:lnTo>
                  <a:pt x="242457" y="300263"/>
                </a:lnTo>
                <a:lnTo>
                  <a:pt x="203966" y="316507"/>
                </a:lnTo>
                <a:lnTo>
                  <a:pt x="161131" y="322263"/>
                </a:lnTo>
                <a:lnTo>
                  <a:pt x="118296" y="316507"/>
                </a:lnTo>
                <a:lnTo>
                  <a:pt x="79805" y="300263"/>
                </a:lnTo>
                <a:lnTo>
                  <a:pt x="47194" y="275068"/>
                </a:lnTo>
                <a:lnTo>
                  <a:pt x="21999" y="242457"/>
                </a:lnTo>
                <a:lnTo>
                  <a:pt x="5755" y="203966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704514" y="2752725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80">
                <a:moveTo>
                  <a:pt x="161132" y="0"/>
                </a:moveTo>
                <a:lnTo>
                  <a:pt x="118296" y="5755"/>
                </a:lnTo>
                <a:lnTo>
                  <a:pt x="79805" y="21999"/>
                </a:lnTo>
                <a:lnTo>
                  <a:pt x="47194" y="47194"/>
                </a:lnTo>
                <a:lnTo>
                  <a:pt x="21999" y="79805"/>
                </a:lnTo>
                <a:lnTo>
                  <a:pt x="5755" y="118296"/>
                </a:lnTo>
                <a:lnTo>
                  <a:pt x="0" y="161131"/>
                </a:lnTo>
                <a:lnTo>
                  <a:pt x="5755" y="203966"/>
                </a:lnTo>
                <a:lnTo>
                  <a:pt x="21999" y="242457"/>
                </a:lnTo>
                <a:lnTo>
                  <a:pt x="47194" y="275068"/>
                </a:lnTo>
                <a:lnTo>
                  <a:pt x="79805" y="300263"/>
                </a:lnTo>
                <a:lnTo>
                  <a:pt x="118296" y="316506"/>
                </a:lnTo>
                <a:lnTo>
                  <a:pt x="161132" y="322262"/>
                </a:lnTo>
                <a:lnTo>
                  <a:pt x="203967" y="316506"/>
                </a:lnTo>
                <a:lnTo>
                  <a:pt x="242458" y="300263"/>
                </a:lnTo>
                <a:lnTo>
                  <a:pt x="275069" y="275068"/>
                </a:lnTo>
                <a:lnTo>
                  <a:pt x="300264" y="242457"/>
                </a:lnTo>
                <a:lnTo>
                  <a:pt x="316507" y="203966"/>
                </a:lnTo>
                <a:lnTo>
                  <a:pt x="322263" y="161131"/>
                </a:lnTo>
                <a:lnTo>
                  <a:pt x="316507" y="118296"/>
                </a:lnTo>
                <a:lnTo>
                  <a:pt x="300264" y="79805"/>
                </a:lnTo>
                <a:lnTo>
                  <a:pt x="275069" y="47194"/>
                </a:lnTo>
                <a:lnTo>
                  <a:pt x="242458" y="21999"/>
                </a:lnTo>
                <a:lnTo>
                  <a:pt x="203967" y="5755"/>
                </a:lnTo>
                <a:lnTo>
                  <a:pt x="161132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704514" y="2752725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80">
                <a:moveTo>
                  <a:pt x="0" y="161131"/>
                </a:moveTo>
                <a:lnTo>
                  <a:pt x="5755" y="118296"/>
                </a:lnTo>
                <a:lnTo>
                  <a:pt x="21999" y="79805"/>
                </a:lnTo>
                <a:lnTo>
                  <a:pt x="47194" y="47194"/>
                </a:lnTo>
                <a:lnTo>
                  <a:pt x="79805" y="21999"/>
                </a:lnTo>
                <a:lnTo>
                  <a:pt x="118296" y="5755"/>
                </a:lnTo>
                <a:lnTo>
                  <a:pt x="161131" y="0"/>
                </a:lnTo>
                <a:lnTo>
                  <a:pt x="203966" y="5755"/>
                </a:lnTo>
                <a:lnTo>
                  <a:pt x="242457" y="21999"/>
                </a:lnTo>
                <a:lnTo>
                  <a:pt x="275068" y="47194"/>
                </a:lnTo>
                <a:lnTo>
                  <a:pt x="300263" y="79805"/>
                </a:lnTo>
                <a:lnTo>
                  <a:pt x="316507" y="118296"/>
                </a:lnTo>
                <a:lnTo>
                  <a:pt x="322263" y="161131"/>
                </a:lnTo>
                <a:lnTo>
                  <a:pt x="316507" y="203966"/>
                </a:lnTo>
                <a:lnTo>
                  <a:pt x="300263" y="242457"/>
                </a:lnTo>
                <a:lnTo>
                  <a:pt x="275068" y="275068"/>
                </a:lnTo>
                <a:lnTo>
                  <a:pt x="242457" y="300263"/>
                </a:lnTo>
                <a:lnTo>
                  <a:pt x="203966" y="316507"/>
                </a:lnTo>
                <a:lnTo>
                  <a:pt x="161131" y="322263"/>
                </a:lnTo>
                <a:lnTo>
                  <a:pt x="118296" y="316507"/>
                </a:lnTo>
                <a:lnTo>
                  <a:pt x="79805" y="300263"/>
                </a:lnTo>
                <a:lnTo>
                  <a:pt x="47194" y="275068"/>
                </a:lnTo>
                <a:lnTo>
                  <a:pt x="21999" y="242457"/>
                </a:lnTo>
                <a:lnTo>
                  <a:pt x="5755" y="203966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42477" y="2752725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80">
                <a:moveTo>
                  <a:pt x="160337" y="0"/>
                </a:moveTo>
                <a:lnTo>
                  <a:pt x="109658" y="8214"/>
                </a:lnTo>
                <a:lnTo>
                  <a:pt x="65644" y="31089"/>
                </a:lnTo>
                <a:lnTo>
                  <a:pt x="30935" y="65969"/>
                </a:lnTo>
                <a:lnTo>
                  <a:pt x="8174" y="110201"/>
                </a:lnTo>
                <a:lnTo>
                  <a:pt x="0" y="161131"/>
                </a:lnTo>
                <a:lnTo>
                  <a:pt x="8174" y="212061"/>
                </a:lnTo>
                <a:lnTo>
                  <a:pt x="30935" y="256293"/>
                </a:lnTo>
                <a:lnTo>
                  <a:pt x="65644" y="291173"/>
                </a:lnTo>
                <a:lnTo>
                  <a:pt x="109658" y="314047"/>
                </a:lnTo>
                <a:lnTo>
                  <a:pt x="160337" y="322262"/>
                </a:lnTo>
                <a:lnTo>
                  <a:pt x="211016" y="314047"/>
                </a:lnTo>
                <a:lnTo>
                  <a:pt x="255030" y="291173"/>
                </a:lnTo>
                <a:lnTo>
                  <a:pt x="289739" y="256293"/>
                </a:lnTo>
                <a:lnTo>
                  <a:pt x="312500" y="212061"/>
                </a:lnTo>
                <a:lnTo>
                  <a:pt x="320675" y="161131"/>
                </a:lnTo>
                <a:lnTo>
                  <a:pt x="312500" y="110201"/>
                </a:lnTo>
                <a:lnTo>
                  <a:pt x="289739" y="65969"/>
                </a:lnTo>
                <a:lnTo>
                  <a:pt x="255030" y="31089"/>
                </a:lnTo>
                <a:lnTo>
                  <a:pt x="211016" y="8214"/>
                </a:lnTo>
                <a:lnTo>
                  <a:pt x="160337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42477" y="2752725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80">
                <a:moveTo>
                  <a:pt x="0" y="161131"/>
                </a:moveTo>
                <a:lnTo>
                  <a:pt x="8174" y="110201"/>
                </a:lnTo>
                <a:lnTo>
                  <a:pt x="30935" y="65969"/>
                </a:lnTo>
                <a:lnTo>
                  <a:pt x="65644" y="31089"/>
                </a:lnTo>
                <a:lnTo>
                  <a:pt x="109658" y="8214"/>
                </a:lnTo>
                <a:lnTo>
                  <a:pt x="160337" y="0"/>
                </a:lnTo>
                <a:lnTo>
                  <a:pt x="211016" y="8214"/>
                </a:lnTo>
                <a:lnTo>
                  <a:pt x="255030" y="31089"/>
                </a:lnTo>
                <a:lnTo>
                  <a:pt x="289739" y="65969"/>
                </a:lnTo>
                <a:lnTo>
                  <a:pt x="312500" y="110201"/>
                </a:lnTo>
                <a:lnTo>
                  <a:pt x="320675" y="161131"/>
                </a:lnTo>
                <a:lnTo>
                  <a:pt x="312500" y="212061"/>
                </a:lnTo>
                <a:lnTo>
                  <a:pt x="289739" y="256293"/>
                </a:lnTo>
                <a:lnTo>
                  <a:pt x="255030" y="291173"/>
                </a:lnTo>
                <a:lnTo>
                  <a:pt x="211016" y="314048"/>
                </a:lnTo>
                <a:lnTo>
                  <a:pt x="160337" y="322263"/>
                </a:lnTo>
                <a:lnTo>
                  <a:pt x="109658" y="314048"/>
                </a:lnTo>
                <a:lnTo>
                  <a:pt x="65644" y="291173"/>
                </a:lnTo>
                <a:lnTo>
                  <a:pt x="30935" y="256293"/>
                </a:lnTo>
                <a:lnTo>
                  <a:pt x="8174" y="212061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33027" y="2817812"/>
            <a:ext cx="257175" cy="193675"/>
          </a:xfrm>
          <a:custGeom>
            <a:avLst/>
            <a:gdLst/>
            <a:ahLst/>
            <a:cxnLst/>
            <a:rect l="l" t="t" r="r" b="b"/>
            <a:pathLst>
              <a:path w="257175" h="193675">
                <a:moveTo>
                  <a:pt x="192881" y="0"/>
                </a:moveTo>
                <a:lnTo>
                  <a:pt x="192881" y="48418"/>
                </a:lnTo>
                <a:lnTo>
                  <a:pt x="0" y="48418"/>
                </a:lnTo>
                <a:lnTo>
                  <a:pt x="0" y="145256"/>
                </a:lnTo>
                <a:lnTo>
                  <a:pt x="192881" y="145256"/>
                </a:lnTo>
                <a:lnTo>
                  <a:pt x="192881" y="193675"/>
                </a:lnTo>
                <a:lnTo>
                  <a:pt x="257175" y="96837"/>
                </a:lnTo>
                <a:lnTo>
                  <a:pt x="192881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233027" y="2817812"/>
            <a:ext cx="257175" cy="193675"/>
          </a:xfrm>
          <a:custGeom>
            <a:avLst/>
            <a:gdLst/>
            <a:ahLst/>
            <a:cxnLst/>
            <a:rect l="l" t="t" r="r" b="b"/>
            <a:pathLst>
              <a:path w="257175" h="193675">
                <a:moveTo>
                  <a:pt x="0" y="48418"/>
                </a:moveTo>
                <a:lnTo>
                  <a:pt x="192880" y="48418"/>
                </a:lnTo>
                <a:lnTo>
                  <a:pt x="192880" y="0"/>
                </a:lnTo>
                <a:lnTo>
                  <a:pt x="257175" y="96837"/>
                </a:lnTo>
                <a:lnTo>
                  <a:pt x="192880" y="193675"/>
                </a:lnTo>
                <a:lnTo>
                  <a:pt x="192880" y="145256"/>
                </a:lnTo>
                <a:lnTo>
                  <a:pt x="0" y="145256"/>
                </a:lnTo>
                <a:lnTo>
                  <a:pt x="0" y="4841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04514" y="4040187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79">
                <a:moveTo>
                  <a:pt x="161132" y="0"/>
                </a:moveTo>
                <a:lnTo>
                  <a:pt x="118296" y="5755"/>
                </a:lnTo>
                <a:lnTo>
                  <a:pt x="79805" y="21999"/>
                </a:lnTo>
                <a:lnTo>
                  <a:pt x="47194" y="47194"/>
                </a:lnTo>
                <a:lnTo>
                  <a:pt x="21999" y="79805"/>
                </a:lnTo>
                <a:lnTo>
                  <a:pt x="5755" y="118296"/>
                </a:lnTo>
                <a:lnTo>
                  <a:pt x="0" y="161132"/>
                </a:lnTo>
                <a:lnTo>
                  <a:pt x="5755" y="203967"/>
                </a:lnTo>
                <a:lnTo>
                  <a:pt x="21999" y="242458"/>
                </a:lnTo>
                <a:lnTo>
                  <a:pt x="47194" y="275069"/>
                </a:lnTo>
                <a:lnTo>
                  <a:pt x="79805" y="300264"/>
                </a:lnTo>
                <a:lnTo>
                  <a:pt x="118296" y="316507"/>
                </a:lnTo>
                <a:lnTo>
                  <a:pt x="161132" y="322263"/>
                </a:lnTo>
                <a:lnTo>
                  <a:pt x="203967" y="316507"/>
                </a:lnTo>
                <a:lnTo>
                  <a:pt x="242458" y="300264"/>
                </a:lnTo>
                <a:lnTo>
                  <a:pt x="275069" y="275069"/>
                </a:lnTo>
                <a:lnTo>
                  <a:pt x="300264" y="242458"/>
                </a:lnTo>
                <a:lnTo>
                  <a:pt x="316507" y="203967"/>
                </a:lnTo>
                <a:lnTo>
                  <a:pt x="322263" y="161132"/>
                </a:lnTo>
                <a:lnTo>
                  <a:pt x="316507" y="118296"/>
                </a:lnTo>
                <a:lnTo>
                  <a:pt x="300264" y="79805"/>
                </a:lnTo>
                <a:lnTo>
                  <a:pt x="275069" y="47194"/>
                </a:lnTo>
                <a:lnTo>
                  <a:pt x="242458" y="21999"/>
                </a:lnTo>
                <a:lnTo>
                  <a:pt x="203967" y="5755"/>
                </a:lnTo>
                <a:lnTo>
                  <a:pt x="161132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04514" y="4040187"/>
            <a:ext cx="322580" cy="322580"/>
          </a:xfrm>
          <a:custGeom>
            <a:avLst/>
            <a:gdLst/>
            <a:ahLst/>
            <a:cxnLst/>
            <a:rect l="l" t="t" r="r" b="b"/>
            <a:pathLst>
              <a:path w="322579" h="322579">
                <a:moveTo>
                  <a:pt x="0" y="161131"/>
                </a:moveTo>
                <a:lnTo>
                  <a:pt x="5755" y="118296"/>
                </a:lnTo>
                <a:lnTo>
                  <a:pt x="21999" y="79805"/>
                </a:lnTo>
                <a:lnTo>
                  <a:pt x="47194" y="47194"/>
                </a:lnTo>
                <a:lnTo>
                  <a:pt x="79805" y="21999"/>
                </a:lnTo>
                <a:lnTo>
                  <a:pt x="118296" y="5755"/>
                </a:lnTo>
                <a:lnTo>
                  <a:pt x="161131" y="0"/>
                </a:lnTo>
                <a:lnTo>
                  <a:pt x="203966" y="5755"/>
                </a:lnTo>
                <a:lnTo>
                  <a:pt x="242457" y="21999"/>
                </a:lnTo>
                <a:lnTo>
                  <a:pt x="275068" y="47194"/>
                </a:lnTo>
                <a:lnTo>
                  <a:pt x="300263" y="79805"/>
                </a:lnTo>
                <a:lnTo>
                  <a:pt x="316507" y="118296"/>
                </a:lnTo>
                <a:lnTo>
                  <a:pt x="322263" y="161131"/>
                </a:lnTo>
                <a:lnTo>
                  <a:pt x="316507" y="203966"/>
                </a:lnTo>
                <a:lnTo>
                  <a:pt x="300263" y="242457"/>
                </a:lnTo>
                <a:lnTo>
                  <a:pt x="275068" y="275068"/>
                </a:lnTo>
                <a:lnTo>
                  <a:pt x="242457" y="300263"/>
                </a:lnTo>
                <a:lnTo>
                  <a:pt x="203966" y="316507"/>
                </a:lnTo>
                <a:lnTo>
                  <a:pt x="161131" y="322263"/>
                </a:lnTo>
                <a:lnTo>
                  <a:pt x="118296" y="316507"/>
                </a:lnTo>
                <a:lnTo>
                  <a:pt x="79805" y="300263"/>
                </a:lnTo>
                <a:lnTo>
                  <a:pt x="47194" y="275068"/>
                </a:lnTo>
                <a:lnTo>
                  <a:pt x="21999" y="242457"/>
                </a:lnTo>
                <a:lnTo>
                  <a:pt x="5755" y="203966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42477" y="4040187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79">
                <a:moveTo>
                  <a:pt x="160337" y="0"/>
                </a:moveTo>
                <a:lnTo>
                  <a:pt x="109658" y="8214"/>
                </a:lnTo>
                <a:lnTo>
                  <a:pt x="65644" y="31089"/>
                </a:lnTo>
                <a:lnTo>
                  <a:pt x="30935" y="65969"/>
                </a:lnTo>
                <a:lnTo>
                  <a:pt x="8174" y="110202"/>
                </a:lnTo>
                <a:lnTo>
                  <a:pt x="0" y="161132"/>
                </a:lnTo>
                <a:lnTo>
                  <a:pt x="8174" y="212062"/>
                </a:lnTo>
                <a:lnTo>
                  <a:pt x="30935" y="256294"/>
                </a:lnTo>
                <a:lnTo>
                  <a:pt x="65644" y="291174"/>
                </a:lnTo>
                <a:lnTo>
                  <a:pt x="109658" y="314049"/>
                </a:lnTo>
                <a:lnTo>
                  <a:pt x="160337" y="322263"/>
                </a:lnTo>
                <a:lnTo>
                  <a:pt x="211016" y="314049"/>
                </a:lnTo>
                <a:lnTo>
                  <a:pt x="255030" y="291174"/>
                </a:lnTo>
                <a:lnTo>
                  <a:pt x="289739" y="256294"/>
                </a:lnTo>
                <a:lnTo>
                  <a:pt x="312500" y="212062"/>
                </a:lnTo>
                <a:lnTo>
                  <a:pt x="320675" y="161132"/>
                </a:lnTo>
                <a:lnTo>
                  <a:pt x="312500" y="110202"/>
                </a:lnTo>
                <a:lnTo>
                  <a:pt x="289739" y="65969"/>
                </a:lnTo>
                <a:lnTo>
                  <a:pt x="255030" y="31089"/>
                </a:lnTo>
                <a:lnTo>
                  <a:pt x="211016" y="8214"/>
                </a:lnTo>
                <a:lnTo>
                  <a:pt x="160337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642477" y="4040187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79">
                <a:moveTo>
                  <a:pt x="0" y="161131"/>
                </a:moveTo>
                <a:lnTo>
                  <a:pt x="8174" y="110201"/>
                </a:lnTo>
                <a:lnTo>
                  <a:pt x="30935" y="65969"/>
                </a:lnTo>
                <a:lnTo>
                  <a:pt x="65644" y="31089"/>
                </a:lnTo>
                <a:lnTo>
                  <a:pt x="109658" y="8214"/>
                </a:lnTo>
                <a:lnTo>
                  <a:pt x="160337" y="0"/>
                </a:lnTo>
                <a:lnTo>
                  <a:pt x="211016" y="8214"/>
                </a:lnTo>
                <a:lnTo>
                  <a:pt x="255030" y="31089"/>
                </a:lnTo>
                <a:lnTo>
                  <a:pt x="289739" y="65969"/>
                </a:lnTo>
                <a:lnTo>
                  <a:pt x="312500" y="110201"/>
                </a:lnTo>
                <a:lnTo>
                  <a:pt x="320675" y="161131"/>
                </a:lnTo>
                <a:lnTo>
                  <a:pt x="312500" y="212061"/>
                </a:lnTo>
                <a:lnTo>
                  <a:pt x="289739" y="256293"/>
                </a:lnTo>
                <a:lnTo>
                  <a:pt x="255030" y="291173"/>
                </a:lnTo>
                <a:lnTo>
                  <a:pt x="211016" y="314048"/>
                </a:lnTo>
                <a:lnTo>
                  <a:pt x="160337" y="322263"/>
                </a:lnTo>
                <a:lnTo>
                  <a:pt x="109658" y="314048"/>
                </a:lnTo>
                <a:lnTo>
                  <a:pt x="65644" y="291173"/>
                </a:lnTo>
                <a:lnTo>
                  <a:pt x="30935" y="256293"/>
                </a:lnTo>
                <a:lnTo>
                  <a:pt x="8174" y="212061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33027" y="4105275"/>
            <a:ext cx="257175" cy="192405"/>
          </a:xfrm>
          <a:custGeom>
            <a:avLst/>
            <a:gdLst/>
            <a:ahLst/>
            <a:cxnLst/>
            <a:rect l="l" t="t" r="r" b="b"/>
            <a:pathLst>
              <a:path w="257175" h="192404">
                <a:moveTo>
                  <a:pt x="192881" y="0"/>
                </a:moveTo>
                <a:lnTo>
                  <a:pt x="192881" y="48022"/>
                </a:lnTo>
                <a:lnTo>
                  <a:pt x="0" y="48022"/>
                </a:lnTo>
                <a:lnTo>
                  <a:pt x="0" y="144066"/>
                </a:lnTo>
                <a:lnTo>
                  <a:pt x="192881" y="144066"/>
                </a:lnTo>
                <a:lnTo>
                  <a:pt x="192881" y="192087"/>
                </a:lnTo>
                <a:lnTo>
                  <a:pt x="257175" y="96043"/>
                </a:lnTo>
                <a:lnTo>
                  <a:pt x="192881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33027" y="4105275"/>
            <a:ext cx="257175" cy="192405"/>
          </a:xfrm>
          <a:custGeom>
            <a:avLst/>
            <a:gdLst/>
            <a:ahLst/>
            <a:cxnLst/>
            <a:rect l="l" t="t" r="r" b="b"/>
            <a:pathLst>
              <a:path w="257175" h="192404">
                <a:moveTo>
                  <a:pt x="0" y="48022"/>
                </a:moveTo>
                <a:lnTo>
                  <a:pt x="192881" y="48022"/>
                </a:lnTo>
                <a:lnTo>
                  <a:pt x="192881" y="0"/>
                </a:lnTo>
                <a:lnTo>
                  <a:pt x="257175" y="96044"/>
                </a:lnTo>
                <a:lnTo>
                  <a:pt x="192881" y="192088"/>
                </a:lnTo>
                <a:lnTo>
                  <a:pt x="192881" y="144065"/>
                </a:lnTo>
                <a:lnTo>
                  <a:pt x="0" y="144065"/>
                </a:lnTo>
                <a:lnTo>
                  <a:pt x="0" y="4802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642477" y="4491037"/>
            <a:ext cx="320675" cy="320675"/>
          </a:xfrm>
          <a:custGeom>
            <a:avLst/>
            <a:gdLst/>
            <a:ahLst/>
            <a:cxnLst/>
            <a:rect l="l" t="t" r="r" b="b"/>
            <a:pathLst>
              <a:path w="320675" h="320675">
                <a:moveTo>
                  <a:pt x="160337" y="0"/>
                </a:moveTo>
                <a:lnTo>
                  <a:pt x="109658" y="8174"/>
                </a:lnTo>
                <a:lnTo>
                  <a:pt x="65644" y="30935"/>
                </a:lnTo>
                <a:lnTo>
                  <a:pt x="30935" y="65644"/>
                </a:lnTo>
                <a:lnTo>
                  <a:pt x="8174" y="109658"/>
                </a:lnTo>
                <a:lnTo>
                  <a:pt x="0" y="160337"/>
                </a:lnTo>
                <a:lnTo>
                  <a:pt x="8174" y="211016"/>
                </a:lnTo>
                <a:lnTo>
                  <a:pt x="30935" y="255030"/>
                </a:lnTo>
                <a:lnTo>
                  <a:pt x="65644" y="289739"/>
                </a:lnTo>
                <a:lnTo>
                  <a:pt x="109658" y="312500"/>
                </a:lnTo>
                <a:lnTo>
                  <a:pt x="160337" y="320675"/>
                </a:lnTo>
                <a:lnTo>
                  <a:pt x="211016" y="312500"/>
                </a:lnTo>
                <a:lnTo>
                  <a:pt x="255030" y="289739"/>
                </a:lnTo>
                <a:lnTo>
                  <a:pt x="289739" y="255030"/>
                </a:lnTo>
                <a:lnTo>
                  <a:pt x="312500" y="211016"/>
                </a:lnTo>
                <a:lnTo>
                  <a:pt x="320675" y="160337"/>
                </a:lnTo>
                <a:lnTo>
                  <a:pt x="312500" y="109658"/>
                </a:lnTo>
                <a:lnTo>
                  <a:pt x="289739" y="65644"/>
                </a:lnTo>
                <a:lnTo>
                  <a:pt x="255030" y="30935"/>
                </a:lnTo>
                <a:lnTo>
                  <a:pt x="211016" y="8174"/>
                </a:lnTo>
                <a:lnTo>
                  <a:pt x="160337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42477" y="4491037"/>
            <a:ext cx="320675" cy="320675"/>
          </a:xfrm>
          <a:custGeom>
            <a:avLst/>
            <a:gdLst/>
            <a:ahLst/>
            <a:cxnLst/>
            <a:rect l="l" t="t" r="r" b="b"/>
            <a:pathLst>
              <a:path w="320675" h="320675">
                <a:moveTo>
                  <a:pt x="0" y="160337"/>
                </a:moveTo>
                <a:lnTo>
                  <a:pt x="8174" y="109658"/>
                </a:lnTo>
                <a:lnTo>
                  <a:pt x="30935" y="65644"/>
                </a:lnTo>
                <a:lnTo>
                  <a:pt x="65644" y="30935"/>
                </a:lnTo>
                <a:lnTo>
                  <a:pt x="109658" y="8174"/>
                </a:lnTo>
                <a:lnTo>
                  <a:pt x="160337" y="0"/>
                </a:lnTo>
                <a:lnTo>
                  <a:pt x="211016" y="8174"/>
                </a:lnTo>
                <a:lnTo>
                  <a:pt x="255030" y="30935"/>
                </a:lnTo>
                <a:lnTo>
                  <a:pt x="289739" y="65644"/>
                </a:lnTo>
                <a:lnTo>
                  <a:pt x="312500" y="109658"/>
                </a:lnTo>
                <a:lnTo>
                  <a:pt x="320675" y="160337"/>
                </a:lnTo>
                <a:lnTo>
                  <a:pt x="312500" y="211016"/>
                </a:lnTo>
                <a:lnTo>
                  <a:pt x="289739" y="255030"/>
                </a:lnTo>
                <a:lnTo>
                  <a:pt x="255030" y="289739"/>
                </a:lnTo>
                <a:lnTo>
                  <a:pt x="211016" y="312500"/>
                </a:lnTo>
                <a:lnTo>
                  <a:pt x="160337" y="320675"/>
                </a:lnTo>
                <a:lnTo>
                  <a:pt x="109658" y="312500"/>
                </a:lnTo>
                <a:lnTo>
                  <a:pt x="65644" y="289739"/>
                </a:lnTo>
                <a:lnTo>
                  <a:pt x="30935" y="255030"/>
                </a:lnTo>
                <a:lnTo>
                  <a:pt x="8174" y="211016"/>
                </a:lnTo>
                <a:lnTo>
                  <a:pt x="0" y="1603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42477" y="3589337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79">
                <a:moveTo>
                  <a:pt x="160337" y="0"/>
                </a:moveTo>
                <a:lnTo>
                  <a:pt x="109658" y="8214"/>
                </a:lnTo>
                <a:lnTo>
                  <a:pt x="65644" y="31089"/>
                </a:lnTo>
                <a:lnTo>
                  <a:pt x="30935" y="65969"/>
                </a:lnTo>
                <a:lnTo>
                  <a:pt x="8174" y="110202"/>
                </a:lnTo>
                <a:lnTo>
                  <a:pt x="0" y="161132"/>
                </a:lnTo>
                <a:lnTo>
                  <a:pt x="8174" y="212062"/>
                </a:lnTo>
                <a:lnTo>
                  <a:pt x="30935" y="256294"/>
                </a:lnTo>
                <a:lnTo>
                  <a:pt x="65644" y="291174"/>
                </a:lnTo>
                <a:lnTo>
                  <a:pt x="109658" y="314049"/>
                </a:lnTo>
                <a:lnTo>
                  <a:pt x="160337" y="322263"/>
                </a:lnTo>
                <a:lnTo>
                  <a:pt x="211016" y="314049"/>
                </a:lnTo>
                <a:lnTo>
                  <a:pt x="255030" y="291174"/>
                </a:lnTo>
                <a:lnTo>
                  <a:pt x="289739" y="256294"/>
                </a:lnTo>
                <a:lnTo>
                  <a:pt x="312500" y="212062"/>
                </a:lnTo>
                <a:lnTo>
                  <a:pt x="320675" y="161132"/>
                </a:lnTo>
                <a:lnTo>
                  <a:pt x="312500" y="110202"/>
                </a:lnTo>
                <a:lnTo>
                  <a:pt x="289739" y="65969"/>
                </a:lnTo>
                <a:lnTo>
                  <a:pt x="255030" y="31089"/>
                </a:lnTo>
                <a:lnTo>
                  <a:pt x="211016" y="8214"/>
                </a:lnTo>
                <a:lnTo>
                  <a:pt x="160337" y="0"/>
                </a:lnTo>
                <a:close/>
              </a:path>
            </a:pathLst>
          </a:custGeom>
          <a:solidFill>
            <a:srgbClr val="BBE0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42477" y="3589337"/>
            <a:ext cx="320675" cy="322580"/>
          </a:xfrm>
          <a:custGeom>
            <a:avLst/>
            <a:gdLst/>
            <a:ahLst/>
            <a:cxnLst/>
            <a:rect l="l" t="t" r="r" b="b"/>
            <a:pathLst>
              <a:path w="320675" h="322579">
                <a:moveTo>
                  <a:pt x="0" y="161131"/>
                </a:moveTo>
                <a:lnTo>
                  <a:pt x="8174" y="110201"/>
                </a:lnTo>
                <a:lnTo>
                  <a:pt x="30935" y="65969"/>
                </a:lnTo>
                <a:lnTo>
                  <a:pt x="65644" y="31089"/>
                </a:lnTo>
                <a:lnTo>
                  <a:pt x="109658" y="8214"/>
                </a:lnTo>
                <a:lnTo>
                  <a:pt x="160337" y="0"/>
                </a:lnTo>
                <a:lnTo>
                  <a:pt x="211016" y="8214"/>
                </a:lnTo>
                <a:lnTo>
                  <a:pt x="255030" y="31089"/>
                </a:lnTo>
                <a:lnTo>
                  <a:pt x="289739" y="65969"/>
                </a:lnTo>
                <a:lnTo>
                  <a:pt x="312500" y="110201"/>
                </a:lnTo>
                <a:lnTo>
                  <a:pt x="320675" y="161131"/>
                </a:lnTo>
                <a:lnTo>
                  <a:pt x="312500" y="212061"/>
                </a:lnTo>
                <a:lnTo>
                  <a:pt x="289739" y="256293"/>
                </a:lnTo>
                <a:lnTo>
                  <a:pt x="255030" y="291173"/>
                </a:lnTo>
                <a:lnTo>
                  <a:pt x="211016" y="314048"/>
                </a:lnTo>
                <a:lnTo>
                  <a:pt x="160337" y="322263"/>
                </a:lnTo>
                <a:lnTo>
                  <a:pt x="109658" y="314048"/>
                </a:lnTo>
                <a:lnTo>
                  <a:pt x="65644" y="291173"/>
                </a:lnTo>
                <a:lnTo>
                  <a:pt x="30935" y="256293"/>
                </a:lnTo>
                <a:lnTo>
                  <a:pt x="8174" y="212061"/>
                </a:lnTo>
                <a:lnTo>
                  <a:pt x="0" y="1611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899652" y="3525837"/>
            <a:ext cx="257175" cy="1351280"/>
          </a:xfrm>
          <a:custGeom>
            <a:avLst/>
            <a:gdLst/>
            <a:ahLst/>
            <a:cxnLst/>
            <a:rect l="l" t="t" r="r" b="b"/>
            <a:pathLst>
              <a:path w="257175" h="1351279">
                <a:moveTo>
                  <a:pt x="0" y="0"/>
                </a:moveTo>
                <a:lnTo>
                  <a:pt x="50052" y="8847"/>
                </a:lnTo>
                <a:lnTo>
                  <a:pt x="90925" y="32973"/>
                </a:lnTo>
                <a:lnTo>
                  <a:pt x="118483" y="68758"/>
                </a:lnTo>
                <a:lnTo>
                  <a:pt x="128588" y="112580"/>
                </a:lnTo>
                <a:lnTo>
                  <a:pt x="128588" y="562901"/>
                </a:lnTo>
                <a:lnTo>
                  <a:pt x="138693" y="606722"/>
                </a:lnTo>
                <a:lnTo>
                  <a:pt x="166250" y="642507"/>
                </a:lnTo>
                <a:lnTo>
                  <a:pt x="207124" y="666634"/>
                </a:lnTo>
                <a:lnTo>
                  <a:pt x="257176" y="675481"/>
                </a:lnTo>
                <a:lnTo>
                  <a:pt x="207124" y="684328"/>
                </a:lnTo>
                <a:lnTo>
                  <a:pt x="166250" y="708455"/>
                </a:lnTo>
                <a:lnTo>
                  <a:pt x="138693" y="744240"/>
                </a:lnTo>
                <a:lnTo>
                  <a:pt x="128588" y="788061"/>
                </a:lnTo>
                <a:lnTo>
                  <a:pt x="128588" y="1238383"/>
                </a:lnTo>
                <a:lnTo>
                  <a:pt x="118483" y="1282204"/>
                </a:lnTo>
                <a:lnTo>
                  <a:pt x="90925" y="1317989"/>
                </a:lnTo>
                <a:lnTo>
                  <a:pt x="50052" y="1342115"/>
                </a:lnTo>
                <a:lnTo>
                  <a:pt x="0" y="13509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48800" y="3525837"/>
            <a:ext cx="257175" cy="1351280"/>
          </a:xfrm>
          <a:custGeom>
            <a:avLst/>
            <a:gdLst/>
            <a:ahLst/>
            <a:cxnLst/>
            <a:rect l="l" t="t" r="r" b="b"/>
            <a:pathLst>
              <a:path w="257175" h="1351279">
                <a:moveTo>
                  <a:pt x="257176" y="0"/>
                </a:moveTo>
                <a:lnTo>
                  <a:pt x="207124" y="8847"/>
                </a:lnTo>
                <a:lnTo>
                  <a:pt x="166250" y="32973"/>
                </a:lnTo>
                <a:lnTo>
                  <a:pt x="138693" y="68758"/>
                </a:lnTo>
                <a:lnTo>
                  <a:pt x="128588" y="112580"/>
                </a:lnTo>
                <a:lnTo>
                  <a:pt x="128588" y="562901"/>
                </a:lnTo>
                <a:lnTo>
                  <a:pt x="118483" y="606722"/>
                </a:lnTo>
                <a:lnTo>
                  <a:pt x="90925" y="642507"/>
                </a:lnTo>
                <a:lnTo>
                  <a:pt x="50052" y="666634"/>
                </a:lnTo>
                <a:lnTo>
                  <a:pt x="0" y="675481"/>
                </a:lnTo>
                <a:lnTo>
                  <a:pt x="50052" y="684328"/>
                </a:lnTo>
                <a:lnTo>
                  <a:pt x="90925" y="708455"/>
                </a:lnTo>
                <a:lnTo>
                  <a:pt x="118483" y="744240"/>
                </a:lnTo>
                <a:lnTo>
                  <a:pt x="128588" y="788061"/>
                </a:lnTo>
                <a:lnTo>
                  <a:pt x="128588" y="1238383"/>
                </a:lnTo>
                <a:lnTo>
                  <a:pt x="138693" y="1282204"/>
                </a:lnTo>
                <a:lnTo>
                  <a:pt x="166250" y="1317989"/>
                </a:lnTo>
                <a:lnTo>
                  <a:pt x="207124" y="1342115"/>
                </a:lnTo>
                <a:lnTo>
                  <a:pt x="257176" y="13509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804400" y="5371979"/>
            <a:ext cx="812800" cy="378460"/>
          </a:xfrm>
          <a:custGeom>
            <a:avLst/>
            <a:gdLst/>
            <a:ahLst/>
            <a:cxnLst/>
            <a:rect l="l" t="t" r="r" b="b"/>
            <a:pathLst>
              <a:path w="812800" h="378460">
                <a:moveTo>
                  <a:pt x="0" y="189179"/>
                </a:moveTo>
                <a:lnTo>
                  <a:pt x="20718" y="129384"/>
                </a:lnTo>
                <a:lnTo>
                  <a:pt x="78411" y="77452"/>
                </a:lnTo>
                <a:lnTo>
                  <a:pt x="119031" y="55409"/>
                </a:lnTo>
                <a:lnTo>
                  <a:pt x="166385" y="36500"/>
                </a:lnTo>
                <a:lnTo>
                  <a:pt x="219635" y="21115"/>
                </a:lnTo>
                <a:lnTo>
                  <a:pt x="277946" y="9644"/>
                </a:lnTo>
                <a:lnTo>
                  <a:pt x="340479" y="2476"/>
                </a:lnTo>
                <a:lnTo>
                  <a:pt x="406400" y="0"/>
                </a:lnTo>
                <a:lnTo>
                  <a:pt x="472320" y="2476"/>
                </a:lnTo>
                <a:lnTo>
                  <a:pt x="534853" y="9644"/>
                </a:lnTo>
                <a:lnTo>
                  <a:pt x="593164" y="21115"/>
                </a:lnTo>
                <a:lnTo>
                  <a:pt x="646414" y="36500"/>
                </a:lnTo>
                <a:lnTo>
                  <a:pt x="693768" y="55409"/>
                </a:lnTo>
                <a:lnTo>
                  <a:pt x="734388" y="77452"/>
                </a:lnTo>
                <a:lnTo>
                  <a:pt x="767438" y="102240"/>
                </a:lnTo>
                <a:lnTo>
                  <a:pt x="807480" y="158493"/>
                </a:lnTo>
                <a:lnTo>
                  <a:pt x="812800" y="189179"/>
                </a:lnTo>
                <a:lnTo>
                  <a:pt x="807480" y="219865"/>
                </a:lnTo>
                <a:lnTo>
                  <a:pt x="767438" y="276118"/>
                </a:lnTo>
                <a:lnTo>
                  <a:pt x="734388" y="300906"/>
                </a:lnTo>
                <a:lnTo>
                  <a:pt x="693768" y="322949"/>
                </a:lnTo>
                <a:lnTo>
                  <a:pt x="646414" y="341858"/>
                </a:lnTo>
                <a:lnTo>
                  <a:pt x="593164" y="357243"/>
                </a:lnTo>
                <a:lnTo>
                  <a:pt x="534853" y="368714"/>
                </a:lnTo>
                <a:lnTo>
                  <a:pt x="472320" y="375882"/>
                </a:lnTo>
                <a:lnTo>
                  <a:pt x="406400" y="378359"/>
                </a:lnTo>
                <a:lnTo>
                  <a:pt x="340479" y="375882"/>
                </a:lnTo>
                <a:lnTo>
                  <a:pt x="277946" y="368714"/>
                </a:lnTo>
                <a:lnTo>
                  <a:pt x="219635" y="357243"/>
                </a:lnTo>
                <a:lnTo>
                  <a:pt x="166385" y="341858"/>
                </a:lnTo>
                <a:lnTo>
                  <a:pt x="119031" y="322949"/>
                </a:lnTo>
                <a:lnTo>
                  <a:pt x="78411" y="300906"/>
                </a:lnTo>
                <a:lnTo>
                  <a:pt x="45361" y="276118"/>
                </a:lnTo>
                <a:lnTo>
                  <a:pt x="5319" y="219865"/>
                </a:lnTo>
                <a:lnTo>
                  <a:pt x="0" y="18917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464800" y="6034107"/>
            <a:ext cx="812800" cy="378460"/>
          </a:xfrm>
          <a:custGeom>
            <a:avLst/>
            <a:gdLst/>
            <a:ahLst/>
            <a:cxnLst/>
            <a:rect l="l" t="t" r="r" b="b"/>
            <a:pathLst>
              <a:path w="812800" h="378460">
                <a:moveTo>
                  <a:pt x="0" y="189179"/>
                </a:moveTo>
                <a:lnTo>
                  <a:pt x="20718" y="129384"/>
                </a:lnTo>
                <a:lnTo>
                  <a:pt x="78411" y="77452"/>
                </a:lnTo>
                <a:lnTo>
                  <a:pt x="119031" y="55409"/>
                </a:lnTo>
                <a:lnTo>
                  <a:pt x="166385" y="36500"/>
                </a:lnTo>
                <a:lnTo>
                  <a:pt x="219635" y="21115"/>
                </a:lnTo>
                <a:lnTo>
                  <a:pt x="277946" y="9644"/>
                </a:lnTo>
                <a:lnTo>
                  <a:pt x="340479" y="2476"/>
                </a:lnTo>
                <a:lnTo>
                  <a:pt x="406400" y="0"/>
                </a:lnTo>
                <a:lnTo>
                  <a:pt x="472320" y="2476"/>
                </a:lnTo>
                <a:lnTo>
                  <a:pt x="534853" y="9644"/>
                </a:lnTo>
                <a:lnTo>
                  <a:pt x="593164" y="21115"/>
                </a:lnTo>
                <a:lnTo>
                  <a:pt x="646414" y="36500"/>
                </a:lnTo>
                <a:lnTo>
                  <a:pt x="693768" y="55409"/>
                </a:lnTo>
                <a:lnTo>
                  <a:pt x="734388" y="77452"/>
                </a:lnTo>
                <a:lnTo>
                  <a:pt x="767438" y="102240"/>
                </a:lnTo>
                <a:lnTo>
                  <a:pt x="807480" y="158493"/>
                </a:lnTo>
                <a:lnTo>
                  <a:pt x="812800" y="189179"/>
                </a:lnTo>
                <a:lnTo>
                  <a:pt x="807480" y="219865"/>
                </a:lnTo>
                <a:lnTo>
                  <a:pt x="767438" y="276118"/>
                </a:lnTo>
                <a:lnTo>
                  <a:pt x="734388" y="300906"/>
                </a:lnTo>
                <a:lnTo>
                  <a:pt x="693768" y="322949"/>
                </a:lnTo>
                <a:lnTo>
                  <a:pt x="646414" y="341858"/>
                </a:lnTo>
                <a:lnTo>
                  <a:pt x="593164" y="357243"/>
                </a:lnTo>
                <a:lnTo>
                  <a:pt x="534853" y="368714"/>
                </a:lnTo>
                <a:lnTo>
                  <a:pt x="472320" y="375882"/>
                </a:lnTo>
                <a:lnTo>
                  <a:pt x="406400" y="378359"/>
                </a:lnTo>
                <a:lnTo>
                  <a:pt x="340479" y="375882"/>
                </a:lnTo>
                <a:lnTo>
                  <a:pt x="277946" y="368714"/>
                </a:lnTo>
                <a:lnTo>
                  <a:pt x="219635" y="357243"/>
                </a:lnTo>
                <a:lnTo>
                  <a:pt x="166385" y="341858"/>
                </a:lnTo>
                <a:lnTo>
                  <a:pt x="119031" y="322949"/>
                </a:lnTo>
                <a:lnTo>
                  <a:pt x="78411" y="300906"/>
                </a:lnTo>
                <a:lnTo>
                  <a:pt x="45361" y="276118"/>
                </a:lnTo>
                <a:lnTo>
                  <a:pt x="5319" y="219865"/>
                </a:lnTo>
                <a:lnTo>
                  <a:pt x="0" y="18917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144000" y="6034107"/>
            <a:ext cx="812800" cy="378460"/>
          </a:xfrm>
          <a:custGeom>
            <a:avLst/>
            <a:gdLst/>
            <a:ahLst/>
            <a:cxnLst/>
            <a:rect l="l" t="t" r="r" b="b"/>
            <a:pathLst>
              <a:path w="812800" h="378460">
                <a:moveTo>
                  <a:pt x="0" y="189179"/>
                </a:moveTo>
                <a:lnTo>
                  <a:pt x="20718" y="129384"/>
                </a:lnTo>
                <a:lnTo>
                  <a:pt x="78411" y="77452"/>
                </a:lnTo>
                <a:lnTo>
                  <a:pt x="119031" y="55409"/>
                </a:lnTo>
                <a:lnTo>
                  <a:pt x="166385" y="36500"/>
                </a:lnTo>
                <a:lnTo>
                  <a:pt x="219635" y="21115"/>
                </a:lnTo>
                <a:lnTo>
                  <a:pt x="277946" y="9644"/>
                </a:lnTo>
                <a:lnTo>
                  <a:pt x="340479" y="2476"/>
                </a:lnTo>
                <a:lnTo>
                  <a:pt x="406400" y="0"/>
                </a:lnTo>
                <a:lnTo>
                  <a:pt x="472320" y="2476"/>
                </a:lnTo>
                <a:lnTo>
                  <a:pt x="534853" y="9644"/>
                </a:lnTo>
                <a:lnTo>
                  <a:pt x="593164" y="21115"/>
                </a:lnTo>
                <a:lnTo>
                  <a:pt x="646414" y="36500"/>
                </a:lnTo>
                <a:lnTo>
                  <a:pt x="693768" y="55409"/>
                </a:lnTo>
                <a:lnTo>
                  <a:pt x="734388" y="77452"/>
                </a:lnTo>
                <a:lnTo>
                  <a:pt x="767438" y="102240"/>
                </a:lnTo>
                <a:lnTo>
                  <a:pt x="807480" y="158493"/>
                </a:lnTo>
                <a:lnTo>
                  <a:pt x="812800" y="189179"/>
                </a:lnTo>
                <a:lnTo>
                  <a:pt x="807480" y="219865"/>
                </a:lnTo>
                <a:lnTo>
                  <a:pt x="767438" y="276118"/>
                </a:lnTo>
                <a:lnTo>
                  <a:pt x="734388" y="300906"/>
                </a:lnTo>
                <a:lnTo>
                  <a:pt x="693768" y="322949"/>
                </a:lnTo>
                <a:lnTo>
                  <a:pt x="646414" y="341858"/>
                </a:lnTo>
                <a:lnTo>
                  <a:pt x="593164" y="357243"/>
                </a:lnTo>
                <a:lnTo>
                  <a:pt x="534853" y="368714"/>
                </a:lnTo>
                <a:lnTo>
                  <a:pt x="472320" y="375882"/>
                </a:lnTo>
                <a:lnTo>
                  <a:pt x="406400" y="378359"/>
                </a:lnTo>
                <a:lnTo>
                  <a:pt x="340479" y="375882"/>
                </a:lnTo>
                <a:lnTo>
                  <a:pt x="277946" y="368714"/>
                </a:lnTo>
                <a:lnTo>
                  <a:pt x="219635" y="357243"/>
                </a:lnTo>
                <a:lnTo>
                  <a:pt x="166385" y="341858"/>
                </a:lnTo>
                <a:lnTo>
                  <a:pt x="119031" y="322949"/>
                </a:lnTo>
                <a:lnTo>
                  <a:pt x="78411" y="300906"/>
                </a:lnTo>
                <a:lnTo>
                  <a:pt x="45361" y="276118"/>
                </a:lnTo>
                <a:lnTo>
                  <a:pt x="5319" y="219865"/>
                </a:lnTo>
                <a:lnTo>
                  <a:pt x="0" y="189179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600141" y="5750338"/>
            <a:ext cx="612140" cy="283845"/>
          </a:xfrm>
          <a:custGeom>
            <a:avLst/>
            <a:gdLst/>
            <a:ahLst/>
            <a:cxnLst/>
            <a:rect l="l" t="t" r="r" b="b"/>
            <a:pathLst>
              <a:path w="612140" h="283845">
                <a:moveTo>
                  <a:pt x="611717" y="0"/>
                </a:moveTo>
                <a:lnTo>
                  <a:pt x="0" y="283769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210800" y="5750338"/>
            <a:ext cx="558800" cy="283845"/>
          </a:xfrm>
          <a:custGeom>
            <a:avLst/>
            <a:gdLst/>
            <a:ahLst/>
            <a:cxnLst/>
            <a:rect l="l" t="t" r="r" b="b"/>
            <a:pathLst>
              <a:path w="558800" h="283845">
                <a:moveTo>
                  <a:pt x="0" y="0"/>
                </a:moveTo>
                <a:lnTo>
                  <a:pt x="558800" y="283769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956800" y="6223287"/>
            <a:ext cx="508000" cy="1270"/>
          </a:xfrm>
          <a:custGeom>
            <a:avLst/>
            <a:gdLst/>
            <a:ahLst/>
            <a:cxnLst/>
            <a:rect l="l" t="t" r="r" b="b"/>
            <a:pathLst>
              <a:path w="508000" h="1270">
                <a:moveTo>
                  <a:pt x="0" y="0"/>
                </a:moveTo>
                <a:lnTo>
                  <a:pt x="508000" y="985"/>
                </a:lnTo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248078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248078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01092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601092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924584" y="5476137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6" y="0"/>
                </a:lnTo>
                <a:lnTo>
                  <a:pt x="156116" y="156235"/>
                </a:lnTo>
                <a:lnTo>
                  <a:pt x="0" y="156235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924584" y="5476137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340897" y="5476137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5"/>
                </a:lnTo>
                <a:lnTo>
                  <a:pt x="0" y="156235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340897" y="5476137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664389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664389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017405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017405" y="6153158"/>
            <a:ext cx="156210" cy="156845"/>
          </a:xfrm>
          <a:custGeom>
            <a:avLst/>
            <a:gdLst/>
            <a:ahLst/>
            <a:cxnLst/>
            <a:rect l="l" t="t" r="r" b="b"/>
            <a:pathLst>
              <a:path w="156209" h="156845">
                <a:moveTo>
                  <a:pt x="0" y="0"/>
                </a:moveTo>
                <a:lnTo>
                  <a:pt x="156117" y="0"/>
                </a:lnTo>
                <a:lnTo>
                  <a:pt x="156117" y="156236"/>
                </a:lnTo>
                <a:lnTo>
                  <a:pt x="0" y="15623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DC7C354-7D7A-C2E0-D49B-A9A7F78C7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Question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A995BF9-4434-8255-DB67-2CD1F9CA81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Would it be better to branch on the most constrained or the least constrained variable next?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7837" y="172719"/>
            <a:ext cx="869569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Ordering: </a:t>
            </a:r>
            <a:r>
              <a:rPr spc="-5" dirty="0"/>
              <a:t>Minimum Remaining</a:t>
            </a:r>
            <a:r>
              <a:rPr spc="-10" dirty="0"/>
              <a:t> </a:t>
            </a:r>
            <a:r>
              <a:rPr spc="-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34" y="1390903"/>
            <a:ext cx="888238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Variable Ordering: Minimum remaining values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(MRV):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Choose the variable with the </a:t>
            </a:r>
            <a:r>
              <a:rPr sz="2400" dirty="0">
                <a:latin typeface="Calibri"/>
                <a:cs typeface="Calibri"/>
              </a:rPr>
              <a:t>fewest </a:t>
            </a:r>
            <a:r>
              <a:rPr sz="2400" spc="-5" dirty="0">
                <a:latin typeface="Calibri"/>
                <a:cs typeface="Calibri"/>
              </a:rPr>
              <a:t>legal </a:t>
            </a:r>
            <a:r>
              <a:rPr sz="2400" dirty="0">
                <a:latin typeface="Calibri"/>
                <a:cs typeface="Calibri"/>
              </a:rPr>
              <a:t>left values </a:t>
            </a:r>
            <a:r>
              <a:rPr sz="2400" spc="-5" dirty="0">
                <a:latin typeface="Calibri"/>
                <a:cs typeface="Calibri"/>
              </a:rPr>
              <a:t>in its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domain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34" y="4542535"/>
            <a:ext cx="6038215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Also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called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“most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constrained</a:t>
            </a:r>
            <a:r>
              <a:rPr sz="280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33399"/>
                </a:solidFill>
                <a:latin typeface="Calibri"/>
                <a:cs typeface="Calibri"/>
              </a:rPr>
              <a:t>variable”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0740" y="2672975"/>
            <a:ext cx="8435322" cy="1441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6800" y="2641598"/>
            <a:ext cx="2209800" cy="1524000"/>
          </a:xfrm>
          <a:custGeom>
            <a:avLst/>
            <a:gdLst/>
            <a:ahLst/>
            <a:cxnLst/>
            <a:rect l="l" t="t" r="r" b="b"/>
            <a:pathLst>
              <a:path w="2209800" h="1524000">
                <a:moveTo>
                  <a:pt x="0" y="0"/>
                </a:moveTo>
                <a:lnTo>
                  <a:pt x="2209800" y="0"/>
                </a:lnTo>
                <a:lnTo>
                  <a:pt x="2209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16600" y="2565398"/>
            <a:ext cx="2286000" cy="1524000"/>
          </a:xfrm>
          <a:custGeom>
            <a:avLst/>
            <a:gdLst/>
            <a:ahLst/>
            <a:cxnLst/>
            <a:rect l="l" t="t" r="r" b="b"/>
            <a:pathLst>
              <a:path w="2286000" h="1524000">
                <a:moveTo>
                  <a:pt x="0" y="0"/>
                </a:moveTo>
                <a:lnTo>
                  <a:pt x="2286000" y="0"/>
                </a:lnTo>
                <a:lnTo>
                  <a:pt x="2286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02600" y="2489198"/>
            <a:ext cx="2286000" cy="1524000"/>
          </a:xfrm>
          <a:custGeom>
            <a:avLst/>
            <a:gdLst/>
            <a:ahLst/>
            <a:cxnLst/>
            <a:rect l="l" t="t" r="r" b="b"/>
            <a:pathLst>
              <a:path w="2286000" h="1524000">
                <a:moveTo>
                  <a:pt x="0" y="0"/>
                </a:moveTo>
                <a:lnTo>
                  <a:pt x="2286000" y="0"/>
                </a:lnTo>
                <a:lnTo>
                  <a:pt x="2286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9950" y="172719"/>
            <a:ext cx="7912734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Ordering: </a:t>
            </a:r>
            <a:r>
              <a:rPr spc="-5" dirty="0"/>
              <a:t>Least </a:t>
            </a:r>
            <a:r>
              <a:rPr dirty="0"/>
              <a:t>Constraining</a:t>
            </a:r>
            <a:r>
              <a:rPr spc="-60" dirty="0"/>
              <a:t> </a:t>
            </a:r>
            <a:r>
              <a:rPr dirty="0"/>
              <a:t>Value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400" y="891686"/>
            <a:ext cx="11052048" cy="5232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Value Ordering: Least Constraining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Value</a:t>
            </a:r>
            <a:endParaRPr sz="2800" dirty="0">
              <a:latin typeface="Calibri"/>
              <a:cs typeface="Calibri"/>
            </a:endParaRPr>
          </a:p>
          <a:p>
            <a:pPr marL="755650" marR="1778635" lvl="1" indent="-285750">
              <a:lnSpc>
                <a:spcPts val="2620"/>
              </a:lnSpc>
              <a:spcBef>
                <a:spcPts val="63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choice of variable, choose the </a:t>
            </a:r>
            <a:r>
              <a:rPr sz="2400" i="1" spc="-45" dirty="0">
                <a:latin typeface="Calibri"/>
                <a:cs typeface="Calibri"/>
              </a:rPr>
              <a:t>least  </a:t>
            </a:r>
            <a:r>
              <a:rPr sz="2400" i="1" dirty="0">
                <a:latin typeface="Calibri"/>
                <a:cs typeface="Calibri"/>
              </a:rPr>
              <a:t>constraining</a:t>
            </a:r>
            <a:r>
              <a:rPr sz="2400" i="1" spc="-10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value</a:t>
            </a:r>
            <a:endParaRPr sz="2400" dirty="0">
              <a:latin typeface="Calibri"/>
              <a:cs typeface="Calibri"/>
            </a:endParaRPr>
          </a:p>
          <a:p>
            <a:pPr marL="755650" marR="1358900" lvl="1" indent="-285750">
              <a:lnSpc>
                <a:spcPts val="2590"/>
              </a:lnSpc>
              <a:spcBef>
                <a:spcPts val="49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I.e.,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Look for the value that creates the least restrictions on other variables. </a:t>
            </a:r>
          </a:p>
          <a:p>
            <a:pPr marL="755650" marR="1358900" lvl="1" indent="-285750">
              <a:lnSpc>
                <a:spcPts val="2590"/>
              </a:lnSpc>
              <a:spcBef>
                <a:spcPts val="49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Note that it may take some computation </a:t>
            </a:r>
            <a:r>
              <a:rPr sz="2400" spc="-260" dirty="0">
                <a:latin typeface="Calibri"/>
                <a:cs typeface="Calibri"/>
              </a:rPr>
              <a:t>to  </a:t>
            </a:r>
            <a:r>
              <a:rPr sz="2400" spc="-5" dirty="0">
                <a:latin typeface="Calibri"/>
                <a:cs typeface="Calibri"/>
              </a:rPr>
              <a:t>determine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this!	(E.g., </a:t>
            </a:r>
            <a:r>
              <a:rPr sz="2400" dirty="0">
                <a:latin typeface="Calibri"/>
                <a:cs typeface="Calibri"/>
              </a:rPr>
              <a:t>rerunning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filtering)</a:t>
            </a:r>
            <a:endParaRPr lang="en-US" sz="2400" spc="-5" dirty="0">
              <a:latin typeface="Calibri"/>
              <a:cs typeface="Calibri"/>
            </a:endParaRPr>
          </a:p>
          <a:p>
            <a:pPr marL="755650" marR="1358900" lvl="1" indent="-285750">
              <a:lnSpc>
                <a:spcPts val="2590"/>
              </a:lnSpc>
              <a:spcBef>
                <a:spcPts val="495"/>
              </a:spcBef>
              <a:buFont typeface="Malgun Gothic"/>
              <a:buChar char="▪"/>
              <a:tabLst>
                <a:tab pos="755650" algn="l"/>
              </a:tabLst>
            </a:pP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Malgun Gothic"/>
              <a:buChar char="▪"/>
            </a:pPr>
            <a:endParaRPr sz="2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lang="en-US"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lang="en-US"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lang="en-US" sz="3600" dirty="0">
              <a:latin typeface="Times New Roman"/>
              <a:cs typeface="Times New Roman"/>
            </a:endParaRPr>
          </a:p>
          <a:p>
            <a:pPr marL="355600" marR="1929130" indent="-342900">
              <a:lnSpc>
                <a:spcPts val="331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Combining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these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ordering ideas </a:t>
            </a:r>
            <a:r>
              <a:rPr sz="2800" spc="-130" dirty="0">
                <a:solidFill>
                  <a:srgbClr val="333399"/>
                </a:solidFill>
                <a:latin typeface="Calibri"/>
                <a:cs typeface="Calibri"/>
              </a:rPr>
              <a:t>makes 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1000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queens</a:t>
            </a:r>
            <a:r>
              <a:rPr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feasible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Picture 4" descr="australia-least-constraining-value">
            <a:extLst>
              <a:ext uri="{FF2B5EF4-FFF2-40B4-BE49-F238E27FC236}">
                <a16:creationId xmlns:a16="http://schemas.microsoft.com/office/drawing/2014/main" id="{91883D76-C18A-EF3E-06D2-0EB837569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716" y="3560882"/>
            <a:ext cx="7745811" cy="183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0446C115-A0A6-E05E-B7BC-5878E2FC6134}"/>
              </a:ext>
            </a:extLst>
          </p:cNvPr>
          <p:cNvSpPr/>
          <p:nvPr/>
        </p:nvSpPr>
        <p:spPr>
          <a:xfrm>
            <a:off x="9278155" y="4653280"/>
            <a:ext cx="2761445" cy="2204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800" y="0"/>
            <a:ext cx="214947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10CAA-1D6C-961F-DEA0-A7878BFC51F6}"/>
              </a:ext>
            </a:extLst>
          </p:cNvPr>
          <p:cNvSpPr txBox="1"/>
          <p:nvPr/>
        </p:nvSpPr>
        <p:spPr>
          <a:xfrm>
            <a:off x="342068" y="965038"/>
            <a:ext cx="109873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Google Sans"/>
              </a:rPr>
              <a:t>A final class of improvements to solving constraint satisfaction problems are those that exploit their </a:t>
            </a:r>
            <a:r>
              <a:rPr lang="en-US" sz="2400" b="1" dirty="0">
                <a:latin typeface="Google Sans"/>
              </a:rPr>
              <a:t>structure</a:t>
            </a:r>
            <a:r>
              <a:rPr lang="en-US" sz="2400" dirty="0">
                <a:latin typeface="Google Sans"/>
              </a:rPr>
              <a:t>. In particular, if we’re trying to solve a tree-structured CSP (one that has no loops in its constraint graph).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oogle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Google Sans"/>
              </a:rPr>
              <a:t>First, pick an arbitrary node in the constraint graph for the CSP to serve as the root of the tree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oogle 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Google Sans"/>
              </a:rPr>
              <a:t>Convert all undirected edges in the tree to directed edges pointing away from the root node (designated as node A).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D0D0D"/>
              </a:solidFill>
              <a:effectLst/>
              <a:latin typeface="Google 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Google Sans"/>
              </a:rPr>
              <a:t>Linearize (or topologically sort) the resulting directed acyclic graph by ordering the nodes such that all edges point rightwards, representing a consistent direction of traversal away from the root node.</a:t>
            </a:r>
          </a:p>
          <a:p>
            <a:endParaRPr lang="en-US" sz="2400" dirty="0">
              <a:latin typeface="Google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07935" y="23687"/>
            <a:ext cx="571706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Tree-Structured</a:t>
            </a:r>
            <a:r>
              <a:rPr spc="-25" dirty="0"/>
              <a:t> </a:t>
            </a:r>
            <a:r>
              <a:rPr dirty="0"/>
              <a:t>CSPs</a:t>
            </a:r>
          </a:p>
        </p:txBody>
      </p:sp>
      <p:sp>
        <p:nvSpPr>
          <p:cNvPr id="5" name="object 5"/>
          <p:cNvSpPr txBox="1">
            <a:spLocks/>
          </p:cNvSpPr>
          <p:nvPr/>
        </p:nvSpPr>
        <p:spPr>
          <a:xfrm>
            <a:off x="388935" y="819837"/>
            <a:ext cx="10531475" cy="831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lang="en-US" sz="2800" spc="-5" dirty="0">
                <a:solidFill>
                  <a:srgbClr val="333399"/>
                </a:solidFill>
                <a:latin typeface="Calibri"/>
                <a:cs typeface="Calibri"/>
              </a:rPr>
              <a:t>Algorithm for tree-structured</a:t>
            </a:r>
            <a:r>
              <a:rPr lang="en-US" sz="2800" spc="-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CSPs:</a:t>
            </a:r>
            <a:endParaRPr lang="en-US"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40"/>
              </a:spcBef>
              <a:buFont typeface="Malgun Gothic"/>
              <a:buChar char="▪"/>
              <a:tabLst>
                <a:tab pos="755650" algn="l"/>
              </a:tabLst>
            </a:pPr>
            <a:r>
              <a:rPr lang="en-US" sz="2400" dirty="0">
                <a:latin typeface="Calibri"/>
                <a:cs typeface="Calibri"/>
              </a:rPr>
              <a:t>Order: </a:t>
            </a:r>
            <a:r>
              <a:rPr lang="en-US" sz="2400" spc="-5" dirty="0">
                <a:latin typeface="Calibri"/>
                <a:cs typeface="Calibri"/>
              </a:rPr>
              <a:t>Choose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5" dirty="0">
                <a:latin typeface="Calibri"/>
                <a:cs typeface="Calibri"/>
              </a:rPr>
              <a:t>root variable, </a:t>
            </a:r>
            <a:r>
              <a:rPr lang="en-US" sz="2400" dirty="0">
                <a:latin typeface="Calibri"/>
                <a:cs typeface="Calibri"/>
              </a:rPr>
              <a:t>order </a:t>
            </a:r>
            <a:r>
              <a:rPr lang="en-US" sz="2400" spc="-5" dirty="0">
                <a:latin typeface="Calibri"/>
                <a:cs typeface="Calibri"/>
              </a:rPr>
              <a:t>variables so that </a:t>
            </a:r>
            <a:r>
              <a:rPr lang="en-US" sz="2400" dirty="0">
                <a:latin typeface="Calibri"/>
                <a:cs typeface="Calibri"/>
              </a:rPr>
              <a:t>parents precede</a:t>
            </a:r>
            <a:r>
              <a:rPr lang="en-US" sz="2400" spc="20" dirty="0">
                <a:latin typeface="Calibri"/>
                <a:cs typeface="Calibri"/>
              </a:rPr>
              <a:t> </a:t>
            </a:r>
            <a:r>
              <a:rPr lang="en-US" sz="2400" spc="-55" dirty="0">
                <a:latin typeface="Calibri"/>
                <a:cs typeface="Calibri"/>
              </a:rPr>
              <a:t>children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/>
          </p:cNvSpPr>
          <p:nvPr/>
        </p:nvSpPr>
        <p:spPr>
          <a:xfrm>
            <a:off x="245739" y="3598250"/>
            <a:ext cx="1081786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r>
              <a:rPr lang="en-US" sz="2400" spc="-5" dirty="0">
                <a:latin typeface="Google Sans"/>
                <a:cs typeface="Calibri"/>
              </a:rPr>
              <a:t>Remove backward: </a:t>
            </a:r>
            <a:r>
              <a:rPr lang="en-US" sz="2400" dirty="0">
                <a:latin typeface="Google Sans"/>
              </a:rPr>
              <a:t>Iterating from </a:t>
            </a:r>
            <a:r>
              <a:rPr lang="en-US" sz="2400" dirty="0" err="1">
                <a:latin typeface="Google Sans"/>
              </a:rPr>
              <a:t>i</a:t>
            </a:r>
            <a:r>
              <a:rPr lang="en-US" sz="2400" dirty="0">
                <a:latin typeface="Google Sans"/>
              </a:rPr>
              <a:t> = n down to </a:t>
            </a:r>
            <a:r>
              <a:rPr lang="en-US" sz="2400" dirty="0" err="1">
                <a:latin typeface="Google Sans"/>
              </a:rPr>
              <a:t>i</a:t>
            </a:r>
            <a:r>
              <a:rPr lang="en-US" sz="2400" dirty="0">
                <a:latin typeface="Google Sans"/>
              </a:rPr>
              <a:t> = 2, enforce arc consistency for all arcs Parent(X</a:t>
            </a:r>
            <a:r>
              <a:rPr lang="en-US" sz="2400" baseline="-25000" dirty="0">
                <a:latin typeface="Google Sans"/>
              </a:rPr>
              <a:t>i</a:t>
            </a:r>
            <a:r>
              <a:rPr lang="en-US" sz="2400" dirty="0">
                <a:latin typeface="Google Sans"/>
              </a:rPr>
              <a:t>) → X</a:t>
            </a:r>
            <a:r>
              <a:rPr lang="en-US" sz="2400" baseline="-25000" dirty="0">
                <a:latin typeface="Google Sans"/>
              </a:rPr>
              <a:t>i    (Check consistency if not make it )</a:t>
            </a: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baseline="-250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endParaRPr lang="en-US" sz="2400" dirty="0">
              <a:latin typeface="Google Sans"/>
            </a:endParaRPr>
          </a:p>
          <a:p>
            <a:pPr marL="755650" indent="-285750">
              <a:lnSpc>
                <a:spcPct val="100000"/>
              </a:lnSpc>
              <a:buFont typeface="Malgun Gothic"/>
              <a:buChar char="▪"/>
              <a:tabLst>
                <a:tab pos="755650" algn="l"/>
              </a:tabLst>
            </a:pPr>
            <a:r>
              <a:rPr lang="en-US" sz="2400" spc="-5" dirty="0">
                <a:latin typeface="Google Sans"/>
                <a:cs typeface="Calibri"/>
              </a:rPr>
              <a:t>Assign forward: For </a:t>
            </a:r>
            <a:r>
              <a:rPr lang="en-US" sz="2400" dirty="0" err="1">
                <a:latin typeface="Google Sans"/>
                <a:cs typeface="Calibri"/>
              </a:rPr>
              <a:t>i</a:t>
            </a:r>
            <a:r>
              <a:rPr lang="en-US" sz="2400" dirty="0">
                <a:latin typeface="Google Sans"/>
                <a:cs typeface="Calibri"/>
              </a:rPr>
              <a:t> = 1 : n, </a:t>
            </a:r>
            <a:r>
              <a:rPr lang="en-US" sz="2400" spc="-5" dirty="0">
                <a:latin typeface="Google Sans"/>
                <a:cs typeface="Calibri"/>
              </a:rPr>
              <a:t>assign </a:t>
            </a:r>
            <a:r>
              <a:rPr lang="en-US" sz="2400" dirty="0">
                <a:latin typeface="Google Sans"/>
                <a:cs typeface="Calibri"/>
              </a:rPr>
              <a:t>X</a:t>
            </a:r>
            <a:r>
              <a:rPr lang="en-US" sz="2400" baseline="-17361" dirty="0">
                <a:latin typeface="Google Sans"/>
                <a:cs typeface="Calibri"/>
              </a:rPr>
              <a:t>i </a:t>
            </a:r>
            <a:r>
              <a:rPr lang="en-US" sz="2400" spc="-5" dirty="0">
                <a:latin typeface="Google Sans"/>
                <a:cs typeface="Calibri"/>
              </a:rPr>
              <a:t>consistently with</a:t>
            </a:r>
            <a:r>
              <a:rPr lang="en-US" sz="2400" spc="-40" dirty="0">
                <a:latin typeface="Google Sans"/>
                <a:cs typeface="Calibri"/>
              </a:rPr>
              <a:t> </a:t>
            </a:r>
            <a:r>
              <a:rPr lang="en-US" sz="2400" spc="-5" dirty="0">
                <a:latin typeface="Google Sans"/>
                <a:cs typeface="Calibri"/>
              </a:rPr>
              <a:t>Parent(X</a:t>
            </a:r>
            <a:r>
              <a:rPr lang="en-US" sz="2400" spc="-7" baseline="-17361" dirty="0">
                <a:latin typeface="Google Sans"/>
                <a:cs typeface="Calibri"/>
              </a:rPr>
              <a:t>i</a:t>
            </a:r>
            <a:r>
              <a:rPr lang="en-US" sz="2400" spc="-5" dirty="0">
                <a:latin typeface="Google Sans"/>
                <a:cs typeface="Calibri"/>
              </a:rPr>
              <a:t>)</a:t>
            </a:r>
            <a:endParaRPr lang="en-US" sz="2400" dirty="0">
              <a:latin typeface="Google Sans"/>
              <a:cs typeface="Calibri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EDFA846-7A6C-38B5-C927-24B14C424EAD}"/>
              </a:ext>
            </a:extLst>
          </p:cNvPr>
          <p:cNvGrpSpPr/>
          <p:nvPr/>
        </p:nvGrpSpPr>
        <p:grpSpPr>
          <a:xfrm>
            <a:off x="892579" y="1621621"/>
            <a:ext cx="10210799" cy="1939923"/>
            <a:chOff x="990600" y="2286000"/>
            <a:chExt cx="10210799" cy="1939923"/>
          </a:xfrm>
        </p:grpSpPr>
        <p:sp>
          <p:nvSpPr>
            <p:cNvPr id="7" name="object 7"/>
            <p:cNvSpPr/>
            <p:nvPr/>
          </p:nvSpPr>
          <p:spPr>
            <a:xfrm>
              <a:off x="5815012" y="2286000"/>
              <a:ext cx="5386387" cy="11017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0600" y="2473325"/>
              <a:ext cx="2544762" cy="1463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19811" y="33877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19811" y="33877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342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342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342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42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486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486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3010" y="33877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63010" y="33877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630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630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630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630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7774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77410" y="36925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774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774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6918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691810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19811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5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9811" y="399732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73162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5">
                  <a:moveTo>
                    <a:pt x="0" y="0"/>
                  </a:moveTo>
                  <a:lnTo>
                    <a:pt x="90236" y="0"/>
                  </a:lnTo>
                  <a:lnTo>
                    <a:pt x="90236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73162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63399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63399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92726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5">
                  <a:moveTo>
                    <a:pt x="0" y="0"/>
                  </a:moveTo>
                  <a:lnTo>
                    <a:pt x="90236" y="0"/>
                  </a:lnTo>
                  <a:lnTo>
                    <a:pt x="90236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92726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2489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2489" y="3022598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5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73162" y="3937227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6" y="0"/>
                  </a:lnTo>
                  <a:lnTo>
                    <a:pt x="90236" y="90258"/>
                  </a:lnTo>
                  <a:lnTo>
                    <a:pt x="0" y="90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73162" y="3937227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02653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02653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92890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6" y="0"/>
                  </a:lnTo>
                  <a:lnTo>
                    <a:pt x="90236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92890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83126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6" y="0"/>
                  </a:lnTo>
                  <a:lnTo>
                    <a:pt x="90236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83126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68726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6" y="0"/>
                  </a:lnTo>
                  <a:lnTo>
                    <a:pt x="90236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68726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858962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58962" y="3465873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5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30562" y="3937227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58"/>
                  </a:lnTo>
                  <a:lnTo>
                    <a:pt x="0" y="90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30562" y="3937227"/>
              <a:ext cx="90805" cy="90805"/>
            </a:xfrm>
            <a:custGeom>
              <a:avLst/>
              <a:gdLst/>
              <a:ahLst/>
              <a:cxnLst/>
              <a:rect l="l" t="t" r="r" b="b"/>
              <a:pathLst>
                <a:path w="90804" h="90804">
                  <a:moveTo>
                    <a:pt x="0" y="0"/>
                  </a:moveTo>
                  <a:lnTo>
                    <a:pt x="90237" y="0"/>
                  </a:lnTo>
                  <a:lnTo>
                    <a:pt x="90237" y="90260"/>
                  </a:lnTo>
                  <a:lnTo>
                    <a:pt x="0" y="9026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191000" y="2778123"/>
              <a:ext cx="990600" cy="1066800"/>
            </a:xfrm>
            <a:custGeom>
              <a:avLst/>
              <a:gdLst/>
              <a:ahLst/>
              <a:cxnLst/>
              <a:rect l="l" t="t" r="r" b="b"/>
              <a:pathLst>
                <a:path w="990600" h="1066800">
                  <a:moveTo>
                    <a:pt x="495300" y="0"/>
                  </a:moveTo>
                  <a:lnTo>
                    <a:pt x="495300" y="266700"/>
                  </a:lnTo>
                  <a:lnTo>
                    <a:pt x="0" y="266700"/>
                  </a:lnTo>
                  <a:lnTo>
                    <a:pt x="0" y="800100"/>
                  </a:lnTo>
                  <a:lnTo>
                    <a:pt x="495300" y="800100"/>
                  </a:lnTo>
                  <a:lnTo>
                    <a:pt x="495300" y="1066799"/>
                  </a:lnTo>
                  <a:lnTo>
                    <a:pt x="990600" y="5334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91000" y="2778123"/>
              <a:ext cx="990600" cy="1066800"/>
            </a:xfrm>
            <a:custGeom>
              <a:avLst/>
              <a:gdLst/>
              <a:ahLst/>
              <a:cxnLst/>
              <a:rect l="l" t="t" r="r" b="b"/>
              <a:pathLst>
                <a:path w="990600" h="1066800">
                  <a:moveTo>
                    <a:pt x="0" y="266700"/>
                  </a:moveTo>
                  <a:lnTo>
                    <a:pt x="495300" y="266700"/>
                  </a:lnTo>
                  <a:lnTo>
                    <a:pt x="495300" y="0"/>
                  </a:lnTo>
                  <a:lnTo>
                    <a:pt x="990600" y="533400"/>
                  </a:lnTo>
                  <a:lnTo>
                    <a:pt x="495300" y="1066800"/>
                  </a:lnTo>
                  <a:lnTo>
                    <a:pt x="495300" y="800100"/>
                  </a:lnTo>
                  <a:lnTo>
                    <a:pt x="0" y="800100"/>
                  </a:lnTo>
                  <a:lnTo>
                    <a:pt x="0" y="266700"/>
                  </a:lnTo>
                  <a:close/>
                </a:path>
              </a:pathLst>
            </a:custGeom>
            <a:ln w="25400">
              <a:solidFill>
                <a:srgbClr val="33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C6470288-1A2E-6679-7E01-D535B0F92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46" y="4555330"/>
            <a:ext cx="3813875" cy="13620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6550" y="0"/>
            <a:ext cx="643890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Nearly Tree-Structured</a:t>
            </a:r>
            <a:r>
              <a:rPr spc="5" dirty="0"/>
              <a:t> </a:t>
            </a:r>
            <a:r>
              <a:rPr dirty="0"/>
              <a:t>CSPs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4" y="4362704"/>
            <a:ext cx="10633075" cy="1465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b="1" spc="-5" dirty="0">
                <a:solidFill>
                  <a:srgbClr val="333399"/>
                </a:solidFill>
                <a:latin typeface="Calibri"/>
                <a:cs typeface="Calibri"/>
              </a:rPr>
              <a:t>Conditioning: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instantiate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variable, prune its neighbors'</a:t>
            </a:r>
            <a:r>
              <a:rPr sz="2800" spc="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domains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710"/>
              </a:lnSpc>
              <a:spcBef>
                <a:spcPts val="2575"/>
              </a:spcBef>
              <a:buFont typeface="Malgun Gothic"/>
              <a:buChar char="▪"/>
              <a:tabLst>
                <a:tab pos="355600" algn="l"/>
              </a:tabLst>
            </a:pPr>
            <a:r>
              <a:rPr sz="2800" b="1" spc="-5" dirty="0">
                <a:solidFill>
                  <a:srgbClr val="333399"/>
                </a:solidFill>
                <a:latin typeface="Calibri"/>
                <a:cs typeface="Calibri"/>
              </a:rPr>
              <a:t>Cutset conditioning: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instantiate (in all ways)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set of variables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such </a:t>
            </a:r>
            <a:r>
              <a:rPr sz="2800" spc="-140" dirty="0">
                <a:solidFill>
                  <a:srgbClr val="333399"/>
                </a:solidFill>
                <a:latin typeface="Calibri"/>
                <a:cs typeface="Calibri"/>
              </a:rPr>
              <a:t>that 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the remaining constraint graph is </a:t>
            </a:r>
            <a:r>
              <a:rPr sz="28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3187" y="1371600"/>
            <a:ext cx="7030756" cy="2782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BC007-F515-E73A-FE74-FB4233829703}"/>
              </a:ext>
            </a:extLst>
          </p:cNvPr>
          <p:cNvSpPr txBox="1"/>
          <p:nvPr/>
        </p:nvSpPr>
        <p:spPr>
          <a:xfrm>
            <a:off x="10034016" y="1371600"/>
            <a:ext cx="1548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SA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575" y="43270"/>
            <a:ext cx="451485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Cutset</a:t>
            </a:r>
            <a:r>
              <a:rPr spc="-35" dirty="0"/>
              <a:t> </a:t>
            </a:r>
            <a:r>
              <a:rPr spc="-5" dirty="0"/>
              <a:t>Conditioning</a:t>
            </a:r>
          </a:p>
        </p:txBody>
      </p:sp>
      <p:sp>
        <p:nvSpPr>
          <p:cNvPr id="3" name="object 3"/>
          <p:cNvSpPr/>
          <p:nvPr/>
        </p:nvSpPr>
        <p:spPr>
          <a:xfrm>
            <a:off x="6787660" y="1538198"/>
            <a:ext cx="1746738" cy="1128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71898" y="2090560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60" y="9837"/>
                </a:lnTo>
                <a:lnTo>
                  <a:pt x="36667" y="36666"/>
                </a:lnTo>
                <a:lnTo>
                  <a:pt x="9838" y="76459"/>
                </a:lnTo>
                <a:lnTo>
                  <a:pt x="0" y="125188"/>
                </a:lnTo>
                <a:lnTo>
                  <a:pt x="9838" y="173918"/>
                </a:lnTo>
                <a:lnTo>
                  <a:pt x="36667" y="213710"/>
                </a:lnTo>
                <a:lnTo>
                  <a:pt x="76460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71898" y="2090560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17174" y="21188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70752" y="2983701"/>
            <a:ext cx="1744248" cy="11310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52502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66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52502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97776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91613" y="2981196"/>
            <a:ext cx="1742744" cy="1133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1858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71858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17132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12473" y="2983701"/>
            <a:ext cx="1741326" cy="11310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91301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125188" y="0"/>
                </a:moveTo>
                <a:lnTo>
                  <a:pt x="76459" y="9837"/>
                </a:lnTo>
                <a:lnTo>
                  <a:pt x="36666" y="36666"/>
                </a:lnTo>
                <a:lnTo>
                  <a:pt x="9837" y="76459"/>
                </a:lnTo>
                <a:lnTo>
                  <a:pt x="0" y="125188"/>
                </a:lnTo>
                <a:lnTo>
                  <a:pt x="9837" y="173918"/>
                </a:lnTo>
                <a:lnTo>
                  <a:pt x="36666" y="213710"/>
                </a:lnTo>
                <a:lnTo>
                  <a:pt x="76459" y="240540"/>
                </a:lnTo>
                <a:lnTo>
                  <a:pt x="125188" y="250377"/>
                </a:lnTo>
                <a:lnTo>
                  <a:pt x="173918" y="240540"/>
                </a:lnTo>
                <a:lnTo>
                  <a:pt x="213710" y="213710"/>
                </a:lnTo>
                <a:lnTo>
                  <a:pt x="240540" y="173918"/>
                </a:lnTo>
                <a:lnTo>
                  <a:pt x="250377" y="125188"/>
                </a:lnTo>
                <a:lnTo>
                  <a:pt x="240540" y="76459"/>
                </a:lnTo>
                <a:lnTo>
                  <a:pt x="213710" y="36666"/>
                </a:lnTo>
                <a:lnTo>
                  <a:pt x="173918" y="9837"/>
                </a:lnTo>
                <a:lnTo>
                  <a:pt x="12518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91301" y="3538359"/>
            <a:ext cx="250825" cy="250825"/>
          </a:xfrm>
          <a:custGeom>
            <a:avLst/>
            <a:gdLst/>
            <a:ahLst/>
            <a:cxnLst/>
            <a:rect l="l" t="t" r="r" b="b"/>
            <a:pathLst>
              <a:path w="250825" h="250825">
                <a:moveTo>
                  <a:pt x="0" y="125189"/>
                </a:moveTo>
                <a:lnTo>
                  <a:pt x="9837" y="76459"/>
                </a:lnTo>
                <a:lnTo>
                  <a:pt x="36667" y="36667"/>
                </a:lnTo>
                <a:lnTo>
                  <a:pt x="76459" y="9837"/>
                </a:lnTo>
                <a:lnTo>
                  <a:pt x="125189" y="0"/>
                </a:lnTo>
                <a:lnTo>
                  <a:pt x="173918" y="9837"/>
                </a:lnTo>
                <a:lnTo>
                  <a:pt x="213711" y="36667"/>
                </a:lnTo>
                <a:lnTo>
                  <a:pt x="240540" y="76459"/>
                </a:lnTo>
                <a:lnTo>
                  <a:pt x="250378" y="125189"/>
                </a:lnTo>
                <a:lnTo>
                  <a:pt x="240540" y="173918"/>
                </a:lnTo>
                <a:lnTo>
                  <a:pt x="213711" y="213711"/>
                </a:lnTo>
                <a:lnTo>
                  <a:pt x="173918" y="240540"/>
                </a:lnTo>
                <a:lnTo>
                  <a:pt x="125189" y="250378"/>
                </a:lnTo>
                <a:lnTo>
                  <a:pt x="76459" y="240540"/>
                </a:lnTo>
                <a:lnTo>
                  <a:pt x="36667" y="213711"/>
                </a:lnTo>
                <a:lnTo>
                  <a:pt x="9837" y="173918"/>
                </a:lnTo>
                <a:lnTo>
                  <a:pt x="0" y="12518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336576" y="3566667"/>
            <a:ext cx="16954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SA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18140" y="4744859"/>
            <a:ext cx="1718730" cy="11225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16663" y="4734836"/>
            <a:ext cx="1715808" cy="11325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612473" y="4739850"/>
            <a:ext cx="1720493" cy="11275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10156" y="2429363"/>
            <a:ext cx="1374775" cy="486409"/>
          </a:xfrm>
          <a:custGeom>
            <a:avLst/>
            <a:gdLst/>
            <a:ahLst/>
            <a:cxnLst/>
            <a:rect l="l" t="t" r="r" b="b"/>
            <a:pathLst>
              <a:path w="1374775" h="486410">
                <a:moveTo>
                  <a:pt x="100402" y="365833"/>
                </a:moveTo>
                <a:lnTo>
                  <a:pt x="0" y="466236"/>
                </a:lnTo>
                <a:lnTo>
                  <a:pt x="140563" y="486316"/>
                </a:lnTo>
                <a:lnTo>
                  <a:pt x="124833" y="439126"/>
                </a:lnTo>
                <a:lnTo>
                  <a:pt x="111448" y="439126"/>
                </a:lnTo>
                <a:lnTo>
                  <a:pt x="105423" y="421054"/>
                </a:lnTo>
                <a:lnTo>
                  <a:pt x="117470" y="417038"/>
                </a:lnTo>
                <a:lnTo>
                  <a:pt x="100402" y="365833"/>
                </a:lnTo>
                <a:close/>
              </a:path>
              <a:path w="1374775" h="486410">
                <a:moveTo>
                  <a:pt x="117470" y="417038"/>
                </a:moveTo>
                <a:lnTo>
                  <a:pt x="105423" y="421054"/>
                </a:lnTo>
                <a:lnTo>
                  <a:pt x="111448" y="439126"/>
                </a:lnTo>
                <a:lnTo>
                  <a:pt x="123495" y="435111"/>
                </a:lnTo>
                <a:lnTo>
                  <a:pt x="117470" y="417038"/>
                </a:lnTo>
                <a:close/>
              </a:path>
              <a:path w="1374775" h="486410">
                <a:moveTo>
                  <a:pt x="123495" y="435111"/>
                </a:moveTo>
                <a:lnTo>
                  <a:pt x="111448" y="439126"/>
                </a:lnTo>
                <a:lnTo>
                  <a:pt x="124833" y="439126"/>
                </a:lnTo>
                <a:lnTo>
                  <a:pt x="123495" y="435111"/>
                </a:lnTo>
                <a:close/>
              </a:path>
              <a:path w="1374775" h="486410">
                <a:moveTo>
                  <a:pt x="1368587" y="0"/>
                </a:moveTo>
                <a:lnTo>
                  <a:pt x="117470" y="417038"/>
                </a:lnTo>
                <a:lnTo>
                  <a:pt x="123495" y="435111"/>
                </a:lnTo>
                <a:lnTo>
                  <a:pt x="1374612" y="18072"/>
                </a:lnTo>
                <a:lnTo>
                  <a:pt x="1368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83463" y="2353262"/>
            <a:ext cx="1375410" cy="530225"/>
          </a:xfrm>
          <a:custGeom>
            <a:avLst/>
            <a:gdLst/>
            <a:ahLst/>
            <a:cxnLst/>
            <a:rect l="l" t="t" r="r" b="b"/>
            <a:pathLst>
              <a:path w="1375409" h="530225">
                <a:moveTo>
                  <a:pt x="1252430" y="479297"/>
                </a:moveTo>
                <a:lnTo>
                  <a:pt x="1233770" y="529945"/>
                </a:lnTo>
                <a:lnTo>
                  <a:pt x="1374893" y="514264"/>
                </a:lnTo>
                <a:lnTo>
                  <a:pt x="1346168" y="483687"/>
                </a:lnTo>
                <a:lnTo>
                  <a:pt x="1264344" y="483687"/>
                </a:lnTo>
                <a:lnTo>
                  <a:pt x="1252430" y="479297"/>
                </a:lnTo>
                <a:close/>
              </a:path>
              <a:path w="1375409" h="530225">
                <a:moveTo>
                  <a:pt x="1259016" y="461422"/>
                </a:moveTo>
                <a:lnTo>
                  <a:pt x="1252430" y="479297"/>
                </a:lnTo>
                <a:lnTo>
                  <a:pt x="1264344" y="483687"/>
                </a:lnTo>
                <a:lnTo>
                  <a:pt x="1270930" y="465811"/>
                </a:lnTo>
                <a:lnTo>
                  <a:pt x="1259016" y="461422"/>
                </a:lnTo>
                <a:close/>
              </a:path>
              <a:path w="1375409" h="530225">
                <a:moveTo>
                  <a:pt x="1277675" y="410775"/>
                </a:moveTo>
                <a:lnTo>
                  <a:pt x="1259016" y="461422"/>
                </a:lnTo>
                <a:lnTo>
                  <a:pt x="1270930" y="465811"/>
                </a:lnTo>
                <a:lnTo>
                  <a:pt x="1264344" y="483687"/>
                </a:lnTo>
                <a:lnTo>
                  <a:pt x="1346168" y="483687"/>
                </a:lnTo>
                <a:lnTo>
                  <a:pt x="1277675" y="410775"/>
                </a:lnTo>
                <a:close/>
              </a:path>
              <a:path w="1375409" h="530225">
                <a:moveTo>
                  <a:pt x="6586" y="0"/>
                </a:moveTo>
                <a:lnTo>
                  <a:pt x="0" y="17875"/>
                </a:lnTo>
                <a:lnTo>
                  <a:pt x="1252430" y="479297"/>
                </a:lnTo>
                <a:lnTo>
                  <a:pt x="1259016" y="461422"/>
                </a:lnTo>
                <a:lnTo>
                  <a:pt x="65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56456" y="24384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2000" y="2743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79741" y="2812288"/>
            <a:ext cx="200342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5080" indent="-152400">
              <a:lnSpc>
                <a:spcPts val="2110"/>
              </a:lnSpc>
            </a:pPr>
            <a:r>
              <a:rPr sz="1800" spc="-15" dirty="0">
                <a:latin typeface="Calibri"/>
                <a:cs typeface="Calibri"/>
              </a:rPr>
              <a:t>Instantiate </a:t>
            </a:r>
            <a:r>
              <a:rPr sz="1800" spc="-5" dirty="0">
                <a:latin typeface="Calibri"/>
                <a:cs typeface="Calibri"/>
              </a:rPr>
              <a:t>the cutset  </a:t>
            </a:r>
            <a:r>
              <a:rPr sz="1800" dirty="0">
                <a:latin typeface="Calibri"/>
                <a:cs typeface="Calibri"/>
              </a:rPr>
              <a:t>(all </a:t>
            </a:r>
            <a:r>
              <a:rPr sz="1800" spc="-5" dirty="0">
                <a:latin typeface="Calibri"/>
                <a:cs typeface="Calibri"/>
              </a:rPr>
              <a:t>possible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62000" y="3886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48880" y="3955288"/>
            <a:ext cx="206502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520" marR="5080" indent="-84455">
              <a:lnSpc>
                <a:spcPts val="2110"/>
              </a:lnSpc>
            </a:pPr>
            <a:r>
              <a:rPr sz="1800" spc="-5" dirty="0">
                <a:latin typeface="Calibri"/>
                <a:cs typeface="Calibri"/>
              </a:rPr>
              <a:t>Compute </a:t>
            </a:r>
            <a:r>
              <a:rPr sz="1800" spc="-10" dirty="0">
                <a:latin typeface="Calibri"/>
                <a:cs typeface="Calibri"/>
              </a:rPr>
              <a:t>residual </a:t>
            </a:r>
            <a:r>
              <a:rPr sz="1800" spc="-5" dirty="0">
                <a:latin typeface="Calibri"/>
                <a:cs typeface="Calibri"/>
              </a:rPr>
              <a:t>CSP 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assignment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2000" y="5029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05287" y="5098288"/>
            <a:ext cx="2153285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5435" marR="5080" indent="-293370">
              <a:lnSpc>
                <a:spcPts val="2110"/>
              </a:lnSpc>
            </a:pPr>
            <a:r>
              <a:rPr sz="1800" spc="-10" dirty="0">
                <a:latin typeface="Calibri"/>
                <a:cs typeface="Calibri"/>
              </a:rPr>
              <a:t>Solve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residual </a:t>
            </a:r>
            <a:r>
              <a:rPr sz="1800" spc="-10" dirty="0">
                <a:latin typeface="Calibri"/>
                <a:cs typeface="Calibri"/>
              </a:rPr>
              <a:t>CSPs  (tree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2000" y="1600200"/>
            <a:ext cx="2438400" cy="685800"/>
          </a:xfrm>
          <a:custGeom>
            <a:avLst/>
            <a:gdLst/>
            <a:ahLst/>
            <a:cxnLst/>
            <a:rect l="l" t="t" r="r" b="b"/>
            <a:pathLst>
              <a:path w="2438400" h="685800">
                <a:moveTo>
                  <a:pt x="0" y="114301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301" y="0"/>
                </a:lnTo>
                <a:lnTo>
                  <a:pt x="2324099" y="0"/>
                </a:lnTo>
                <a:lnTo>
                  <a:pt x="2368590" y="8982"/>
                </a:lnTo>
                <a:lnTo>
                  <a:pt x="2404922" y="33478"/>
                </a:lnTo>
                <a:lnTo>
                  <a:pt x="2429417" y="69810"/>
                </a:lnTo>
                <a:lnTo>
                  <a:pt x="2438400" y="114301"/>
                </a:lnTo>
                <a:lnTo>
                  <a:pt x="2438400" y="571498"/>
                </a:lnTo>
                <a:lnTo>
                  <a:pt x="2429417" y="615989"/>
                </a:lnTo>
                <a:lnTo>
                  <a:pt x="2404922" y="652321"/>
                </a:lnTo>
                <a:lnTo>
                  <a:pt x="2368590" y="676817"/>
                </a:lnTo>
                <a:lnTo>
                  <a:pt x="2324099" y="685800"/>
                </a:lnTo>
                <a:lnTo>
                  <a:pt x="114301" y="685800"/>
                </a:lnTo>
                <a:lnTo>
                  <a:pt x="69810" y="676817"/>
                </a:lnTo>
                <a:lnTo>
                  <a:pt x="33478" y="652321"/>
                </a:lnTo>
                <a:lnTo>
                  <a:pt x="8982" y="615989"/>
                </a:lnTo>
                <a:lnTo>
                  <a:pt x="0" y="571498"/>
                </a:lnTo>
                <a:lnTo>
                  <a:pt x="0" y="114301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231709" y="1792223"/>
            <a:ext cx="1499870" cy="30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cutset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7371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6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6" y="342900"/>
                </a:lnTo>
                <a:lnTo>
                  <a:pt x="53976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6" y="342900"/>
                </a:lnTo>
                <a:lnTo>
                  <a:pt x="73026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6" y="330200"/>
                </a:lnTo>
                <a:lnTo>
                  <a:pt x="73026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565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375900" y="4038600"/>
            <a:ext cx="127000" cy="457200"/>
          </a:xfrm>
          <a:custGeom>
            <a:avLst/>
            <a:gdLst/>
            <a:ahLst/>
            <a:cxnLst/>
            <a:rect l="l" t="t" r="r" b="b"/>
            <a:pathLst>
              <a:path w="127000" h="457200">
                <a:moveTo>
                  <a:pt x="53975" y="330200"/>
                </a:moveTo>
                <a:lnTo>
                  <a:pt x="0" y="330200"/>
                </a:lnTo>
                <a:lnTo>
                  <a:pt x="63501" y="457200"/>
                </a:lnTo>
                <a:lnTo>
                  <a:pt x="120650" y="342900"/>
                </a:lnTo>
                <a:lnTo>
                  <a:pt x="53975" y="342900"/>
                </a:lnTo>
                <a:lnTo>
                  <a:pt x="53975" y="330200"/>
                </a:lnTo>
                <a:close/>
              </a:path>
              <a:path w="127000" h="457200">
                <a:moveTo>
                  <a:pt x="73025" y="0"/>
                </a:moveTo>
                <a:lnTo>
                  <a:pt x="53975" y="0"/>
                </a:lnTo>
                <a:lnTo>
                  <a:pt x="53975" y="342900"/>
                </a:lnTo>
                <a:lnTo>
                  <a:pt x="73025" y="342900"/>
                </a:lnTo>
                <a:lnTo>
                  <a:pt x="73025" y="0"/>
                </a:lnTo>
                <a:close/>
              </a:path>
              <a:path w="127000" h="457200">
                <a:moveTo>
                  <a:pt x="127000" y="330200"/>
                </a:moveTo>
                <a:lnTo>
                  <a:pt x="73025" y="330200"/>
                </a:lnTo>
                <a:lnTo>
                  <a:pt x="73025" y="342900"/>
                </a:lnTo>
                <a:lnTo>
                  <a:pt x="120650" y="342900"/>
                </a:lnTo>
                <a:lnTo>
                  <a:pt x="127000" y="33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DD04E-FC52-9A46-73D9-FCCBEFCB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8D2B27-6D2D-1EFE-A359-A91212826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2100" y="557"/>
            <a:ext cx="65278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/>
              <a:t>Iterative Algorithms for</a:t>
            </a:r>
            <a:r>
              <a:rPr lang="en-US" spc="10" dirty="0"/>
              <a:t> </a:t>
            </a:r>
            <a:r>
              <a:rPr lang="en-US" dirty="0"/>
              <a:t>CSPs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6424DB-7409-CF0B-4B02-E938406EFA86}"/>
              </a:ext>
            </a:extLst>
          </p:cNvPr>
          <p:cNvSpPr txBox="1">
            <a:spLocks/>
          </p:cNvSpPr>
          <p:nvPr/>
        </p:nvSpPr>
        <p:spPr>
          <a:xfrm>
            <a:off x="804672" y="1238497"/>
            <a:ext cx="9448724" cy="3067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Backtracking search is not the </a:t>
            </a:r>
            <a:r>
              <a:rPr lang="en-US" sz="2800" spc="-5" dirty="0">
                <a:solidFill>
                  <a:srgbClr val="FF0000"/>
                </a:solidFill>
                <a:latin typeface="Google Sans"/>
                <a:cs typeface="Calibri"/>
              </a:rPr>
              <a:t>only algorithm that exists for solving constraint satisfaction problems. </a:t>
            </a: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endParaRPr lang="en-US" sz="2800" spc="-5" dirty="0">
              <a:solidFill>
                <a:srgbClr val="333399"/>
              </a:solidFill>
              <a:latin typeface="Google Sans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 Another widely used algorithm is </a:t>
            </a:r>
            <a:r>
              <a:rPr lang="en-US" sz="2800" spc="-5" dirty="0">
                <a:solidFill>
                  <a:srgbClr val="FF0000"/>
                </a:solidFill>
                <a:latin typeface="Google Sans"/>
                <a:cs typeface="Calibri"/>
              </a:rPr>
              <a:t>local search</a:t>
            </a: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, for which the idea is simple but remarkably useful. </a:t>
            </a: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endParaRPr lang="en-US" sz="2800" spc="-5" dirty="0">
              <a:solidFill>
                <a:srgbClr val="333399"/>
              </a:solidFill>
              <a:latin typeface="Google Sans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333399"/>
              </a:buClr>
              <a:buFont typeface="Malgun Gothic"/>
              <a:buChar char="▪"/>
            </a:pP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104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C0CE-D2C4-5CD5-E638-397DCF23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151FC-077B-F42D-0FED-3A711654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31" y="0"/>
            <a:ext cx="4576127" cy="677108"/>
          </a:xfrm>
        </p:spPr>
        <p:txBody>
          <a:bodyPr/>
          <a:lstStyle/>
          <a:p>
            <a:r>
              <a:rPr lang="en-US" sz="4400" spc="-5" dirty="0">
                <a:latin typeface="Google Sans"/>
                <a:cs typeface="Calibri"/>
              </a:rPr>
              <a:t>local search</a:t>
            </a: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CB03A14-94FF-EDCB-F5B7-A00C0D7DEC2A}"/>
              </a:ext>
            </a:extLst>
          </p:cNvPr>
          <p:cNvSpPr txBox="1">
            <a:spLocks/>
          </p:cNvSpPr>
          <p:nvPr/>
        </p:nvSpPr>
        <p:spPr>
          <a:xfrm>
            <a:off x="204718" y="607665"/>
            <a:ext cx="10290810" cy="329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Tree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search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keeps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unexplored alternatives on the fringe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(ensures</a:t>
            </a:r>
            <a:r>
              <a:rPr lang="en-US" sz="2400" spc="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completeness)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99"/>
              </a:buClr>
              <a:buFont typeface="Malgun Gothic"/>
              <a:buChar char="▪"/>
            </a:pPr>
            <a:endParaRPr lang="en-US" sz="35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Local search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: improve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single option until you can’t make it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better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(no</a:t>
            </a:r>
            <a:r>
              <a:rPr lang="en-US" sz="2400" spc="3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fringe!)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333399"/>
              </a:buClr>
              <a:buFont typeface="Malgun Gothic"/>
              <a:buChar char="▪"/>
            </a:pPr>
            <a:endParaRPr lang="en-US" sz="3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To Apply to CSPs:</a:t>
            </a:r>
          </a:p>
          <a:p>
            <a:pPr marL="812800" lvl="1" indent="-342900"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Take an assignment with unsatisfied Constraints</a:t>
            </a:r>
          </a:p>
          <a:p>
            <a:pPr marL="812800" lvl="1" indent="-342900"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Operators reassign variable values</a:t>
            </a:r>
          </a:p>
          <a:p>
            <a:pPr marL="812800" lvl="1" indent="-342900"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latin typeface="Calibri"/>
                <a:cs typeface="Calibri"/>
              </a:rPr>
              <a:t>No fringe</a:t>
            </a:r>
          </a:p>
        </p:txBody>
      </p:sp>
      <p:sp>
        <p:nvSpPr>
          <p:cNvPr id="8" name="object 37">
            <a:extLst>
              <a:ext uri="{FF2B5EF4-FFF2-40B4-BE49-F238E27FC236}">
                <a16:creationId xmlns:a16="http://schemas.microsoft.com/office/drawing/2014/main" id="{85C2EBCB-506C-228C-DFB4-C9FAFF5F2475}"/>
              </a:ext>
            </a:extLst>
          </p:cNvPr>
          <p:cNvSpPr/>
          <p:nvPr/>
        </p:nvSpPr>
        <p:spPr>
          <a:xfrm>
            <a:off x="9393653" y="3339765"/>
            <a:ext cx="119652" cy="170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2208AC-8575-D770-F99E-BDCDC092AAAC}"/>
              </a:ext>
            </a:extLst>
          </p:cNvPr>
          <p:cNvGrpSpPr/>
          <p:nvPr/>
        </p:nvGrpSpPr>
        <p:grpSpPr>
          <a:xfrm>
            <a:off x="6472276" y="2878650"/>
            <a:ext cx="5978595" cy="2307491"/>
            <a:chOff x="5296395" y="2862918"/>
            <a:chExt cx="6860116" cy="2471583"/>
          </a:xfrm>
        </p:grpSpPr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91B18171-AE33-7FEE-9D0D-D87D29420DCA}"/>
                </a:ext>
              </a:extLst>
            </p:cNvPr>
            <p:cNvSpPr/>
            <p:nvPr/>
          </p:nvSpPr>
          <p:spPr>
            <a:xfrm>
              <a:off x="6172200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39" y="332464"/>
                  </a:lnTo>
                  <a:lnTo>
                    <a:pt x="388284" y="294487"/>
                  </a:lnTo>
                  <a:lnTo>
                    <a:pt x="403671" y="251435"/>
                  </a:lnTo>
                  <a:lnTo>
                    <a:pt x="409073" y="204537"/>
                  </a:lnTo>
                  <a:lnTo>
                    <a:pt x="403671" y="157638"/>
                  </a:lnTo>
                  <a:lnTo>
                    <a:pt x="388284" y="114587"/>
                  </a:lnTo>
                  <a:lnTo>
                    <a:pt x="364139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A2993929-1F08-8314-7C52-BB41231A1B53}"/>
                </a:ext>
              </a:extLst>
            </p:cNvPr>
            <p:cNvSpPr/>
            <p:nvPr/>
          </p:nvSpPr>
          <p:spPr>
            <a:xfrm>
              <a:off x="6172200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E0E657F4-6505-D985-62C6-479EB49610FA}"/>
                </a:ext>
              </a:extLst>
            </p:cNvPr>
            <p:cNvSpPr/>
            <p:nvPr/>
          </p:nvSpPr>
          <p:spPr>
            <a:xfrm>
              <a:off x="6990346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AF3EA45F-306E-5FB3-EE1D-09486465AFEF}"/>
                </a:ext>
              </a:extLst>
            </p:cNvPr>
            <p:cNvSpPr/>
            <p:nvPr/>
          </p:nvSpPr>
          <p:spPr>
            <a:xfrm>
              <a:off x="6990346" y="415791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C50BA2A7-D15B-D5E7-6F36-EF2346FAAADA}"/>
                </a:ext>
              </a:extLst>
            </p:cNvPr>
            <p:cNvSpPr/>
            <p:nvPr/>
          </p:nvSpPr>
          <p:spPr>
            <a:xfrm>
              <a:off x="6581274" y="4362450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F1EFA9B8-49B0-1E58-2342-797AE32D65AC}"/>
                </a:ext>
              </a:extLst>
            </p:cNvPr>
            <p:cNvSpPr/>
            <p:nvPr/>
          </p:nvSpPr>
          <p:spPr>
            <a:xfrm>
              <a:off x="6734675" y="4106778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A22036CA-DDFE-DFD5-FFF7-2D738F1C1EDC}"/>
                </a:ext>
              </a:extLst>
            </p:cNvPr>
            <p:cNvSpPr/>
            <p:nvPr/>
          </p:nvSpPr>
          <p:spPr>
            <a:xfrm>
              <a:off x="8831178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418BA0E6-5FDB-EA15-E7FB-AABA2E07ECE5}"/>
                </a:ext>
              </a:extLst>
            </p:cNvPr>
            <p:cNvSpPr/>
            <p:nvPr/>
          </p:nvSpPr>
          <p:spPr>
            <a:xfrm>
              <a:off x="8831178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EED63002-5840-241E-6E11-B121599DFE1E}"/>
                </a:ext>
              </a:extLst>
            </p:cNvPr>
            <p:cNvSpPr/>
            <p:nvPr/>
          </p:nvSpPr>
          <p:spPr>
            <a:xfrm>
              <a:off x="9649325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70B45592-F6F2-BB72-D287-14C894204A7B}"/>
                </a:ext>
              </a:extLst>
            </p:cNvPr>
            <p:cNvSpPr/>
            <p:nvPr/>
          </p:nvSpPr>
          <p:spPr>
            <a:xfrm>
              <a:off x="9649325" y="3902242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D8A55B52-16BD-078F-BA73-30C35E0E1D61}"/>
                </a:ext>
              </a:extLst>
            </p:cNvPr>
            <p:cNvSpPr/>
            <p:nvPr/>
          </p:nvSpPr>
          <p:spPr>
            <a:xfrm>
              <a:off x="9240253" y="4106778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7B9BC596-9D13-0338-812C-88F4D0636400}"/>
                </a:ext>
              </a:extLst>
            </p:cNvPr>
            <p:cNvSpPr/>
            <p:nvPr/>
          </p:nvSpPr>
          <p:spPr>
            <a:xfrm>
              <a:off x="9393653" y="3851107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B937B5E0-738D-68CA-C72C-821558679BC7}"/>
                </a:ext>
              </a:extLst>
            </p:cNvPr>
            <p:cNvSpPr/>
            <p:nvPr/>
          </p:nvSpPr>
          <p:spPr>
            <a:xfrm>
              <a:off x="8831178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39"/>
                  </a:lnTo>
                  <a:lnTo>
                    <a:pt x="114587" y="388284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4"/>
                  </a:lnTo>
                  <a:lnTo>
                    <a:pt x="332464" y="364139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5310ACB3-1870-FB52-D8ED-736482703111}"/>
                </a:ext>
              </a:extLst>
            </p:cNvPr>
            <p:cNvSpPr/>
            <p:nvPr/>
          </p:nvSpPr>
          <p:spPr>
            <a:xfrm>
              <a:off x="8831178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FD53731C-B5E8-0CE7-CB4C-D58727325103}"/>
                </a:ext>
              </a:extLst>
            </p:cNvPr>
            <p:cNvSpPr/>
            <p:nvPr/>
          </p:nvSpPr>
          <p:spPr>
            <a:xfrm>
              <a:off x="9649325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39"/>
                  </a:lnTo>
                  <a:lnTo>
                    <a:pt x="114587" y="388284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4"/>
                  </a:lnTo>
                  <a:lnTo>
                    <a:pt x="332464" y="364139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89CAD830-46AF-AEC1-96AB-491742F88032}"/>
                </a:ext>
              </a:extLst>
            </p:cNvPr>
            <p:cNvSpPr/>
            <p:nvPr/>
          </p:nvSpPr>
          <p:spPr>
            <a:xfrm>
              <a:off x="9649325" y="441358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D62007C6-B53B-CC3F-211A-D0BDA819692D}"/>
                </a:ext>
              </a:extLst>
            </p:cNvPr>
            <p:cNvSpPr/>
            <p:nvPr/>
          </p:nvSpPr>
          <p:spPr>
            <a:xfrm>
              <a:off x="9240253" y="4618121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FD844BAE-B8F0-CB78-88B2-563BEC556962}"/>
                </a:ext>
              </a:extLst>
            </p:cNvPr>
            <p:cNvSpPr/>
            <p:nvPr/>
          </p:nvSpPr>
          <p:spPr>
            <a:xfrm>
              <a:off x="9393653" y="4362450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6F88073F-6C66-F654-6378-EBA2C8D6D851}"/>
                </a:ext>
              </a:extLst>
            </p:cNvPr>
            <p:cNvSpPr/>
            <p:nvPr/>
          </p:nvSpPr>
          <p:spPr>
            <a:xfrm>
              <a:off x="8831178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A8F7FC06-9ECC-BB30-A1E0-9024DACEC373}"/>
                </a:ext>
              </a:extLst>
            </p:cNvPr>
            <p:cNvSpPr/>
            <p:nvPr/>
          </p:nvSpPr>
          <p:spPr>
            <a:xfrm>
              <a:off x="8831178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72A552A5-1658-106E-75AC-B5A26E2C0F5A}"/>
                </a:ext>
              </a:extLst>
            </p:cNvPr>
            <p:cNvSpPr/>
            <p:nvPr/>
          </p:nvSpPr>
          <p:spPr>
            <a:xfrm>
              <a:off x="9649325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8"/>
                  </a:lnTo>
                  <a:lnTo>
                    <a:pt x="20789" y="114586"/>
                  </a:lnTo>
                  <a:lnTo>
                    <a:pt x="5401" y="157637"/>
                  </a:lnTo>
                  <a:lnTo>
                    <a:pt x="0" y="204536"/>
                  </a:lnTo>
                  <a:lnTo>
                    <a:pt x="5401" y="251434"/>
                  </a:lnTo>
                  <a:lnTo>
                    <a:pt x="20789" y="294486"/>
                  </a:lnTo>
                  <a:lnTo>
                    <a:pt x="44934" y="332463"/>
                  </a:lnTo>
                  <a:lnTo>
                    <a:pt x="76609" y="364138"/>
                  </a:lnTo>
                  <a:lnTo>
                    <a:pt x="114587" y="388283"/>
                  </a:lnTo>
                  <a:lnTo>
                    <a:pt x="157638" y="403671"/>
                  </a:lnTo>
                  <a:lnTo>
                    <a:pt x="204537" y="409073"/>
                  </a:lnTo>
                  <a:lnTo>
                    <a:pt x="251435" y="403671"/>
                  </a:lnTo>
                  <a:lnTo>
                    <a:pt x="294487" y="388283"/>
                  </a:lnTo>
                  <a:lnTo>
                    <a:pt x="332464" y="364138"/>
                  </a:lnTo>
                  <a:lnTo>
                    <a:pt x="364140" y="332463"/>
                  </a:lnTo>
                  <a:lnTo>
                    <a:pt x="388285" y="294486"/>
                  </a:lnTo>
                  <a:lnTo>
                    <a:pt x="403672" y="251434"/>
                  </a:lnTo>
                  <a:lnTo>
                    <a:pt x="409074" y="204536"/>
                  </a:lnTo>
                  <a:lnTo>
                    <a:pt x="403672" y="157637"/>
                  </a:lnTo>
                  <a:lnTo>
                    <a:pt x="388285" y="114586"/>
                  </a:lnTo>
                  <a:lnTo>
                    <a:pt x="364140" y="76608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370A415C-9499-8A78-AD42-BF3E3BD9C4F6}"/>
                </a:ext>
              </a:extLst>
            </p:cNvPr>
            <p:cNvSpPr/>
            <p:nvPr/>
          </p:nvSpPr>
          <p:spPr>
            <a:xfrm>
              <a:off x="9649325" y="492492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7">
              <a:extLst>
                <a:ext uri="{FF2B5EF4-FFF2-40B4-BE49-F238E27FC236}">
                  <a16:creationId xmlns:a16="http://schemas.microsoft.com/office/drawing/2014/main" id="{1862173F-4396-88F0-F117-4AE74A543198}"/>
                </a:ext>
              </a:extLst>
            </p:cNvPr>
            <p:cNvSpPr/>
            <p:nvPr/>
          </p:nvSpPr>
          <p:spPr>
            <a:xfrm>
              <a:off x="9240253" y="5129462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38086BB0-6E7D-F945-A4B6-71C2B5716E36}"/>
                </a:ext>
              </a:extLst>
            </p:cNvPr>
            <p:cNvSpPr/>
            <p:nvPr/>
          </p:nvSpPr>
          <p:spPr>
            <a:xfrm>
              <a:off x="9393653" y="4873792"/>
              <a:ext cx="119652" cy="1707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8AA7F8FA-58FE-AF07-49D9-90D471EA2D46}"/>
                </a:ext>
              </a:extLst>
            </p:cNvPr>
            <p:cNvSpPr/>
            <p:nvPr/>
          </p:nvSpPr>
          <p:spPr>
            <a:xfrm>
              <a:off x="7601646" y="4075976"/>
              <a:ext cx="1025525" cy="295910"/>
            </a:xfrm>
            <a:custGeom>
              <a:avLst/>
              <a:gdLst/>
              <a:ahLst/>
              <a:cxnLst/>
              <a:rect l="l" t="t" r="r" b="b"/>
              <a:pathLst>
                <a:path w="1025525" h="295910">
                  <a:moveTo>
                    <a:pt x="899476" y="52363"/>
                  </a:moveTo>
                  <a:lnTo>
                    <a:pt x="0" y="277232"/>
                  </a:lnTo>
                  <a:lnTo>
                    <a:pt x="4620" y="295713"/>
                  </a:lnTo>
                  <a:lnTo>
                    <a:pt x="904096" y="70844"/>
                  </a:lnTo>
                  <a:lnTo>
                    <a:pt x="899476" y="52363"/>
                  </a:lnTo>
                  <a:close/>
                </a:path>
                <a:path w="1025525" h="295910">
                  <a:moveTo>
                    <a:pt x="1003431" y="49283"/>
                  </a:moveTo>
                  <a:lnTo>
                    <a:pt x="911796" y="49283"/>
                  </a:lnTo>
                  <a:lnTo>
                    <a:pt x="916416" y="67764"/>
                  </a:lnTo>
                  <a:lnTo>
                    <a:pt x="904096" y="70844"/>
                  </a:lnTo>
                  <a:lnTo>
                    <a:pt x="917187" y="123207"/>
                  </a:lnTo>
                  <a:lnTo>
                    <a:pt x="1003431" y="49283"/>
                  </a:lnTo>
                  <a:close/>
                </a:path>
                <a:path w="1025525" h="295910">
                  <a:moveTo>
                    <a:pt x="911796" y="49283"/>
                  </a:moveTo>
                  <a:lnTo>
                    <a:pt x="899476" y="52363"/>
                  </a:lnTo>
                  <a:lnTo>
                    <a:pt x="904096" y="70844"/>
                  </a:lnTo>
                  <a:lnTo>
                    <a:pt x="916416" y="67764"/>
                  </a:lnTo>
                  <a:lnTo>
                    <a:pt x="911796" y="49283"/>
                  </a:lnTo>
                  <a:close/>
                </a:path>
                <a:path w="1025525" h="295910">
                  <a:moveTo>
                    <a:pt x="886385" y="0"/>
                  </a:moveTo>
                  <a:lnTo>
                    <a:pt x="899476" y="52363"/>
                  </a:lnTo>
                  <a:lnTo>
                    <a:pt x="911796" y="49283"/>
                  </a:lnTo>
                  <a:lnTo>
                    <a:pt x="1003431" y="49283"/>
                  </a:lnTo>
                  <a:lnTo>
                    <a:pt x="1024994" y="30801"/>
                  </a:lnTo>
                  <a:lnTo>
                    <a:pt x="8863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45D90B83-032B-DAFD-56B6-09B1EBC6A011}"/>
                </a:ext>
              </a:extLst>
            </p:cNvPr>
            <p:cNvSpPr/>
            <p:nvPr/>
          </p:nvSpPr>
          <p:spPr>
            <a:xfrm>
              <a:off x="7598242" y="3595435"/>
              <a:ext cx="1028700" cy="774700"/>
            </a:xfrm>
            <a:custGeom>
              <a:avLst/>
              <a:gdLst/>
              <a:ahLst/>
              <a:cxnLst/>
              <a:rect l="l" t="t" r="r" b="b"/>
              <a:pathLst>
                <a:path w="1028700" h="774700">
                  <a:moveTo>
                    <a:pt x="921084" y="68579"/>
                  </a:moveTo>
                  <a:lnTo>
                    <a:pt x="0" y="759392"/>
                  </a:lnTo>
                  <a:lnTo>
                    <a:pt x="11429" y="774632"/>
                  </a:lnTo>
                  <a:lnTo>
                    <a:pt x="932514" y="83819"/>
                  </a:lnTo>
                  <a:lnTo>
                    <a:pt x="921084" y="68579"/>
                  </a:lnTo>
                  <a:close/>
                </a:path>
                <a:path w="1028700" h="774700">
                  <a:moveTo>
                    <a:pt x="997919" y="60959"/>
                  </a:moveTo>
                  <a:lnTo>
                    <a:pt x="931244" y="60959"/>
                  </a:lnTo>
                  <a:lnTo>
                    <a:pt x="942674" y="76199"/>
                  </a:lnTo>
                  <a:lnTo>
                    <a:pt x="932514" y="83819"/>
                  </a:lnTo>
                  <a:lnTo>
                    <a:pt x="964899" y="126999"/>
                  </a:lnTo>
                  <a:lnTo>
                    <a:pt x="997919" y="60959"/>
                  </a:lnTo>
                  <a:close/>
                </a:path>
                <a:path w="1028700" h="774700">
                  <a:moveTo>
                    <a:pt x="931244" y="60959"/>
                  </a:moveTo>
                  <a:lnTo>
                    <a:pt x="921084" y="68579"/>
                  </a:lnTo>
                  <a:lnTo>
                    <a:pt x="932514" y="83819"/>
                  </a:lnTo>
                  <a:lnTo>
                    <a:pt x="942674" y="76199"/>
                  </a:lnTo>
                  <a:lnTo>
                    <a:pt x="931244" y="60959"/>
                  </a:lnTo>
                  <a:close/>
                </a:path>
                <a:path w="1028700" h="774700">
                  <a:moveTo>
                    <a:pt x="1028399" y="0"/>
                  </a:moveTo>
                  <a:lnTo>
                    <a:pt x="888699" y="25399"/>
                  </a:lnTo>
                  <a:lnTo>
                    <a:pt x="921084" y="68579"/>
                  </a:lnTo>
                  <a:lnTo>
                    <a:pt x="931244" y="60959"/>
                  </a:lnTo>
                  <a:lnTo>
                    <a:pt x="997919" y="60959"/>
                  </a:lnTo>
                  <a:lnTo>
                    <a:pt x="10283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1">
              <a:extLst>
                <a:ext uri="{FF2B5EF4-FFF2-40B4-BE49-F238E27FC236}">
                  <a16:creationId xmlns:a16="http://schemas.microsoft.com/office/drawing/2014/main" id="{E55E33DB-5668-C2AB-BAA5-66AAD7401814}"/>
                </a:ext>
              </a:extLst>
            </p:cNvPr>
            <p:cNvSpPr/>
            <p:nvPr/>
          </p:nvSpPr>
          <p:spPr>
            <a:xfrm>
              <a:off x="7598242" y="4354829"/>
              <a:ext cx="1028700" cy="774700"/>
            </a:xfrm>
            <a:custGeom>
              <a:avLst/>
              <a:gdLst/>
              <a:ahLst/>
              <a:cxnLst/>
              <a:rect l="l" t="t" r="r" b="b"/>
              <a:pathLst>
                <a:path w="1028700" h="774700">
                  <a:moveTo>
                    <a:pt x="921084" y="706052"/>
                  </a:moveTo>
                  <a:lnTo>
                    <a:pt x="888699" y="749232"/>
                  </a:lnTo>
                  <a:lnTo>
                    <a:pt x="1028399" y="774632"/>
                  </a:lnTo>
                  <a:lnTo>
                    <a:pt x="997919" y="713672"/>
                  </a:lnTo>
                  <a:lnTo>
                    <a:pt x="931244" y="713672"/>
                  </a:lnTo>
                  <a:lnTo>
                    <a:pt x="921084" y="706052"/>
                  </a:lnTo>
                  <a:close/>
                </a:path>
                <a:path w="1028700" h="774700">
                  <a:moveTo>
                    <a:pt x="932514" y="690812"/>
                  </a:moveTo>
                  <a:lnTo>
                    <a:pt x="921084" y="706052"/>
                  </a:lnTo>
                  <a:lnTo>
                    <a:pt x="931244" y="713672"/>
                  </a:lnTo>
                  <a:lnTo>
                    <a:pt x="942674" y="698432"/>
                  </a:lnTo>
                  <a:lnTo>
                    <a:pt x="932514" y="690812"/>
                  </a:lnTo>
                  <a:close/>
                </a:path>
                <a:path w="1028700" h="774700">
                  <a:moveTo>
                    <a:pt x="964899" y="647632"/>
                  </a:moveTo>
                  <a:lnTo>
                    <a:pt x="932514" y="690812"/>
                  </a:lnTo>
                  <a:lnTo>
                    <a:pt x="942674" y="698432"/>
                  </a:lnTo>
                  <a:lnTo>
                    <a:pt x="931244" y="713672"/>
                  </a:lnTo>
                  <a:lnTo>
                    <a:pt x="997919" y="713672"/>
                  </a:lnTo>
                  <a:lnTo>
                    <a:pt x="964899" y="647632"/>
                  </a:lnTo>
                  <a:close/>
                </a:path>
                <a:path w="1028700" h="774700">
                  <a:moveTo>
                    <a:pt x="11429" y="0"/>
                  </a:moveTo>
                  <a:lnTo>
                    <a:pt x="0" y="15240"/>
                  </a:lnTo>
                  <a:lnTo>
                    <a:pt x="921084" y="706052"/>
                  </a:lnTo>
                  <a:lnTo>
                    <a:pt x="932514" y="690812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9E16FC9F-C637-A17A-8208-824CD990EC47}"/>
                </a:ext>
              </a:extLst>
            </p:cNvPr>
            <p:cNvSpPr/>
            <p:nvPr/>
          </p:nvSpPr>
          <p:spPr>
            <a:xfrm>
              <a:off x="8831178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24659923-0628-87F7-0175-73F155766424}"/>
                </a:ext>
              </a:extLst>
            </p:cNvPr>
            <p:cNvSpPr/>
            <p:nvPr/>
          </p:nvSpPr>
          <p:spPr>
            <a:xfrm>
              <a:off x="8831178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0DC17A8F-9402-CE99-643E-0935056BDD29}"/>
                </a:ext>
              </a:extLst>
            </p:cNvPr>
            <p:cNvSpPr/>
            <p:nvPr/>
          </p:nvSpPr>
          <p:spPr>
            <a:xfrm>
              <a:off x="9649325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537" y="0"/>
                  </a:moveTo>
                  <a:lnTo>
                    <a:pt x="157638" y="5401"/>
                  </a:lnTo>
                  <a:lnTo>
                    <a:pt x="114587" y="20789"/>
                  </a:lnTo>
                  <a:lnTo>
                    <a:pt x="76609" y="44934"/>
                  </a:lnTo>
                  <a:lnTo>
                    <a:pt x="44934" y="76609"/>
                  </a:lnTo>
                  <a:lnTo>
                    <a:pt x="20789" y="114587"/>
                  </a:lnTo>
                  <a:lnTo>
                    <a:pt x="5401" y="157638"/>
                  </a:lnTo>
                  <a:lnTo>
                    <a:pt x="0" y="204537"/>
                  </a:lnTo>
                  <a:lnTo>
                    <a:pt x="5401" y="251435"/>
                  </a:lnTo>
                  <a:lnTo>
                    <a:pt x="20789" y="294487"/>
                  </a:lnTo>
                  <a:lnTo>
                    <a:pt x="44934" y="332464"/>
                  </a:lnTo>
                  <a:lnTo>
                    <a:pt x="76609" y="364140"/>
                  </a:lnTo>
                  <a:lnTo>
                    <a:pt x="114587" y="388285"/>
                  </a:lnTo>
                  <a:lnTo>
                    <a:pt x="157638" y="403672"/>
                  </a:lnTo>
                  <a:lnTo>
                    <a:pt x="204537" y="409074"/>
                  </a:lnTo>
                  <a:lnTo>
                    <a:pt x="251435" y="403672"/>
                  </a:lnTo>
                  <a:lnTo>
                    <a:pt x="294487" y="388285"/>
                  </a:lnTo>
                  <a:lnTo>
                    <a:pt x="332464" y="364140"/>
                  </a:lnTo>
                  <a:lnTo>
                    <a:pt x="364140" y="332464"/>
                  </a:lnTo>
                  <a:lnTo>
                    <a:pt x="388285" y="294487"/>
                  </a:lnTo>
                  <a:lnTo>
                    <a:pt x="403672" y="251435"/>
                  </a:lnTo>
                  <a:lnTo>
                    <a:pt x="409074" y="204537"/>
                  </a:lnTo>
                  <a:lnTo>
                    <a:pt x="403672" y="157638"/>
                  </a:lnTo>
                  <a:lnTo>
                    <a:pt x="388285" y="114587"/>
                  </a:lnTo>
                  <a:lnTo>
                    <a:pt x="364140" y="76609"/>
                  </a:lnTo>
                  <a:lnTo>
                    <a:pt x="332464" y="44934"/>
                  </a:lnTo>
                  <a:lnTo>
                    <a:pt x="294487" y="20789"/>
                  </a:lnTo>
                  <a:lnTo>
                    <a:pt x="251435" y="5401"/>
                  </a:lnTo>
                  <a:lnTo>
                    <a:pt x="204537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47601507-D8C0-83E2-C57E-E7A5485C033C}"/>
                </a:ext>
              </a:extLst>
            </p:cNvPr>
            <p:cNvSpPr/>
            <p:nvPr/>
          </p:nvSpPr>
          <p:spPr>
            <a:xfrm>
              <a:off x="9649325" y="3390898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537"/>
                  </a:moveTo>
                  <a:lnTo>
                    <a:pt x="5401" y="157638"/>
                  </a:lnTo>
                  <a:lnTo>
                    <a:pt x="20789" y="114586"/>
                  </a:lnTo>
                  <a:lnTo>
                    <a:pt x="44934" y="76609"/>
                  </a:lnTo>
                  <a:lnTo>
                    <a:pt x="76609" y="44934"/>
                  </a:lnTo>
                  <a:lnTo>
                    <a:pt x="114586" y="20789"/>
                  </a:lnTo>
                  <a:lnTo>
                    <a:pt x="157638" y="5401"/>
                  </a:lnTo>
                  <a:lnTo>
                    <a:pt x="204537" y="0"/>
                  </a:lnTo>
                  <a:lnTo>
                    <a:pt x="251435" y="5401"/>
                  </a:lnTo>
                  <a:lnTo>
                    <a:pt x="294487" y="20789"/>
                  </a:lnTo>
                  <a:lnTo>
                    <a:pt x="332464" y="44934"/>
                  </a:lnTo>
                  <a:lnTo>
                    <a:pt x="364139" y="76609"/>
                  </a:lnTo>
                  <a:lnTo>
                    <a:pt x="388284" y="114586"/>
                  </a:lnTo>
                  <a:lnTo>
                    <a:pt x="403672" y="157638"/>
                  </a:lnTo>
                  <a:lnTo>
                    <a:pt x="409074" y="204537"/>
                  </a:lnTo>
                  <a:lnTo>
                    <a:pt x="403672" y="251435"/>
                  </a:lnTo>
                  <a:lnTo>
                    <a:pt x="388284" y="294487"/>
                  </a:lnTo>
                  <a:lnTo>
                    <a:pt x="364139" y="332464"/>
                  </a:lnTo>
                  <a:lnTo>
                    <a:pt x="332464" y="364139"/>
                  </a:lnTo>
                  <a:lnTo>
                    <a:pt x="294487" y="388284"/>
                  </a:lnTo>
                  <a:lnTo>
                    <a:pt x="251435" y="403672"/>
                  </a:lnTo>
                  <a:lnTo>
                    <a:pt x="204537" y="409074"/>
                  </a:lnTo>
                  <a:lnTo>
                    <a:pt x="157638" y="403672"/>
                  </a:lnTo>
                  <a:lnTo>
                    <a:pt x="114586" y="388284"/>
                  </a:lnTo>
                  <a:lnTo>
                    <a:pt x="76609" y="364139"/>
                  </a:lnTo>
                  <a:lnTo>
                    <a:pt x="44934" y="332464"/>
                  </a:lnTo>
                  <a:lnTo>
                    <a:pt x="20789" y="294487"/>
                  </a:lnTo>
                  <a:lnTo>
                    <a:pt x="5401" y="251435"/>
                  </a:lnTo>
                  <a:lnTo>
                    <a:pt x="0" y="204537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6">
              <a:extLst>
                <a:ext uri="{FF2B5EF4-FFF2-40B4-BE49-F238E27FC236}">
                  <a16:creationId xmlns:a16="http://schemas.microsoft.com/office/drawing/2014/main" id="{F237495E-2800-99D0-7F90-2317E713A3BD}"/>
                </a:ext>
              </a:extLst>
            </p:cNvPr>
            <p:cNvSpPr/>
            <p:nvPr/>
          </p:nvSpPr>
          <p:spPr>
            <a:xfrm>
              <a:off x="9240253" y="3595435"/>
              <a:ext cx="409575" cy="0"/>
            </a:xfrm>
            <a:custGeom>
              <a:avLst/>
              <a:gdLst/>
              <a:ahLst/>
              <a:cxnLst/>
              <a:rect l="l" t="t" r="r" b="b"/>
              <a:pathLst>
                <a:path w="409575">
                  <a:moveTo>
                    <a:pt x="0" y="0"/>
                  </a:moveTo>
                  <a:lnTo>
                    <a:pt x="409074" y="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8">
              <a:extLst>
                <a:ext uri="{FF2B5EF4-FFF2-40B4-BE49-F238E27FC236}">
                  <a16:creationId xmlns:a16="http://schemas.microsoft.com/office/drawing/2014/main" id="{FEA5E593-F60B-7882-0166-E0B0B835556E}"/>
                </a:ext>
              </a:extLst>
            </p:cNvPr>
            <p:cNvSpPr/>
            <p:nvPr/>
          </p:nvSpPr>
          <p:spPr>
            <a:xfrm>
              <a:off x="7601646" y="4353209"/>
              <a:ext cx="1025525" cy="295910"/>
            </a:xfrm>
            <a:custGeom>
              <a:avLst/>
              <a:gdLst/>
              <a:ahLst/>
              <a:cxnLst/>
              <a:rect l="l" t="t" r="r" b="b"/>
              <a:pathLst>
                <a:path w="1025525" h="295910">
                  <a:moveTo>
                    <a:pt x="899476" y="243349"/>
                  </a:moveTo>
                  <a:lnTo>
                    <a:pt x="886385" y="295713"/>
                  </a:lnTo>
                  <a:lnTo>
                    <a:pt x="1024994" y="264911"/>
                  </a:lnTo>
                  <a:lnTo>
                    <a:pt x="1003431" y="246429"/>
                  </a:lnTo>
                  <a:lnTo>
                    <a:pt x="911796" y="246429"/>
                  </a:lnTo>
                  <a:lnTo>
                    <a:pt x="899476" y="243349"/>
                  </a:lnTo>
                  <a:close/>
                </a:path>
                <a:path w="1025525" h="295910">
                  <a:moveTo>
                    <a:pt x="904096" y="224868"/>
                  </a:moveTo>
                  <a:lnTo>
                    <a:pt x="899476" y="243349"/>
                  </a:lnTo>
                  <a:lnTo>
                    <a:pt x="911796" y="246429"/>
                  </a:lnTo>
                  <a:lnTo>
                    <a:pt x="916416" y="227948"/>
                  </a:lnTo>
                  <a:lnTo>
                    <a:pt x="904096" y="224868"/>
                  </a:lnTo>
                  <a:close/>
                </a:path>
                <a:path w="1025525" h="295910">
                  <a:moveTo>
                    <a:pt x="917187" y="172505"/>
                  </a:moveTo>
                  <a:lnTo>
                    <a:pt x="904096" y="224868"/>
                  </a:lnTo>
                  <a:lnTo>
                    <a:pt x="916416" y="227948"/>
                  </a:lnTo>
                  <a:lnTo>
                    <a:pt x="911796" y="246429"/>
                  </a:lnTo>
                  <a:lnTo>
                    <a:pt x="1003431" y="246429"/>
                  </a:lnTo>
                  <a:lnTo>
                    <a:pt x="917187" y="172505"/>
                  </a:lnTo>
                  <a:close/>
                </a:path>
                <a:path w="1025525" h="295910">
                  <a:moveTo>
                    <a:pt x="4620" y="0"/>
                  </a:moveTo>
                  <a:lnTo>
                    <a:pt x="0" y="18481"/>
                  </a:lnTo>
                  <a:lnTo>
                    <a:pt x="899476" y="243349"/>
                  </a:lnTo>
                  <a:lnTo>
                    <a:pt x="904096" y="224868"/>
                  </a:lnTo>
                  <a:lnTo>
                    <a:pt x="4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C46B844-E7C4-A51C-15CA-258252497CFA}"/>
                </a:ext>
              </a:extLst>
            </p:cNvPr>
            <p:cNvSpPr txBox="1"/>
            <p:nvPr/>
          </p:nvSpPr>
          <p:spPr>
            <a:xfrm>
              <a:off x="5296395" y="3582035"/>
              <a:ext cx="2097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Initial assignment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8D50B2F-8990-A5E3-D0EA-0929C77D9083}"/>
                </a:ext>
              </a:extLst>
            </p:cNvPr>
            <p:cNvSpPr txBox="1"/>
            <p:nvPr/>
          </p:nvSpPr>
          <p:spPr>
            <a:xfrm>
              <a:off x="10058900" y="2862918"/>
              <a:ext cx="2097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Possible local Changes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0ED739B-3CF6-1A9C-CD42-D8AD7517AE28}"/>
              </a:ext>
            </a:extLst>
          </p:cNvPr>
          <p:cNvSpPr txBox="1"/>
          <p:nvPr/>
        </p:nvSpPr>
        <p:spPr>
          <a:xfrm>
            <a:off x="200444" y="3866616"/>
            <a:ext cx="7625013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  <a:tab pos="355600" algn="l"/>
              </a:tabLst>
            </a:pPr>
            <a:r>
              <a:rPr lang="en-US" sz="2800" spc="-5" dirty="0">
                <a:solidFill>
                  <a:srgbClr val="333399"/>
                </a:solidFill>
                <a:latin typeface="Google Sans"/>
                <a:cs typeface="Calibri"/>
              </a:rPr>
              <a:t>Algorithm: While not solved,</a:t>
            </a:r>
          </a:p>
          <a:p>
            <a:pPr marL="688975" lvl="2" indent="-285750">
              <a:spcBef>
                <a:spcPts val="25"/>
              </a:spcBef>
              <a:buFont typeface="Malgun Gothic"/>
              <a:buChar char="▪"/>
              <a:tabLst>
                <a:tab pos="688975" algn="l"/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Variable </a:t>
            </a:r>
            <a:r>
              <a:rPr lang="en-US" sz="2400" dirty="0">
                <a:latin typeface="Calibri"/>
                <a:cs typeface="Calibri"/>
              </a:rPr>
              <a:t>selection: </a:t>
            </a:r>
            <a:r>
              <a:rPr lang="en-US" sz="2400" spc="-5" dirty="0">
                <a:latin typeface="Calibri"/>
                <a:cs typeface="Calibri"/>
              </a:rPr>
              <a:t>randomly </a:t>
            </a:r>
            <a:r>
              <a:rPr lang="en-US" sz="2400" dirty="0">
                <a:latin typeface="Calibri"/>
                <a:cs typeface="Calibri"/>
              </a:rPr>
              <a:t>select </a:t>
            </a:r>
            <a:r>
              <a:rPr lang="en-US" sz="2400" spc="-5" dirty="0">
                <a:latin typeface="Calibri"/>
                <a:cs typeface="Calibri"/>
              </a:rPr>
              <a:t>any conflicted</a:t>
            </a:r>
            <a:r>
              <a:rPr lang="en-US" sz="2400" spc="3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variable</a:t>
            </a:r>
            <a:endParaRPr lang="en-US" sz="2400" dirty="0">
              <a:latin typeface="Calibri"/>
              <a:cs typeface="Calibri"/>
            </a:endParaRPr>
          </a:p>
          <a:p>
            <a:pPr marL="688975" lvl="2" indent="-285750">
              <a:lnSpc>
                <a:spcPts val="2730"/>
              </a:lnSpc>
              <a:spcBef>
                <a:spcPts val="20"/>
              </a:spcBef>
              <a:buFont typeface="Malgun Gothic"/>
              <a:buChar char="▪"/>
              <a:tabLst>
                <a:tab pos="688975" algn="l"/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Value </a:t>
            </a:r>
            <a:r>
              <a:rPr lang="en-US" sz="2400" dirty="0">
                <a:latin typeface="Calibri"/>
                <a:cs typeface="Calibri"/>
              </a:rPr>
              <a:t>selection: </a:t>
            </a:r>
            <a:r>
              <a:rPr lang="en-US" sz="2400" spc="-5" dirty="0">
                <a:latin typeface="Calibri"/>
                <a:cs typeface="Calibri"/>
              </a:rPr>
              <a:t>min-conflicts heuristic:</a:t>
            </a:r>
            <a:endParaRPr lang="en-US" sz="2400" dirty="0">
              <a:latin typeface="Calibri"/>
              <a:cs typeface="Calibri"/>
            </a:endParaRPr>
          </a:p>
          <a:p>
            <a:pPr marL="688975" lvl="3" indent="-285750">
              <a:lnSpc>
                <a:spcPts val="2370"/>
              </a:lnSpc>
              <a:buClr>
                <a:srgbClr val="333399"/>
              </a:buClr>
              <a:buFont typeface="Malgun Gothic"/>
              <a:buChar char="▪"/>
              <a:tabLst>
                <a:tab pos="688975" algn="l"/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Choose </a:t>
            </a:r>
            <a:r>
              <a:rPr lang="en-US" sz="2400" dirty="0">
                <a:latin typeface="Calibri"/>
                <a:cs typeface="Calibri"/>
              </a:rPr>
              <a:t>a </a:t>
            </a:r>
            <a:r>
              <a:rPr lang="en-US" sz="2400" spc="-5" dirty="0">
                <a:latin typeface="Calibri"/>
                <a:cs typeface="Calibri"/>
              </a:rPr>
              <a:t>value </a:t>
            </a:r>
            <a:r>
              <a:rPr lang="en-US" sz="2400" dirty="0">
                <a:latin typeface="Calibri"/>
                <a:cs typeface="Calibri"/>
              </a:rPr>
              <a:t>that </a:t>
            </a:r>
            <a:r>
              <a:rPr lang="en-US" sz="2400" spc="-5" dirty="0">
                <a:latin typeface="Calibri"/>
                <a:cs typeface="Calibri"/>
              </a:rPr>
              <a:t>violates </a:t>
            </a:r>
            <a:r>
              <a:rPr lang="en-US" sz="2400" dirty="0">
                <a:latin typeface="Calibri"/>
                <a:cs typeface="Calibri"/>
              </a:rPr>
              <a:t>the fewest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constraints</a:t>
            </a:r>
          </a:p>
          <a:p>
            <a:pPr marL="688975" lvl="3" indent="-285750">
              <a:buClr>
                <a:srgbClr val="333399"/>
              </a:buClr>
              <a:buFont typeface="Malgun Gothic"/>
              <a:buChar char="▪"/>
              <a:tabLst>
                <a:tab pos="688975" algn="l"/>
                <a:tab pos="755650" algn="l"/>
              </a:tabLst>
            </a:pPr>
            <a:r>
              <a:rPr lang="en-US" sz="2400" spc="-5" dirty="0">
                <a:latin typeface="Calibri"/>
                <a:cs typeface="Calibri"/>
              </a:rPr>
              <a:t>I.e., hill </a:t>
            </a:r>
            <a:r>
              <a:rPr lang="en-US" sz="2400" dirty="0">
                <a:latin typeface="Calibri"/>
                <a:cs typeface="Calibri"/>
              </a:rPr>
              <a:t>climb with </a:t>
            </a:r>
            <a:r>
              <a:rPr lang="en-US" sz="2400" spc="-5" dirty="0">
                <a:latin typeface="Calibri"/>
                <a:cs typeface="Calibri"/>
              </a:rPr>
              <a:t>h(n) </a:t>
            </a:r>
            <a:r>
              <a:rPr lang="en-US" sz="2400" dirty="0">
                <a:latin typeface="Calibri"/>
                <a:cs typeface="Calibri"/>
              </a:rPr>
              <a:t>= total </a:t>
            </a:r>
            <a:r>
              <a:rPr lang="en-US" sz="2400" spc="-5" dirty="0">
                <a:latin typeface="Calibri"/>
                <a:cs typeface="Calibri"/>
              </a:rPr>
              <a:t>number of violated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697479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5092" y="32005"/>
            <a:ext cx="442214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Example:</a:t>
            </a:r>
            <a:r>
              <a:rPr spc="-65" dirty="0"/>
              <a:t> </a:t>
            </a:r>
            <a:r>
              <a:rPr spc="-5" dirty="0"/>
              <a:t>4-Queens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56E42-0EAA-495B-3AE4-C1224E18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87" y="754000"/>
            <a:ext cx="11082271" cy="530560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7167" y="40138"/>
            <a:ext cx="6717665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Performance </a:t>
            </a:r>
            <a:r>
              <a:rPr dirty="0"/>
              <a:t>of</a:t>
            </a:r>
            <a:r>
              <a:rPr spc="-5" dirty="0"/>
              <a:t> Min-Conflicts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106" y="686698"/>
            <a:ext cx="11604972" cy="3667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Given a random initial state, can solve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n-queens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in almost constant time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for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arbitrary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n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with high probability (e.g.,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n =</a:t>
            </a:r>
            <a:r>
              <a:rPr lang="en-US" sz="2400" spc="-5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10,000,000)!</a:t>
            </a:r>
          </a:p>
          <a:p>
            <a:pPr marL="355600" marR="5080" indent="-342900">
              <a:lnSpc>
                <a:spcPts val="262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The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same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appears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to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be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true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for any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randomly generated CSP </a:t>
            </a:r>
            <a:r>
              <a:rPr lang="en-US" sz="2400" i="1" spc="-5" dirty="0">
                <a:solidFill>
                  <a:srgbClr val="333399"/>
                </a:solidFill>
                <a:latin typeface="Calibri"/>
                <a:cs typeface="Calibri"/>
              </a:rPr>
              <a:t>except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in </a:t>
            </a:r>
            <a:r>
              <a:rPr lang="en-US" sz="2400" dirty="0">
                <a:solidFill>
                  <a:srgbClr val="333399"/>
                </a:solidFill>
                <a:latin typeface="Calibri"/>
                <a:cs typeface="Calibri"/>
              </a:rPr>
              <a:t>a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narrow range of the</a:t>
            </a:r>
            <a:r>
              <a:rPr lang="en-US" sz="2400" spc="-4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ratio.</a:t>
            </a: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However, local search is </a:t>
            </a:r>
            <a:r>
              <a:rPr lang="en-US" sz="2400" spc="-5" dirty="0">
                <a:solidFill>
                  <a:srgbClr val="FF0000"/>
                </a:solidFill>
                <a:latin typeface="Calibri"/>
                <a:cs typeface="Calibri"/>
              </a:rPr>
              <a:t>both incomplete and suboptimal </a:t>
            </a: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and so won’t necessarily converge to an optimal solution. </a:t>
            </a: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endParaRPr lang="en-US" sz="2400" spc="-5" dirty="0">
              <a:solidFill>
                <a:srgbClr val="333399"/>
              </a:solidFill>
              <a:latin typeface="Calibri"/>
              <a:cs typeface="Calibri"/>
            </a:endParaRPr>
          </a:p>
          <a:p>
            <a:pPr marL="355600" marR="291465" indent="-342900">
              <a:lnSpc>
                <a:spcPts val="2590"/>
              </a:lnSpc>
              <a:buFont typeface="Malgun Gothic"/>
              <a:buChar char="▪"/>
              <a:tabLst>
                <a:tab pos="354965" algn="l"/>
                <a:tab pos="355600" algn="l"/>
              </a:tabLst>
            </a:pPr>
            <a:r>
              <a:rPr lang="en-US" sz="2400" spc="-5" dirty="0">
                <a:solidFill>
                  <a:srgbClr val="333399"/>
                </a:solidFill>
                <a:latin typeface="Calibri"/>
                <a:cs typeface="Calibri"/>
              </a:rPr>
              <a:t>Additionally, there is a critical ratio around which using local search becomes extremely expensive:</a:t>
            </a:r>
            <a:endParaRPr sz="2400" spc="-5" dirty="0">
              <a:solidFill>
                <a:srgbClr val="333399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08702" y="4210113"/>
            <a:ext cx="3724835" cy="2126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7144" y="4732027"/>
            <a:ext cx="3352800" cy="5413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DF7E1-CB27-2889-9148-7AA45CD93206}"/>
              </a:ext>
            </a:extLst>
          </p:cNvPr>
          <p:cNvSpPr txBox="1"/>
          <p:nvPr/>
        </p:nvSpPr>
        <p:spPr>
          <a:xfrm>
            <a:off x="4215740" y="4633364"/>
            <a:ext cx="4036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time needed by iterative algo to get to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264AF-E3F5-F1F1-FB85-5F3738DB8673}"/>
              </a:ext>
            </a:extLst>
          </p:cNvPr>
          <p:cNvSpPr txBox="1"/>
          <p:nvPr/>
        </p:nvSpPr>
        <p:spPr>
          <a:xfrm>
            <a:off x="666902" y="5434786"/>
            <a:ext cx="6546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very small i.e. Number of Constraints is less and variables are a 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very large  i.e. Number of Constraints are lot and few variables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6702-9C12-A29D-3327-4C56C9BE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935" y="23687"/>
            <a:ext cx="4576127" cy="677108"/>
          </a:xfrm>
        </p:spPr>
        <p:txBody>
          <a:bodyPr/>
          <a:lstStyle/>
          <a:p>
            <a:r>
              <a:rPr lang="en-US" dirty="0"/>
              <a:t>Hill Climbing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3C625-0890-C5C5-0417-EF29FDBB9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1" y="1194344"/>
            <a:ext cx="11231053" cy="47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50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C274-5C79-7ECE-E5B3-4AF14D8C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5E48-EED5-15B8-5C53-6893B4CD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935" y="23687"/>
            <a:ext cx="4576127" cy="677108"/>
          </a:xfrm>
        </p:spPr>
        <p:txBody>
          <a:bodyPr/>
          <a:lstStyle/>
          <a:p>
            <a:r>
              <a:rPr lang="en-US" dirty="0"/>
              <a:t>Hill Climbing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1C56B-C5CE-5155-5B0A-A3978F552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10" y="1085016"/>
            <a:ext cx="10855777" cy="494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671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1725" y="172719"/>
            <a:ext cx="4908550" cy="72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 Climbing</a:t>
            </a:r>
            <a:r>
              <a:rPr spc="-35" dirty="0"/>
              <a:t> </a:t>
            </a:r>
            <a:r>
              <a:rPr dirty="0"/>
              <a:t>Diagram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1295401"/>
            <a:ext cx="9601200" cy="5215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56312" y="181263"/>
            <a:ext cx="10515600" cy="6455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Hill Climbing (Greedy Local Search)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53" y="694607"/>
            <a:ext cx="10515600" cy="27343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25545" y="2141388"/>
            <a:ext cx="5327151" cy="32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23096" y="1567400"/>
            <a:ext cx="2861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if there is a tie?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4619" y="1992490"/>
            <a:ext cx="3798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Typically break ties randomly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652696" y="1768611"/>
            <a:ext cx="570400" cy="37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791378" y="2457797"/>
            <a:ext cx="2448675" cy="32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496334" y="2793599"/>
            <a:ext cx="382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if we do not stop 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30092" y="2788757"/>
                <a:ext cx="37199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Make a sideway move if “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”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092" y="2788757"/>
                <a:ext cx="3719993" cy="461665"/>
              </a:xfrm>
              <a:prstGeom prst="rect">
                <a:avLst/>
              </a:prstGeom>
              <a:blipFill>
                <a:blip r:embed="rId3"/>
                <a:stretch>
                  <a:fillRect l="-2459" t="-10526" r="-163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C8ACED0-0C7C-EFC9-6145-D621B76CB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78" y="3574147"/>
            <a:ext cx="6106307" cy="323445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E90272-4D10-A4B6-6177-EE810683B808}"/>
              </a:ext>
            </a:extLst>
          </p:cNvPr>
          <p:cNvCxnSpPr>
            <a:cxnSpLocks/>
          </p:cNvCxnSpPr>
          <p:nvPr/>
        </p:nvCxnSpPr>
        <p:spPr>
          <a:xfrm flipH="1" flipV="1">
            <a:off x="8270842" y="2141388"/>
            <a:ext cx="1282232" cy="3381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24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4" grpId="0" animBg="1"/>
      <p:bldP spid="15" grpId="0"/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24401" y="1677139"/>
            <a:ext cx="7467598" cy="4714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7569" y="172719"/>
            <a:ext cx="783771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</a:t>
            </a:r>
            <a:r>
              <a:rPr spc="-55" dirty="0"/>
              <a:t> </a:t>
            </a:r>
            <a:r>
              <a:rPr spc="-5" dirty="0"/>
              <a:t>Climbing</a:t>
            </a:r>
            <a:r>
              <a:rPr lang="en-US" spc="-5" dirty="0"/>
              <a:t> </a:t>
            </a:r>
            <a:r>
              <a:rPr lang="en-US" dirty="0"/>
              <a:t>Greedy Local Search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90261" y="1003016"/>
            <a:ext cx="6146165" cy="404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Simple, </a:t>
            </a:r>
            <a:r>
              <a:rPr sz="2800" spc="-10" dirty="0">
                <a:solidFill>
                  <a:srgbClr val="333399"/>
                </a:solidFill>
                <a:latin typeface="Calibri"/>
                <a:cs typeface="Calibri"/>
              </a:rPr>
              <a:t>general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idea: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Start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wherever</a:t>
            </a:r>
          </a:p>
          <a:p>
            <a:pPr marL="755650" lvl="1" indent="-285750">
              <a:lnSpc>
                <a:spcPct val="100000"/>
              </a:lnSpc>
              <a:spcBef>
                <a:spcPts val="21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Repeat: </a:t>
            </a:r>
            <a:r>
              <a:rPr sz="2400" spc="-5" dirty="0">
                <a:latin typeface="Calibri"/>
                <a:cs typeface="Calibri"/>
              </a:rPr>
              <a:t>move to the </a:t>
            </a:r>
            <a:r>
              <a:rPr sz="2400" dirty="0">
                <a:latin typeface="Calibri"/>
                <a:cs typeface="Calibri"/>
              </a:rPr>
              <a:t>best </a:t>
            </a:r>
            <a:r>
              <a:rPr sz="2400" spc="-5" dirty="0">
                <a:latin typeface="Calibri"/>
                <a:cs typeface="Calibri"/>
              </a:rPr>
              <a:t>neighboring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dirty="0">
                <a:latin typeface="Calibri"/>
                <a:cs typeface="Calibri"/>
              </a:rPr>
              <a:t>no </a:t>
            </a:r>
            <a:r>
              <a:rPr sz="2400" spc="-5" dirty="0">
                <a:latin typeface="Calibri"/>
                <a:cs typeface="Calibri"/>
              </a:rPr>
              <a:t>neighbors </a:t>
            </a:r>
            <a:r>
              <a:rPr sz="2400" dirty="0">
                <a:latin typeface="Calibri"/>
                <a:cs typeface="Calibri"/>
              </a:rPr>
              <a:t>better </a:t>
            </a:r>
            <a:r>
              <a:rPr sz="2400" spc="-5" dirty="0">
                <a:latin typeface="Calibri"/>
                <a:cs typeface="Calibri"/>
              </a:rPr>
              <a:t>than current,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quit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What’s bad about this</a:t>
            </a:r>
            <a:r>
              <a:rPr sz="2800" spc="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approach?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Complete?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Font typeface="Malgun Gothic"/>
              <a:buChar char="▪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Optimal?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Malgun Gothic"/>
              <a:buChar char="▪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Malgun Gothic"/>
              <a:buChar char="▪"/>
              <a:tabLst>
                <a:tab pos="355600" algn="l"/>
              </a:tabLst>
            </a:pP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What’s good about</a:t>
            </a:r>
            <a:r>
              <a:rPr sz="2800" spc="-4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99"/>
                </a:solidFill>
                <a:latin typeface="Calibri"/>
                <a:cs typeface="Calibri"/>
              </a:rPr>
              <a:t>it?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8B2033-4B65-76DD-2846-09068B0D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60" y="607945"/>
            <a:ext cx="10515600" cy="597401"/>
          </a:xfrm>
        </p:spPr>
        <p:txBody>
          <a:bodyPr>
            <a:normAutofit fontScale="90000"/>
          </a:bodyPr>
          <a:lstStyle/>
          <a:p>
            <a:r>
              <a:rPr lang="en-US" dirty="0"/>
              <a:t>Hill-climbing on 8-Queens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6E029A-1B17-8426-3EC8-81D3AF08F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213" y="1524664"/>
            <a:ext cx="10889672" cy="4056738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Randomly generated 8-queens starting states.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14% the time it solves the problem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86% of the time it get stuck at a local minimum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 However…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Takes only 4 steps on average when it succeeds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And 3 on average when it gets stuck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/>
              <a:t> (for a state space with 8^8 =~17 million states)</a:t>
            </a:r>
          </a:p>
        </p:txBody>
      </p:sp>
    </p:spTree>
    <p:extLst>
      <p:ext uri="{BB962C8B-B14F-4D97-AF65-F5344CB8AC3E}">
        <p14:creationId xmlns:p14="http://schemas.microsoft.com/office/powerpoint/2010/main" val="3753020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1148A-A6F9-25EB-8386-B59D5F36F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99"/>
            <a:ext cx="10515600" cy="693654"/>
          </a:xfrm>
        </p:spPr>
        <p:txBody>
          <a:bodyPr>
            <a:normAutofit/>
          </a:bodyPr>
          <a:lstStyle/>
          <a:p>
            <a:r>
              <a:rPr lang="en-US" dirty="0"/>
              <a:t>Escaping Shoulders: Sideways Move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6F3BD-4E31-2D7E-8282-C84C6E8A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66" y="1091964"/>
            <a:ext cx="10515600" cy="48423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If </a:t>
            </a:r>
            <a:r>
              <a:rPr lang="en-US" sz="2800" dirty="0">
                <a:solidFill>
                  <a:srgbClr val="FF0000"/>
                </a:solidFill>
              </a:rPr>
              <a:t>no downhill (uphill) moves</a:t>
            </a:r>
            <a:r>
              <a:rPr lang="en-US" sz="2800" dirty="0"/>
              <a:t>, allow sideways moves in hope that algorithm can escape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400" dirty="0">
                <a:solidFill>
                  <a:schemeClr val="tx1"/>
                </a:solidFill>
              </a:rPr>
              <a:t>Must limit the number of possible sideways moves to avoid infinite loops </a:t>
            </a:r>
          </a:p>
          <a:p>
            <a:pPr lvl="1"/>
            <a:endParaRPr lang="en-US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For 8-queens </a:t>
            </a:r>
          </a:p>
          <a:p>
            <a:pPr marL="9144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Allow sideways moves with limit of 100 </a:t>
            </a:r>
          </a:p>
          <a:p>
            <a:pPr marL="795338" indent="-2254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  Raises percentage of problems solved from 14 to 94% </a:t>
            </a:r>
          </a:p>
          <a:p>
            <a:pPr marL="0" indent="0">
              <a:buNone/>
            </a:pPr>
            <a:endParaRPr lang="en-US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800" dirty="0">
                <a:solidFill>
                  <a:srgbClr val="333399"/>
                </a:solidFill>
                <a:latin typeface="Calibri"/>
                <a:cs typeface="Calibri"/>
              </a:rPr>
              <a:t>However…. </a:t>
            </a:r>
          </a:p>
          <a:p>
            <a:pPr marL="973138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21 steps for every successful solution </a:t>
            </a:r>
          </a:p>
          <a:p>
            <a:pPr marL="973138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 64 for each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9452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9400" y="172719"/>
            <a:ext cx="40132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Hill Climbing</a:t>
            </a:r>
          </a:p>
        </p:txBody>
      </p:sp>
      <p:sp>
        <p:nvSpPr>
          <p:cNvPr id="3" name="object 3"/>
          <p:cNvSpPr/>
          <p:nvPr/>
        </p:nvSpPr>
        <p:spPr>
          <a:xfrm>
            <a:off x="1498600" y="1028700"/>
            <a:ext cx="7747000" cy="3721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69738" y="5061711"/>
            <a:ext cx="4062095" cy="155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5" dirty="0">
                <a:latin typeface="Calibri"/>
                <a:cs typeface="Calibri"/>
              </a:rPr>
              <a:t>X,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 </a:t>
            </a: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700" marR="17145">
              <a:lnSpc>
                <a:spcPct val="200000"/>
              </a:lnSpc>
            </a:pP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125" dirty="0">
                <a:latin typeface="Calibri"/>
                <a:cs typeface="Calibri"/>
              </a:rPr>
              <a:t>Y,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 </a:t>
            </a:r>
            <a:r>
              <a:rPr sz="2000" dirty="0">
                <a:latin typeface="Calibri"/>
                <a:cs typeface="Calibri"/>
              </a:rPr>
              <a:t>?  </a:t>
            </a:r>
            <a:r>
              <a:rPr sz="2000" spc="-5" dirty="0">
                <a:latin typeface="Calibri"/>
                <a:cs typeface="Calibri"/>
              </a:rPr>
              <a:t>Starting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dirty="0">
                <a:latin typeface="Calibri"/>
                <a:cs typeface="Calibri"/>
              </a:rPr>
              <a:t>Z, </a:t>
            </a: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spc="-5" dirty="0">
                <a:latin typeface="Calibri"/>
                <a:cs typeface="Calibri"/>
              </a:rPr>
              <a:t>do </a:t>
            </a:r>
            <a:r>
              <a:rPr sz="2000" spc="-15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end up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49795-0D82-C9FE-AFE4-CDE0D8870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799"/>
            <a:ext cx="10076893" cy="558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A04847-B9DA-9654-AA13-7B9F9A02F12F}"/>
              </a:ext>
            </a:extLst>
          </p:cNvPr>
          <p:cNvSpPr txBox="1"/>
          <p:nvPr/>
        </p:nvSpPr>
        <p:spPr>
          <a:xfrm>
            <a:off x="6324600" y="62202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should be the next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664A3-8DEA-EAB0-21F4-5588554E6053}"/>
              </a:ext>
            </a:extLst>
          </p:cNvPr>
          <p:cNvSpPr txBox="1"/>
          <p:nvPr/>
        </p:nvSpPr>
        <p:spPr>
          <a:xfrm>
            <a:off x="7340600" y="1118673"/>
            <a:ext cx="45084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attacks: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queen can attack another queen directly if they are in the same row, column,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diagonl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Indirect attacks: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queen can also attack another queen indirectly if there is a clear path between them without any other pieces blocking the attack. </a:t>
            </a:r>
          </a:p>
        </p:txBody>
      </p:sp>
    </p:spTree>
    <p:extLst>
      <p:ext uri="{BB962C8B-B14F-4D97-AF65-F5344CB8AC3E}">
        <p14:creationId xmlns:p14="http://schemas.microsoft.com/office/powerpoint/2010/main" val="30984363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9A435-C427-AEBE-B278-D7FA395A5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81" y="553454"/>
            <a:ext cx="9515819" cy="517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22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2"/>
            <a:ext cx="10515600" cy="700923"/>
          </a:xfrm>
        </p:spPr>
        <p:txBody>
          <a:bodyPr/>
          <a:lstStyle/>
          <a:p>
            <a:r>
              <a:rPr lang="en-US" dirty="0"/>
              <a:t>Variants of Hill Climbing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882398"/>
            <a:ext cx="10861174" cy="586313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Stochastic hill climbing </a:t>
            </a:r>
            <a:r>
              <a:rPr lang="en-US" sz="2800" dirty="0"/>
              <a:t>chooses at random from among the uphill moves.</a:t>
            </a:r>
          </a:p>
          <a:p>
            <a:pPr marL="854075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70C0"/>
                </a:solidFill>
              </a:rPr>
              <a:t>At each step do one of the following</a:t>
            </a:r>
            <a:r>
              <a:rPr lang="en-US" sz="2800" dirty="0"/>
              <a:t>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Greedy:</a:t>
            </a:r>
            <a:r>
              <a:rPr lang="en-US" sz="2800" dirty="0"/>
              <a:t> With prob p move to the neighbor with the largest value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Random: </a:t>
            </a:r>
            <a:r>
              <a:rPr lang="en-US" sz="2800" dirty="0"/>
              <a:t>With prob 1-p move to a random neighbor</a:t>
            </a:r>
          </a:p>
          <a:p>
            <a:pPr marL="457200" lvl="1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The parameter p controls the balance between exploitation (moving towards the best neighbor) and exploration (moving to a random neighbor). A higher value of p favors exploitation, while a lower value favors exploration.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Random-restart hill climbing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CC289-BBD5-B03B-B3B7-7ACE69173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57" y="5150642"/>
            <a:ext cx="7010400" cy="152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729BF-C82D-0F03-10B6-87B3352364C6}"/>
              </a:ext>
            </a:extLst>
          </p:cNvPr>
          <p:cNvSpPr txBox="1"/>
          <p:nvPr/>
        </p:nvSpPr>
        <p:spPr>
          <a:xfrm>
            <a:off x="6718560" y="5150216"/>
            <a:ext cx="3485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With random restart values</a:t>
            </a:r>
          </a:p>
        </p:txBody>
      </p:sp>
    </p:spTree>
    <p:extLst>
      <p:ext uri="{BB962C8B-B14F-4D97-AF65-F5344CB8AC3E}">
        <p14:creationId xmlns:p14="http://schemas.microsoft.com/office/powerpoint/2010/main" val="7184466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7935" y="23687"/>
            <a:ext cx="5763577" cy="721994"/>
          </a:xfrm>
        </p:spPr>
        <p:txBody>
          <a:bodyPr/>
          <a:lstStyle/>
          <a:p>
            <a:r>
              <a:rPr lang="en-US" dirty="0"/>
              <a:t>Variants of Hill Climbing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32025" y="781717"/>
                <a:ext cx="10614897" cy="5324178"/>
              </a:xfrm>
            </p:spPr>
            <p:txBody>
              <a:bodyPr>
                <a:normAutofit/>
              </a:bodyPr>
              <a:lstStyle/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if variables are continuous, e.g.,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2400" dirty="0"/>
                  <a:t> that maximizes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0" dirty="0"/>
                  <a:t>?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Gradient ascent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gradient to find best direction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the magnitude of the gradient to determine how big a step you move</a:t>
                </a:r>
              </a:p>
              <a:p>
                <a:pPr lvl="1">
                  <a:lnSpc>
                    <a:spcPct val="9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276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025" y="781717"/>
                <a:ext cx="10614897" cy="5324178"/>
              </a:xfrm>
              <a:blipFill>
                <a:blip r:embed="rId2"/>
                <a:stretch>
                  <a:fillRect l="-1666" t="-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3665" y="3254437"/>
            <a:ext cx="6364265" cy="345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7910624" y="6105895"/>
            <a:ext cx="242547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Value space of variables</a:t>
            </a:r>
          </a:p>
        </p:txBody>
      </p:sp>
    </p:spTree>
    <p:extLst>
      <p:ext uri="{BB962C8B-B14F-4D97-AF65-F5344CB8AC3E}">
        <p14:creationId xmlns:p14="http://schemas.microsoft.com/office/powerpoint/2010/main" val="2096078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F7C993-423B-1BBE-3577-B5CA8232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6" y="378931"/>
            <a:ext cx="10365243" cy="585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117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28DB8-342E-180A-41D7-9C43D975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1F411-8CFD-28F8-2980-830179DBC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56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</TotalTime>
  <Words>3121</Words>
  <Application>Microsoft Office PowerPoint</Application>
  <PresentationFormat>Widescreen</PresentationFormat>
  <Paragraphs>475</Paragraphs>
  <Slides>61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4" baseType="lpstr">
      <vt:lpstr>Malgun Gothic</vt:lpstr>
      <vt:lpstr>Aptos</vt:lpstr>
      <vt:lpstr>Arial</vt:lpstr>
      <vt:lpstr>Calibri</vt:lpstr>
      <vt:lpstr>Calibri Light</vt:lpstr>
      <vt:lpstr>Cambria Math</vt:lpstr>
      <vt:lpstr>Georgia</vt:lpstr>
      <vt:lpstr>Google Sans</vt:lpstr>
      <vt:lpstr>Söhne</vt:lpstr>
      <vt:lpstr>Symbol</vt:lpstr>
      <vt:lpstr>Times New Roman</vt:lpstr>
      <vt:lpstr>Office Theme</vt:lpstr>
      <vt:lpstr>1_Office Theme</vt:lpstr>
      <vt:lpstr>PowerPoint Presentation</vt:lpstr>
      <vt:lpstr>PowerPoint Presentation</vt:lpstr>
      <vt:lpstr>What is Search For?</vt:lpstr>
      <vt:lpstr>Constraint Satisfaction Problems</vt:lpstr>
      <vt:lpstr>Example: Map Coloring</vt:lpstr>
      <vt:lpstr>Example: N-Queens</vt:lpstr>
      <vt:lpstr>Example: N-Queens</vt:lpstr>
      <vt:lpstr>Constraint Graphs</vt:lpstr>
      <vt:lpstr>Example: Cryptarithmetic</vt:lpstr>
      <vt:lpstr>Example: Sudoku</vt:lpstr>
      <vt:lpstr>Varieties of CSPs</vt:lpstr>
      <vt:lpstr>Varieties of Constraints</vt:lpstr>
      <vt:lpstr>Real-World CSPs</vt:lpstr>
      <vt:lpstr>Search Methods</vt:lpstr>
      <vt:lpstr>Backtracking Search</vt:lpstr>
      <vt:lpstr>Backtracking Example</vt:lpstr>
      <vt:lpstr>Backtracking Search</vt:lpstr>
      <vt:lpstr>Backtracking Search</vt:lpstr>
      <vt:lpstr>Backtracking Search</vt:lpstr>
      <vt:lpstr>Backtracking Search</vt:lpstr>
      <vt:lpstr>Improving Backtracking</vt:lpstr>
      <vt:lpstr>Filtering: Forward Checking</vt:lpstr>
      <vt:lpstr>Filtering: Forward Checking</vt:lpstr>
      <vt:lpstr>Filtering: Forward Checking</vt:lpstr>
      <vt:lpstr>Filtering: Forward Checking</vt:lpstr>
      <vt:lpstr>Filtering: Constraint Propagation</vt:lpstr>
      <vt:lpstr>Consistency of A Single Arc</vt:lpstr>
      <vt:lpstr>Arc Consistency of an Entire CSP (1/6)</vt:lpstr>
      <vt:lpstr>Arc Consistency of an Entire CSP (2/6)</vt:lpstr>
      <vt:lpstr>Arc Consistency of an Entire CSP (3/6)</vt:lpstr>
      <vt:lpstr>Arc Consistency of an Entire CSP (4/6)</vt:lpstr>
      <vt:lpstr>Arc Consistency of an Entire CSP (5/6)</vt:lpstr>
      <vt:lpstr>Arc Consistency of an Entire CSP (6/6)</vt:lpstr>
      <vt:lpstr>Enforcing Arc Consistency in a CSP</vt:lpstr>
      <vt:lpstr>Limitations of Arc Consistency</vt:lpstr>
      <vt:lpstr>K-Consistency</vt:lpstr>
      <vt:lpstr>Question</vt:lpstr>
      <vt:lpstr>Ordering: Minimum Remaining Values</vt:lpstr>
      <vt:lpstr>Ordering: Least Constraining Value</vt:lpstr>
      <vt:lpstr>Structure</vt:lpstr>
      <vt:lpstr>Tree-Structured CSPs</vt:lpstr>
      <vt:lpstr>Nearly Tree-Structured CSPs</vt:lpstr>
      <vt:lpstr>Cutset Conditioning</vt:lpstr>
      <vt:lpstr>Iterative Algorithms for CSPs</vt:lpstr>
      <vt:lpstr>local search</vt:lpstr>
      <vt:lpstr>Example: 4-Queens</vt:lpstr>
      <vt:lpstr>Performance of Min-Conflicts</vt:lpstr>
      <vt:lpstr>Hill Climbing</vt:lpstr>
      <vt:lpstr>Hill Climbing</vt:lpstr>
      <vt:lpstr>Hill Climbing Diagram</vt:lpstr>
      <vt:lpstr>Hill Climbing (Greedy Local Search)</vt:lpstr>
      <vt:lpstr>Hill Climbing Greedy Local Search</vt:lpstr>
      <vt:lpstr>Hill-climbing on 8-Queens</vt:lpstr>
      <vt:lpstr>Escaping Shoulders: Sideways Move</vt:lpstr>
      <vt:lpstr>Hill Climbing</vt:lpstr>
      <vt:lpstr>PowerPoint Presentation</vt:lpstr>
      <vt:lpstr>PowerPoint Presentation</vt:lpstr>
      <vt:lpstr>Variants of Hill Climbing</vt:lpstr>
      <vt:lpstr>Variants of Hill Climbing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Dr. Khurram Jadoon khan Asstt. Professor FCS</cp:lastModifiedBy>
  <cp:revision>1</cp:revision>
  <dcterms:created xsi:type="dcterms:W3CDTF">2024-02-28T17:48:02Z</dcterms:created>
  <dcterms:modified xsi:type="dcterms:W3CDTF">2024-10-10T12:41:25Z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2023-09-05T00:00:00Z</vt:filetime>
  </property>
  <property fmtid="{D5CDD505-2E9C-101B-9397-08002B2CF9AE}" pid="3" name="LastSaved">
    <vt:filetime>2024-02-28T00:00:00Z</vt:filetime>
  </property>
</Properties>
</file>