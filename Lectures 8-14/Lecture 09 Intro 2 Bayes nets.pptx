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6" r:id="rId3"/>
    <p:sldId id="317" r:id="rId4"/>
    <p:sldId id="258" r:id="rId5"/>
    <p:sldId id="31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81" r:id="rId26"/>
    <p:sldId id="282" r:id="rId27"/>
    <p:sldId id="283" r:id="rId28"/>
    <p:sldId id="286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2" r:id="rId43"/>
    <p:sldId id="303" r:id="rId44"/>
    <p:sldId id="304" r:id="rId45"/>
    <p:sldId id="305" r:id="rId46"/>
    <p:sldId id="306" r:id="rId47"/>
    <p:sldId id="307" r:id="rId48"/>
    <p:sldId id="309" r:id="rId49"/>
    <p:sldId id="310" r:id="rId50"/>
    <p:sldId id="311" r:id="rId51"/>
    <p:sldId id="312" r:id="rId52"/>
    <p:sldId id="313" r:id="rId53"/>
    <p:sldId id="314" r:id="rId5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5BF5BE-90B2-420F-B6BE-03142C99553F}" v="1" dt="2024-04-19T05:58:08.19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2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0B5BF5BE-90B2-420F-B6BE-03142C99553F}"/>
    <pc:docChg chg="undo custSel addSld delSld modSld">
      <pc:chgData name="Dr. Khurram Jadoon khan Asstt. Professor FCS" userId="684a1a15-bea5-4a17-9b67-1313be309245" providerId="ADAL" clId="{0B5BF5BE-90B2-420F-B6BE-03142C99553F}" dt="2024-04-19T06:31:21.982" v="184" actId="403"/>
      <pc:docMkLst>
        <pc:docMk/>
      </pc:docMkLst>
      <pc:sldChg chg="modSp mod">
        <pc:chgData name="Dr. Khurram Jadoon khan Asstt. Professor FCS" userId="684a1a15-bea5-4a17-9b67-1313be309245" providerId="ADAL" clId="{0B5BF5BE-90B2-420F-B6BE-03142C99553F}" dt="2024-04-19T06:31:21.982" v="184" actId="403"/>
        <pc:sldMkLst>
          <pc:docMk/>
          <pc:sldMk cId="0" sldId="256"/>
        </pc:sldMkLst>
        <pc:spChg chg="mod">
          <ac:chgData name="Dr. Khurram Jadoon khan Asstt. Professor FCS" userId="684a1a15-bea5-4a17-9b67-1313be309245" providerId="ADAL" clId="{0B5BF5BE-90B2-420F-B6BE-03142C99553F}" dt="2024-04-19T06:31:21.982" v="184" actId="403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0B5BF5BE-90B2-420F-B6BE-03142C99553F}" dt="2024-04-19T05:32:13.392" v="89" actId="478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0B5BF5BE-90B2-420F-B6BE-03142C99553F}" dt="2024-04-19T05:31:51.463" v="87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32:11.560" v="88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32:13.392" v="89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1:28.839" v="79" actId="1076"/>
          <ac:spMkLst>
            <pc:docMk/>
            <pc:sldMk cId="0" sldId="262"/>
            <ac:spMk id="7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0B5BF5BE-90B2-420F-B6BE-03142C99553F}" dt="2024-04-19T05:32:57.218" v="91" actId="1076"/>
        <pc:sldMkLst>
          <pc:docMk/>
          <pc:sldMk cId="0" sldId="263"/>
        </pc:sldMkLst>
        <pc:spChg chg="del">
          <ac:chgData name="Dr. Khurram Jadoon khan Asstt. Professor FCS" userId="684a1a15-bea5-4a17-9b67-1313be309245" providerId="ADAL" clId="{0B5BF5BE-90B2-420F-B6BE-03142C99553F}" dt="2024-04-19T05:32:52.008" v="90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2:57.218" v="91" actId="1076"/>
          <ac:spMkLst>
            <pc:docMk/>
            <pc:sldMk cId="0" sldId="263"/>
            <ac:spMk id="8" creationId="{00000000-0000-0000-0000-000000000000}"/>
          </ac:spMkLst>
        </pc:spChg>
        <pc:graphicFrameChg chg="mod">
          <ac:chgData name="Dr. Khurram Jadoon khan Asstt. Professor FCS" userId="684a1a15-bea5-4a17-9b67-1313be309245" providerId="ADAL" clId="{0B5BF5BE-90B2-420F-B6BE-03142C99553F}" dt="2024-04-19T05:32:57.218" v="91" actId="1076"/>
          <ac:graphicFrameMkLst>
            <pc:docMk/>
            <pc:sldMk cId="0" sldId="263"/>
            <ac:graphicFrameMk id="6" creationId="{00000000-0000-0000-0000-000000000000}"/>
          </ac:graphicFrameMkLst>
        </pc:graphicFrameChg>
      </pc:sldChg>
      <pc:sldChg chg="modSp mod">
        <pc:chgData name="Dr. Khurram Jadoon khan Asstt. Professor FCS" userId="684a1a15-bea5-4a17-9b67-1313be309245" providerId="ADAL" clId="{0B5BF5BE-90B2-420F-B6BE-03142C99553F}" dt="2024-04-19T05:39:21.766" v="114" actId="5793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0B5BF5BE-90B2-420F-B6BE-03142C99553F}" dt="2024-04-19T05:33:21.634" v="9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9:21.766" v="114" actId="5793"/>
          <ac:spMkLst>
            <pc:docMk/>
            <pc:sldMk cId="0" sldId="26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10.619" v="92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10.619" v="92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10.619" v="92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10.619" v="92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49.550" v="104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10.619" v="92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49.550" v="104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33:14.073" v="93" actId="1076"/>
          <ac:spMkLst>
            <pc:docMk/>
            <pc:sldMk cId="0" sldId="264"/>
            <ac:spMk id="14" creationId="{00000000-0000-0000-0000-000000000000}"/>
          </ac:spMkLst>
        </pc:spChg>
        <pc:graphicFrameChg chg="mod">
          <ac:chgData name="Dr. Khurram Jadoon khan Asstt. Professor FCS" userId="684a1a15-bea5-4a17-9b67-1313be309245" providerId="ADAL" clId="{0B5BF5BE-90B2-420F-B6BE-03142C99553F}" dt="2024-04-19T05:33:10.619" v="92" actId="1076"/>
          <ac:graphicFrameMkLst>
            <pc:docMk/>
            <pc:sldMk cId="0" sldId="264"/>
            <ac:graphicFrameMk id="4" creationId="{00000000-0000-0000-0000-000000000000}"/>
          </ac:graphicFrameMkLst>
        </pc:graphicFrameChg>
        <pc:graphicFrameChg chg="mod">
          <ac:chgData name="Dr. Khurram Jadoon khan Asstt. Professor FCS" userId="684a1a15-bea5-4a17-9b67-1313be309245" providerId="ADAL" clId="{0B5BF5BE-90B2-420F-B6BE-03142C99553F}" dt="2024-04-19T05:33:49.550" v="104" actId="1076"/>
          <ac:graphicFrameMkLst>
            <pc:docMk/>
            <pc:sldMk cId="0" sldId="264"/>
            <ac:graphicFrameMk id="5" creationId="{00000000-0000-0000-0000-000000000000}"/>
          </ac:graphicFrameMkLst>
        </pc:graphicFrameChg>
        <pc:graphicFrameChg chg="mod">
          <ac:chgData name="Dr. Khurram Jadoon khan Asstt. Professor FCS" userId="684a1a15-bea5-4a17-9b67-1313be309245" providerId="ADAL" clId="{0B5BF5BE-90B2-420F-B6BE-03142C99553F}" dt="2024-04-19T05:33:49.550" v="104" actId="1076"/>
          <ac:graphicFrameMkLst>
            <pc:docMk/>
            <pc:sldMk cId="0" sldId="264"/>
            <ac:graphicFrameMk id="6" creationId="{00000000-0000-0000-0000-000000000000}"/>
          </ac:graphicFrameMkLst>
        </pc:graphicFrameChg>
      </pc:sldChg>
      <pc:sldChg chg="modSp mod">
        <pc:chgData name="Dr. Khurram Jadoon khan Asstt. Professor FCS" userId="684a1a15-bea5-4a17-9b67-1313be309245" providerId="ADAL" clId="{0B5BF5BE-90B2-420F-B6BE-03142C99553F}" dt="2024-04-19T05:40:06.231" v="119" actId="20577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0B5BF5BE-90B2-420F-B6BE-03142C99553F}" dt="2024-04-19T05:40:06.231" v="119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0B5BF5BE-90B2-420F-B6BE-03142C99553F}" dt="2024-04-19T05:41:22.120" v="127" actId="14100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0B5BF5BE-90B2-420F-B6BE-03142C99553F}" dt="2024-04-19T05:41:01.575" v="126" actId="1076"/>
          <ac:spMkLst>
            <pc:docMk/>
            <pc:sldMk cId="0" sldId="267"/>
            <ac:spMk id="23" creationId="{CF76A698-6EAF-601B-40EB-C7746C964334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41:22.120" v="127" actId="14100"/>
          <ac:spMkLst>
            <pc:docMk/>
            <pc:sldMk cId="0" sldId="267"/>
            <ac:spMk id="27" creationId="{EEF45CE8-0525-CFCB-E80A-6317D7A427DA}"/>
          </ac:spMkLst>
        </pc:spChg>
      </pc:sldChg>
      <pc:sldChg chg="modSp mod">
        <pc:chgData name="Dr. Khurram Jadoon khan Asstt. Professor FCS" userId="684a1a15-bea5-4a17-9b67-1313be309245" providerId="ADAL" clId="{0B5BF5BE-90B2-420F-B6BE-03142C99553F}" dt="2024-04-19T05:41:49.442" v="128" actId="20577"/>
        <pc:sldMkLst>
          <pc:docMk/>
          <pc:sldMk cId="0" sldId="269"/>
        </pc:sldMkLst>
        <pc:spChg chg="mod">
          <ac:chgData name="Dr. Khurram Jadoon khan Asstt. Professor FCS" userId="684a1a15-bea5-4a17-9b67-1313be309245" providerId="ADAL" clId="{0B5BF5BE-90B2-420F-B6BE-03142C99553F}" dt="2024-04-19T05:41:49.442" v="128" actId="20577"/>
          <ac:spMkLst>
            <pc:docMk/>
            <pc:sldMk cId="0" sldId="269"/>
            <ac:spMk id="2" creationId="{00000000-0000-0000-0000-000000000000}"/>
          </ac:spMkLst>
        </pc:spChg>
      </pc:sldChg>
      <pc:sldChg chg="delSp mod">
        <pc:chgData name="Dr. Khurram Jadoon khan Asstt. Professor FCS" userId="684a1a15-bea5-4a17-9b67-1313be309245" providerId="ADAL" clId="{0B5BF5BE-90B2-420F-B6BE-03142C99553F}" dt="2024-04-19T05:42:55.923" v="129" actId="478"/>
        <pc:sldMkLst>
          <pc:docMk/>
          <pc:sldMk cId="0" sldId="272"/>
        </pc:sldMkLst>
        <pc:spChg chg="del">
          <ac:chgData name="Dr. Khurram Jadoon khan Asstt. Professor FCS" userId="684a1a15-bea5-4a17-9b67-1313be309245" providerId="ADAL" clId="{0B5BF5BE-90B2-420F-B6BE-03142C99553F}" dt="2024-04-19T05:42:55.923" v="129" actId="478"/>
          <ac:spMkLst>
            <pc:docMk/>
            <pc:sldMk cId="0" sldId="272"/>
            <ac:spMk id="8" creationId="{00000000-0000-0000-0000-000000000000}"/>
          </ac:spMkLst>
        </pc:spChg>
      </pc:sldChg>
      <pc:sldChg chg="delSp mod">
        <pc:chgData name="Dr. Khurram Jadoon khan Asstt. Professor FCS" userId="684a1a15-bea5-4a17-9b67-1313be309245" providerId="ADAL" clId="{0B5BF5BE-90B2-420F-B6BE-03142C99553F}" dt="2024-04-19T05:44:00.010" v="130" actId="478"/>
        <pc:sldMkLst>
          <pc:docMk/>
          <pc:sldMk cId="0" sldId="275"/>
        </pc:sldMkLst>
        <pc:spChg chg="del">
          <ac:chgData name="Dr. Khurram Jadoon khan Asstt. Professor FCS" userId="684a1a15-bea5-4a17-9b67-1313be309245" providerId="ADAL" clId="{0B5BF5BE-90B2-420F-B6BE-03142C99553F}" dt="2024-04-19T05:44:00.010" v="130" actId="478"/>
          <ac:spMkLst>
            <pc:docMk/>
            <pc:sldMk cId="0" sldId="275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0B5BF5BE-90B2-420F-B6BE-03142C99553F}" dt="2024-04-19T05:46:43.025" v="135" actId="14100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0B5BF5BE-90B2-420F-B6BE-03142C99553F}" dt="2024-04-19T05:44:57.001" v="132" actId="207"/>
          <ac:spMkLst>
            <pc:docMk/>
            <pc:sldMk cId="0" sldId="27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44:47.760" v="131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46:43.025" v="135" actId="14100"/>
          <ac:spMkLst>
            <pc:docMk/>
            <pc:sldMk cId="0" sldId="277"/>
            <ac:spMk id="8" creationId="{00000000-0000-0000-0000-000000000000}"/>
          </ac:spMkLst>
        </pc:spChg>
      </pc:sldChg>
      <pc:sldChg chg="delSp del mod">
        <pc:chgData name="Dr. Khurram Jadoon khan Asstt. Professor FCS" userId="684a1a15-bea5-4a17-9b67-1313be309245" providerId="ADAL" clId="{0B5BF5BE-90B2-420F-B6BE-03142C99553F}" dt="2024-04-19T05:47:19.405" v="137" actId="47"/>
        <pc:sldMkLst>
          <pc:docMk/>
          <pc:sldMk cId="0" sldId="279"/>
        </pc:sldMkLst>
        <pc:picChg chg="del">
          <ac:chgData name="Dr. Khurram Jadoon khan Asstt. Professor FCS" userId="684a1a15-bea5-4a17-9b67-1313be309245" providerId="ADAL" clId="{0B5BF5BE-90B2-420F-B6BE-03142C99553F}" dt="2024-04-19T05:47:02.830" v="136" actId="478"/>
          <ac:picMkLst>
            <pc:docMk/>
            <pc:sldMk cId="0" sldId="279"/>
            <ac:picMk id="21" creationId="{F7495A5D-619C-0EB8-B866-A2F10471E890}"/>
          </ac:picMkLst>
        </pc:picChg>
      </pc:sldChg>
      <pc:sldChg chg="del">
        <pc:chgData name="Dr. Khurram Jadoon khan Asstt. Professor FCS" userId="684a1a15-bea5-4a17-9b67-1313be309245" providerId="ADAL" clId="{0B5BF5BE-90B2-420F-B6BE-03142C99553F}" dt="2024-04-19T05:50:34.281" v="138" actId="47"/>
        <pc:sldMkLst>
          <pc:docMk/>
          <pc:sldMk cId="0" sldId="284"/>
        </pc:sldMkLst>
      </pc:sldChg>
      <pc:sldChg chg="del">
        <pc:chgData name="Dr. Khurram Jadoon khan Asstt. Professor FCS" userId="684a1a15-bea5-4a17-9b67-1313be309245" providerId="ADAL" clId="{0B5BF5BE-90B2-420F-B6BE-03142C99553F}" dt="2024-04-19T05:50:34.281" v="138" actId="47"/>
        <pc:sldMkLst>
          <pc:docMk/>
          <pc:sldMk cId="0" sldId="285"/>
        </pc:sldMkLst>
      </pc:sldChg>
      <pc:sldChg chg="del">
        <pc:chgData name="Dr. Khurram Jadoon khan Asstt. Professor FCS" userId="684a1a15-bea5-4a17-9b67-1313be309245" providerId="ADAL" clId="{0B5BF5BE-90B2-420F-B6BE-03142C99553F}" dt="2024-04-19T05:51:11.661" v="139" actId="47"/>
        <pc:sldMkLst>
          <pc:docMk/>
          <pc:sldMk cId="0" sldId="287"/>
        </pc:sldMkLst>
      </pc:sldChg>
      <pc:sldChg chg="delSp modSp mod">
        <pc:chgData name="Dr. Khurram Jadoon khan Asstt. Professor FCS" userId="684a1a15-bea5-4a17-9b67-1313be309245" providerId="ADAL" clId="{0B5BF5BE-90B2-420F-B6BE-03142C99553F}" dt="2024-04-19T05:56:38.811" v="150" actId="403"/>
        <pc:sldMkLst>
          <pc:docMk/>
          <pc:sldMk cId="0" sldId="288"/>
        </pc:sldMkLst>
        <pc:spChg chg="mod">
          <ac:chgData name="Dr. Khurram Jadoon khan Asstt. Professor FCS" userId="684a1a15-bea5-4a17-9b67-1313be309245" providerId="ADAL" clId="{0B5BF5BE-90B2-420F-B6BE-03142C99553F}" dt="2024-04-19T05:56:38.811" v="150" actId="403"/>
          <ac:spMkLst>
            <pc:docMk/>
            <pc:sldMk cId="0" sldId="288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56:30.592" v="147" actId="478"/>
          <ac:spMkLst>
            <pc:docMk/>
            <pc:sldMk cId="0" sldId="288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56:31.688" v="148" actId="478"/>
          <ac:spMkLst>
            <pc:docMk/>
            <pc:sldMk cId="0" sldId="288"/>
            <ac:spMk id="5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0B5BF5BE-90B2-420F-B6BE-03142C99553F}" dt="2024-04-19T05:58:10.227" v="156" actId="1076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0B5BF5BE-90B2-420F-B6BE-03142C99553F}" dt="2024-04-19T05:58:08.198" v="155" actId="164"/>
          <ac:spMkLst>
            <pc:docMk/>
            <pc:sldMk cId="0" sldId="29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58:08.198" v="155" actId="164"/>
          <ac:spMkLst>
            <pc:docMk/>
            <pc:sldMk cId="0" sldId="291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58:02.741" v="154" actId="478"/>
          <ac:spMkLst>
            <pc:docMk/>
            <pc:sldMk cId="0" sldId="291"/>
            <ac:spMk id="6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58:02.053" v="153" actId="478"/>
          <ac:spMkLst>
            <pc:docMk/>
            <pc:sldMk cId="0" sldId="291"/>
            <ac:spMk id="7" creationId="{00000000-0000-0000-0000-000000000000}"/>
          </ac:spMkLst>
        </pc:spChg>
        <pc:grpChg chg="add mod">
          <ac:chgData name="Dr. Khurram Jadoon khan Asstt. Professor FCS" userId="684a1a15-bea5-4a17-9b67-1313be309245" providerId="ADAL" clId="{0B5BF5BE-90B2-420F-B6BE-03142C99553F}" dt="2024-04-19T05:58:10.227" v="156" actId="1076"/>
          <ac:grpSpMkLst>
            <pc:docMk/>
            <pc:sldMk cId="0" sldId="291"/>
            <ac:grpSpMk id="9" creationId="{05079C20-ADDD-929E-EC7A-860DCF255FE7}"/>
          </ac:grpSpMkLst>
        </pc:grpChg>
      </pc:sldChg>
      <pc:sldChg chg="modSp mod">
        <pc:chgData name="Dr. Khurram Jadoon khan Asstt. Professor FCS" userId="684a1a15-bea5-4a17-9b67-1313be309245" providerId="ADAL" clId="{0B5BF5BE-90B2-420F-B6BE-03142C99553F}" dt="2024-04-19T06:17:09.030" v="158" actId="313"/>
        <pc:sldMkLst>
          <pc:docMk/>
          <pc:sldMk cId="0" sldId="299"/>
        </pc:sldMkLst>
        <pc:spChg chg="mod">
          <ac:chgData name="Dr. Khurram Jadoon khan Asstt. Professor FCS" userId="684a1a15-bea5-4a17-9b67-1313be309245" providerId="ADAL" clId="{0B5BF5BE-90B2-420F-B6BE-03142C99553F}" dt="2024-04-19T06:17:09.030" v="158" actId="313"/>
          <ac:spMkLst>
            <pc:docMk/>
            <pc:sldMk cId="0" sldId="299"/>
            <ac:spMk id="3" creationId="{00000000-0000-0000-0000-000000000000}"/>
          </ac:spMkLst>
        </pc:spChg>
      </pc:sldChg>
      <pc:sldChg chg="delSp mod">
        <pc:chgData name="Dr. Khurram Jadoon khan Asstt. Professor FCS" userId="684a1a15-bea5-4a17-9b67-1313be309245" providerId="ADAL" clId="{0B5BF5BE-90B2-420F-B6BE-03142C99553F}" dt="2024-04-19T06:17:40.009" v="159" actId="478"/>
        <pc:sldMkLst>
          <pc:docMk/>
          <pc:sldMk cId="0" sldId="300"/>
        </pc:sldMkLst>
        <pc:spChg chg="del">
          <ac:chgData name="Dr. Khurram Jadoon khan Asstt. Professor FCS" userId="684a1a15-bea5-4a17-9b67-1313be309245" providerId="ADAL" clId="{0B5BF5BE-90B2-420F-B6BE-03142C99553F}" dt="2024-04-19T06:17:40.009" v="159" actId="478"/>
          <ac:spMkLst>
            <pc:docMk/>
            <pc:sldMk cId="0" sldId="300"/>
            <ac:spMk id="7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0B5BF5BE-90B2-420F-B6BE-03142C99553F}" dt="2024-04-19T06:19:11.353" v="160" actId="47"/>
        <pc:sldMkLst>
          <pc:docMk/>
          <pc:sldMk cId="0" sldId="301"/>
        </pc:sldMkLst>
      </pc:sldChg>
      <pc:sldChg chg="modSp mod">
        <pc:chgData name="Dr. Khurram Jadoon khan Asstt. Professor FCS" userId="684a1a15-bea5-4a17-9b67-1313be309245" providerId="ADAL" clId="{0B5BF5BE-90B2-420F-B6BE-03142C99553F}" dt="2024-04-19T06:19:33.874" v="163" actId="14100"/>
        <pc:sldMkLst>
          <pc:docMk/>
          <pc:sldMk cId="0" sldId="302"/>
        </pc:sldMkLst>
        <pc:spChg chg="mod">
          <ac:chgData name="Dr. Khurram Jadoon khan Asstt. Professor FCS" userId="684a1a15-bea5-4a17-9b67-1313be309245" providerId="ADAL" clId="{0B5BF5BE-90B2-420F-B6BE-03142C99553F}" dt="2024-04-19T06:19:33.874" v="163" actId="14100"/>
          <ac:spMkLst>
            <pc:docMk/>
            <pc:sldMk cId="0" sldId="302"/>
            <ac:spMk id="2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0B5BF5BE-90B2-420F-B6BE-03142C99553F}" dt="2024-04-19T06:23:01.668" v="176" actId="12"/>
        <pc:sldMkLst>
          <pc:docMk/>
          <pc:sldMk cId="0" sldId="305"/>
        </pc:sldMkLst>
        <pc:spChg chg="mod">
          <ac:chgData name="Dr. Khurram Jadoon khan Asstt. Professor FCS" userId="684a1a15-bea5-4a17-9b67-1313be309245" providerId="ADAL" clId="{0B5BF5BE-90B2-420F-B6BE-03142C99553F}" dt="2024-04-19T06:22:36.041" v="166" actId="1076"/>
          <ac:spMkLst>
            <pc:docMk/>
            <pc:sldMk cId="0" sldId="305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6:22:53.149" v="173" actId="478"/>
          <ac:spMkLst>
            <pc:docMk/>
            <pc:sldMk cId="0" sldId="305"/>
            <ac:spMk id="16" creationId="{00000000-0000-0000-0000-000000000000}"/>
          </ac:spMkLst>
        </pc:spChg>
        <pc:spChg chg="del">
          <ac:chgData name="Dr. Khurram Jadoon khan Asstt. Professor FCS" userId="684a1a15-bea5-4a17-9b67-1313be309245" providerId="ADAL" clId="{0B5BF5BE-90B2-420F-B6BE-03142C99553F}" dt="2024-04-19T06:22:52.301" v="172" actId="478"/>
          <ac:spMkLst>
            <pc:docMk/>
            <pc:sldMk cId="0" sldId="305"/>
            <ac:spMk id="17" creationId="{00000000-0000-0000-0000-000000000000}"/>
          </ac:spMkLst>
        </pc:spChg>
        <pc:spChg chg="add mod">
          <ac:chgData name="Dr. Khurram Jadoon khan Asstt. Professor FCS" userId="684a1a15-bea5-4a17-9b67-1313be309245" providerId="ADAL" clId="{0B5BF5BE-90B2-420F-B6BE-03142C99553F}" dt="2024-04-19T06:22:58.658" v="175" actId="1076"/>
          <ac:spMkLst>
            <pc:docMk/>
            <pc:sldMk cId="0" sldId="305"/>
            <ac:spMk id="20" creationId="{72B450F9-50A5-B950-3C48-4A8D0B03EA84}"/>
          </ac:spMkLst>
        </pc:spChg>
        <pc:spChg chg="add mod">
          <ac:chgData name="Dr. Khurram Jadoon khan Asstt. Professor FCS" userId="684a1a15-bea5-4a17-9b67-1313be309245" providerId="ADAL" clId="{0B5BF5BE-90B2-420F-B6BE-03142C99553F}" dt="2024-04-19T06:23:01.668" v="176" actId="12"/>
          <ac:spMkLst>
            <pc:docMk/>
            <pc:sldMk cId="0" sldId="305"/>
            <ac:spMk id="22" creationId="{4C79F588-FC7A-4918-23B0-4D11DB3EA640}"/>
          </ac:spMkLst>
        </pc:spChg>
      </pc:sldChg>
      <pc:sldChg chg="del">
        <pc:chgData name="Dr. Khurram Jadoon khan Asstt. Professor FCS" userId="684a1a15-bea5-4a17-9b67-1313be309245" providerId="ADAL" clId="{0B5BF5BE-90B2-420F-B6BE-03142C99553F}" dt="2024-04-19T06:26:34.063" v="177" actId="47"/>
        <pc:sldMkLst>
          <pc:docMk/>
          <pc:sldMk cId="0" sldId="308"/>
        </pc:sldMkLst>
      </pc:sldChg>
      <pc:sldChg chg="addSp delSp modSp new mod chgLayout">
        <pc:chgData name="Dr. Khurram Jadoon khan Asstt. Professor FCS" userId="684a1a15-bea5-4a17-9b67-1313be309245" providerId="ADAL" clId="{0B5BF5BE-90B2-420F-B6BE-03142C99553F}" dt="2024-04-19T05:04:34.677" v="50" actId="20577"/>
        <pc:sldMkLst>
          <pc:docMk/>
          <pc:sldMk cId="794829338" sldId="316"/>
        </pc:sldMkLst>
        <pc:spChg chg="del">
          <ac:chgData name="Dr. Khurram Jadoon khan Asstt. Professor FCS" userId="684a1a15-bea5-4a17-9b67-1313be309245" providerId="ADAL" clId="{0B5BF5BE-90B2-420F-B6BE-03142C99553F}" dt="2024-04-19T05:01:03.575" v="1" actId="700"/>
          <ac:spMkLst>
            <pc:docMk/>
            <pc:sldMk cId="794829338" sldId="316"/>
            <ac:spMk id="2" creationId="{D68A432E-E48B-2BA3-2600-EFE3FF662E43}"/>
          </ac:spMkLst>
        </pc:spChg>
        <pc:spChg chg="del">
          <ac:chgData name="Dr. Khurram Jadoon khan Asstt. Professor FCS" userId="684a1a15-bea5-4a17-9b67-1313be309245" providerId="ADAL" clId="{0B5BF5BE-90B2-420F-B6BE-03142C99553F}" dt="2024-04-19T05:01:03.575" v="1" actId="700"/>
          <ac:spMkLst>
            <pc:docMk/>
            <pc:sldMk cId="794829338" sldId="316"/>
            <ac:spMk id="3" creationId="{E017F6B2-1D5A-8377-E6CA-D032B0247D6E}"/>
          </ac:spMkLst>
        </pc:spChg>
        <pc:spChg chg="add mod ord">
          <ac:chgData name="Dr. Khurram Jadoon khan Asstt. Professor FCS" userId="684a1a15-bea5-4a17-9b67-1313be309245" providerId="ADAL" clId="{0B5BF5BE-90B2-420F-B6BE-03142C99553F}" dt="2024-04-19T05:02:45.051" v="16" actId="122"/>
          <ac:spMkLst>
            <pc:docMk/>
            <pc:sldMk cId="794829338" sldId="316"/>
            <ac:spMk id="4" creationId="{E6B6CE57-4941-5F39-81BA-BA1D32A3CDA2}"/>
          </ac:spMkLst>
        </pc:spChg>
        <pc:spChg chg="add mod ord">
          <ac:chgData name="Dr. Khurram Jadoon khan Asstt. Professor FCS" userId="684a1a15-bea5-4a17-9b67-1313be309245" providerId="ADAL" clId="{0B5BF5BE-90B2-420F-B6BE-03142C99553F}" dt="2024-04-19T05:04:34.677" v="50" actId="20577"/>
          <ac:spMkLst>
            <pc:docMk/>
            <pc:sldMk cId="794829338" sldId="316"/>
            <ac:spMk id="5" creationId="{3267A71D-8C21-381E-027E-F3A2B0549CF0}"/>
          </ac:spMkLst>
        </pc:spChg>
      </pc:sldChg>
      <pc:sldChg chg="modSp new mod">
        <pc:chgData name="Dr. Khurram Jadoon khan Asstt. Professor FCS" userId="684a1a15-bea5-4a17-9b67-1313be309245" providerId="ADAL" clId="{0B5BF5BE-90B2-420F-B6BE-03142C99553F}" dt="2024-04-19T05:23:51.130" v="76" actId="15"/>
        <pc:sldMkLst>
          <pc:docMk/>
          <pc:sldMk cId="77006268" sldId="317"/>
        </pc:sldMkLst>
        <pc:spChg chg="mod">
          <ac:chgData name="Dr. Khurram Jadoon khan Asstt. Professor FCS" userId="684a1a15-bea5-4a17-9b67-1313be309245" providerId="ADAL" clId="{0B5BF5BE-90B2-420F-B6BE-03142C99553F}" dt="2024-04-19T05:21:32.131" v="60" actId="20577"/>
          <ac:spMkLst>
            <pc:docMk/>
            <pc:sldMk cId="77006268" sldId="317"/>
            <ac:spMk id="2" creationId="{B76BB65B-48DA-453F-2408-14CC0503DA1D}"/>
          </ac:spMkLst>
        </pc:spChg>
        <pc:spChg chg="mod">
          <ac:chgData name="Dr. Khurram Jadoon khan Asstt. Professor FCS" userId="684a1a15-bea5-4a17-9b67-1313be309245" providerId="ADAL" clId="{0B5BF5BE-90B2-420F-B6BE-03142C99553F}" dt="2024-04-19T05:23:51.130" v="76" actId="15"/>
          <ac:spMkLst>
            <pc:docMk/>
            <pc:sldMk cId="77006268" sldId="317"/>
            <ac:spMk id="3" creationId="{5E48FC15-AE25-016F-0445-25582AAF39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76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76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76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76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76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4703" y="174878"/>
            <a:ext cx="6022593" cy="71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60829"/>
            <a:ext cx="11120119" cy="3823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55527" y="6272338"/>
            <a:ext cx="264159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76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jp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6.jpg"/><Relationship Id="rId4" Type="http://schemas.openxmlformats.org/officeDocument/2006/relationships/image" Target="../media/image8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73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72.png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6.png"/><Relationship Id="rId5" Type="http://schemas.openxmlformats.org/officeDocument/2006/relationships/image" Target="../media/image74.jpg"/><Relationship Id="rId4" Type="http://schemas.openxmlformats.org/officeDocument/2006/relationships/image" Target="../media/image9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jpg"/><Relationship Id="rId4" Type="http://schemas.openxmlformats.org/officeDocument/2006/relationships/image" Target="../media/image1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57400" y="2133600"/>
            <a:ext cx="6858000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dirty="0">
                <a:latin typeface="Arial"/>
                <a:cs typeface="Arial"/>
              </a:rPr>
              <a:t>Bayes</a:t>
            </a:r>
            <a:r>
              <a:rPr sz="6600" spc="-135" dirty="0">
                <a:latin typeface="Arial"/>
                <a:cs typeface="Arial"/>
              </a:rPr>
              <a:t> </a:t>
            </a:r>
            <a:r>
              <a:rPr sz="6600" dirty="0">
                <a:latin typeface="Arial"/>
                <a:cs typeface="Arial"/>
              </a:rPr>
              <a:t>Nets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74906" y="6266992"/>
            <a:ext cx="13144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6CE57-4941-5F39-81BA-BA1D32A3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703" y="174878"/>
            <a:ext cx="6022593" cy="677108"/>
          </a:xfrm>
        </p:spPr>
        <p:txBody>
          <a:bodyPr/>
          <a:lstStyle/>
          <a:p>
            <a:pPr algn="ctr"/>
            <a:r>
              <a:rPr lang="en-US" dirty="0"/>
              <a:t>CSP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7A71D-8C21-381E-027E-F3A2B0549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9" y="832194"/>
            <a:ext cx="11120119" cy="4770537"/>
          </a:xfrm>
        </p:spPr>
        <p:txBody>
          <a:bodyPr/>
          <a:lstStyle/>
          <a:p>
            <a:pPr indent="225425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Focus on finding a solution that satisfies all imposed constraints</a:t>
            </a:r>
          </a:p>
          <a:p>
            <a:pPr indent="225425"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indent="225425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Used in applications like scheduling tasks, solving Sudoku puzzles, and cryptography</a:t>
            </a:r>
          </a:p>
          <a:p>
            <a:pPr indent="225425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Key concepts:</a:t>
            </a:r>
          </a:p>
          <a:p>
            <a:pPr marL="457200" lvl="2" indent="225425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Variables</a:t>
            </a:r>
          </a:p>
          <a:p>
            <a:pPr marL="457200" lvl="2" indent="225425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Domains</a:t>
            </a:r>
          </a:p>
          <a:p>
            <a:pPr marL="457200" lvl="2" indent="225425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Constraints</a:t>
            </a:r>
          </a:p>
          <a:p>
            <a:pPr marL="457200" lvl="2" indent="225425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F1F1F"/>
              </a:solidFill>
              <a:highlight>
                <a:srgbClr val="FFFFFF"/>
              </a:highlight>
              <a:latin typeface="Google Sans"/>
            </a:endParaRPr>
          </a:p>
          <a:p>
            <a:pPr marL="457200" lvl="2" algn="l"/>
            <a:r>
              <a:rPr lang="en-US" sz="2800" dirty="0">
                <a:solidFill>
                  <a:srgbClr val="1F1F1F"/>
                </a:solidFill>
                <a:highlight>
                  <a:srgbClr val="FFFFFF"/>
                </a:highlight>
                <a:latin typeface="Google Sans"/>
              </a:rPr>
              <a:t>			</a:t>
            </a:r>
            <a:r>
              <a:rPr lang="en-US" sz="4000" dirty="0">
                <a:solidFill>
                  <a:srgbClr val="FF0000"/>
                </a:solidFill>
                <a:highlight>
                  <a:srgbClr val="FFFFFF"/>
                </a:highlight>
                <a:latin typeface="Google Sans"/>
              </a:rPr>
              <a:t>Medical Diagnosis ??</a:t>
            </a:r>
            <a:endParaRPr lang="en-US" sz="40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2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B65B-48DA-453F-2408-14CC0503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703" y="174878"/>
            <a:ext cx="6022593" cy="677108"/>
          </a:xfrm>
        </p:spPr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8FC15-AE25-016F-0445-25582AAF3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1" y="1213009"/>
            <a:ext cx="11887200" cy="360098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 Uncertainty and Probabilities:</a:t>
            </a: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Medical diagnoses often involve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uncertainty</a:t>
            </a: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A patient might present with various symptoms that could point to several different diseases. CSPs struggle with inherent uncertainty and don't handle probabilities well.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 Complex Relationships:</a:t>
            </a: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Medical conditions often have intricate relationships between symptoms, medical history, and test results.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F1F1F"/>
              </a:solidFill>
              <a:highlight>
                <a:srgbClr val="FFFFFF"/>
              </a:highlight>
              <a:latin typeface="Google Sans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CSPs work best with well-defined constraints, and modeling these complex relationships can be challenging.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F3B014-51DE-2E20-10C7-CC030D94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534400" cy="4468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159EED-D93B-6F92-D7AE-D3BB92E4D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4" y="3569439"/>
            <a:ext cx="6753225" cy="31262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C846-0C24-E330-96D9-805F7076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609600"/>
            <a:ext cx="6022593" cy="615553"/>
          </a:xfrm>
        </p:spPr>
        <p:txBody>
          <a:bodyPr/>
          <a:lstStyle/>
          <a:p>
            <a:r>
              <a:rPr lang="en-US" sz="4000" b="0" i="0" u="none" strike="noStrike" baseline="0" dirty="0">
                <a:solidFill>
                  <a:srgbClr val="696464"/>
                </a:solidFill>
                <a:latin typeface="Palatino-Roman"/>
              </a:rPr>
              <a:t>Bayes nets</a:t>
            </a:r>
            <a:endParaRPr lang="en-US" sz="8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07FE2-BF35-C264-BB4D-1FAF8E6BD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11430000" cy="2462213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 Bayes net (Bayesian network) is a way to model relationships</a:t>
            </a:r>
          </a:p>
          <a:p>
            <a:pPr algn="l"/>
            <a:r>
              <a:rPr lang="en-U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between various variables.</a:t>
            </a:r>
          </a:p>
          <a:p>
            <a:pPr algn="l"/>
            <a:endParaRPr lang="en-US" sz="3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Goal is to obtain some marginal or conditional distributions</a:t>
            </a:r>
          </a:p>
          <a:p>
            <a:pPr algn="l"/>
            <a:r>
              <a:rPr lang="en-US" sz="3200" b="0" i="0" u="none" strike="noStrike" baseline="0" dirty="0">
                <a:solidFill>
                  <a:srgbClr val="404040"/>
                </a:solidFill>
                <a:latin typeface="Calibri" panose="020F0502020204030204" pitchFamily="34" charset="0"/>
              </a:rPr>
              <a:t>e.g., P(infected) or P(infected | cough)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2707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073" y="174878"/>
            <a:ext cx="414845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Random</a:t>
            </a:r>
            <a:r>
              <a:rPr spc="-45" dirty="0"/>
              <a:t> </a:t>
            </a:r>
            <a:r>
              <a:rPr spc="-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6783" y="1411478"/>
            <a:ext cx="6908800" cy="3607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735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random variable is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aspect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world</a:t>
            </a:r>
            <a:r>
              <a:rPr sz="2400" spc="-1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about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735"/>
              </a:lnSpc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which we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(may) have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uncertainty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85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R = Is it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raining?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T = Is it hot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cold?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D = </a:t>
            </a:r>
            <a:r>
              <a:rPr sz="2000" spc="-5" dirty="0">
                <a:latin typeface="Calibri"/>
                <a:cs typeface="Calibri"/>
              </a:rPr>
              <a:t>How </a:t>
            </a:r>
            <a:r>
              <a:rPr sz="2000" dirty="0">
                <a:latin typeface="Calibri"/>
                <a:cs typeface="Calibri"/>
              </a:rPr>
              <a:t>long </a:t>
            </a:r>
            <a:r>
              <a:rPr sz="2000" spc="-5" dirty="0">
                <a:latin typeface="Calibri"/>
                <a:cs typeface="Calibri"/>
              </a:rPr>
              <a:t>will </a:t>
            </a:r>
            <a:r>
              <a:rPr sz="2000" dirty="0">
                <a:latin typeface="Calibri"/>
                <a:cs typeface="Calibri"/>
              </a:rPr>
              <a:t>it take to </a:t>
            </a:r>
            <a:r>
              <a:rPr sz="2000" spc="-5" dirty="0">
                <a:latin typeface="Calibri"/>
                <a:cs typeface="Calibri"/>
              </a:rPr>
              <a:t>drive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work?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L = Where is the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ghost?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denote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random variables with capital</a:t>
            </a:r>
            <a:r>
              <a:rPr sz="2400" spc="-1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letters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Random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have</a:t>
            </a:r>
            <a:r>
              <a:rPr sz="24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domains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9514" y="5226050"/>
            <a:ext cx="233362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(often </a:t>
            </a:r>
            <a:r>
              <a:rPr sz="2000" spc="-5" dirty="0">
                <a:latin typeface="Calibri"/>
                <a:cs typeface="Calibri"/>
              </a:rPr>
              <a:t>write </a:t>
            </a:r>
            <a:r>
              <a:rPr sz="2000" dirty="0">
                <a:latin typeface="Calibri"/>
                <a:cs typeface="Calibri"/>
              </a:rPr>
              <a:t>as {+r,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-r})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3983" y="5226050"/>
            <a:ext cx="4972050" cy="133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R in {true,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false}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T in </a:t>
            </a:r>
            <a:r>
              <a:rPr sz="2000" spc="-5" dirty="0">
                <a:latin typeface="Calibri"/>
                <a:cs typeface="Calibri"/>
              </a:rPr>
              <a:t>{hot,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cold}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99085" algn="l"/>
              </a:tabLst>
            </a:pPr>
            <a:r>
              <a:rPr sz="2000" dirty="0">
                <a:latin typeface="Wingdings"/>
                <a:cs typeface="Wingdings"/>
              </a:rPr>
              <a:t>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Calibri"/>
                <a:cs typeface="Calibri"/>
              </a:rPr>
              <a:t>D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[0,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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L in possible locations, maybe {(0,0), (0,1),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20228" y="1331975"/>
            <a:ext cx="4093464" cy="4126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74906" y="6266992"/>
            <a:ext cx="13144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Arial"/>
                <a:cs typeface="Arial"/>
              </a:rPr>
              <a:t>7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2226" y="174878"/>
            <a:ext cx="552640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Probability</a:t>
            </a:r>
            <a:r>
              <a:rPr spc="-70" dirty="0"/>
              <a:t> </a:t>
            </a:r>
            <a:r>
              <a:rPr spc="-5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956" y="1330452"/>
            <a:ext cx="5615305" cy="119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Associate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probability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with each</a:t>
            </a:r>
            <a:r>
              <a:rPr sz="24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outcome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Wingdings"/>
              <a:buChar char=""/>
            </a:pPr>
            <a:endParaRPr sz="3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Temperature: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13010" y="3870388"/>
          <a:ext cx="142875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912108" y="3506723"/>
            <a:ext cx="731520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733978" y="3621849"/>
          <a:ext cx="1922398" cy="1857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fog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meteor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0346435" y="3189732"/>
            <a:ext cx="851916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680" y="3235451"/>
            <a:ext cx="2543556" cy="23835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5728" y="3352800"/>
            <a:ext cx="3211068" cy="21412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36485" y="2140458"/>
            <a:ext cx="127825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15" dirty="0">
                <a:latin typeface="Calibri"/>
                <a:cs typeface="Calibri"/>
              </a:rPr>
              <a:t>Weather: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62206" y="6272338"/>
            <a:ext cx="15684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z="1500" spc="-5" dirty="0">
                <a:latin typeface="Arial"/>
                <a:cs typeface="Arial"/>
              </a:rPr>
              <a:t>8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654" y="1501902"/>
            <a:ext cx="4535805" cy="3136900"/>
          </a:xfrm>
          <a:prstGeom prst="rect">
            <a:avLst/>
          </a:prstGeom>
          <a:ln w="35052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60"/>
              </a:spcBef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Shorthand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notation: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00">
              <a:latin typeface="Times New Roman"/>
              <a:cs typeface="Times New Roman"/>
            </a:endParaRPr>
          </a:p>
          <a:p>
            <a:pPr marR="64769"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OK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if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all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domain entries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unique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32226" y="174878"/>
            <a:ext cx="552640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Probability</a:t>
            </a:r>
            <a:r>
              <a:rPr spc="-70" dirty="0"/>
              <a:t> </a:t>
            </a:r>
            <a:r>
              <a:rPr spc="-5" dirty="0"/>
              <a:t>Distributions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956" y="1330452"/>
            <a:ext cx="638556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Unobserved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random variables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have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956" y="4184015"/>
            <a:ext cx="6567170" cy="2223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 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TABLE of probabilities of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probability (lower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case value) is 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single</a:t>
            </a:r>
            <a:r>
              <a:rPr sz="2400" spc="-114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number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33399"/>
              </a:buClr>
              <a:buFont typeface="Wingdings"/>
              <a:buChar char=""/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Wingdings"/>
              <a:buChar char=""/>
            </a:pP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Must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have: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8181" y="6013094"/>
            <a:ext cx="49212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46644" y="2201862"/>
          <a:ext cx="142875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744979" y="1837944"/>
            <a:ext cx="731519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96170" y="2201862"/>
          <a:ext cx="1922399" cy="1857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3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fog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meteor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009644" y="1844039"/>
            <a:ext cx="850391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29611" y="5504688"/>
            <a:ext cx="2849880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8692" y="6117335"/>
            <a:ext cx="2583180" cy="298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74891" y="6045708"/>
            <a:ext cx="2491740" cy="5669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64423" y="3326891"/>
            <a:ext cx="3627120" cy="2987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13776" y="2289048"/>
            <a:ext cx="3179064" cy="2987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10143" y="2816351"/>
            <a:ext cx="3374136" cy="2987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67443" y="3922776"/>
            <a:ext cx="327659" cy="594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562206" y="6272338"/>
            <a:ext cx="15684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z="1500" spc="-5" dirty="0">
                <a:latin typeface="Arial"/>
                <a:cs typeface="Arial"/>
              </a:rPr>
              <a:t>9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073" y="174878"/>
            <a:ext cx="414845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Joint</a:t>
            </a:r>
            <a:r>
              <a:rPr spc="-60" dirty="0"/>
              <a:t> </a:t>
            </a:r>
            <a:r>
              <a:rPr spc="-5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507" y="908424"/>
            <a:ext cx="11198479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400" i="1" spc="-5" dirty="0">
                <a:solidFill>
                  <a:srgbClr val="333399"/>
                </a:solidFill>
                <a:latin typeface="Calibri"/>
                <a:cs typeface="Calibri"/>
              </a:rPr>
              <a:t>A joint distribution describes the probability of two or more random variables occurring together.</a:t>
            </a: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joint distribution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over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set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random</a:t>
            </a:r>
            <a:r>
              <a:rPr sz="24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specifies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real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number for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 assignment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(or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outcome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):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316" y="3680079"/>
            <a:ext cx="148463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Must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obey: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86600" y="1722905"/>
            <a:ext cx="1804416" cy="262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6148" y="2388107"/>
            <a:ext cx="4867656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32432" y="2936748"/>
            <a:ext cx="2446020" cy="329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04032" y="3759708"/>
            <a:ext cx="2836164" cy="298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78507" y="4366259"/>
            <a:ext cx="4358640" cy="6720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732964" y="3195891"/>
          <a:ext cx="2354960" cy="1981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6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9384792" y="2743200"/>
            <a:ext cx="1179576" cy="2987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10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0190" y="174878"/>
            <a:ext cx="153162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Even</a:t>
            </a:r>
            <a:r>
              <a:rPr spc="10" dirty="0"/>
              <a:t>t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5409"/>
            <a:ext cx="485013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800" i="1" spc="-5" dirty="0">
                <a:solidFill>
                  <a:srgbClr val="333399"/>
                </a:solidFill>
                <a:latin typeface="Calibri"/>
                <a:cs typeface="Calibri"/>
              </a:rPr>
              <a:t>event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 a set E of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outcomes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81960"/>
            <a:ext cx="5737225" cy="2484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joint distribution,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we can  calculate the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probability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of any</a:t>
            </a:r>
            <a:r>
              <a:rPr sz="280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event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97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Probability that it’s hot 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sunny?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Probability that it’s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hot?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Probability that it’s hot 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sunny?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039313"/>
              </p:ext>
            </p:extLst>
          </p:nvPr>
        </p:nvGraphicFramePr>
        <p:xfrm>
          <a:off x="8126667" y="2613088"/>
          <a:ext cx="274320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190244" y="2132076"/>
            <a:ext cx="4047744" cy="624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91600" y="2132076"/>
            <a:ext cx="1179576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81943" y="6266992"/>
            <a:ext cx="211454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10" dirty="0">
                <a:latin typeface="Arial"/>
                <a:cs typeface="Arial"/>
              </a:rPr>
              <a:t>11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0790" y="33591"/>
            <a:ext cx="508952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/>
              <a:t>Marginal</a:t>
            </a:r>
            <a:r>
              <a:rPr sz="3200" spc="-40" dirty="0"/>
              <a:t> </a:t>
            </a:r>
            <a:r>
              <a:rPr sz="3200" spc="-5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549701"/>
            <a:ext cx="11811000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333FF"/>
                </a:solidFill>
                <a:latin typeface="Calibri" panose="020F0502020204030204" pitchFamily="34" charset="0"/>
              </a:rPr>
              <a:t>• </a:t>
            </a:r>
            <a:r>
              <a:rPr lang="en-US" sz="2400" b="0" i="0" u="none" strike="noStrike" baseline="0" dirty="0">
                <a:solidFill>
                  <a:srgbClr val="3333FF"/>
                </a:solidFill>
                <a:latin typeface="Calibri" panose="020F0502020204030204" pitchFamily="34" charset="0"/>
              </a:rPr>
              <a:t>Marginalization is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summing out a subset of random variables </a:t>
            </a:r>
            <a:r>
              <a:rPr lang="en-US" sz="2400" b="0" i="0" u="none" strike="noStrike" baseline="0" dirty="0">
                <a:solidFill>
                  <a:srgbClr val="3333FF"/>
                </a:solidFill>
                <a:latin typeface="Calibri" panose="020F0502020204030204" pitchFamily="34" charset="0"/>
              </a:rPr>
              <a:t>from a joint distribution to obtain a distribution of the remaining subset.</a:t>
            </a:r>
          </a:p>
          <a:p>
            <a:r>
              <a:rPr lang="en-US" sz="2400" dirty="0">
                <a:solidFill>
                  <a:srgbClr val="3333FF"/>
                </a:solidFill>
                <a:latin typeface="Calibri" panose="020F0502020204030204" pitchFamily="34" charset="0"/>
              </a:rPr>
              <a:t>• The marginal probability of an event is the probability of that event happening, regardless of the other event. </a:t>
            </a:r>
            <a:endParaRPr lang="en-US" sz="2400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469900" lvl="1"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•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picking a red ball followed by a blue ball from a basket containing both red and blue balls.</a:t>
            </a:r>
          </a:p>
          <a:p>
            <a:pPr marL="812800" lvl="1" indent="-342900"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calculates the probability of selecting red balls independently of subsequent picks</a:t>
            </a:r>
          </a:p>
          <a:p>
            <a:pPr marL="469900" lvl="1">
              <a:tabLst>
                <a:tab pos="354965" algn="l"/>
                <a:tab pos="355600" algn="l"/>
              </a:tabLst>
            </a:pPr>
            <a:endParaRPr sz="2400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866185"/>
              </p:ext>
            </p:extLst>
          </p:nvPr>
        </p:nvGraphicFramePr>
        <p:xfrm>
          <a:off x="563088" y="3564615"/>
          <a:ext cx="2743187" cy="1981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131457"/>
              </p:ext>
            </p:extLst>
          </p:nvPr>
        </p:nvGraphicFramePr>
        <p:xfrm>
          <a:off x="7265812" y="3327317"/>
          <a:ext cx="1828800" cy="1188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6"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7"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ol</a:t>
                      </a: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349981"/>
              </p:ext>
            </p:extLst>
          </p:nvPr>
        </p:nvGraphicFramePr>
        <p:xfrm>
          <a:off x="7265812" y="5156117"/>
          <a:ext cx="1828800" cy="1188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934099" y="3586649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2514600" y="0"/>
                </a:moveTo>
                <a:lnTo>
                  <a:pt x="2514600" y="228600"/>
                </a:lnTo>
                <a:lnTo>
                  <a:pt x="2667000" y="152400"/>
                </a:lnTo>
                <a:lnTo>
                  <a:pt x="2552700" y="152400"/>
                </a:lnTo>
                <a:lnTo>
                  <a:pt x="2552700" y="76200"/>
                </a:lnTo>
                <a:lnTo>
                  <a:pt x="2667000" y="76200"/>
                </a:lnTo>
                <a:lnTo>
                  <a:pt x="2514600" y="0"/>
                </a:lnTo>
                <a:close/>
              </a:path>
              <a:path w="2743200" h="228600">
                <a:moveTo>
                  <a:pt x="25146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514600" y="152400"/>
                </a:lnTo>
                <a:lnTo>
                  <a:pt x="2514600" y="76200"/>
                </a:lnTo>
                <a:close/>
              </a:path>
              <a:path w="2743200" h="228600">
                <a:moveTo>
                  <a:pt x="2667000" y="76200"/>
                </a:moveTo>
                <a:lnTo>
                  <a:pt x="2552700" y="76200"/>
                </a:lnTo>
                <a:lnTo>
                  <a:pt x="2552700" y="152400"/>
                </a:lnTo>
                <a:lnTo>
                  <a:pt x="2667000" y="152400"/>
                </a:lnTo>
                <a:lnTo>
                  <a:pt x="2743200" y="114300"/>
                </a:lnTo>
                <a:lnTo>
                  <a:pt x="26670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34099" y="5156369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2514600" y="0"/>
                </a:moveTo>
                <a:lnTo>
                  <a:pt x="2514600" y="228600"/>
                </a:lnTo>
                <a:lnTo>
                  <a:pt x="2667000" y="152400"/>
                </a:lnTo>
                <a:lnTo>
                  <a:pt x="2552700" y="152400"/>
                </a:lnTo>
                <a:lnTo>
                  <a:pt x="2552700" y="76200"/>
                </a:lnTo>
                <a:lnTo>
                  <a:pt x="2667000" y="76200"/>
                </a:lnTo>
                <a:lnTo>
                  <a:pt x="2514600" y="0"/>
                </a:lnTo>
                <a:close/>
              </a:path>
              <a:path w="2743200" h="228600">
                <a:moveTo>
                  <a:pt x="25146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514600" y="152400"/>
                </a:lnTo>
                <a:lnTo>
                  <a:pt x="2514600" y="76200"/>
                </a:lnTo>
                <a:close/>
              </a:path>
              <a:path w="2743200" h="228600">
                <a:moveTo>
                  <a:pt x="2667000" y="76200"/>
                </a:moveTo>
                <a:lnTo>
                  <a:pt x="2552700" y="76200"/>
                </a:lnTo>
                <a:lnTo>
                  <a:pt x="2552700" y="152400"/>
                </a:lnTo>
                <a:lnTo>
                  <a:pt x="2667000" y="152400"/>
                </a:lnTo>
                <a:lnTo>
                  <a:pt x="2743200" y="114300"/>
                </a:lnTo>
                <a:lnTo>
                  <a:pt x="26670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5972" y="3120306"/>
            <a:ext cx="1178052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67628" y="3949361"/>
            <a:ext cx="2433828" cy="566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57823" y="2936728"/>
            <a:ext cx="731520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60007" y="5502317"/>
            <a:ext cx="2462783" cy="5958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55714" y="4765528"/>
            <a:ext cx="851916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21044" y="6246876"/>
            <a:ext cx="5716523" cy="6111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2076" y="174878"/>
            <a:ext cx="639191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 Marginal</a:t>
            </a:r>
            <a:r>
              <a:rPr spc="-40" dirty="0"/>
              <a:t> </a:t>
            </a:r>
            <a:r>
              <a:rPr dirty="0"/>
              <a:t>Distributions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0227" y="2481008"/>
          <a:ext cx="2743263" cy="1981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05586" y="1899983"/>
          <a:ext cx="1828800" cy="1188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05586" y="3728783"/>
          <a:ext cx="1828800" cy="1188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671315" y="2502407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2514600" y="0"/>
                </a:moveTo>
                <a:lnTo>
                  <a:pt x="2514600" y="228600"/>
                </a:lnTo>
                <a:lnTo>
                  <a:pt x="2667000" y="152400"/>
                </a:lnTo>
                <a:lnTo>
                  <a:pt x="2552700" y="152400"/>
                </a:lnTo>
                <a:lnTo>
                  <a:pt x="2552700" y="76200"/>
                </a:lnTo>
                <a:lnTo>
                  <a:pt x="2667000" y="76200"/>
                </a:lnTo>
                <a:lnTo>
                  <a:pt x="2514600" y="0"/>
                </a:lnTo>
                <a:close/>
              </a:path>
              <a:path w="2743200" h="228600">
                <a:moveTo>
                  <a:pt x="25146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514600" y="152400"/>
                </a:lnTo>
                <a:lnTo>
                  <a:pt x="2514600" y="76200"/>
                </a:lnTo>
                <a:close/>
              </a:path>
              <a:path w="2743200" h="228600">
                <a:moveTo>
                  <a:pt x="2667000" y="76200"/>
                </a:moveTo>
                <a:lnTo>
                  <a:pt x="2552700" y="76200"/>
                </a:lnTo>
                <a:lnTo>
                  <a:pt x="2552700" y="152400"/>
                </a:lnTo>
                <a:lnTo>
                  <a:pt x="2667000" y="152400"/>
                </a:lnTo>
                <a:lnTo>
                  <a:pt x="2743200" y="114300"/>
                </a:lnTo>
                <a:lnTo>
                  <a:pt x="26670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71315" y="4073652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2514600" y="0"/>
                </a:moveTo>
                <a:lnTo>
                  <a:pt x="2514600" y="228600"/>
                </a:lnTo>
                <a:lnTo>
                  <a:pt x="2667000" y="152400"/>
                </a:lnTo>
                <a:lnTo>
                  <a:pt x="2552700" y="152400"/>
                </a:lnTo>
                <a:lnTo>
                  <a:pt x="2552700" y="76200"/>
                </a:lnTo>
                <a:lnTo>
                  <a:pt x="2667000" y="76200"/>
                </a:lnTo>
                <a:lnTo>
                  <a:pt x="2514600" y="0"/>
                </a:lnTo>
                <a:close/>
              </a:path>
              <a:path w="2743200" h="228600">
                <a:moveTo>
                  <a:pt x="25146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514600" y="152400"/>
                </a:lnTo>
                <a:lnTo>
                  <a:pt x="2514600" y="76200"/>
                </a:lnTo>
                <a:close/>
              </a:path>
              <a:path w="2743200" h="228600">
                <a:moveTo>
                  <a:pt x="2667000" y="76200"/>
                </a:moveTo>
                <a:lnTo>
                  <a:pt x="2552700" y="76200"/>
                </a:lnTo>
                <a:lnTo>
                  <a:pt x="2552700" y="152400"/>
                </a:lnTo>
                <a:lnTo>
                  <a:pt x="2667000" y="152400"/>
                </a:lnTo>
                <a:lnTo>
                  <a:pt x="2743200" y="114300"/>
                </a:lnTo>
                <a:lnTo>
                  <a:pt x="26670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36903" y="2036064"/>
            <a:ext cx="1149096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30167" y="2866644"/>
            <a:ext cx="2583180" cy="611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67243" y="1508760"/>
            <a:ext cx="792479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53028" y="4418076"/>
            <a:ext cx="2551176" cy="5669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41335" y="3337559"/>
            <a:ext cx="760476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36964" y="1144524"/>
            <a:ext cx="2955034" cy="19354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2076" y="174878"/>
            <a:ext cx="639191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Quiz: Marginal</a:t>
            </a:r>
            <a:r>
              <a:rPr spc="-40" dirty="0"/>
              <a:t> </a:t>
            </a:r>
            <a:r>
              <a:rPr dirty="0"/>
              <a:t>Distributions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0227" y="2481008"/>
          <a:ext cx="2743263" cy="1981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05586" y="1899983"/>
          <a:ext cx="1828800" cy="1188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05586" y="3728783"/>
          <a:ext cx="1828800" cy="1188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.6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671315" y="2502407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2514600" y="0"/>
                </a:moveTo>
                <a:lnTo>
                  <a:pt x="2514600" y="228600"/>
                </a:lnTo>
                <a:lnTo>
                  <a:pt x="2667000" y="152400"/>
                </a:lnTo>
                <a:lnTo>
                  <a:pt x="2552700" y="152400"/>
                </a:lnTo>
                <a:lnTo>
                  <a:pt x="2552700" y="76200"/>
                </a:lnTo>
                <a:lnTo>
                  <a:pt x="2667000" y="76200"/>
                </a:lnTo>
                <a:lnTo>
                  <a:pt x="2514600" y="0"/>
                </a:lnTo>
                <a:close/>
              </a:path>
              <a:path w="2743200" h="228600">
                <a:moveTo>
                  <a:pt x="25146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514600" y="152400"/>
                </a:lnTo>
                <a:lnTo>
                  <a:pt x="2514600" y="76200"/>
                </a:lnTo>
                <a:close/>
              </a:path>
              <a:path w="2743200" h="228600">
                <a:moveTo>
                  <a:pt x="2667000" y="76200"/>
                </a:moveTo>
                <a:lnTo>
                  <a:pt x="2552700" y="76200"/>
                </a:lnTo>
                <a:lnTo>
                  <a:pt x="2552700" y="152400"/>
                </a:lnTo>
                <a:lnTo>
                  <a:pt x="2667000" y="152400"/>
                </a:lnTo>
                <a:lnTo>
                  <a:pt x="2743200" y="114300"/>
                </a:lnTo>
                <a:lnTo>
                  <a:pt x="26670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71315" y="4073652"/>
            <a:ext cx="2743200" cy="228600"/>
          </a:xfrm>
          <a:custGeom>
            <a:avLst/>
            <a:gdLst/>
            <a:ahLst/>
            <a:cxnLst/>
            <a:rect l="l" t="t" r="r" b="b"/>
            <a:pathLst>
              <a:path w="2743200" h="228600">
                <a:moveTo>
                  <a:pt x="2514600" y="0"/>
                </a:moveTo>
                <a:lnTo>
                  <a:pt x="2514600" y="228600"/>
                </a:lnTo>
                <a:lnTo>
                  <a:pt x="2667000" y="152400"/>
                </a:lnTo>
                <a:lnTo>
                  <a:pt x="2552700" y="152400"/>
                </a:lnTo>
                <a:lnTo>
                  <a:pt x="2552700" y="76200"/>
                </a:lnTo>
                <a:lnTo>
                  <a:pt x="2667000" y="76200"/>
                </a:lnTo>
                <a:lnTo>
                  <a:pt x="2514600" y="0"/>
                </a:lnTo>
                <a:close/>
              </a:path>
              <a:path w="2743200" h="228600">
                <a:moveTo>
                  <a:pt x="2514600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514600" y="152400"/>
                </a:lnTo>
                <a:lnTo>
                  <a:pt x="2514600" y="76200"/>
                </a:lnTo>
                <a:close/>
              </a:path>
              <a:path w="2743200" h="228600">
                <a:moveTo>
                  <a:pt x="2667000" y="76200"/>
                </a:moveTo>
                <a:lnTo>
                  <a:pt x="2552700" y="76200"/>
                </a:lnTo>
                <a:lnTo>
                  <a:pt x="2552700" y="152400"/>
                </a:lnTo>
                <a:lnTo>
                  <a:pt x="2667000" y="152400"/>
                </a:lnTo>
                <a:lnTo>
                  <a:pt x="2743200" y="114300"/>
                </a:lnTo>
                <a:lnTo>
                  <a:pt x="26670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36903" y="2036064"/>
            <a:ext cx="1149096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30167" y="2866644"/>
            <a:ext cx="2583180" cy="611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67243" y="1508760"/>
            <a:ext cx="792479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53028" y="4418076"/>
            <a:ext cx="2551176" cy="5669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41335" y="3337559"/>
            <a:ext cx="760476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36964" y="1144524"/>
            <a:ext cx="2955034" cy="19354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7173" y="174878"/>
            <a:ext cx="559752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Conditional</a:t>
            </a:r>
            <a:r>
              <a:rPr spc="-105" dirty="0"/>
              <a:t> </a:t>
            </a:r>
            <a:r>
              <a:rPr dirty="0"/>
              <a:t>Probabilities</a:t>
            </a:r>
          </a:p>
        </p:txBody>
      </p:sp>
      <p:sp>
        <p:nvSpPr>
          <p:cNvPr id="3" name="object 3"/>
          <p:cNvSpPr/>
          <p:nvPr/>
        </p:nvSpPr>
        <p:spPr>
          <a:xfrm>
            <a:off x="1059180" y="2740151"/>
            <a:ext cx="2372868" cy="731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4562411"/>
          <a:ext cx="2743200" cy="19812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2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3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021323" y="2654807"/>
            <a:ext cx="1386840" cy="1272540"/>
          </a:xfrm>
          <a:custGeom>
            <a:avLst/>
            <a:gdLst/>
            <a:ahLst/>
            <a:cxnLst/>
            <a:rect l="l" t="t" r="r" b="b"/>
            <a:pathLst>
              <a:path w="1386840" h="1272539">
                <a:moveTo>
                  <a:pt x="693420" y="0"/>
                </a:moveTo>
                <a:lnTo>
                  <a:pt x="643905" y="1597"/>
                </a:lnTo>
                <a:lnTo>
                  <a:pt x="595330" y="6318"/>
                </a:lnTo>
                <a:lnTo>
                  <a:pt x="547810" y="14054"/>
                </a:lnTo>
                <a:lnTo>
                  <a:pt x="501464" y="24699"/>
                </a:lnTo>
                <a:lnTo>
                  <a:pt x="456409" y="38143"/>
                </a:lnTo>
                <a:lnTo>
                  <a:pt x="412761" y="54281"/>
                </a:lnTo>
                <a:lnTo>
                  <a:pt x="370640" y="73003"/>
                </a:lnTo>
                <a:lnTo>
                  <a:pt x="330161" y="94203"/>
                </a:lnTo>
                <a:lnTo>
                  <a:pt x="291443" y="117772"/>
                </a:lnTo>
                <a:lnTo>
                  <a:pt x="254603" y="143603"/>
                </a:lnTo>
                <a:lnTo>
                  <a:pt x="219758" y="171589"/>
                </a:lnTo>
                <a:lnTo>
                  <a:pt x="187026" y="201621"/>
                </a:lnTo>
                <a:lnTo>
                  <a:pt x="156524" y="233593"/>
                </a:lnTo>
                <a:lnTo>
                  <a:pt x="128369" y="267396"/>
                </a:lnTo>
                <a:lnTo>
                  <a:pt x="102680" y="302922"/>
                </a:lnTo>
                <a:lnTo>
                  <a:pt x="79573" y="340065"/>
                </a:lnTo>
                <a:lnTo>
                  <a:pt x="59166" y="378716"/>
                </a:lnTo>
                <a:lnTo>
                  <a:pt x="41577" y="418768"/>
                </a:lnTo>
                <a:lnTo>
                  <a:pt x="26922" y="460112"/>
                </a:lnTo>
                <a:lnTo>
                  <a:pt x="15320" y="502643"/>
                </a:lnTo>
                <a:lnTo>
                  <a:pt x="6887" y="546251"/>
                </a:lnTo>
                <a:lnTo>
                  <a:pt x="1741" y="590829"/>
                </a:lnTo>
                <a:lnTo>
                  <a:pt x="0" y="636269"/>
                </a:lnTo>
                <a:lnTo>
                  <a:pt x="1741" y="681710"/>
                </a:lnTo>
                <a:lnTo>
                  <a:pt x="6887" y="726288"/>
                </a:lnTo>
                <a:lnTo>
                  <a:pt x="15320" y="769896"/>
                </a:lnTo>
                <a:lnTo>
                  <a:pt x="26922" y="812427"/>
                </a:lnTo>
                <a:lnTo>
                  <a:pt x="41577" y="853771"/>
                </a:lnTo>
                <a:lnTo>
                  <a:pt x="59166" y="893823"/>
                </a:lnTo>
                <a:lnTo>
                  <a:pt x="79573" y="932474"/>
                </a:lnTo>
                <a:lnTo>
                  <a:pt x="102680" y="969617"/>
                </a:lnTo>
                <a:lnTo>
                  <a:pt x="128369" y="1005143"/>
                </a:lnTo>
                <a:lnTo>
                  <a:pt x="156524" y="1038946"/>
                </a:lnTo>
                <a:lnTo>
                  <a:pt x="187026" y="1070918"/>
                </a:lnTo>
                <a:lnTo>
                  <a:pt x="219758" y="1100950"/>
                </a:lnTo>
                <a:lnTo>
                  <a:pt x="254603" y="1128936"/>
                </a:lnTo>
                <a:lnTo>
                  <a:pt x="291443" y="1154767"/>
                </a:lnTo>
                <a:lnTo>
                  <a:pt x="330161" y="1178336"/>
                </a:lnTo>
                <a:lnTo>
                  <a:pt x="370640" y="1199536"/>
                </a:lnTo>
                <a:lnTo>
                  <a:pt x="412761" y="1218258"/>
                </a:lnTo>
                <a:lnTo>
                  <a:pt x="456409" y="1234396"/>
                </a:lnTo>
                <a:lnTo>
                  <a:pt x="501464" y="1247840"/>
                </a:lnTo>
                <a:lnTo>
                  <a:pt x="547810" y="1258485"/>
                </a:lnTo>
                <a:lnTo>
                  <a:pt x="595330" y="1266221"/>
                </a:lnTo>
                <a:lnTo>
                  <a:pt x="643905" y="1270942"/>
                </a:lnTo>
                <a:lnTo>
                  <a:pt x="693420" y="1272539"/>
                </a:lnTo>
                <a:lnTo>
                  <a:pt x="742934" y="1270942"/>
                </a:lnTo>
                <a:lnTo>
                  <a:pt x="791509" y="1266221"/>
                </a:lnTo>
                <a:lnTo>
                  <a:pt x="839029" y="1258485"/>
                </a:lnTo>
                <a:lnTo>
                  <a:pt x="885375" y="1247840"/>
                </a:lnTo>
                <a:lnTo>
                  <a:pt x="930430" y="1234396"/>
                </a:lnTo>
                <a:lnTo>
                  <a:pt x="974078" y="1218258"/>
                </a:lnTo>
                <a:lnTo>
                  <a:pt x="1016199" y="1199536"/>
                </a:lnTo>
                <a:lnTo>
                  <a:pt x="1056678" y="1178336"/>
                </a:lnTo>
                <a:lnTo>
                  <a:pt x="1095396" y="1154767"/>
                </a:lnTo>
                <a:lnTo>
                  <a:pt x="1132236" y="1128936"/>
                </a:lnTo>
                <a:lnTo>
                  <a:pt x="1167081" y="1100950"/>
                </a:lnTo>
                <a:lnTo>
                  <a:pt x="1199813" y="1070918"/>
                </a:lnTo>
                <a:lnTo>
                  <a:pt x="1230315" y="1038946"/>
                </a:lnTo>
                <a:lnTo>
                  <a:pt x="1258470" y="1005143"/>
                </a:lnTo>
                <a:lnTo>
                  <a:pt x="1284159" y="969617"/>
                </a:lnTo>
                <a:lnTo>
                  <a:pt x="1307266" y="932474"/>
                </a:lnTo>
                <a:lnTo>
                  <a:pt x="1327673" y="893823"/>
                </a:lnTo>
                <a:lnTo>
                  <a:pt x="1345262" y="853771"/>
                </a:lnTo>
                <a:lnTo>
                  <a:pt x="1359917" y="812427"/>
                </a:lnTo>
                <a:lnTo>
                  <a:pt x="1371519" y="769896"/>
                </a:lnTo>
                <a:lnTo>
                  <a:pt x="1379952" y="726288"/>
                </a:lnTo>
                <a:lnTo>
                  <a:pt x="1385098" y="681710"/>
                </a:lnTo>
                <a:lnTo>
                  <a:pt x="1386840" y="636269"/>
                </a:lnTo>
                <a:lnTo>
                  <a:pt x="1385098" y="590829"/>
                </a:lnTo>
                <a:lnTo>
                  <a:pt x="1379952" y="546251"/>
                </a:lnTo>
                <a:lnTo>
                  <a:pt x="1371519" y="502643"/>
                </a:lnTo>
                <a:lnTo>
                  <a:pt x="1359917" y="460112"/>
                </a:lnTo>
                <a:lnTo>
                  <a:pt x="1345262" y="418768"/>
                </a:lnTo>
                <a:lnTo>
                  <a:pt x="1327673" y="378716"/>
                </a:lnTo>
                <a:lnTo>
                  <a:pt x="1307266" y="340065"/>
                </a:lnTo>
                <a:lnTo>
                  <a:pt x="1284159" y="302922"/>
                </a:lnTo>
                <a:lnTo>
                  <a:pt x="1258470" y="267396"/>
                </a:lnTo>
                <a:lnTo>
                  <a:pt x="1230315" y="233593"/>
                </a:lnTo>
                <a:lnTo>
                  <a:pt x="1199813" y="201621"/>
                </a:lnTo>
                <a:lnTo>
                  <a:pt x="1167081" y="171589"/>
                </a:lnTo>
                <a:lnTo>
                  <a:pt x="1132236" y="143603"/>
                </a:lnTo>
                <a:lnTo>
                  <a:pt x="1095396" y="117772"/>
                </a:lnTo>
                <a:lnTo>
                  <a:pt x="1056678" y="94203"/>
                </a:lnTo>
                <a:lnTo>
                  <a:pt x="1016199" y="73003"/>
                </a:lnTo>
                <a:lnTo>
                  <a:pt x="974078" y="54281"/>
                </a:lnTo>
                <a:lnTo>
                  <a:pt x="930430" y="38143"/>
                </a:lnTo>
                <a:lnTo>
                  <a:pt x="885375" y="24699"/>
                </a:lnTo>
                <a:lnTo>
                  <a:pt x="839029" y="14054"/>
                </a:lnTo>
                <a:lnTo>
                  <a:pt x="791509" y="6318"/>
                </a:lnTo>
                <a:lnTo>
                  <a:pt x="742934" y="1597"/>
                </a:lnTo>
                <a:lnTo>
                  <a:pt x="693420" y="0"/>
                </a:lnTo>
                <a:close/>
              </a:path>
            </a:pathLst>
          </a:custGeom>
          <a:solidFill>
            <a:srgbClr val="3333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21323" y="2654807"/>
            <a:ext cx="1386840" cy="1272540"/>
          </a:xfrm>
          <a:custGeom>
            <a:avLst/>
            <a:gdLst/>
            <a:ahLst/>
            <a:cxnLst/>
            <a:rect l="l" t="t" r="r" b="b"/>
            <a:pathLst>
              <a:path w="1386840" h="1272539">
                <a:moveTo>
                  <a:pt x="0" y="636269"/>
                </a:moveTo>
                <a:lnTo>
                  <a:pt x="1741" y="590829"/>
                </a:lnTo>
                <a:lnTo>
                  <a:pt x="6887" y="546251"/>
                </a:lnTo>
                <a:lnTo>
                  <a:pt x="15320" y="502643"/>
                </a:lnTo>
                <a:lnTo>
                  <a:pt x="26922" y="460112"/>
                </a:lnTo>
                <a:lnTo>
                  <a:pt x="41577" y="418768"/>
                </a:lnTo>
                <a:lnTo>
                  <a:pt x="59166" y="378716"/>
                </a:lnTo>
                <a:lnTo>
                  <a:pt x="79573" y="340065"/>
                </a:lnTo>
                <a:lnTo>
                  <a:pt x="102680" y="302922"/>
                </a:lnTo>
                <a:lnTo>
                  <a:pt x="128369" y="267396"/>
                </a:lnTo>
                <a:lnTo>
                  <a:pt x="156524" y="233593"/>
                </a:lnTo>
                <a:lnTo>
                  <a:pt x="187026" y="201621"/>
                </a:lnTo>
                <a:lnTo>
                  <a:pt x="219758" y="171589"/>
                </a:lnTo>
                <a:lnTo>
                  <a:pt x="254603" y="143603"/>
                </a:lnTo>
                <a:lnTo>
                  <a:pt x="291443" y="117772"/>
                </a:lnTo>
                <a:lnTo>
                  <a:pt x="330161" y="94203"/>
                </a:lnTo>
                <a:lnTo>
                  <a:pt x="370640" y="73003"/>
                </a:lnTo>
                <a:lnTo>
                  <a:pt x="412761" y="54281"/>
                </a:lnTo>
                <a:lnTo>
                  <a:pt x="456409" y="38143"/>
                </a:lnTo>
                <a:lnTo>
                  <a:pt x="501464" y="24699"/>
                </a:lnTo>
                <a:lnTo>
                  <a:pt x="547810" y="14054"/>
                </a:lnTo>
                <a:lnTo>
                  <a:pt x="595330" y="6318"/>
                </a:lnTo>
                <a:lnTo>
                  <a:pt x="643905" y="1597"/>
                </a:lnTo>
                <a:lnTo>
                  <a:pt x="693420" y="0"/>
                </a:lnTo>
                <a:lnTo>
                  <a:pt x="742934" y="1597"/>
                </a:lnTo>
                <a:lnTo>
                  <a:pt x="791509" y="6318"/>
                </a:lnTo>
                <a:lnTo>
                  <a:pt x="839029" y="14054"/>
                </a:lnTo>
                <a:lnTo>
                  <a:pt x="885375" y="24699"/>
                </a:lnTo>
                <a:lnTo>
                  <a:pt x="930430" y="38143"/>
                </a:lnTo>
                <a:lnTo>
                  <a:pt x="974078" y="54281"/>
                </a:lnTo>
                <a:lnTo>
                  <a:pt x="1016199" y="73003"/>
                </a:lnTo>
                <a:lnTo>
                  <a:pt x="1056678" y="94203"/>
                </a:lnTo>
                <a:lnTo>
                  <a:pt x="1095396" y="117772"/>
                </a:lnTo>
                <a:lnTo>
                  <a:pt x="1132236" y="143603"/>
                </a:lnTo>
                <a:lnTo>
                  <a:pt x="1167081" y="171589"/>
                </a:lnTo>
                <a:lnTo>
                  <a:pt x="1199813" y="201621"/>
                </a:lnTo>
                <a:lnTo>
                  <a:pt x="1230315" y="233593"/>
                </a:lnTo>
                <a:lnTo>
                  <a:pt x="1258470" y="267396"/>
                </a:lnTo>
                <a:lnTo>
                  <a:pt x="1284159" y="302922"/>
                </a:lnTo>
                <a:lnTo>
                  <a:pt x="1307266" y="340065"/>
                </a:lnTo>
                <a:lnTo>
                  <a:pt x="1327673" y="378716"/>
                </a:lnTo>
                <a:lnTo>
                  <a:pt x="1345262" y="418768"/>
                </a:lnTo>
                <a:lnTo>
                  <a:pt x="1359917" y="460112"/>
                </a:lnTo>
                <a:lnTo>
                  <a:pt x="1371519" y="502643"/>
                </a:lnTo>
                <a:lnTo>
                  <a:pt x="1379952" y="546251"/>
                </a:lnTo>
                <a:lnTo>
                  <a:pt x="1385098" y="590829"/>
                </a:lnTo>
                <a:lnTo>
                  <a:pt x="1386840" y="636269"/>
                </a:lnTo>
                <a:lnTo>
                  <a:pt x="1385098" y="681710"/>
                </a:lnTo>
                <a:lnTo>
                  <a:pt x="1379952" y="726288"/>
                </a:lnTo>
                <a:lnTo>
                  <a:pt x="1371519" y="769896"/>
                </a:lnTo>
                <a:lnTo>
                  <a:pt x="1359917" y="812427"/>
                </a:lnTo>
                <a:lnTo>
                  <a:pt x="1345262" y="853771"/>
                </a:lnTo>
                <a:lnTo>
                  <a:pt x="1327673" y="893823"/>
                </a:lnTo>
                <a:lnTo>
                  <a:pt x="1307266" y="932474"/>
                </a:lnTo>
                <a:lnTo>
                  <a:pt x="1284159" y="969617"/>
                </a:lnTo>
                <a:lnTo>
                  <a:pt x="1258470" y="1005143"/>
                </a:lnTo>
                <a:lnTo>
                  <a:pt x="1230315" y="1038946"/>
                </a:lnTo>
                <a:lnTo>
                  <a:pt x="1199813" y="1070918"/>
                </a:lnTo>
                <a:lnTo>
                  <a:pt x="1167081" y="1100950"/>
                </a:lnTo>
                <a:lnTo>
                  <a:pt x="1132236" y="1128936"/>
                </a:lnTo>
                <a:lnTo>
                  <a:pt x="1095396" y="1154767"/>
                </a:lnTo>
                <a:lnTo>
                  <a:pt x="1056678" y="1178336"/>
                </a:lnTo>
                <a:lnTo>
                  <a:pt x="1016199" y="1199536"/>
                </a:lnTo>
                <a:lnTo>
                  <a:pt x="974078" y="1218258"/>
                </a:lnTo>
                <a:lnTo>
                  <a:pt x="930430" y="1234396"/>
                </a:lnTo>
                <a:lnTo>
                  <a:pt x="885375" y="1247840"/>
                </a:lnTo>
                <a:lnTo>
                  <a:pt x="839029" y="1258485"/>
                </a:lnTo>
                <a:lnTo>
                  <a:pt x="791509" y="1266221"/>
                </a:lnTo>
                <a:lnTo>
                  <a:pt x="742934" y="1270942"/>
                </a:lnTo>
                <a:lnTo>
                  <a:pt x="693420" y="1272539"/>
                </a:lnTo>
                <a:lnTo>
                  <a:pt x="643905" y="1270942"/>
                </a:lnTo>
                <a:lnTo>
                  <a:pt x="595330" y="1266221"/>
                </a:lnTo>
                <a:lnTo>
                  <a:pt x="547810" y="1258485"/>
                </a:lnTo>
                <a:lnTo>
                  <a:pt x="501464" y="1247840"/>
                </a:lnTo>
                <a:lnTo>
                  <a:pt x="456409" y="1234396"/>
                </a:lnTo>
                <a:lnTo>
                  <a:pt x="412761" y="1218258"/>
                </a:lnTo>
                <a:lnTo>
                  <a:pt x="370640" y="1199536"/>
                </a:lnTo>
                <a:lnTo>
                  <a:pt x="330161" y="1178336"/>
                </a:lnTo>
                <a:lnTo>
                  <a:pt x="291443" y="1154767"/>
                </a:lnTo>
                <a:lnTo>
                  <a:pt x="254603" y="1128936"/>
                </a:lnTo>
                <a:lnTo>
                  <a:pt x="219758" y="1100950"/>
                </a:lnTo>
                <a:lnTo>
                  <a:pt x="187026" y="1070918"/>
                </a:lnTo>
                <a:lnTo>
                  <a:pt x="156524" y="1038946"/>
                </a:lnTo>
                <a:lnTo>
                  <a:pt x="128369" y="1005143"/>
                </a:lnTo>
                <a:lnTo>
                  <a:pt x="102680" y="969617"/>
                </a:lnTo>
                <a:lnTo>
                  <a:pt x="79573" y="932474"/>
                </a:lnTo>
                <a:lnTo>
                  <a:pt x="59166" y="893823"/>
                </a:lnTo>
                <a:lnTo>
                  <a:pt x="41577" y="853771"/>
                </a:lnTo>
                <a:lnTo>
                  <a:pt x="26922" y="812427"/>
                </a:lnTo>
                <a:lnTo>
                  <a:pt x="15320" y="769896"/>
                </a:lnTo>
                <a:lnTo>
                  <a:pt x="6887" y="726288"/>
                </a:lnTo>
                <a:lnTo>
                  <a:pt x="1741" y="681710"/>
                </a:lnTo>
                <a:lnTo>
                  <a:pt x="0" y="63626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30568" y="2654807"/>
            <a:ext cx="1388745" cy="1272540"/>
          </a:xfrm>
          <a:custGeom>
            <a:avLst/>
            <a:gdLst/>
            <a:ahLst/>
            <a:cxnLst/>
            <a:rect l="l" t="t" r="r" b="b"/>
            <a:pathLst>
              <a:path w="1388745" h="1272539">
                <a:moveTo>
                  <a:pt x="694181" y="0"/>
                </a:moveTo>
                <a:lnTo>
                  <a:pt x="644603" y="1597"/>
                </a:lnTo>
                <a:lnTo>
                  <a:pt x="595965" y="6318"/>
                </a:lnTo>
                <a:lnTo>
                  <a:pt x="548386" y="14054"/>
                </a:lnTo>
                <a:lnTo>
                  <a:pt x="501984" y="24699"/>
                </a:lnTo>
                <a:lnTo>
                  <a:pt x="456875" y="38143"/>
                </a:lnTo>
                <a:lnTo>
                  <a:pt x="413177" y="54281"/>
                </a:lnTo>
                <a:lnTo>
                  <a:pt x="371008" y="73003"/>
                </a:lnTo>
                <a:lnTo>
                  <a:pt x="330485" y="94203"/>
                </a:lnTo>
                <a:lnTo>
                  <a:pt x="291725" y="117772"/>
                </a:lnTo>
                <a:lnTo>
                  <a:pt x="254846" y="143603"/>
                </a:lnTo>
                <a:lnTo>
                  <a:pt x="219965" y="171589"/>
                </a:lnTo>
                <a:lnTo>
                  <a:pt x="187200" y="201621"/>
                </a:lnTo>
                <a:lnTo>
                  <a:pt x="156668" y="233593"/>
                </a:lnTo>
                <a:lnTo>
                  <a:pt x="128486" y="267396"/>
                </a:lnTo>
                <a:lnTo>
                  <a:pt x="102772" y="302922"/>
                </a:lnTo>
                <a:lnTo>
                  <a:pt x="79644" y="340065"/>
                </a:lnTo>
                <a:lnTo>
                  <a:pt x="59218" y="378716"/>
                </a:lnTo>
                <a:lnTo>
                  <a:pt x="41613" y="418768"/>
                </a:lnTo>
                <a:lnTo>
                  <a:pt x="26945" y="460112"/>
                </a:lnTo>
                <a:lnTo>
                  <a:pt x="15333" y="502643"/>
                </a:lnTo>
                <a:lnTo>
                  <a:pt x="6893" y="546251"/>
                </a:lnTo>
                <a:lnTo>
                  <a:pt x="1742" y="590829"/>
                </a:lnTo>
                <a:lnTo>
                  <a:pt x="0" y="636269"/>
                </a:lnTo>
                <a:lnTo>
                  <a:pt x="1742" y="681710"/>
                </a:lnTo>
                <a:lnTo>
                  <a:pt x="6893" y="726288"/>
                </a:lnTo>
                <a:lnTo>
                  <a:pt x="15333" y="769896"/>
                </a:lnTo>
                <a:lnTo>
                  <a:pt x="26945" y="812427"/>
                </a:lnTo>
                <a:lnTo>
                  <a:pt x="41613" y="853771"/>
                </a:lnTo>
                <a:lnTo>
                  <a:pt x="59218" y="893823"/>
                </a:lnTo>
                <a:lnTo>
                  <a:pt x="79644" y="932474"/>
                </a:lnTo>
                <a:lnTo>
                  <a:pt x="102772" y="969617"/>
                </a:lnTo>
                <a:lnTo>
                  <a:pt x="128486" y="1005143"/>
                </a:lnTo>
                <a:lnTo>
                  <a:pt x="156668" y="1038946"/>
                </a:lnTo>
                <a:lnTo>
                  <a:pt x="187200" y="1070918"/>
                </a:lnTo>
                <a:lnTo>
                  <a:pt x="219965" y="1100950"/>
                </a:lnTo>
                <a:lnTo>
                  <a:pt x="254846" y="1128936"/>
                </a:lnTo>
                <a:lnTo>
                  <a:pt x="291725" y="1154767"/>
                </a:lnTo>
                <a:lnTo>
                  <a:pt x="330485" y="1178336"/>
                </a:lnTo>
                <a:lnTo>
                  <a:pt x="371008" y="1199536"/>
                </a:lnTo>
                <a:lnTo>
                  <a:pt x="413177" y="1218258"/>
                </a:lnTo>
                <a:lnTo>
                  <a:pt x="456875" y="1234396"/>
                </a:lnTo>
                <a:lnTo>
                  <a:pt x="501984" y="1247840"/>
                </a:lnTo>
                <a:lnTo>
                  <a:pt x="548386" y="1258485"/>
                </a:lnTo>
                <a:lnTo>
                  <a:pt x="595965" y="1266221"/>
                </a:lnTo>
                <a:lnTo>
                  <a:pt x="644603" y="1270942"/>
                </a:lnTo>
                <a:lnTo>
                  <a:pt x="694181" y="1272539"/>
                </a:lnTo>
                <a:lnTo>
                  <a:pt x="743760" y="1270942"/>
                </a:lnTo>
                <a:lnTo>
                  <a:pt x="792398" y="1266221"/>
                </a:lnTo>
                <a:lnTo>
                  <a:pt x="839977" y="1258485"/>
                </a:lnTo>
                <a:lnTo>
                  <a:pt x="886379" y="1247840"/>
                </a:lnTo>
                <a:lnTo>
                  <a:pt x="931488" y="1234396"/>
                </a:lnTo>
                <a:lnTo>
                  <a:pt x="975186" y="1218258"/>
                </a:lnTo>
                <a:lnTo>
                  <a:pt x="1017355" y="1199536"/>
                </a:lnTo>
                <a:lnTo>
                  <a:pt x="1057878" y="1178336"/>
                </a:lnTo>
                <a:lnTo>
                  <a:pt x="1096638" y="1154767"/>
                </a:lnTo>
                <a:lnTo>
                  <a:pt x="1133517" y="1128936"/>
                </a:lnTo>
                <a:lnTo>
                  <a:pt x="1168398" y="1100950"/>
                </a:lnTo>
                <a:lnTo>
                  <a:pt x="1201163" y="1070918"/>
                </a:lnTo>
                <a:lnTo>
                  <a:pt x="1231695" y="1038946"/>
                </a:lnTo>
                <a:lnTo>
                  <a:pt x="1259877" y="1005143"/>
                </a:lnTo>
                <a:lnTo>
                  <a:pt x="1285591" y="969617"/>
                </a:lnTo>
                <a:lnTo>
                  <a:pt x="1308719" y="932474"/>
                </a:lnTo>
                <a:lnTo>
                  <a:pt x="1329145" y="893823"/>
                </a:lnTo>
                <a:lnTo>
                  <a:pt x="1346750" y="853771"/>
                </a:lnTo>
                <a:lnTo>
                  <a:pt x="1361418" y="812427"/>
                </a:lnTo>
                <a:lnTo>
                  <a:pt x="1373030" y="769896"/>
                </a:lnTo>
                <a:lnTo>
                  <a:pt x="1381470" y="726288"/>
                </a:lnTo>
                <a:lnTo>
                  <a:pt x="1386621" y="681710"/>
                </a:lnTo>
                <a:lnTo>
                  <a:pt x="1388363" y="636269"/>
                </a:lnTo>
                <a:lnTo>
                  <a:pt x="1386621" y="590829"/>
                </a:lnTo>
                <a:lnTo>
                  <a:pt x="1381470" y="546251"/>
                </a:lnTo>
                <a:lnTo>
                  <a:pt x="1373030" y="502643"/>
                </a:lnTo>
                <a:lnTo>
                  <a:pt x="1361418" y="460112"/>
                </a:lnTo>
                <a:lnTo>
                  <a:pt x="1346750" y="418768"/>
                </a:lnTo>
                <a:lnTo>
                  <a:pt x="1329145" y="378716"/>
                </a:lnTo>
                <a:lnTo>
                  <a:pt x="1308719" y="340065"/>
                </a:lnTo>
                <a:lnTo>
                  <a:pt x="1285591" y="302922"/>
                </a:lnTo>
                <a:lnTo>
                  <a:pt x="1259877" y="267396"/>
                </a:lnTo>
                <a:lnTo>
                  <a:pt x="1231695" y="233593"/>
                </a:lnTo>
                <a:lnTo>
                  <a:pt x="1201163" y="201621"/>
                </a:lnTo>
                <a:lnTo>
                  <a:pt x="1168398" y="171589"/>
                </a:lnTo>
                <a:lnTo>
                  <a:pt x="1133517" y="143603"/>
                </a:lnTo>
                <a:lnTo>
                  <a:pt x="1096638" y="117772"/>
                </a:lnTo>
                <a:lnTo>
                  <a:pt x="1057878" y="94203"/>
                </a:lnTo>
                <a:lnTo>
                  <a:pt x="1017355" y="73003"/>
                </a:lnTo>
                <a:lnTo>
                  <a:pt x="975186" y="54281"/>
                </a:lnTo>
                <a:lnTo>
                  <a:pt x="931488" y="38143"/>
                </a:lnTo>
                <a:lnTo>
                  <a:pt x="886379" y="24699"/>
                </a:lnTo>
                <a:lnTo>
                  <a:pt x="839977" y="14054"/>
                </a:lnTo>
                <a:lnTo>
                  <a:pt x="792398" y="6318"/>
                </a:lnTo>
                <a:lnTo>
                  <a:pt x="743760" y="1597"/>
                </a:lnTo>
                <a:lnTo>
                  <a:pt x="694181" y="0"/>
                </a:lnTo>
                <a:close/>
              </a:path>
            </a:pathLst>
          </a:custGeom>
          <a:solidFill>
            <a:srgbClr val="FF33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30568" y="2654807"/>
            <a:ext cx="1388745" cy="1272540"/>
          </a:xfrm>
          <a:custGeom>
            <a:avLst/>
            <a:gdLst/>
            <a:ahLst/>
            <a:cxnLst/>
            <a:rect l="l" t="t" r="r" b="b"/>
            <a:pathLst>
              <a:path w="1388745" h="1272539">
                <a:moveTo>
                  <a:pt x="0" y="636269"/>
                </a:moveTo>
                <a:lnTo>
                  <a:pt x="1742" y="590829"/>
                </a:lnTo>
                <a:lnTo>
                  <a:pt x="6893" y="546251"/>
                </a:lnTo>
                <a:lnTo>
                  <a:pt x="15333" y="502643"/>
                </a:lnTo>
                <a:lnTo>
                  <a:pt x="26945" y="460112"/>
                </a:lnTo>
                <a:lnTo>
                  <a:pt x="41613" y="418768"/>
                </a:lnTo>
                <a:lnTo>
                  <a:pt x="59218" y="378716"/>
                </a:lnTo>
                <a:lnTo>
                  <a:pt x="79644" y="340065"/>
                </a:lnTo>
                <a:lnTo>
                  <a:pt x="102772" y="302922"/>
                </a:lnTo>
                <a:lnTo>
                  <a:pt x="128486" y="267396"/>
                </a:lnTo>
                <a:lnTo>
                  <a:pt x="156668" y="233593"/>
                </a:lnTo>
                <a:lnTo>
                  <a:pt x="187200" y="201621"/>
                </a:lnTo>
                <a:lnTo>
                  <a:pt x="219965" y="171589"/>
                </a:lnTo>
                <a:lnTo>
                  <a:pt x="254846" y="143603"/>
                </a:lnTo>
                <a:lnTo>
                  <a:pt x="291725" y="117772"/>
                </a:lnTo>
                <a:lnTo>
                  <a:pt x="330485" y="94203"/>
                </a:lnTo>
                <a:lnTo>
                  <a:pt x="371008" y="73003"/>
                </a:lnTo>
                <a:lnTo>
                  <a:pt x="413177" y="54281"/>
                </a:lnTo>
                <a:lnTo>
                  <a:pt x="456875" y="38143"/>
                </a:lnTo>
                <a:lnTo>
                  <a:pt x="501984" y="24699"/>
                </a:lnTo>
                <a:lnTo>
                  <a:pt x="548386" y="14054"/>
                </a:lnTo>
                <a:lnTo>
                  <a:pt x="595965" y="6318"/>
                </a:lnTo>
                <a:lnTo>
                  <a:pt x="644603" y="1597"/>
                </a:lnTo>
                <a:lnTo>
                  <a:pt x="694181" y="0"/>
                </a:lnTo>
                <a:lnTo>
                  <a:pt x="743760" y="1597"/>
                </a:lnTo>
                <a:lnTo>
                  <a:pt x="792398" y="6318"/>
                </a:lnTo>
                <a:lnTo>
                  <a:pt x="839977" y="14054"/>
                </a:lnTo>
                <a:lnTo>
                  <a:pt x="886379" y="24699"/>
                </a:lnTo>
                <a:lnTo>
                  <a:pt x="931488" y="38143"/>
                </a:lnTo>
                <a:lnTo>
                  <a:pt x="975186" y="54281"/>
                </a:lnTo>
                <a:lnTo>
                  <a:pt x="1017355" y="73003"/>
                </a:lnTo>
                <a:lnTo>
                  <a:pt x="1057878" y="94203"/>
                </a:lnTo>
                <a:lnTo>
                  <a:pt x="1096638" y="117772"/>
                </a:lnTo>
                <a:lnTo>
                  <a:pt x="1133517" y="143603"/>
                </a:lnTo>
                <a:lnTo>
                  <a:pt x="1168398" y="171589"/>
                </a:lnTo>
                <a:lnTo>
                  <a:pt x="1201163" y="201621"/>
                </a:lnTo>
                <a:lnTo>
                  <a:pt x="1231695" y="233593"/>
                </a:lnTo>
                <a:lnTo>
                  <a:pt x="1259877" y="267396"/>
                </a:lnTo>
                <a:lnTo>
                  <a:pt x="1285591" y="302922"/>
                </a:lnTo>
                <a:lnTo>
                  <a:pt x="1308719" y="340065"/>
                </a:lnTo>
                <a:lnTo>
                  <a:pt x="1329145" y="378716"/>
                </a:lnTo>
                <a:lnTo>
                  <a:pt x="1346750" y="418768"/>
                </a:lnTo>
                <a:lnTo>
                  <a:pt x="1361418" y="460112"/>
                </a:lnTo>
                <a:lnTo>
                  <a:pt x="1373030" y="502643"/>
                </a:lnTo>
                <a:lnTo>
                  <a:pt x="1381470" y="546251"/>
                </a:lnTo>
                <a:lnTo>
                  <a:pt x="1386621" y="590829"/>
                </a:lnTo>
                <a:lnTo>
                  <a:pt x="1388363" y="636269"/>
                </a:lnTo>
                <a:lnTo>
                  <a:pt x="1386621" y="681710"/>
                </a:lnTo>
                <a:lnTo>
                  <a:pt x="1381470" y="726288"/>
                </a:lnTo>
                <a:lnTo>
                  <a:pt x="1373030" y="769896"/>
                </a:lnTo>
                <a:lnTo>
                  <a:pt x="1361418" y="812427"/>
                </a:lnTo>
                <a:lnTo>
                  <a:pt x="1346750" y="853771"/>
                </a:lnTo>
                <a:lnTo>
                  <a:pt x="1329145" y="893823"/>
                </a:lnTo>
                <a:lnTo>
                  <a:pt x="1308719" y="932474"/>
                </a:lnTo>
                <a:lnTo>
                  <a:pt x="1285591" y="969617"/>
                </a:lnTo>
                <a:lnTo>
                  <a:pt x="1259877" y="1005143"/>
                </a:lnTo>
                <a:lnTo>
                  <a:pt x="1231695" y="1038946"/>
                </a:lnTo>
                <a:lnTo>
                  <a:pt x="1201163" y="1070918"/>
                </a:lnTo>
                <a:lnTo>
                  <a:pt x="1168398" y="1100950"/>
                </a:lnTo>
                <a:lnTo>
                  <a:pt x="1133517" y="1128936"/>
                </a:lnTo>
                <a:lnTo>
                  <a:pt x="1096638" y="1154767"/>
                </a:lnTo>
                <a:lnTo>
                  <a:pt x="1057878" y="1178336"/>
                </a:lnTo>
                <a:lnTo>
                  <a:pt x="1017355" y="1199536"/>
                </a:lnTo>
                <a:lnTo>
                  <a:pt x="975186" y="1218258"/>
                </a:lnTo>
                <a:lnTo>
                  <a:pt x="931488" y="1234396"/>
                </a:lnTo>
                <a:lnTo>
                  <a:pt x="886379" y="1247840"/>
                </a:lnTo>
                <a:lnTo>
                  <a:pt x="839977" y="1258485"/>
                </a:lnTo>
                <a:lnTo>
                  <a:pt x="792398" y="1266221"/>
                </a:lnTo>
                <a:lnTo>
                  <a:pt x="743760" y="1270942"/>
                </a:lnTo>
                <a:lnTo>
                  <a:pt x="694181" y="1272539"/>
                </a:lnTo>
                <a:lnTo>
                  <a:pt x="644603" y="1270942"/>
                </a:lnTo>
                <a:lnTo>
                  <a:pt x="595965" y="1266221"/>
                </a:lnTo>
                <a:lnTo>
                  <a:pt x="548386" y="1258485"/>
                </a:lnTo>
                <a:lnTo>
                  <a:pt x="501984" y="1247840"/>
                </a:lnTo>
                <a:lnTo>
                  <a:pt x="456875" y="1234396"/>
                </a:lnTo>
                <a:lnTo>
                  <a:pt x="413177" y="1218258"/>
                </a:lnTo>
                <a:lnTo>
                  <a:pt x="371008" y="1199536"/>
                </a:lnTo>
                <a:lnTo>
                  <a:pt x="330485" y="1178336"/>
                </a:lnTo>
                <a:lnTo>
                  <a:pt x="291725" y="1154767"/>
                </a:lnTo>
                <a:lnTo>
                  <a:pt x="254846" y="1128936"/>
                </a:lnTo>
                <a:lnTo>
                  <a:pt x="219965" y="1100950"/>
                </a:lnTo>
                <a:lnTo>
                  <a:pt x="187200" y="1070918"/>
                </a:lnTo>
                <a:lnTo>
                  <a:pt x="156668" y="1038946"/>
                </a:lnTo>
                <a:lnTo>
                  <a:pt x="128486" y="1005143"/>
                </a:lnTo>
                <a:lnTo>
                  <a:pt x="102772" y="969617"/>
                </a:lnTo>
                <a:lnTo>
                  <a:pt x="79644" y="932474"/>
                </a:lnTo>
                <a:lnTo>
                  <a:pt x="59218" y="893823"/>
                </a:lnTo>
                <a:lnTo>
                  <a:pt x="41613" y="853771"/>
                </a:lnTo>
                <a:lnTo>
                  <a:pt x="26945" y="812427"/>
                </a:lnTo>
                <a:lnTo>
                  <a:pt x="15333" y="769896"/>
                </a:lnTo>
                <a:lnTo>
                  <a:pt x="6893" y="726288"/>
                </a:lnTo>
                <a:lnTo>
                  <a:pt x="1742" y="681710"/>
                </a:lnTo>
                <a:lnTo>
                  <a:pt x="0" y="63626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69719" y="4191000"/>
            <a:ext cx="1179576" cy="2987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8723" y="4885944"/>
            <a:ext cx="3268979" cy="313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8685" y="2257805"/>
            <a:ext cx="3175000" cy="2155190"/>
          </a:xfrm>
          <a:custGeom>
            <a:avLst/>
            <a:gdLst/>
            <a:ahLst/>
            <a:cxnLst/>
            <a:rect l="l" t="t" r="r" b="b"/>
            <a:pathLst>
              <a:path w="3175000" h="2155190">
                <a:moveTo>
                  <a:pt x="0" y="2154936"/>
                </a:moveTo>
                <a:lnTo>
                  <a:pt x="3174491" y="2154936"/>
                </a:lnTo>
                <a:lnTo>
                  <a:pt x="3174491" y="0"/>
                </a:lnTo>
                <a:lnTo>
                  <a:pt x="0" y="0"/>
                </a:lnTo>
                <a:lnTo>
                  <a:pt x="0" y="215493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94447" y="3987927"/>
            <a:ext cx="430530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i="1" dirty="0">
                <a:solidFill>
                  <a:srgbClr val="FF9685"/>
                </a:solidFill>
                <a:latin typeface="Calibri"/>
                <a:cs typeface="Calibri"/>
              </a:rPr>
              <a:t>P(b)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8828" y="3981830"/>
            <a:ext cx="429895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i="1" dirty="0">
                <a:solidFill>
                  <a:srgbClr val="333399"/>
                </a:solidFill>
                <a:latin typeface="Calibri"/>
                <a:cs typeface="Calibri"/>
              </a:rPr>
              <a:t>P(a)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341" y="1318895"/>
            <a:ext cx="7867650" cy="131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relation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between joint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conditional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Clr>
                <a:srgbClr val="000000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In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fact,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this is taken as the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definition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conditional</a:t>
            </a:r>
            <a:r>
              <a:rPr sz="200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probability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R="782955" algn="r">
              <a:lnSpc>
                <a:spcPct val="100000"/>
              </a:lnSpc>
            </a:pPr>
            <a:r>
              <a:rPr sz="2000" i="1" spc="-5" dirty="0">
                <a:solidFill>
                  <a:srgbClr val="E46F70"/>
                </a:solidFill>
                <a:latin typeface="Calibri"/>
                <a:cs typeface="Calibri"/>
              </a:rPr>
              <a:t>P</a:t>
            </a:r>
            <a:r>
              <a:rPr sz="2000" i="1" dirty="0">
                <a:solidFill>
                  <a:srgbClr val="E46F70"/>
                </a:solidFill>
                <a:latin typeface="Calibri"/>
                <a:cs typeface="Calibri"/>
              </a:rPr>
              <a:t>(</a:t>
            </a:r>
            <a:r>
              <a:rPr sz="2000" i="1" spc="-5" dirty="0">
                <a:solidFill>
                  <a:srgbClr val="E46F70"/>
                </a:solidFill>
                <a:latin typeface="Calibri"/>
                <a:cs typeface="Calibri"/>
              </a:rPr>
              <a:t>a,</a:t>
            </a:r>
            <a:r>
              <a:rPr sz="2000" i="1" spc="5" dirty="0">
                <a:solidFill>
                  <a:srgbClr val="E46F70"/>
                </a:solidFill>
                <a:latin typeface="Calibri"/>
                <a:cs typeface="Calibri"/>
              </a:rPr>
              <a:t>b</a:t>
            </a:r>
            <a:r>
              <a:rPr sz="2000" i="1" dirty="0">
                <a:solidFill>
                  <a:srgbClr val="E46F70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34556" y="4686300"/>
            <a:ext cx="2837688" cy="7315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12452" y="4703064"/>
            <a:ext cx="836676" cy="6568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24971" y="4922520"/>
            <a:ext cx="821435" cy="2240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07864" y="5803391"/>
            <a:ext cx="5643372" cy="2987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88052" y="6306311"/>
            <a:ext cx="1702307" cy="2545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26580" y="6312408"/>
            <a:ext cx="806196" cy="2240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86121" y="5386959"/>
            <a:ext cx="6019800" cy="1316355"/>
          </a:xfrm>
          <a:custGeom>
            <a:avLst/>
            <a:gdLst/>
            <a:ahLst/>
            <a:cxnLst/>
            <a:rect l="l" t="t" r="r" b="b"/>
            <a:pathLst>
              <a:path w="6019800" h="1316354">
                <a:moveTo>
                  <a:pt x="0" y="318134"/>
                </a:moveTo>
                <a:lnTo>
                  <a:pt x="1003300" y="318134"/>
                </a:lnTo>
                <a:lnTo>
                  <a:pt x="2947543" y="0"/>
                </a:lnTo>
                <a:lnTo>
                  <a:pt x="2508250" y="318134"/>
                </a:lnTo>
                <a:lnTo>
                  <a:pt x="6019800" y="318134"/>
                </a:lnTo>
                <a:lnTo>
                  <a:pt x="6019800" y="484504"/>
                </a:lnTo>
                <a:lnTo>
                  <a:pt x="6019800" y="734059"/>
                </a:lnTo>
                <a:lnTo>
                  <a:pt x="6019800" y="1316354"/>
                </a:lnTo>
                <a:lnTo>
                  <a:pt x="2508250" y="1316354"/>
                </a:lnTo>
                <a:lnTo>
                  <a:pt x="1003300" y="1316354"/>
                </a:lnTo>
                <a:lnTo>
                  <a:pt x="0" y="1316354"/>
                </a:lnTo>
                <a:lnTo>
                  <a:pt x="0" y="734059"/>
                </a:lnTo>
                <a:lnTo>
                  <a:pt x="0" y="484504"/>
                </a:lnTo>
                <a:lnTo>
                  <a:pt x="0" y="31813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76A698-6EAF-601B-40EB-C7746C964334}"/>
              </a:ext>
            </a:extLst>
          </p:cNvPr>
          <p:cNvSpPr txBox="1"/>
          <p:nvPr/>
        </p:nvSpPr>
        <p:spPr>
          <a:xfrm>
            <a:off x="10951546" y="577370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EF45CE8-0525-CFCB-E80A-6317D7A427DA}"/>
              </a:ext>
            </a:extLst>
          </p:cNvPr>
          <p:cNvSpPr/>
          <p:nvPr/>
        </p:nvSpPr>
        <p:spPr>
          <a:xfrm rot="5850868">
            <a:off x="10016572" y="4282949"/>
            <a:ext cx="476242" cy="24087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092" y="174878"/>
            <a:ext cx="689673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Quiz: </a:t>
            </a:r>
            <a:r>
              <a:rPr spc="-5" dirty="0"/>
              <a:t>Conditional</a:t>
            </a:r>
            <a:r>
              <a:rPr spc="-10" dirty="0"/>
              <a:t> </a:t>
            </a:r>
            <a:r>
              <a:rPr dirty="0"/>
              <a:t>Probabilities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0227" y="2481008"/>
          <a:ext cx="2743263" cy="1981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36903" y="2036064"/>
            <a:ext cx="1149096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88282" y="1302384"/>
            <a:ext cx="176974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P(+x | +y)</a:t>
            </a:r>
            <a:r>
              <a:rPr sz="2400" spc="-1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88282" y="2887726"/>
            <a:ext cx="171259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P(-x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|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+y)</a:t>
            </a:r>
            <a:r>
              <a:rPr sz="24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8282" y="4472940"/>
            <a:ext cx="171259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P(-y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|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+x)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092" y="174878"/>
            <a:ext cx="689673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Conditional</a:t>
            </a:r>
            <a:r>
              <a:rPr spc="-10" dirty="0"/>
              <a:t> </a:t>
            </a:r>
            <a:r>
              <a:rPr dirty="0"/>
              <a:t>Probabilities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0227" y="2481008"/>
          <a:ext cx="2743263" cy="1981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36903" y="2036064"/>
            <a:ext cx="1149096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88282" y="1302384"/>
            <a:ext cx="176974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P(+x | +y)</a:t>
            </a:r>
            <a:r>
              <a:rPr sz="2400" spc="-1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88282" y="2887726"/>
            <a:ext cx="171259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P(-x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|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+y)</a:t>
            </a:r>
            <a:r>
              <a:rPr sz="24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8282" y="4472940"/>
            <a:ext cx="171259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P(-y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|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+x)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5628" y="2076577"/>
            <a:ext cx="922019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.2/.</a:t>
            </a:r>
            <a:r>
              <a:rPr sz="1800" spc="-5" dirty="0">
                <a:latin typeface="Arial"/>
                <a:cs typeface="Arial"/>
              </a:rPr>
              <a:t>6=1/3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5628" y="3563366"/>
            <a:ext cx="922019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.4/.6=</a:t>
            </a:r>
            <a:r>
              <a:rPr sz="1800" spc="-10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/3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5628" y="5372404"/>
            <a:ext cx="79502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.3/.5=.6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6026" y="174878"/>
            <a:ext cx="567690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Conditional</a:t>
            </a:r>
            <a:r>
              <a:rPr spc="-75" dirty="0"/>
              <a:t> </a:t>
            </a:r>
            <a:r>
              <a:rPr spc="-5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3961"/>
            <a:ext cx="7551420" cy="76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Conditional distributions </a:t>
            </a:r>
            <a:r>
              <a:rPr sz="240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probability distributions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over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dirty="0">
                <a:latin typeface="Calibri"/>
                <a:cs typeface="Calibri"/>
              </a:rPr>
              <a:t>variables </a:t>
            </a:r>
            <a:r>
              <a:rPr sz="2400" spc="-5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fixed values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2767" y="2942844"/>
            <a:ext cx="2072639" cy="312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464740" y="3544379"/>
          <a:ext cx="2743200" cy="1981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93862" y="3370262"/>
          <a:ext cx="1828800" cy="1188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533144" y="4800600"/>
            <a:ext cx="2162556" cy="312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698688" y="5227637"/>
          <a:ext cx="1828800" cy="1189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1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212580" y="3134867"/>
            <a:ext cx="1179576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88491" y="2417064"/>
            <a:ext cx="233426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Calibri"/>
                <a:cs typeface="Calibri"/>
              </a:rPr>
              <a:t>Conditional</a:t>
            </a:r>
            <a:r>
              <a:rPr sz="1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0009" y="2538729"/>
            <a:ext cx="1614805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Calibri"/>
                <a:cs typeface="Calibri"/>
              </a:rPr>
              <a:t>Joint</a:t>
            </a:r>
            <a:r>
              <a:rPr sz="1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99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39952" y="2921507"/>
            <a:ext cx="207645" cy="3517900"/>
          </a:xfrm>
          <a:custGeom>
            <a:avLst/>
            <a:gdLst/>
            <a:ahLst/>
            <a:cxnLst/>
            <a:rect l="l" t="t" r="r" b="b"/>
            <a:pathLst>
              <a:path w="207644" h="3517900">
                <a:moveTo>
                  <a:pt x="207263" y="3517391"/>
                </a:moveTo>
                <a:lnTo>
                  <a:pt x="166907" y="3516034"/>
                </a:lnTo>
                <a:lnTo>
                  <a:pt x="133969" y="3512332"/>
                </a:lnTo>
                <a:lnTo>
                  <a:pt x="111769" y="3506842"/>
                </a:lnTo>
                <a:lnTo>
                  <a:pt x="103631" y="3500119"/>
                </a:lnTo>
                <a:lnTo>
                  <a:pt x="103631" y="1775967"/>
                </a:lnTo>
                <a:lnTo>
                  <a:pt x="95488" y="1769250"/>
                </a:lnTo>
                <a:lnTo>
                  <a:pt x="73280" y="1763760"/>
                </a:lnTo>
                <a:lnTo>
                  <a:pt x="40340" y="1760055"/>
                </a:lnTo>
                <a:lnTo>
                  <a:pt x="0" y="1758695"/>
                </a:lnTo>
                <a:lnTo>
                  <a:pt x="40340" y="1757336"/>
                </a:lnTo>
                <a:lnTo>
                  <a:pt x="73280" y="1753631"/>
                </a:lnTo>
                <a:lnTo>
                  <a:pt x="95488" y="1748141"/>
                </a:lnTo>
                <a:lnTo>
                  <a:pt x="103631" y="1741423"/>
                </a:lnTo>
                <a:lnTo>
                  <a:pt x="103631" y="17271"/>
                </a:lnTo>
                <a:lnTo>
                  <a:pt x="111769" y="10554"/>
                </a:lnTo>
                <a:lnTo>
                  <a:pt x="133969" y="5064"/>
                </a:lnTo>
                <a:lnTo>
                  <a:pt x="166907" y="1359"/>
                </a:lnTo>
                <a:lnTo>
                  <a:pt x="20726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2272" y="4098035"/>
            <a:ext cx="312420" cy="1147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6026" y="174878"/>
            <a:ext cx="567690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Conditional</a:t>
            </a:r>
            <a:r>
              <a:rPr spc="-75" dirty="0"/>
              <a:t> </a:t>
            </a:r>
            <a:r>
              <a:rPr spc="-5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3961"/>
            <a:ext cx="7551420" cy="76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Conditional distributions </a:t>
            </a:r>
            <a:r>
              <a:rPr sz="240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probability distributions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over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dirty="0">
                <a:latin typeface="Calibri"/>
                <a:cs typeface="Calibri"/>
              </a:rPr>
              <a:t>variables </a:t>
            </a:r>
            <a:r>
              <a:rPr sz="2400" spc="-5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fixed values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2767" y="2942844"/>
            <a:ext cx="2072639" cy="312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464740" y="3544379"/>
          <a:ext cx="2743200" cy="1981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93862" y="3370262"/>
          <a:ext cx="1828800" cy="1188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533144" y="4800600"/>
            <a:ext cx="2162556" cy="312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698688" y="5227637"/>
          <a:ext cx="1828800" cy="1189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1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212580" y="3134867"/>
            <a:ext cx="1179576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88491" y="2417064"/>
            <a:ext cx="233426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Calibri"/>
                <a:cs typeface="Calibri"/>
              </a:rPr>
              <a:t>Conditional</a:t>
            </a:r>
            <a:r>
              <a:rPr sz="1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0009" y="2538729"/>
            <a:ext cx="1614805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Calibri"/>
                <a:cs typeface="Calibri"/>
              </a:rPr>
              <a:t>Joint</a:t>
            </a:r>
            <a:r>
              <a:rPr sz="1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99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39952" y="2921507"/>
            <a:ext cx="207645" cy="3517900"/>
          </a:xfrm>
          <a:custGeom>
            <a:avLst/>
            <a:gdLst/>
            <a:ahLst/>
            <a:cxnLst/>
            <a:rect l="l" t="t" r="r" b="b"/>
            <a:pathLst>
              <a:path w="207644" h="3517900">
                <a:moveTo>
                  <a:pt x="207263" y="3517391"/>
                </a:moveTo>
                <a:lnTo>
                  <a:pt x="166907" y="3516034"/>
                </a:lnTo>
                <a:lnTo>
                  <a:pt x="133969" y="3512332"/>
                </a:lnTo>
                <a:lnTo>
                  <a:pt x="111769" y="3506842"/>
                </a:lnTo>
                <a:lnTo>
                  <a:pt x="103631" y="3500119"/>
                </a:lnTo>
                <a:lnTo>
                  <a:pt x="103631" y="1775967"/>
                </a:lnTo>
                <a:lnTo>
                  <a:pt x="95488" y="1769250"/>
                </a:lnTo>
                <a:lnTo>
                  <a:pt x="73280" y="1763760"/>
                </a:lnTo>
                <a:lnTo>
                  <a:pt x="40340" y="1760055"/>
                </a:lnTo>
                <a:lnTo>
                  <a:pt x="0" y="1758695"/>
                </a:lnTo>
                <a:lnTo>
                  <a:pt x="40340" y="1757336"/>
                </a:lnTo>
                <a:lnTo>
                  <a:pt x="73280" y="1753631"/>
                </a:lnTo>
                <a:lnTo>
                  <a:pt x="95488" y="1748141"/>
                </a:lnTo>
                <a:lnTo>
                  <a:pt x="103631" y="1741423"/>
                </a:lnTo>
                <a:lnTo>
                  <a:pt x="103631" y="17271"/>
                </a:lnTo>
                <a:lnTo>
                  <a:pt x="111769" y="10554"/>
                </a:lnTo>
                <a:lnTo>
                  <a:pt x="133969" y="5064"/>
                </a:lnTo>
                <a:lnTo>
                  <a:pt x="166907" y="1359"/>
                </a:lnTo>
                <a:lnTo>
                  <a:pt x="20726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2272" y="4098035"/>
            <a:ext cx="312420" cy="1147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6897" y="174878"/>
            <a:ext cx="391985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The </a:t>
            </a:r>
            <a:r>
              <a:rPr dirty="0"/>
              <a:t>Product</a:t>
            </a:r>
            <a:r>
              <a:rPr spc="-7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803" y="1395348"/>
            <a:ext cx="779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Sometimes have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conditional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 but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want the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joint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06128" y="2225039"/>
            <a:ext cx="2447544" cy="733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2346960"/>
            <a:ext cx="5907024" cy="598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5195" y="2421635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182879" y="0"/>
                </a:moveTo>
                <a:lnTo>
                  <a:pt x="0" y="190500"/>
                </a:lnTo>
                <a:lnTo>
                  <a:pt x="182879" y="381000"/>
                </a:lnTo>
                <a:lnTo>
                  <a:pt x="182879" y="285750"/>
                </a:lnTo>
                <a:lnTo>
                  <a:pt x="822959" y="285750"/>
                </a:lnTo>
                <a:lnTo>
                  <a:pt x="914400" y="190500"/>
                </a:lnTo>
                <a:lnTo>
                  <a:pt x="822959" y="95250"/>
                </a:lnTo>
                <a:lnTo>
                  <a:pt x="182879" y="95250"/>
                </a:lnTo>
                <a:lnTo>
                  <a:pt x="182879" y="0"/>
                </a:lnTo>
                <a:close/>
              </a:path>
              <a:path w="914400" h="381000">
                <a:moveTo>
                  <a:pt x="822959" y="285750"/>
                </a:moveTo>
                <a:lnTo>
                  <a:pt x="731520" y="285750"/>
                </a:lnTo>
                <a:lnTo>
                  <a:pt x="731520" y="381000"/>
                </a:lnTo>
                <a:lnTo>
                  <a:pt x="822959" y="285750"/>
                </a:lnTo>
                <a:close/>
              </a:path>
              <a:path w="914400" h="381000">
                <a:moveTo>
                  <a:pt x="731520" y="0"/>
                </a:moveTo>
                <a:lnTo>
                  <a:pt x="731520" y="95250"/>
                </a:lnTo>
                <a:lnTo>
                  <a:pt x="822959" y="95250"/>
                </a:lnTo>
                <a:lnTo>
                  <a:pt x="73152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45195" y="2421635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82879" y="0"/>
                </a:lnTo>
                <a:lnTo>
                  <a:pt x="182879" y="95250"/>
                </a:lnTo>
                <a:lnTo>
                  <a:pt x="731520" y="95250"/>
                </a:lnTo>
                <a:lnTo>
                  <a:pt x="731520" y="0"/>
                </a:lnTo>
                <a:lnTo>
                  <a:pt x="914400" y="190500"/>
                </a:lnTo>
                <a:lnTo>
                  <a:pt x="731520" y="381000"/>
                </a:lnTo>
                <a:lnTo>
                  <a:pt x="731520" y="285750"/>
                </a:lnTo>
                <a:lnTo>
                  <a:pt x="182879" y="285750"/>
                </a:lnTo>
                <a:lnTo>
                  <a:pt x="182879" y="381000"/>
                </a:lnTo>
                <a:lnTo>
                  <a:pt x="0" y="1905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6897" y="174878"/>
            <a:ext cx="391985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The </a:t>
            </a:r>
            <a:r>
              <a:rPr dirty="0"/>
              <a:t>Product</a:t>
            </a:r>
            <a:r>
              <a:rPr spc="-7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803" y="2712465"/>
            <a:ext cx="150431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333399"/>
                </a:solidFill>
                <a:latin typeface="Calibri"/>
                <a:cs typeface="Calibri"/>
              </a:rPr>
              <a:t>x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ampl</a:t>
            </a:r>
            <a:r>
              <a:rPr sz="2400" spc="10" dirty="0">
                <a:solidFill>
                  <a:srgbClr val="333399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8869" y="4230306"/>
          <a:ext cx="142875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78669" y="3725481"/>
          <a:ext cx="2209800" cy="184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4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073652" y="3288791"/>
            <a:ext cx="1194815" cy="313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08007" y="4177284"/>
            <a:ext cx="54610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2035"/>
              </a:lnSpc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0.08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01911" y="4576571"/>
            <a:ext cx="546100" cy="248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805"/>
              </a:lnSpc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0.72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5440" y="4928615"/>
            <a:ext cx="5461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69">
              <a:lnSpc>
                <a:spcPts val="1914"/>
              </a:lnSpc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0.14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64869" y="3744531"/>
          <a:ext cx="2362200" cy="18480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247631" y="5298947"/>
            <a:ext cx="5473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910"/>
              </a:lnSpc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0.06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4800" y="3287267"/>
            <a:ext cx="1242059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08191" y="4520184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198120" y="0"/>
                </a:moveTo>
                <a:lnTo>
                  <a:pt x="0" y="266700"/>
                </a:lnTo>
                <a:lnTo>
                  <a:pt x="198120" y="533400"/>
                </a:lnTo>
                <a:lnTo>
                  <a:pt x="198120" y="400050"/>
                </a:lnTo>
                <a:lnTo>
                  <a:pt x="891540" y="400050"/>
                </a:lnTo>
                <a:lnTo>
                  <a:pt x="990600" y="266700"/>
                </a:lnTo>
                <a:lnTo>
                  <a:pt x="891540" y="133350"/>
                </a:lnTo>
                <a:lnTo>
                  <a:pt x="198120" y="133350"/>
                </a:lnTo>
                <a:lnTo>
                  <a:pt x="198120" y="0"/>
                </a:lnTo>
                <a:close/>
              </a:path>
              <a:path w="990600" h="533400">
                <a:moveTo>
                  <a:pt x="891540" y="400050"/>
                </a:moveTo>
                <a:lnTo>
                  <a:pt x="792480" y="400050"/>
                </a:lnTo>
                <a:lnTo>
                  <a:pt x="792480" y="533400"/>
                </a:lnTo>
                <a:lnTo>
                  <a:pt x="891540" y="400050"/>
                </a:lnTo>
                <a:close/>
              </a:path>
              <a:path w="990600" h="533400">
                <a:moveTo>
                  <a:pt x="792480" y="0"/>
                </a:moveTo>
                <a:lnTo>
                  <a:pt x="792480" y="133350"/>
                </a:lnTo>
                <a:lnTo>
                  <a:pt x="891540" y="133350"/>
                </a:lnTo>
                <a:lnTo>
                  <a:pt x="79248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08191" y="4520184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198120" y="0"/>
                </a:lnTo>
                <a:lnTo>
                  <a:pt x="198120" y="133350"/>
                </a:lnTo>
                <a:lnTo>
                  <a:pt x="792480" y="133350"/>
                </a:lnTo>
                <a:lnTo>
                  <a:pt x="792480" y="0"/>
                </a:lnTo>
                <a:lnTo>
                  <a:pt x="990600" y="266700"/>
                </a:lnTo>
                <a:lnTo>
                  <a:pt x="792480" y="533400"/>
                </a:lnTo>
                <a:lnTo>
                  <a:pt x="792480" y="400050"/>
                </a:lnTo>
                <a:lnTo>
                  <a:pt x="198120" y="400050"/>
                </a:lnTo>
                <a:lnTo>
                  <a:pt x="198120" y="533400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4876" y="3852671"/>
            <a:ext cx="851915" cy="298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08007" y="4177284"/>
            <a:ext cx="546100" cy="247015"/>
          </a:xfrm>
          <a:custGeom>
            <a:avLst/>
            <a:gdLst/>
            <a:ahLst/>
            <a:cxnLst/>
            <a:rect l="l" t="t" r="r" b="b"/>
            <a:pathLst>
              <a:path w="546100" h="247014">
                <a:moveTo>
                  <a:pt x="0" y="246887"/>
                </a:moveTo>
                <a:lnTo>
                  <a:pt x="545592" y="246887"/>
                </a:lnTo>
                <a:lnTo>
                  <a:pt x="545592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01911" y="4576571"/>
            <a:ext cx="546100" cy="248920"/>
          </a:xfrm>
          <a:custGeom>
            <a:avLst/>
            <a:gdLst/>
            <a:ahLst/>
            <a:cxnLst/>
            <a:rect l="l" t="t" r="r" b="b"/>
            <a:pathLst>
              <a:path w="546100" h="248920">
                <a:moveTo>
                  <a:pt x="0" y="248411"/>
                </a:moveTo>
                <a:lnTo>
                  <a:pt x="545592" y="248411"/>
                </a:lnTo>
                <a:lnTo>
                  <a:pt x="545592" y="0"/>
                </a:lnTo>
                <a:lnTo>
                  <a:pt x="0" y="0"/>
                </a:lnTo>
                <a:lnTo>
                  <a:pt x="0" y="2484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35440" y="4928615"/>
            <a:ext cx="546100" cy="247015"/>
          </a:xfrm>
          <a:custGeom>
            <a:avLst/>
            <a:gdLst/>
            <a:ahLst/>
            <a:cxnLst/>
            <a:rect l="l" t="t" r="r" b="b"/>
            <a:pathLst>
              <a:path w="546100" h="247014">
                <a:moveTo>
                  <a:pt x="0" y="246887"/>
                </a:moveTo>
                <a:lnTo>
                  <a:pt x="545592" y="246887"/>
                </a:lnTo>
                <a:lnTo>
                  <a:pt x="545592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247631" y="5298947"/>
            <a:ext cx="547370" cy="248920"/>
          </a:xfrm>
          <a:custGeom>
            <a:avLst/>
            <a:gdLst/>
            <a:ahLst/>
            <a:cxnLst/>
            <a:rect l="l" t="t" r="r" b="b"/>
            <a:pathLst>
              <a:path w="547370" h="248920">
                <a:moveTo>
                  <a:pt x="0" y="248411"/>
                </a:moveTo>
                <a:lnTo>
                  <a:pt x="547116" y="248411"/>
                </a:lnTo>
                <a:lnTo>
                  <a:pt x="547116" y="0"/>
                </a:lnTo>
                <a:lnTo>
                  <a:pt x="0" y="0"/>
                </a:lnTo>
                <a:lnTo>
                  <a:pt x="0" y="2484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36976" y="1447800"/>
            <a:ext cx="5907024" cy="598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9882" y="174878"/>
            <a:ext cx="341122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The Chain</a:t>
            </a:r>
            <a:r>
              <a:rPr spc="-4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0829"/>
            <a:ext cx="7814945" cy="686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59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More generally, can always write any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joint distribution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as</a:t>
            </a:r>
            <a:r>
              <a:rPr sz="2400" spc="-1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590"/>
              </a:lnSpc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incremental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product of conditional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9635" y="2639567"/>
            <a:ext cx="5705856" cy="303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7444" y="3285744"/>
            <a:ext cx="4965191" cy="563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89064" y="1447800"/>
            <a:ext cx="5202935" cy="2729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5709" y="174878"/>
            <a:ext cx="463994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Probabilistic</a:t>
            </a:r>
            <a:r>
              <a:rPr spc="-80" dirty="0"/>
              <a:t> </a:t>
            </a:r>
            <a:r>
              <a:rPr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484629"/>
            <a:ext cx="6798309" cy="435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Models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describe how (a portion of)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world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works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Wingdings"/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Models are always</a:t>
            </a:r>
            <a:r>
              <a:rPr sz="2400" spc="-1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Calibri"/>
                <a:cs typeface="Calibri"/>
              </a:rPr>
              <a:t>simplifications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May not account </a:t>
            </a:r>
            <a:r>
              <a:rPr sz="2000" spc="-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variable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May not account </a:t>
            </a:r>
            <a:r>
              <a:rPr sz="2000" spc="-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all interactions between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ts val="216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“All models are wrong; but </a:t>
            </a:r>
            <a:r>
              <a:rPr sz="2000" spc="-5" dirty="0">
                <a:latin typeface="Calibri"/>
                <a:cs typeface="Calibri"/>
              </a:rPr>
              <a:t>some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useful.”</a:t>
            </a:r>
            <a:endParaRPr sz="2000">
              <a:latin typeface="Calibri"/>
              <a:cs typeface="Calibri"/>
            </a:endParaRPr>
          </a:p>
          <a:p>
            <a:pPr marL="10414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– </a:t>
            </a:r>
            <a:r>
              <a:rPr sz="2000" spc="-5" dirty="0">
                <a:latin typeface="Calibri"/>
                <a:cs typeface="Calibri"/>
              </a:rPr>
              <a:t>George </a:t>
            </a:r>
            <a:r>
              <a:rPr sz="2000" dirty="0">
                <a:latin typeface="Calibri"/>
                <a:cs typeface="Calibri"/>
              </a:rPr>
              <a:t>E. P.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Box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with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probabilistic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models?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ts val="2160"/>
              </a:lnSpc>
              <a:spcBef>
                <a:spcPts val="1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We (or our agents) need to reason about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unknown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variables, given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Example: </a:t>
            </a:r>
            <a:r>
              <a:rPr sz="2000" dirty="0">
                <a:latin typeface="Calibri"/>
                <a:cs typeface="Calibri"/>
              </a:rPr>
              <a:t>explanation (diagnostic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reasoning)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Example: </a:t>
            </a:r>
            <a:r>
              <a:rPr sz="2000" dirty="0">
                <a:latin typeface="Calibri"/>
                <a:cs typeface="Calibri"/>
              </a:rPr>
              <a:t>prediction (causal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reasoning)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15974"/>
            <a:ext cx="44792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Two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variables are </a:t>
            </a: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independent</a:t>
            </a:r>
            <a:r>
              <a:rPr sz="2400" i="1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4949" y="1759395"/>
            <a:ext cx="9704451" cy="1472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>
              <a:lnSpc>
                <a:spcPct val="8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This </a:t>
            </a:r>
            <a:r>
              <a:rPr sz="2000" dirty="0">
                <a:latin typeface="Calibri"/>
                <a:cs typeface="Calibri"/>
              </a:rPr>
              <a:t>says that their </a:t>
            </a:r>
            <a:r>
              <a:rPr sz="2000" spc="-5" dirty="0">
                <a:latin typeface="Calibri"/>
                <a:cs typeface="Calibri"/>
              </a:rPr>
              <a:t>joint </a:t>
            </a:r>
            <a:r>
              <a:rPr sz="2000" dirty="0">
                <a:latin typeface="Calibri"/>
                <a:cs typeface="Calibri"/>
              </a:rPr>
              <a:t>distribution </a:t>
            </a:r>
            <a:r>
              <a:rPr sz="2000" i="1" spc="-5" dirty="0">
                <a:latin typeface="Calibri"/>
                <a:cs typeface="Calibri"/>
              </a:rPr>
              <a:t>factors </a:t>
            </a:r>
            <a:r>
              <a:rPr sz="2000" dirty="0">
                <a:latin typeface="Calibri"/>
                <a:cs typeface="Calibri"/>
              </a:rPr>
              <a:t>into a product two  simpler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distributions</a:t>
            </a:r>
            <a:endParaRPr lang="en-US" sz="2000" dirty="0">
              <a:latin typeface="Calibri"/>
              <a:cs typeface="Calibri"/>
            </a:endParaRPr>
          </a:p>
          <a:p>
            <a:pPr marL="299085" marR="5080" indent="-286385">
              <a:lnSpc>
                <a:spcPct val="8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299085" marR="5080" indent="-286385">
              <a:lnSpc>
                <a:spcPct val="8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When random variables A and B are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mutually independent or independent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, it essentially means they don't influence each other's outcomes.</a:t>
            </a:r>
            <a:endParaRPr sz="20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form: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4565777"/>
            <a:ext cx="6748780" cy="1002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write: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Independence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 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simplifying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modeling </a:t>
            </a: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assumption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8" y="5724347"/>
            <a:ext cx="107416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It allows us to simplify calculations and make assumptions about how variables might (or might not) be related.</a:t>
            </a: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What could we assume </a:t>
            </a:r>
            <a:r>
              <a:rPr sz="2000" spc="-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{Weather, </a:t>
            </a:r>
            <a:r>
              <a:rPr sz="2000" spc="-5" dirty="0">
                <a:latin typeface="Calibri"/>
                <a:cs typeface="Calibri"/>
              </a:rPr>
              <a:t>Traffic, Cavity,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Toothache}?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55414" y="174878"/>
            <a:ext cx="3281679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Independence</a:t>
            </a:r>
          </a:p>
        </p:txBody>
      </p:sp>
      <p:sp>
        <p:nvSpPr>
          <p:cNvPr id="7" name="object 7"/>
          <p:cNvSpPr/>
          <p:nvPr/>
        </p:nvSpPr>
        <p:spPr>
          <a:xfrm>
            <a:off x="1981200" y="1255557"/>
            <a:ext cx="3796284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3600" y="3469435"/>
            <a:ext cx="3962400" cy="4388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4600" y="4648200"/>
            <a:ext cx="1016508" cy="2621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32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3641" y="174878"/>
            <a:ext cx="575056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25" dirty="0"/>
              <a:t> </a:t>
            </a:r>
            <a:r>
              <a:rPr dirty="0"/>
              <a:t>Independence?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63838" y="3263074"/>
          <a:ext cx="2209800" cy="1854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5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80287" y="3271075"/>
          <a:ext cx="2209800" cy="1854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21338" y="2094674"/>
          <a:ext cx="142875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cold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26037" y="5061775"/>
          <a:ext cx="1428750" cy="11143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721864" y="2848355"/>
            <a:ext cx="1298448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19928" y="1731264"/>
            <a:ext cx="731520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57444" y="4704588"/>
            <a:ext cx="851915" cy="298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56219" y="2852927"/>
            <a:ext cx="1298448" cy="298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10400" y="1828800"/>
            <a:ext cx="5041392" cy="3014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ct val="100000"/>
              </a:lnSpc>
            </a:pPr>
            <a:r>
              <a:rPr dirty="0"/>
              <a:t>Conditional</a:t>
            </a:r>
            <a:r>
              <a:rPr spc="-70" dirty="0"/>
              <a:t> </a:t>
            </a:r>
            <a:r>
              <a:rPr dirty="0"/>
              <a:t>Independence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36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371853"/>
            <a:ext cx="7233284" cy="470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P(Toothache, Cavity,</a:t>
            </a:r>
            <a:r>
              <a:rPr sz="20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Catch)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Wingdings"/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355600" marR="717550" indent="-342900">
              <a:lnSpc>
                <a:spcPct val="8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If I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 cavity, the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probability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that the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probe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catches in it 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doesn't depend on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whether I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toothache: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P(+catch </a:t>
            </a:r>
            <a:r>
              <a:rPr sz="1800" dirty="0">
                <a:latin typeface="Calibri"/>
                <a:cs typeface="Calibri"/>
              </a:rPr>
              <a:t>| +toothache, </a:t>
            </a:r>
            <a:r>
              <a:rPr sz="1800" spc="-5" dirty="0">
                <a:latin typeface="Calibri"/>
                <a:cs typeface="Calibri"/>
              </a:rPr>
              <a:t>+cavity)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P(+catch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+cavity)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The same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independence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holds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if I don’t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cavity: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P(+catch </a:t>
            </a:r>
            <a:r>
              <a:rPr sz="1800" dirty="0">
                <a:latin typeface="Calibri"/>
                <a:cs typeface="Calibri"/>
              </a:rPr>
              <a:t>| +toothache, </a:t>
            </a:r>
            <a:r>
              <a:rPr sz="1800" spc="-5" dirty="0">
                <a:latin typeface="Calibri"/>
                <a:cs typeface="Calibri"/>
              </a:rPr>
              <a:t>-cavity)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P(+catch|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-cavity)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Catch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000" i="1" dirty="0">
                <a:solidFill>
                  <a:srgbClr val="333399"/>
                </a:solidFill>
                <a:latin typeface="Calibri"/>
                <a:cs typeface="Calibri"/>
              </a:rPr>
              <a:t>conditionally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independent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of Toothache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given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Cavity: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P(Catch </a:t>
            </a:r>
            <a:r>
              <a:rPr sz="1800" dirty="0">
                <a:latin typeface="Calibri"/>
                <a:cs typeface="Calibri"/>
              </a:rPr>
              <a:t>| </a:t>
            </a:r>
            <a:r>
              <a:rPr sz="1800" spc="-5" dirty="0">
                <a:latin typeface="Calibri"/>
                <a:cs typeface="Calibri"/>
              </a:rPr>
              <a:t>Toothache, </a:t>
            </a:r>
            <a:r>
              <a:rPr sz="1800" dirty="0">
                <a:latin typeface="Calibri"/>
                <a:cs typeface="Calibri"/>
              </a:rPr>
              <a:t>Cavity) = </a:t>
            </a:r>
            <a:r>
              <a:rPr sz="1800" spc="-5" dirty="0">
                <a:latin typeface="Calibri"/>
                <a:cs typeface="Calibri"/>
              </a:rPr>
              <a:t>P(Catch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Cavity)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"/>
            </a:pPr>
            <a:endParaRPr sz="23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Equivalent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statements: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20" dirty="0">
                <a:latin typeface="Calibri"/>
                <a:cs typeface="Calibri"/>
              </a:rPr>
              <a:t>P(Toothache </a:t>
            </a:r>
            <a:r>
              <a:rPr sz="1800" dirty="0">
                <a:latin typeface="Calibri"/>
                <a:cs typeface="Calibri"/>
              </a:rPr>
              <a:t>| </a:t>
            </a:r>
            <a:r>
              <a:rPr sz="1800" spc="-10" dirty="0">
                <a:latin typeface="Calibri"/>
                <a:cs typeface="Calibri"/>
              </a:rPr>
              <a:t>Catch 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5" dirty="0">
                <a:latin typeface="Calibri"/>
                <a:cs typeface="Calibri"/>
              </a:rPr>
              <a:t>Cavity)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20" dirty="0">
                <a:latin typeface="Calibri"/>
                <a:cs typeface="Calibri"/>
              </a:rPr>
              <a:t>P(Toothache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Cavity)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15" dirty="0">
                <a:latin typeface="Calibri"/>
                <a:cs typeface="Calibri"/>
              </a:rPr>
              <a:t>P(Toothache, </a:t>
            </a:r>
            <a:r>
              <a:rPr sz="1800" spc="-10" dirty="0">
                <a:latin typeface="Calibri"/>
                <a:cs typeface="Calibri"/>
              </a:rPr>
              <a:t>Catch </a:t>
            </a:r>
            <a:r>
              <a:rPr sz="1800" dirty="0">
                <a:latin typeface="Calibri"/>
                <a:cs typeface="Calibri"/>
              </a:rPr>
              <a:t>| </a:t>
            </a:r>
            <a:r>
              <a:rPr sz="1800" spc="-5" dirty="0">
                <a:latin typeface="Calibri"/>
                <a:cs typeface="Calibri"/>
              </a:rPr>
              <a:t>Cavity)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20" dirty="0">
                <a:latin typeface="Calibri"/>
                <a:cs typeface="Calibri"/>
              </a:rPr>
              <a:t>P(Toothache </a:t>
            </a:r>
            <a:r>
              <a:rPr sz="1800" dirty="0">
                <a:latin typeface="Calibri"/>
                <a:cs typeface="Calibri"/>
              </a:rPr>
              <a:t>| </a:t>
            </a:r>
            <a:r>
              <a:rPr sz="1800" spc="-5" dirty="0">
                <a:latin typeface="Calibri"/>
                <a:cs typeface="Calibri"/>
              </a:rPr>
              <a:t>Cavity) </a:t>
            </a:r>
            <a:r>
              <a:rPr sz="1800" spc="-10" dirty="0">
                <a:latin typeface="Calibri"/>
                <a:cs typeface="Calibri"/>
              </a:rPr>
              <a:t>P(Catch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Cavity)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One can </a:t>
            </a:r>
            <a:r>
              <a:rPr sz="1800" dirty="0">
                <a:latin typeface="Calibri"/>
                <a:cs typeface="Calibri"/>
              </a:rPr>
              <a:t>be </a:t>
            </a:r>
            <a:r>
              <a:rPr sz="1800" spc="-5" dirty="0">
                <a:latin typeface="Calibri"/>
                <a:cs typeface="Calibri"/>
              </a:rPr>
              <a:t>derived </a:t>
            </a:r>
            <a:r>
              <a:rPr sz="1800" spc="-10" dirty="0">
                <a:latin typeface="Calibri"/>
                <a:cs typeface="Calibri"/>
              </a:rPr>
              <a:t>from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other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easily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ct val="100000"/>
              </a:lnSpc>
            </a:pPr>
            <a:r>
              <a:rPr dirty="0"/>
              <a:t>Conditional</a:t>
            </a:r>
            <a:r>
              <a:rPr spc="-70" dirty="0"/>
              <a:t> </a:t>
            </a:r>
            <a:r>
              <a:rPr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2495" y="1484629"/>
            <a:ext cx="7793990" cy="397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Unconditional (absolute) independence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very rare</a:t>
            </a:r>
            <a:r>
              <a:rPr sz="24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(why?)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Wingdings"/>
              <a:buChar char=""/>
            </a:pPr>
            <a:endParaRPr sz="29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Conditional independence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our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most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basic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and robust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form  of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knowledge about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uncertain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environments.</a:t>
            </a:r>
            <a:endParaRPr sz="2400">
              <a:latin typeface="Calibri"/>
              <a:cs typeface="Calibri"/>
            </a:endParaRPr>
          </a:p>
          <a:p>
            <a:pPr marL="422275" marR="2210435" indent="-409575">
              <a:lnSpc>
                <a:spcPct val="2001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X is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conditionally independent of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Y given Z  if and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only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>
              <a:latin typeface="Times New Roman"/>
              <a:cs typeface="Times New Roman"/>
            </a:endParaRPr>
          </a:p>
          <a:p>
            <a:pPr marL="42227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or,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equivalently, if and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only</a:t>
            </a:r>
            <a:r>
              <a:rPr sz="2400" spc="-1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93720" y="4572000"/>
            <a:ext cx="4841748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48800" y="3352800"/>
            <a:ext cx="1402079" cy="367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69920" y="5715000"/>
            <a:ext cx="3884676" cy="313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ct val="100000"/>
              </a:lnSpc>
            </a:pPr>
            <a:r>
              <a:rPr dirty="0"/>
              <a:t>Conditional</a:t>
            </a:r>
            <a:r>
              <a:rPr spc="-70" dirty="0"/>
              <a:t> </a:t>
            </a:r>
            <a:r>
              <a:rPr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360042"/>
            <a:ext cx="3453129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about this</a:t>
            </a:r>
            <a:r>
              <a:rPr sz="2400" spc="-1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domain: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5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Traffic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Umbrella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Raining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3756" y="1318005"/>
            <a:ext cx="3453129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about this</a:t>
            </a:r>
            <a:r>
              <a:rPr sz="2400" spc="-1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domain: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5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Fire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Smoke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Alarm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00" y="3761232"/>
            <a:ext cx="4555236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66504" y="4293108"/>
            <a:ext cx="2628900" cy="1726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86144" y="4293107"/>
            <a:ext cx="3848100" cy="25648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2497" y="174878"/>
            <a:ext cx="1043241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Conditional Independence and the Chain</a:t>
            </a:r>
            <a:r>
              <a:rPr spc="-3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116" y="1484629"/>
            <a:ext cx="3113405" cy="1308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Chain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rule: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Wingdings"/>
              <a:buChar char=""/>
            </a:pPr>
            <a:endParaRPr sz="37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Trivial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decomposition: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116" y="3984625"/>
            <a:ext cx="61760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With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assumption of conditional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independence: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3505200"/>
            <a:ext cx="7094220" cy="307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600" y="3048000"/>
            <a:ext cx="4183379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9600" y="4654296"/>
            <a:ext cx="4183379" cy="2987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00" y="5105400"/>
            <a:ext cx="6035040" cy="309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76600" y="1600200"/>
            <a:ext cx="7162800" cy="3017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53400" y="2438400"/>
            <a:ext cx="3918204" cy="20314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0116" y="5813755"/>
            <a:ext cx="11287125" cy="759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 can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represent joint distributions by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multiplying these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simpler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local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Bayes’nets / graphical models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help us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express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conditional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independence assumptions</a:t>
            </a:r>
            <a:r>
              <a:rPr sz="2400" spc="2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baseline="7407" dirty="0">
                <a:latin typeface="Arial"/>
                <a:cs typeface="Arial"/>
              </a:rPr>
              <a:t>42</a:t>
            </a:r>
            <a:endParaRPr sz="2250" baseline="740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2997" y="174878"/>
            <a:ext cx="536702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Bayes’ Nets: Big</a:t>
            </a:r>
            <a:r>
              <a:rPr spc="-105" dirty="0"/>
              <a:t> </a:t>
            </a:r>
            <a:r>
              <a:rPr dirty="0"/>
              <a:t>Picture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2" y="1357629"/>
            <a:ext cx="10792258" cy="4164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595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Two problems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with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using full joint distribution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tables</a:t>
            </a:r>
            <a:endParaRPr sz="2800" dirty="0">
              <a:latin typeface="Calibri"/>
              <a:cs typeface="Calibri"/>
            </a:endParaRPr>
          </a:p>
          <a:p>
            <a:pPr marL="354965">
              <a:lnSpc>
                <a:spcPts val="2595"/>
              </a:lnSpc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as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our probabilistic</a:t>
            </a:r>
            <a:r>
              <a:rPr sz="28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models:</a:t>
            </a:r>
            <a:endParaRPr sz="2800" dirty="0">
              <a:latin typeface="Calibri"/>
              <a:cs typeface="Calibri"/>
            </a:endParaRPr>
          </a:p>
          <a:p>
            <a:pPr marL="756285" marR="157480" lvl="1" indent="-286385">
              <a:lnSpc>
                <a:spcPct val="80000"/>
              </a:lnSpc>
              <a:spcBef>
                <a:spcPts val="49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lang="en-US" sz="2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With many variables, listing all possible combinations for the joint distribution becomes infeasible.</a:t>
            </a:r>
          </a:p>
          <a:p>
            <a:pPr marL="756285" marR="157480" lvl="1" indent="-286385">
              <a:lnSpc>
                <a:spcPct val="80000"/>
              </a:lnSpc>
              <a:spcBef>
                <a:spcPts val="49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Hard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learn (estimate) </a:t>
            </a:r>
            <a:r>
              <a:rPr sz="2400" dirty="0">
                <a:latin typeface="Calibri"/>
                <a:cs typeface="Calibri"/>
              </a:rPr>
              <a:t>anything </a:t>
            </a:r>
            <a:r>
              <a:rPr sz="2400" spc="-5" dirty="0">
                <a:latin typeface="Calibri"/>
                <a:cs typeface="Calibri"/>
              </a:rPr>
              <a:t>through empirical observation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more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 a </a:t>
            </a:r>
            <a:r>
              <a:rPr sz="2400" spc="-5" dirty="0">
                <a:latin typeface="Calibri"/>
                <a:cs typeface="Calibri"/>
              </a:rPr>
              <a:t>few variables </a:t>
            </a:r>
            <a:r>
              <a:rPr sz="2400" dirty="0">
                <a:latin typeface="Calibri"/>
                <a:cs typeface="Calibri"/>
              </a:rPr>
              <a:t>at 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355600" marR="11430" indent="-342900">
              <a:lnSpc>
                <a:spcPts val="2300"/>
              </a:lnSpc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Bayes’ nets: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technique for describing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complex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joint  distributions (models) using simple,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local 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distributions (conditional</a:t>
            </a:r>
            <a:r>
              <a:rPr sz="28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probabilities)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properly </a:t>
            </a:r>
            <a:r>
              <a:rPr sz="2400" dirty="0">
                <a:latin typeface="Calibri"/>
                <a:cs typeface="Calibri"/>
              </a:rPr>
              <a:t>called 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graphical</a:t>
            </a:r>
            <a:r>
              <a:rPr sz="24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Calibri"/>
                <a:cs typeface="Calibri"/>
              </a:rPr>
              <a:t>models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describe how variables locally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interact</a:t>
            </a:r>
          </a:p>
          <a:p>
            <a:pPr marL="756285" marR="393700" lvl="1" indent="-286385">
              <a:lnSpc>
                <a:spcPct val="8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Local </a:t>
            </a:r>
            <a:r>
              <a:rPr sz="2400" dirty="0">
                <a:latin typeface="Calibri"/>
                <a:cs typeface="Calibri"/>
              </a:rPr>
              <a:t>interactions chain together to give global, </a:t>
            </a:r>
            <a:r>
              <a:rPr sz="2400" spc="-5" dirty="0">
                <a:latin typeface="Calibri"/>
                <a:cs typeface="Calibri"/>
              </a:rPr>
              <a:t>indirect  </a:t>
            </a:r>
            <a:r>
              <a:rPr sz="2400" dirty="0">
                <a:latin typeface="Calibri"/>
                <a:cs typeface="Calibri"/>
              </a:rPr>
              <a:t>interactions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0325" y="174878"/>
            <a:ext cx="699262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 </a:t>
            </a:r>
            <a:r>
              <a:rPr dirty="0"/>
              <a:t>Bayes’ Net:</a:t>
            </a:r>
            <a:r>
              <a:rPr spc="-60" dirty="0"/>
              <a:t> </a:t>
            </a:r>
            <a:r>
              <a:rPr dirty="0"/>
              <a:t>Insurance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46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2FD11-94C6-1131-26BA-F700A2B9D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24" y="875827"/>
            <a:ext cx="10982325" cy="54959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178" y="174878"/>
            <a:ext cx="553275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 </a:t>
            </a:r>
            <a:r>
              <a:rPr dirty="0"/>
              <a:t>Bayes’ Net:</a:t>
            </a:r>
            <a:r>
              <a:rPr spc="-75" dirty="0"/>
              <a:t> </a:t>
            </a:r>
            <a:r>
              <a:rPr spc="-5" dirty="0"/>
              <a:t>Car</a:t>
            </a:r>
          </a:p>
        </p:txBody>
      </p:sp>
      <p:sp>
        <p:nvSpPr>
          <p:cNvPr id="3" name="object 3"/>
          <p:cNvSpPr/>
          <p:nvPr/>
        </p:nvSpPr>
        <p:spPr>
          <a:xfrm>
            <a:off x="1840991" y="1447687"/>
            <a:ext cx="8482898" cy="4783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7629" y="174878"/>
            <a:ext cx="594042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Graphical Model</a:t>
            </a:r>
            <a:r>
              <a:rPr spc="-45" dirty="0"/>
              <a:t> </a:t>
            </a:r>
            <a:r>
              <a:rPr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697990"/>
            <a:ext cx="5438775" cy="3552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Nodes: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(with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domains)</a:t>
            </a:r>
            <a:endParaRPr sz="2400">
              <a:latin typeface="Calibri"/>
              <a:cs typeface="Calibri"/>
            </a:endParaRPr>
          </a:p>
          <a:p>
            <a:pPr marL="756285" marR="348615" lvl="1" indent="-286385">
              <a:lnSpc>
                <a:spcPts val="192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Can be </a:t>
            </a:r>
            <a:r>
              <a:rPr sz="2000" dirty="0">
                <a:latin typeface="Calibri"/>
                <a:cs typeface="Calibri"/>
              </a:rPr>
              <a:t>assigned </a:t>
            </a:r>
            <a:r>
              <a:rPr sz="2000" spc="-5" dirty="0">
                <a:latin typeface="Calibri"/>
                <a:cs typeface="Calibri"/>
              </a:rPr>
              <a:t>(observed) or </a:t>
            </a:r>
            <a:r>
              <a:rPr sz="2000" dirty="0">
                <a:latin typeface="Calibri"/>
                <a:cs typeface="Calibri"/>
              </a:rPr>
              <a:t>unassigned  </a:t>
            </a:r>
            <a:r>
              <a:rPr sz="2000" spc="-5" dirty="0">
                <a:latin typeface="Calibri"/>
                <a:cs typeface="Calibri"/>
              </a:rPr>
              <a:t>(unobserved)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Arcs:</a:t>
            </a:r>
            <a:r>
              <a:rPr sz="2400" spc="-1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interactions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Indicate </a:t>
            </a:r>
            <a:r>
              <a:rPr sz="2000" spc="-5" dirty="0">
                <a:latin typeface="Calibri"/>
                <a:cs typeface="Calibri"/>
              </a:rPr>
              <a:t>“direct </a:t>
            </a:r>
            <a:r>
              <a:rPr sz="2000" dirty="0">
                <a:latin typeface="Calibri"/>
                <a:cs typeface="Calibri"/>
              </a:rPr>
              <a:t>influence” </a:t>
            </a:r>
            <a:r>
              <a:rPr sz="2000" spc="-5" dirty="0">
                <a:latin typeface="Calibri"/>
                <a:cs typeface="Calibri"/>
              </a:rPr>
              <a:t>between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756285" marR="140970" lvl="1" indent="-286385">
              <a:lnSpc>
                <a:spcPts val="1920"/>
              </a:lnSpc>
              <a:spcBef>
                <a:spcPts val="45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Formally: </a:t>
            </a:r>
            <a:r>
              <a:rPr sz="2000" dirty="0">
                <a:latin typeface="Calibri"/>
                <a:cs typeface="Calibri"/>
              </a:rPr>
              <a:t>encode </a:t>
            </a:r>
            <a:r>
              <a:rPr sz="2000" spc="-5" dirty="0">
                <a:latin typeface="Calibri"/>
                <a:cs typeface="Calibri"/>
              </a:rPr>
              <a:t>conditional </a:t>
            </a:r>
            <a:r>
              <a:rPr sz="2000" dirty="0">
                <a:latin typeface="Calibri"/>
                <a:cs typeface="Calibri"/>
              </a:rPr>
              <a:t>independence  </a:t>
            </a:r>
            <a:r>
              <a:rPr sz="2000" spc="-5" dirty="0">
                <a:latin typeface="Calibri"/>
                <a:cs typeface="Calibri"/>
              </a:rPr>
              <a:t>(more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later)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ts val="259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For now: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imagine that arrows</a:t>
            </a:r>
            <a:r>
              <a:rPr sz="2400" spc="-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mean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590"/>
              </a:lnSpc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direct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causation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(in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general, they</a:t>
            </a:r>
            <a:r>
              <a:rPr sz="24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don’t!)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079C20-ADDD-929E-EC7A-860DCF255FE7}"/>
              </a:ext>
            </a:extLst>
          </p:cNvPr>
          <p:cNvGrpSpPr/>
          <p:nvPr/>
        </p:nvGrpSpPr>
        <p:grpSpPr>
          <a:xfrm>
            <a:off x="7543800" y="1694032"/>
            <a:ext cx="2805683" cy="3374413"/>
            <a:chOff x="5957317" y="1676400"/>
            <a:chExt cx="2805683" cy="3374413"/>
          </a:xfrm>
        </p:grpSpPr>
        <p:sp>
          <p:nvSpPr>
            <p:cNvPr id="4" name="object 4"/>
            <p:cNvSpPr/>
            <p:nvPr/>
          </p:nvSpPr>
          <p:spPr>
            <a:xfrm>
              <a:off x="6553200" y="1676400"/>
              <a:ext cx="1447800" cy="990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57317" y="3071137"/>
              <a:ext cx="2805683" cy="19796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105" y="174878"/>
            <a:ext cx="439864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Coin</a:t>
            </a:r>
            <a:r>
              <a:rPr spc="-45" dirty="0"/>
              <a:t> </a:t>
            </a:r>
            <a:r>
              <a:rPr spc="-5" dirty="0"/>
              <a:t>Flips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17828"/>
            <a:ext cx="440309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N independent coin</a:t>
            </a:r>
            <a:r>
              <a:rPr sz="32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flips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3" y="5514949"/>
            <a:ext cx="1011174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No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interactions between variables: </a:t>
            </a:r>
            <a:r>
              <a:rPr sz="3200" spc="-5" dirty="0">
                <a:solidFill>
                  <a:srgbClr val="CC0000"/>
                </a:solidFill>
                <a:latin typeface="Calibri"/>
                <a:cs typeface="Calibri"/>
              </a:rPr>
              <a:t>absolute</a:t>
            </a:r>
            <a:r>
              <a:rPr sz="3200" spc="8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independence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8561" y="32011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62810" y="3345307"/>
            <a:ext cx="33083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10" dirty="0">
                <a:latin typeface="Calibri"/>
                <a:cs typeface="Calibri"/>
              </a:rPr>
              <a:t>X</a:t>
            </a:r>
            <a:r>
              <a:rPr sz="2775" spc="15" baseline="-21021" dirty="0">
                <a:latin typeface="Calibri"/>
                <a:cs typeface="Calibri"/>
              </a:rPr>
              <a:t>1</a:t>
            </a:r>
            <a:endParaRPr sz="2775" baseline="-21021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24961" y="32011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9465" y="3345307"/>
            <a:ext cx="33083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10" dirty="0">
                <a:latin typeface="Calibri"/>
                <a:cs typeface="Calibri"/>
              </a:rPr>
              <a:t>X</a:t>
            </a:r>
            <a:r>
              <a:rPr sz="2775" spc="15" baseline="-21021" dirty="0">
                <a:latin typeface="Calibri"/>
                <a:cs typeface="Calibri"/>
              </a:rPr>
              <a:t>2</a:t>
            </a:r>
            <a:endParaRPr sz="2775" baseline="-21021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53961" y="32011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69100" y="3345307"/>
            <a:ext cx="332740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10" dirty="0">
                <a:latin typeface="Calibri"/>
                <a:cs typeface="Calibri"/>
              </a:rPr>
              <a:t>X</a:t>
            </a:r>
            <a:r>
              <a:rPr sz="2775" i="1" spc="15" baseline="-21021" dirty="0">
                <a:latin typeface="Calibri"/>
                <a:cs typeface="Calibri"/>
              </a:rPr>
              <a:t>n</a:t>
            </a:r>
            <a:endParaRPr sz="2775" baseline="-21021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9200" y="3505200"/>
            <a:ext cx="469391" cy="85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38259" y="1447800"/>
            <a:ext cx="2871216" cy="274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0341" y="174878"/>
            <a:ext cx="367220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60" dirty="0"/>
              <a:t> </a:t>
            </a:r>
            <a:r>
              <a:rPr spc="-5" dirty="0"/>
              <a:t>Traffic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23161"/>
            <a:ext cx="2507615" cy="1127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R: It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rains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T: There 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traffic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3" y="2959608"/>
            <a:ext cx="331406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Model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1: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independence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343" y="6032601"/>
            <a:ext cx="512254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Why is an agent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using model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400" spc="-1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better?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62961" y="3505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33852" y="3650360"/>
            <a:ext cx="2184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62961" y="51823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5" y="474814"/>
                </a:lnTo>
                <a:lnTo>
                  <a:pt x="736356" y="518706"/>
                </a:lnTo>
                <a:lnTo>
                  <a:pt x="717363" y="560112"/>
                </a:lnTo>
                <a:lnTo>
                  <a:pt x="693742" y="598676"/>
                </a:lnTo>
                <a:lnTo>
                  <a:pt x="665850" y="634039"/>
                </a:lnTo>
                <a:lnTo>
                  <a:pt x="634044" y="665846"/>
                </a:lnTo>
                <a:lnTo>
                  <a:pt x="598681" y="693739"/>
                </a:lnTo>
                <a:lnTo>
                  <a:pt x="560118" y="717361"/>
                </a:lnTo>
                <a:lnTo>
                  <a:pt x="518711" y="736355"/>
                </a:lnTo>
                <a:lnTo>
                  <a:pt x="474818" y="750364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4"/>
                </a:lnTo>
                <a:lnTo>
                  <a:pt x="243288" y="736355"/>
                </a:lnTo>
                <a:lnTo>
                  <a:pt x="201881" y="717361"/>
                </a:lnTo>
                <a:lnTo>
                  <a:pt x="163318" y="693739"/>
                </a:lnTo>
                <a:lnTo>
                  <a:pt x="127955" y="665846"/>
                </a:lnTo>
                <a:lnTo>
                  <a:pt x="96149" y="634039"/>
                </a:lnTo>
                <a:lnTo>
                  <a:pt x="68257" y="598676"/>
                </a:lnTo>
                <a:lnTo>
                  <a:pt x="44636" y="560112"/>
                </a:lnTo>
                <a:lnTo>
                  <a:pt x="25643" y="518706"/>
                </a:lnTo>
                <a:lnTo>
                  <a:pt x="11634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42997" y="5327091"/>
            <a:ext cx="19875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53200" y="1143000"/>
            <a:ext cx="3886200" cy="1629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92161" y="3505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63688" y="3650360"/>
            <a:ext cx="2184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92161" y="51823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5" y="474814"/>
                </a:lnTo>
                <a:lnTo>
                  <a:pt x="736356" y="518706"/>
                </a:lnTo>
                <a:lnTo>
                  <a:pt x="717363" y="560112"/>
                </a:lnTo>
                <a:lnTo>
                  <a:pt x="693742" y="598676"/>
                </a:lnTo>
                <a:lnTo>
                  <a:pt x="665850" y="634039"/>
                </a:lnTo>
                <a:lnTo>
                  <a:pt x="634044" y="665846"/>
                </a:lnTo>
                <a:lnTo>
                  <a:pt x="598681" y="693739"/>
                </a:lnTo>
                <a:lnTo>
                  <a:pt x="560118" y="717361"/>
                </a:lnTo>
                <a:lnTo>
                  <a:pt x="518711" y="736355"/>
                </a:lnTo>
                <a:lnTo>
                  <a:pt x="474818" y="750364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4"/>
                </a:lnTo>
                <a:lnTo>
                  <a:pt x="243288" y="736355"/>
                </a:lnTo>
                <a:lnTo>
                  <a:pt x="201881" y="717361"/>
                </a:lnTo>
                <a:lnTo>
                  <a:pt x="163318" y="693739"/>
                </a:lnTo>
                <a:lnTo>
                  <a:pt x="127955" y="665846"/>
                </a:lnTo>
                <a:lnTo>
                  <a:pt x="96149" y="634039"/>
                </a:lnTo>
                <a:lnTo>
                  <a:pt x="68257" y="598676"/>
                </a:lnTo>
                <a:lnTo>
                  <a:pt x="44636" y="560112"/>
                </a:lnTo>
                <a:lnTo>
                  <a:pt x="25643" y="518706"/>
                </a:lnTo>
                <a:lnTo>
                  <a:pt x="11634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72831" y="5327091"/>
            <a:ext cx="19875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00771" y="4281678"/>
            <a:ext cx="144780" cy="885825"/>
          </a:xfrm>
          <a:custGeom>
            <a:avLst/>
            <a:gdLst/>
            <a:ahLst/>
            <a:cxnLst/>
            <a:rect l="l" t="t" r="r" b="b"/>
            <a:pathLst>
              <a:path w="144779" h="885825">
                <a:moveTo>
                  <a:pt x="57911" y="741045"/>
                </a:moveTo>
                <a:lnTo>
                  <a:pt x="0" y="741045"/>
                </a:lnTo>
                <a:lnTo>
                  <a:pt x="72389" y="885825"/>
                </a:lnTo>
                <a:lnTo>
                  <a:pt x="137540" y="755523"/>
                </a:lnTo>
                <a:lnTo>
                  <a:pt x="57911" y="755523"/>
                </a:lnTo>
                <a:lnTo>
                  <a:pt x="57911" y="741045"/>
                </a:lnTo>
                <a:close/>
              </a:path>
              <a:path w="144779" h="885825">
                <a:moveTo>
                  <a:pt x="86868" y="0"/>
                </a:moveTo>
                <a:lnTo>
                  <a:pt x="57911" y="0"/>
                </a:lnTo>
                <a:lnTo>
                  <a:pt x="57911" y="755523"/>
                </a:lnTo>
                <a:lnTo>
                  <a:pt x="86868" y="755523"/>
                </a:lnTo>
                <a:lnTo>
                  <a:pt x="86868" y="0"/>
                </a:lnTo>
                <a:close/>
              </a:path>
              <a:path w="144779" h="885825">
                <a:moveTo>
                  <a:pt x="144779" y="741045"/>
                </a:moveTo>
                <a:lnTo>
                  <a:pt x="86868" y="741045"/>
                </a:lnTo>
                <a:lnTo>
                  <a:pt x="86868" y="755523"/>
                </a:lnTo>
                <a:lnTo>
                  <a:pt x="137540" y="755523"/>
                </a:lnTo>
                <a:lnTo>
                  <a:pt x="144779" y="741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37175" y="2991611"/>
            <a:ext cx="37084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Model 2: 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rain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causes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traffic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29400" y="1295400"/>
            <a:ext cx="1496568" cy="144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50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280159"/>
            <a:ext cx="2375535" cy="2407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T: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Traffic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R: It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rains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L: Low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pressure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D: </a:t>
            </a:r>
            <a:r>
              <a:rPr sz="2000" dirty="0">
                <a:latin typeface="Calibri"/>
                <a:cs typeface="Calibri"/>
              </a:rPr>
              <a:t>Roof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drips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B: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Ballgame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3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C: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Cavity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81600" y="1447800"/>
            <a:ext cx="7010400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56126" y="174878"/>
            <a:ext cx="408051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Traffic</a:t>
            </a:r>
            <a:r>
              <a:rPr spc="-30" dirty="0"/>
              <a:t> </a:t>
            </a:r>
            <a:r>
              <a:rPr spc="-10" dirty="0"/>
              <a:t>II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51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9548" y="174878"/>
            <a:ext cx="569785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Alarm</a:t>
            </a:r>
            <a:r>
              <a:rPr spc="-15" dirty="0"/>
              <a:t> </a:t>
            </a:r>
            <a:r>
              <a:rPr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321561"/>
            <a:ext cx="2545715" cy="222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B: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Burglary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A: Alarm goes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off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M: Mary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J: John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Earthquake!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1600" y="1295400"/>
            <a:ext cx="6760464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7072" y="0"/>
            <a:ext cx="569785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Alarm</a:t>
            </a:r>
            <a:r>
              <a:rPr spc="-15" dirty="0"/>
              <a:t> </a:t>
            </a:r>
            <a:r>
              <a:rPr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9" y="457200"/>
            <a:ext cx="2545715" cy="222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B: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Burglary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A: Alarm goes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off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M: Mary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calls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J: John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calls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Earthquake!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43A909-F36A-FFBD-A073-CBE8EAA3E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352" y="1143000"/>
            <a:ext cx="7308225" cy="472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27B972-3AA8-9756-D75E-DABB5CE62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505200"/>
            <a:ext cx="238125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5314" y="174878"/>
            <a:ext cx="488251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Bayes’ Net</a:t>
            </a:r>
            <a:r>
              <a:rPr spc="-65" dirty="0"/>
              <a:t> </a:t>
            </a:r>
            <a:r>
              <a:rPr spc="-5" dirty="0"/>
              <a:t>Semantics</a:t>
            </a:r>
          </a:p>
        </p:txBody>
      </p:sp>
      <p:sp>
        <p:nvSpPr>
          <p:cNvPr id="3" name="object 3"/>
          <p:cNvSpPr/>
          <p:nvPr/>
        </p:nvSpPr>
        <p:spPr>
          <a:xfrm>
            <a:off x="2514600" y="2667000"/>
            <a:ext cx="9677400" cy="4190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55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5314" y="200405"/>
            <a:ext cx="487997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Bayes’ Net</a:t>
            </a:r>
            <a:r>
              <a:rPr spc="-80" dirty="0"/>
              <a:t> </a:t>
            </a:r>
            <a:r>
              <a:rPr spc="-5" dirty="0"/>
              <a:t>Semantics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1357629"/>
            <a:ext cx="451802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set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nodes, one per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2013203"/>
            <a:ext cx="33820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directed,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acyclic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2668523"/>
            <a:ext cx="5736590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conditional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 for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193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 collection </a:t>
            </a:r>
            <a:r>
              <a:rPr sz="2000" spc="-5" dirty="0">
                <a:latin typeface="Calibri"/>
                <a:cs typeface="Calibri"/>
              </a:rPr>
              <a:t>of distributions over </a:t>
            </a:r>
            <a:r>
              <a:rPr sz="2000" dirty="0">
                <a:latin typeface="Calibri"/>
                <a:cs typeface="Calibri"/>
              </a:rPr>
              <a:t>X, </a:t>
            </a:r>
            <a:r>
              <a:rPr sz="2000" spc="-5" dirty="0">
                <a:latin typeface="Calibri"/>
                <a:cs typeface="Calibri"/>
              </a:rPr>
              <a:t>one for </a:t>
            </a:r>
            <a:r>
              <a:rPr sz="2000" dirty="0">
                <a:latin typeface="Calibri"/>
                <a:cs typeface="Calibri"/>
              </a:rPr>
              <a:t>each  combination </a:t>
            </a:r>
            <a:r>
              <a:rPr sz="2000" spc="-5" dirty="0">
                <a:latin typeface="Calibri"/>
                <a:cs typeface="Calibri"/>
              </a:rPr>
              <a:t>of parents’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30361" y="19316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45169" y="1994915"/>
            <a:ext cx="305435" cy="44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spc="-7" baseline="-20833" dirty="0">
                <a:latin typeface="Calibri"/>
                <a:cs typeface="Calibri"/>
              </a:rPr>
              <a:t>1</a:t>
            </a:r>
            <a:endParaRPr sz="2400" baseline="-20833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39961" y="33032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399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14206" y="3366770"/>
            <a:ext cx="18415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83981" y="2472563"/>
            <a:ext cx="437515" cy="894080"/>
          </a:xfrm>
          <a:custGeom>
            <a:avLst/>
            <a:gdLst/>
            <a:ahLst/>
            <a:cxnLst/>
            <a:rect l="l" t="t" r="r" b="b"/>
            <a:pathLst>
              <a:path w="437515" h="894079">
                <a:moveTo>
                  <a:pt x="358685" y="769018"/>
                </a:moveTo>
                <a:lnTo>
                  <a:pt x="306324" y="793876"/>
                </a:lnTo>
                <a:lnTo>
                  <a:pt x="433704" y="893572"/>
                </a:lnTo>
                <a:lnTo>
                  <a:pt x="436068" y="782065"/>
                </a:lnTo>
                <a:lnTo>
                  <a:pt x="364871" y="782065"/>
                </a:lnTo>
                <a:lnTo>
                  <a:pt x="358685" y="769018"/>
                </a:lnTo>
                <a:close/>
              </a:path>
              <a:path w="437515" h="894079">
                <a:moveTo>
                  <a:pt x="384808" y="756615"/>
                </a:moveTo>
                <a:lnTo>
                  <a:pt x="358685" y="769018"/>
                </a:lnTo>
                <a:lnTo>
                  <a:pt x="364871" y="782065"/>
                </a:lnTo>
                <a:lnTo>
                  <a:pt x="391033" y="769747"/>
                </a:lnTo>
                <a:lnTo>
                  <a:pt x="384808" y="756615"/>
                </a:lnTo>
                <a:close/>
              </a:path>
              <a:path w="437515" h="894079">
                <a:moveTo>
                  <a:pt x="437134" y="731774"/>
                </a:moveTo>
                <a:lnTo>
                  <a:pt x="384808" y="756615"/>
                </a:lnTo>
                <a:lnTo>
                  <a:pt x="391033" y="769747"/>
                </a:lnTo>
                <a:lnTo>
                  <a:pt x="364871" y="782065"/>
                </a:lnTo>
                <a:lnTo>
                  <a:pt x="436068" y="782065"/>
                </a:lnTo>
                <a:lnTo>
                  <a:pt x="437134" y="731774"/>
                </a:lnTo>
                <a:close/>
              </a:path>
              <a:path w="437515" h="894079">
                <a:moveTo>
                  <a:pt x="26162" y="0"/>
                </a:moveTo>
                <a:lnTo>
                  <a:pt x="0" y="12446"/>
                </a:lnTo>
                <a:lnTo>
                  <a:pt x="358685" y="769018"/>
                </a:lnTo>
                <a:lnTo>
                  <a:pt x="384808" y="756615"/>
                </a:lnTo>
                <a:lnTo>
                  <a:pt x="261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54361" y="19316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69169" y="1994915"/>
            <a:ext cx="306705" cy="44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7" baseline="-20833" dirty="0">
                <a:latin typeface="Calibri"/>
                <a:cs typeface="Calibri"/>
              </a:rPr>
              <a:t>n</a:t>
            </a:r>
            <a:endParaRPr sz="2400" baseline="-20833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295638" y="2469642"/>
            <a:ext cx="737235" cy="896619"/>
          </a:xfrm>
          <a:custGeom>
            <a:avLst/>
            <a:gdLst/>
            <a:ahLst/>
            <a:cxnLst/>
            <a:rect l="l" t="t" r="r" b="b"/>
            <a:pathLst>
              <a:path w="737234" h="896620">
                <a:moveTo>
                  <a:pt x="35559" y="738632"/>
                </a:moveTo>
                <a:lnTo>
                  <a:pt x="0" y="896493"/>
                </a:lnTo>
                <a:lnTo>
                  <a:pt x="147700" y="830326"/>
                </a:lnTo>
                <a:lnTo>
                  <a:pt x="116481" y="804799"/>
                </a:lnTo>
                <a:lnTo>
                  <a:pt x="93725" y="804799"/>
                </a:lnTo>
                <a:lnTo>
                  <a:pt x="71246" y="786511"/>
                </a:lnTo>
                <a:lnTo>
                  <a:pt x="80409" y="775303"/>
                </a:lnTo>
                <a:lnTo>
                  <a:pt x="35559" y="738632"/>
                </a:lnTo>
                <a:close/>
              </a:path>
              <a:path w="737234" h="896620">
                <a:moveTo>
                  <a:pt x="80409" y="775303"/>
                </a:moveTo>
                <a:lnTo>
                  <a:pt x="71246" y="786511"/>
                </a:lnTo>
                <a:lnTo>
                  <a:pt x="93725" y="804799"/>
                </a:lnTo>
                <a:lnTo>
                  <a:pt x="102843" y="793647"/>
                </a:lnTo>
                <a:lnTo>
                  <a:pt x="80409" y="775303"/>
                </a:lnTo>
                <a:close/>
              </a:path>
              <a:path w="737234" h="896620">
                <a:moveTo>
                  <a:pt x="102843" y="793647"/>
                </a:moveTo>
                <a:lnTo>
                  <a:pt x="93725" y="804799"/>
                </a:lnTo>
                <a:lnTo>
                  <a:pt x="116481" y="804799"/>
                </a:lnTo>
                <a:lnTo>
                  <a:pt x="102843" y="793647"/>
                </a:lnTo>
                <a:close/>
              </a:path>
              <a:path w="737234" h="896620">
                <a:moveTo>
                  <a:pt x="714247" y="0"/>
                </a:moveTo>
                <a:lnTo>
                  <a:pt x="80409" y="775303"/>
                </a:lnTo>
                <a:lnTo>
                  <a:pt x="102843" y="793647"/>
                </a:lnTo>
                <a:lnTo>
                  <a:pt x="736726" y="18287"/>
                </a:lnTo>
                <a:lnTo>
                  <a:pt x="714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15400" y="2083307"/>
            <a:ext cx="469392" cy="85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64625" y="2538348"/>
            <a:ext cx="208915" cy="750570"/>
          </a:xfrm>
          <a:custGeom>
            <a:avLst/>
            <a:gdLst/>
            <a:ahLst/>
            <a:cxnLst/>
            <a:rect l="l" t="t" r="r" b="b"/>
            <a:pathLst>
              <a:path w="208915" h="750570">
                <a:moveTo>
                  <a:pt x="0" y="594360"/>
                </a:moveTo>
                <a:lnTo>
                  <a:pt x="42036" y="750570"/>
                </a:lnTo>
                <a:lnTo>
                  <a:pt x="139769" y="625855"/>
                </a:lnTo>
                <a:lnTo>
                  <a:pt x="82296" y="625855"/>
                </a:lnTo>
                <a:lnTo>
                  <a:pt x="53848" y="620013"/>
                </a:lnTo>
                <a:lnTo>
                  <a:pt x="56726" y="605888"/>
                </a:lnTo>
                <a:lnTo>
                  <a:pt x="0" y="594360"/>
                </a:lnTo>
                <a:close/>
              </a:path>
              <a:path w="208915" h="750570">
                <a:moveTo>
                  <a:pt x="56726" y="605888"/>
                </a:moveTo>
                <a:lnTo>
                  <a:pt x="53848" y="620013"/>
                </a:lnTo>
                <a:lnTo>
                  <a:pt x="82296" y="625855"/>
                </a:lnTo>
                <a:lnTo>
                  <a:pt x="85186" y="611671"/>
                </a:lnTo>
                <a:lnTo>
                  <a:pt x="56726" y="605888"/>
                </a:lnTo>
                <a:close/>
              </a:path>
              <a:path w="208915" h="750570">
                <a:moveTo>
                  <a:pt x="85186" y="611671"/>
                </a:moveTo>
                <a:lnTo>
                  <a:pt x="82296" y="625855"/>
                </a:lnTo>
                <a:lnTo>
                  <a:pt x="139769" y="625855"/>
                </a:lnTo>
                <a:lnTo>
                  <a:pt x="141858" y="623188"/>
                </a:lnTo>
                <a:lnTo>
                  <a:pt x="85186" y="611671"/>
                </a:lnTo>
                <a:close/>
              </a:path>
              <a:path w="208915" h="750570">
                <a:moveTo>
                  <a:pt x="180213" y="0"/>
                </a:moveTo>
                <a:lnTo>
                  <a:pt x="56726" y="605888"/>
                </a:lnTo>
                <a:lnTo>
                  <a:pt x="85186" y="611671"/>
                </a:lnTo>
                <a:lnTo>
                  <a:pt x="208660" y="5841"/>
                </a:lnTo>
                <a:lnTo>
                  <a:pt x="180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05800" y="4369308"/>
            <a:ext cx="2057400" cy="301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25000" y="3531108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85800" y="388873"/>
                </a:moveTo>
                <a:lnTo>
                  <a:pt x="299720" y="388873"/>
                </a:lnTo>
                <a:lnTo>
                  <a:pt x="492759" y="609599"/>
                </a:lnTo>
                <a:lnTo>
                  <a:pt x="685800" y="388873"/>
                </a:lnTo>
                <a:close/>
              </a:path>
              <a:path w="685800" h="609600">
                <a:moveTo>
                  <a:pt x="299720" y="0"/>
                </a:moveTo>
                <a:lnTo>
                  <a:pt x="0" y="0"/>
                </a:lnTo>
                <a:lnTo>
                  <a:pt x="0" y="114172"/>
                </a:lnTo>
                <a:lnTo>
                  <a:pt x="299720" y="114172"/>
                </a:lnTo>
                <a:lnTo>
                  <a:pt x="334321" y="122623"/>
                </a:lnTo>
                <a:lnTo>
                  <a:pt x="365416" y="146473"/>
                </a:lnTo>
                <a:lnTo>
                  <a:pt x="391763" y="183467"/>
                </a:lnTo>
                <a:lnTo>
                  <a:pt x="412119" y="231351"/>
                </a:lnTo>
                <a:lnTo>
                  <a:pt x="425244" y="287871"/>
                </a:lnTo>
                <a:lnTo>
                  <a:pt x="429895" y="350773"/>
                </a:lnTo>
                <a:lnTo>
                  <a:pt x="429895" y="388873"/>
                </a:lnTo>
                <a:lnTo>
                  <a:pt x="555625" y="388873"/>
                </a:lnTo>
                <a:lnTo>
                  <a:pt x="555625" y="350773"/>
                </a:lnTo>
                <a:lnTo>
                  <a:pt x="552276" y="293858"/>
                </a:lnTo>
                <a:lnTo>
                  <a:pt x="542580" y="239873"/>
                </a:lnTo>
                <a:lnTo>
                  <a:pt x="527064" y="189540"/>
                </a:lnTo>
                <a:lnTo>
                  <a:pt x="506255" y="143579"/>
                </a:lnTo>
                <a:lnTo>
                  <a:pt x="480679" y="102711"/>
                </a:lnTo>
                <a:lnTo>
                  <a:pt x="450862" y="67657"/>
                </a:lnTo>
                <a:lnTo>
                  <a:pt x="417331" y="39138"/>
                </a:lnTo>
                <a:lnTo>
                  <a:pt x="380612" y="17875"/>
                </a:lnTo>
                <a:lnTo>
                  <a:pt x="341233" y="4589"/>
                </a:lnTo>
                <a:lnTo>
                  <a:pt x="29972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25000" y="3531108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92759" y="609599"/>
                </a:moveTo>
                <a:lnTo>
                  <a:pt x="685800" y="388873"/>
                </a:lnTo>
                <a:lnTo>
                  <a:pt x="555625" y="388873"/>
                </a:lnTo>
                <a:lnTo>
                  <a:pt x="555625" y="350773"/>
                </a:lnTo>
                <a:lnTo>
                  <a:pt x="552276" y="293858"/>
                </a:lnTo>
                <a:lnTo>
                  <a:pt x="542580" y="239873"/>
                </a:lnTo>
                <a:lnTo>
                  <a:pt x="527064" y="189540"/>
                </a:lnTo>
                <a:lnTo>
                  <a:pt x="506255" y="143579"/>
                </a:lnTo>
                <a:lnTo>
                  <a:pt x="480679" y="102711"/>
                </a:lnTo>
                <a:lnTo>
                  <a:pt x="450862" y="67657"/>
                </a:lnTo>
                <a:lnTo>
                  <a:pt x="417331" y="39138"/>
                </a:lnTo>
                <a:lnTo>
                  <a:pt x="380612" y="17875"/>
                </a:lnTo>
                <a:lnTo>
                  <a:pt x="341233" y="4589"/>
                </a:lnTo>
                <a:lnTo>
                  <a:pt x="299720" y="0"/>
                </a:lnTo>
                <a:lnTo>
                  <a:pt x="0" y="0"/>
                </a:lnTo>
                <a:lnTo>
                  <a:pt x="0" y="114172"/>
                </a:lnTo>
                <a:lnTo>
                  <a:pt x="299720" y="114172"/>
                </a:lnTo>
                <a:lnTo>
                  <a:pt x="334321" y="122623"/>
                </a:lnTo>
                <a:lnTo>
                  <a:pt x="365416" y="146473"/>
                </a:lnTo>
                <a:lnTo>
                  <a:pt x="391763" y="183467"/>
                </a:lnTo>
                <a:lnTo>
                  <a:pt x="412119" y="231351"/>
                </a:lnTo>
                <a:lnTo>
                  <a:pt x="425244" y="287871"/>
                </a:lnTo>
                <a:lnTo>
                  <a:pt x="429895" y="350773"/>
                </a:lnTo>
                <a:lnTo>
                  <a:pt x="429895" y="388873"/>
                </a:lnTo>
                <a:lnTo>
                  <a:pt x="299720" y="388873"/>
                </a:lnTo>
                <a:lnTo>
                  <a:pt x="492759" y="6095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95600" y="3988308"/>
            <a:ext cx="1927860" cy="3017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10800" y="152400"/>
            <a:ext cx="1981200" cy="1828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93139" y="4530090"/>
            <a:ext cx="10714355" cy="1980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685" indent="-286385">
              <a:lnSpc>
                <a:spcPct val="100000"/>
              </a:lnSpc>
              <a:buFont typeface="Wingdings"/>
              <a:buChar char=""/>
              <a:tabLst>
                <a:tab pos="908685" algn="l"/>
                <a:tab pos="909319" algn="l"/>
              </a:tabLst>
            </a:pPr>
            <a:r>
              <a:rPr sz="2000" spc="-5" dirty="0">
                <a:latin typeface="Calibri"/>
                <a:cs typeface="Calibri"/>
              </a:rPr>
              <a:t>CPT: </a:t>
            </a:r>
            <a:r>
              <a:rPr sz="2000" dirty="0">
                <a:latin typeface="Calibri"/>
                <a:cs typeface="Calibri"/>
              </a:rPr>
              <a:t>conditional </a:t>
            </a:r>
            <a:r>
              <a:rPr sz="2000" spc="-5" dirty="0">
                <a:latin typeface="Calibri"/>
                <a:cs typeface="Calibri"/>
              </a:rPr>
              <a:t>probability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908685" indent="-28638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908685" algn="l"/>
                <a:tab pos="909319" algn="l"/>
              </a:tabLst>
            </a:pPr>
            <a:r>
              <a:rPr sz="2000" spc="-5" dirty="0">
                <a:latin typeface="Calibri"/>
                <a:cs typeface="Calibri"/>
              </a:rPr>
              <a:t>Description of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noisy </a:t>
            </a:r>
            <a:r>
              <a:rPr sz="2000" dirty="0">
                <a:latin typeface="Calibri"/>
                <a:cs typeface="Calibri"/>
              </a:rPr>
              <a:t>“causal”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ts val="3410"/>
              </a:lnSpc>
              <a:spcBef>
                <a:spcPts val="1805"/>
              </a:spcBef>
            </a:pPr>
            <a:r>
              <a:rPr sz="3200" i="1" dirty="0">
                <a:solidFill>
                  <a:srgbClr val="CC0000"/>
                </a:solidFill>
                <a:latin typeface="Calibri"/>
                <a:cs typeface="Calibri"/>
              </a:rPr>
              <a:t>A Bayes </a:t>
            </a:r>
            <a:r>
              <a:rPr sz="3200" i="1" spc="-5" dirty="0">
                <a:solidFill>
                  <a:srgbClr val="CC0000"/>
                </a:solidFill>
                <a:latin typeface="Calibri"/>
                <a:cs typeface="Calibri"/>
              </a:rPr>
              <a:t>net </a:t>
            </a:r>
            <a:r>
              <a:rPr sz="3200" i="1" dirty="0">
                <a:solidFill>
                  <a:srgbClr val="CC0000"/>
                </a:solidFill>
                <a:latin typeface="Calibri"/>
                <a:cs typeface="Calibri"/>
              </a:rPr>
              <a:t>= </a:t>
            </a:r>
            <a:r>
              <a:rPr sz="3200" i="1" spc="-40" dirty="0">
                <a:solidFill>
                  <a:srgbClr val="CC0000"/>
                </a:solidFill>
                <a:latin typeface="Calibri"/>
                <a:cs typeface="Calibri"/>
              </a:rPr>
              <a:t>Topology </a:t>
            </a:r>
            <a:r>
              <a:rPr sz="3200" i="1" spc="-5" dirty="0">
                <a:solidFill>
                  <a:srgbClr val="CC0000"/>
                </a:solidFill>
                <a:latin typeface="Calibri"/>
                <a:cs typeface="Calibri"/>
              </a:rPr>
              <a:t>(graph) </a:t>
            </a:r>
            <a:r>
              <a:rPr sz="3200" i="1" dirty="0">
                <a:solidFill>
                  <a:srgbClr val="CC0000"/>
                </a:solidFill>
                <a:latin typeface="Calibri"/>
                <a:cs typeface="Calibri"/>
              </a:rPr>
              <a:t>+ </a:t>
            </a:r>
            <a:r>
              <a:rPr sz="3200" i="1" spc="-10" dirty="0">
                <a:solidFill>
                  <a:srgbClr val="CC0000"/>
                </a:solidFill>
                <a:latin typeface="Calibri"/>
                <a:cs typeface="Calibri"/>
              </a:rPr>
              <a:t>Local </a:t>
            </a:r>
            <a:r>
              <a:rPr sz="3200" i="1" spc="-5" dirty="0">
                <a:solidFill>
                  <a:srgbClr val="CC0000"/>
                </a:solidFill>
                <a:latin typeface="Calibri"/>
                <a:cs typeface="Calibri"/>
              </a:rPr>
              <a:t>Conditional</a:t>
            </a:r>
            <a:r>
              <a:rPr sz="3200" i="1" spc="26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CC0000"/>
                </a:solidFill>
                <a:latin typeface="Calibri"/>
                <a:cs typeface="Calibri"/>
              </a:rPr>
              <a:t>Probabilities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ts val="1370"/>
              </a:lnSpc>
            </a:pPr>
            <a:r>
              <a:rPr sz="1500" dirty="0">
                <a:latin typeface="Arial"/>
                <a:cs typeface="Arial"/>
              </a:rPr>
              <a:t>56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5438" y="166878"/>
            <a:ext cx="442087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Probabilities in</a:t>
            </a:r>
            <a:r>
              <a:rPr spc="-95" dirty="0"/>
              <a:t> </a:t>
            </a:r>
            <a:r>
              <a:rPr dirty="0"/>
              <a:t>BNs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8068" y="1246084"/>
            <a:ext cx="8055609" cy="161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Bayes’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nets 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indirectly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encode joint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5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As a product of local conditional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distributions</a:t>
            </a:r>
            <a:endParaRPr sz="2000" dirty="0">
              <a:latin typeface="Calibri"/>
              <a:cs typeface="Calibri"/>
            </a:endParaRPr>
          </a:p>
          <a:p>
            <a:pPr marL="756285" marR="5080" lvl="1" indent="-286385">
              <a:lnSpc>
                <a:spcPts val="1920"/>
              </a:lnSpc>
              <a:spcBef>
                <a:spcPts val="1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To see </a:t>
            </a:r>
            <a:r>
              <a:rPr sz="2000" dirty="0">
                <a:latin typeface="Calibri"/>
                <a:cs typeface="Calibri"/>
              </a:rPr>
              <a:t>what </a:t>
            </a:r>
            <a:r>
              <a:rPr sz="2000" spc="-5" dirty="0">
                <a:latin typeface="Calibri"/>
                <a:cs typeface="Calibri"/>
              </a:rPr>
              <a:t>probability </a:t>
            </a:r>
            <a:r>
              <a:rPr sz="2000" dirty="0">
                <a:latin typeface="Calibri"/>
                <a:cs typeface="Calibri"/>
              </a:rPr>
              <a:t>a BN gives to a </a:t>
            </a:r>
            <a:r>
              <a:rPr sz="2000" spc="-5" dirty="0">
                <a:latin typeface="Calibri"/>
                <a:cs typeface="Calibri"/>
              </a:rPr>
              <a:t>full </a:t>
            </a:r>
            <a:r>
              <a:rPr sz="2000" dirty="0">
                <a:latin typeface="Calibri"/>
                <a:cs typeface="Calibri"/>
              </a:rPr>
              <a:t>assignment, multiply all the  </a:t>
            </a:r>
            <a:r>
              <a:rPr sz="2000" spc="-5" dirty="0">
                <a:latin typeface="Calibri"/>
                <a:cs typeface="Calibri"/>
              </a:rPr>
              <a:t>relevant conditionals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together: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17394" y="3986657"/>
            <a:ext cx="12579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Example: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2800" y="4038600"/>
            <a:ext cx="2119883" cy="1495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19400" y="5715000"/>
            <a:ext cx="4495800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86200" y="3276600"/>
            <a:ext cx="4876800" cy="6720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4800" y="4191000"/>
            <a:ext cx="1911096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10800" y="152400"/>
            <a:ext cx="1981200" cy="1828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60975" y="6144767"/>
            <a:ext cx="510159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=P(-toothache|+cavity)P(+catch|+cavity)P(+cavity)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57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992" y="185546"/>
            <a:ext cx="620776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Bayes</a:t>
            </a:r>
            <a:r>
              <a:rPr dirty="0">
                <a:latin typeface="MS PGothic"/>
                <a:cs typeface="MS PGothic"/>
              </a:rPr>
              <a:t>’ </a:t>
            </a:r>
            <a:r>
              <a:rPr dirty="0"/>
              <a:t>Net</a:t>
            </a:r>
            <a:r>
              <a:rPr spc="-430" dirty="0"/>
              <a:t> </a:t>
            </a:r>
            <a:r>
              <a:rPr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0829"/>
            <a:ext cx="7289800" cy="260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directed,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acyclic graph,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one node per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random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conditional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probability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table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(CPT) for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1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756285" marR="195580" lvl="1" indent="-286385">
              <a:lnSpc>
                <a:spcPts val="1920"/>
              </a:lnSpc>
              <a:spcBef>
                <a:spcPts val="1914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 collection </a:t>
            </a:r>
            <a:r>
              <a:rPr sz="2000" spc="-5" dirty="0">
                <a:latin typeface="Calibri"/>
                <a:cs typeface="Calibri"/>
              </a:rPr>
              <a:t>of distributions over </a:t>
            </a:r>
            <a:r>
              <a:rPr sz="2000" dirty="0">
                <a:latin typeface="Calibri"/>
                <a:cs typeface="Calibri"/>
              </a:rPr>
              <a:t>X, </a:t>
            </a:r>
            <a:r>
              <a:rPr sz="2000" spc="-5" dirty="0">
                <a:latin typeface="Calibri"/>
                <a:cs typeface="Calibri"/>
              </a:rPr>
              <a:t>one for </a:t>
            </a:r>
            <a:r>
              <a:rPr sz="2000" dirty="0">
                <a:latin typeface="Calibri"/>
                <a:cs typeface="Calibri"/>
              </a:rPr>
              <a:t>each combination  </a:t>
            </a:r>
            <a:r>
              <a:rPr sz="2000" spc="-5" dirty="0">
                <a:latin typeface="Calibri"/>
                <a:cs typeface="Calibri"/>
              </a:rPr>
              <a:t>of parents</a:t>
            </a:r>
            <a:r>
              <a:rPr sz="2000" spc="-5" dirty="0">
                <a:latin typeface="MS PGothic"/>
                <a:cs typeface="MS PGothic"/>
              </a:rPr>
              <a:t>’</a:t>
            </a:r>
            <a:r>
              <a:rPr sz="2000" spc="-210" dirty="0">
                <a:latin typeface="MS PGothic"/>
                <a:cs typeface="MS PGothic"/>
              </a:rPr>
              <a:t> </a:t>
            </a:r>
            <a:r>
              <a:rPr sz="2000" spc="-5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21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Bayes</a:t>
            </a:r>
            <a:r>
              <a:rPr sz="2400" dirty="0">
                <a:solidFill>
                  <a:srgbClr val="333399"/>
                </a:solidFill>
                <a:latin typeface="MS PGothic"/>
                <a:cs typeface="MS PGothic"/>
              </a:rPr>
              <a:t>’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nets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implicitly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encode joint</a:t>
            </a:r>
            <a:r>
              <a:rPr sz="2400" spc="-3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321936"/>
            <a:ext cx="5997575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As a </a:t>
            </a:r>
            <a:r>
              <a:rPr sz="2000" spc="-5" dirty="0">
                <a:latin typeface="Calibri"/>
                <a:cs typeface="Calibri"/>
              </a:rPr>
              <a:t>product of </a:t>
            </a:r>
            <a:r>
              <a:rPr sz="2000" dirty="0">
                <a:latin typeface="Calibri"/>
                <a:cs typeface="Calibri"/>
              </a:rPr>
              <a:t>local </a:t>
            </a:r>
            <a:r>
              <a:rPr sz="2000" spc="-5" dirty="0">
                <a:latin typeface="Calibri"/>
                <a:cs typeface="Calibri"/>
              </a:rPr>
              <a:t>conditional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distributions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ts val="2160"/>
              </a:lnSpc>
              <a:spcBef>
                <a:spcPts val="144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To see </a:t>
            </a:r>
            <a:r>
              <a:rPr sz="2000" dirty="0">
                <a:latin typeface="Calibri"/>
                <a:cs typeface="Calibri"/>
              </a:rPr>
              <a:t>what </a:t>
            </a:r>
            <a:r>
              <a:rPr sz="2000" spc="-5" dirty="0">
                <a:latin typeface="Calibri"/>
                <a:cs typeface="Calibri"/>
              </a:rPr>
              <a:t>probability </a:t>
            </a:r>
            <a:r>
              <a:rPr sz="2000" dirty="0">
                <a:latin typeface="Calibri"/>
                <a:cs typeface="Calibri"/>
              </a:rPr>
              <a:t>a BN gives to a </a:t>
            </a:r>
            <a:r>
              <a:rPr sz="2000" spc="-5" dirty="0">
                <a:latin typeface="Calibri"/>
                <a:cs typeface="Calibri"/>
              </a:rPr>
              <a:t>full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assignment,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ts val="2160"/>
              </a:lnSpc>
            </a:pPr>
            <a:r>
              <a:rPr sz="2000" spc="-5" dirty="0">
                <a:latin typeface="Calibri"/>
                <a:cs typeface="Calibri"/>
              </a:rPr>
              <a:t>multiply </a:t>
            </a:r>
            <a:r>
              <a:rPr sz="2000" dirty="0">
                <a:latin typeface="Calibri"/>
                <a:cs typeface="Calibri"/>
              </a:rPr>
              <a:t>all the relevant </a:t>
            </a:r>
            <a:r>
              <a:rPr sz="2000" spc="-5" dirty="0">
                <a:latin typeface="Calibri"/>
                <a:cs typeface="Calibri"/>
              </a:rPr>
              <a:t>conditionals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together: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0" y="3214116"/>
            <a:ext cx="1927860" cy="301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14600" y="5638800"/>
            <a:ext cx="5535167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97161" y="410184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699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80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699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399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69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411969" y="4165727"/>
            <a:ext cx="305435" cy="44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spc="-7" baseline="-20833" dirty="0">
                <a:latin typeface="Calibri"/>
                <a:cs typeface="Calibri"/>
              </a:rPr>
              <a:t>1</a:t>
            </a:r>
            <a:endParaRPr sz="2400" baseline="-2083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06761" y="547344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699"/>
                </a:moveTo>
                <a:lnTo>
                  <a:pt x="4296" y="218760"/>
                </a:lnTo>
                <a:lnTo>
                  <a:pt x="16682" y="173639"/>
                </a:lnTo>
                <a:lnTo>
                  <a:pt x="36406" y="132091"/>
                </a:lnTo>
                <a:lnTo>
                  <a:pt x="62716" y="94868"/>
                </a:lnTo>
                <a:lnTo>
                  <a:pt x="94858" y="62724"/>
                </a:lnTo>
                <a:lnTo>
                  <a:pt x="132080" y="36412"/>
                </a:lnTo>
                <a:lnTo>
                  <a:pt x="173629" y="16685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5"/>
                </a:lnTo>
                <a:lnTo>
                  <a:pt x="401320" y="36412"/>
                </a:lnTo>
                <a:lnTo>
                  <a:pt x="438541" y="62724"/>
                </a:lnTo>
                <a:lnTo>
                  <a:pt x="470683" y="94868"/>
                </a:lnTo>
                <a:lnTo>
                  <a:pt x="496993" y="132091"/>
                </a:lnTo>
                <a:lnTo>
                  <a:pt x="516717" y="173639"/>
                </a:lnTo>
                <a:lnTo>
                  <a:pt x="529103" y="218760"/>
                </a:lnTo>
                <a:lnTo>
                  <a:pt x="533400" y="266699"/>
                </a:lnTo>
                <a:lnTo>
                  <a:pt x="529103" y="314639"/>
                </a:lnTo>
                <a:lnTo>
                  <a:pt x="516717" y="359760"/>
                </a:lnTo>
                <a:lnTo>
                  <a:pt x="496993" y="401308"/>
                </a:lnTo>
                <a:lnTo>
                  <a:pt x="470683" y="438531"/>
                </a:lnTo>
                <a:lnTo>
                  <a:pt x="438541" y="470675"/>
                </a:lnTo>
                <a:lnTo>
                  <a:pt x="401320" y="496987"/>
                </a:lnTo>
                <a:lnTo>
                  <a:pt x="359770" y="516714"/>
                </a:lnTo>
                <a:lnTo>
                  <a:pt x="314646" y="529103"/>
                </a:lnTo>
                <a:lnTo>
                  <a:pt x="266700" y="533399"/>
                </a:lnTo>
                <a:lnTo>
                  <a:pt x="218753" y="529103"/>
                </a:lnTo>
                <a:lnTo>
                  <a:pt x="173629" y="516714"/>
                </a:lnTo>
                <a:lnTo>
                  <a:pt x="132080" y="496987"/>
                </a:lnTo>
                <a:lnTo>
                  <a:pt x="94858" y="470675"/>
                </a:lnTo>
                <a:lnTo>
                  <a:pt x="62716" y="438531"/>
                </a:lnTo>
                <a:lnTo>
                  <a:pt x="36406" y="401308"/>
                </a:lnTo>
                <a:lnTo>
                  <a:pt x="16682" y="359760"/>
                </a:lnTo>
                <a:lnTo>
                  <a:pt x="4296" y="314639"/>
                </a:lnTo>
                <a:lnTo>
                  <a:pt x="0" y="26669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50781" y="4642739"/>
            <a:ext cx="437515" cy="894080"/>
          </a:xfrm>
          <a:custGeom>
            <a:avLst/>
            <a:gdLst/>
            <a:ahLst/>
            <a:cxnLst/>
            <a:rect l="l" t="t" r="r" b="b"/>
            <a:pathLst>
              <a:path w="437515" h="894079">
                <a:moveTo>
                  <a:pt x="358685" y="769018"/>
                </a:moveTo>
                <a:lnTo>
                  <a:pt x="306324" y="793877"/>
                </a:lnTo>
                <a:lnTo>
                  <a:pt x="433704" y="893572"/>
                </a:lnTo>
                <a:lnTo>
                  <a:pt x="436068" y="782066"/>
                </a:lnTo>
                <a:lnTo>
                  <a:pt x="364871" y="782066"/>
                </a:lnTo>
                <a:lnTo>
                  <a:pt x="358685" y="769018"/>
                </a:lnTo>
                <a:close/>
              </a:path>
              <a:path w="437515" h="894079">
                <a:moveTo>
                  <a:pt x="384808" y="756615"/>
                </a:moveTo>
                <a:lnTo>
                  <a:pt x="358685" y="769018"/>
                </a:lnTo>
                <a:lnTo>
                  <a:pt x="364871" y="782066"/>
                </a:lnTo>
                <a:lnTo>
                  <a:pt x="391033" y="769747"/>
                </a:lnTo>
                <a:lnTo>
                  <a:pt x="384808" y="756615"/>
                </a:lnTo>
                <a:close/>
              </a:path>
              <a:path w="437515" h="894079">
                <a:moveTo>
                  <a:pt x="437134" y="731774"/>
                </a:moveTo>
                <a:lnTo>
                  <a:pt x="384808" y="756615"/>
                </a:lnTo>
                <a:lnTo>
                  <a:pt x="391033" y="769747"/>
                </a:lnTo>
                <a:lnTo>
                  <a:pt x="364871" y="782066"/>
                </a:lnTo>
                <a:lnTo>
                  <a:pt x="436068" y="782066"/>
                </a:lnTo>
                <a:lnTo>
                  <a:pt x="437134" y="731774"/>
                </a:lnTo>
                <a:close/>
              </a:path>
              <a:path w="437515" h="894079">
                <a:moveTo>
                  <a:pt x="26162" y="0"/>
                </a:moveTo>
                <a:lnTo>
                  <a:pt x="0" y="12446"/>
                </a:lnTo>
                <a:lnTo>
                  <a:pt x="358685" y="769018"/>
                </a:lnTo>
                <a:lnTo>
                  <a:pt x="384808" y="756615"/>
                </a:lnTo>
                <a:lnTo>
                  <a:pt x="261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821161" y="410184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699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80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699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399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19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69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936351" y="4165727"/>
            <a:ext cx="306705" cy="44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7" baseline="-20833" dirty="0">
                <a:latin typeface="Calibri"/>
                <a:cs typeface="Calibri"/>
              </a:rPr>
              <a:t>n</a:t>
            </a:r>
            <a:endParaRPr sz="2400" baseline="-20833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62438" y="4639817"/>
            <a:ext cx="737235" cy="896619"/>
          </a:xfrm>
          <a:custGeom>
            <a:avLst/>
            <a:gdLst/>
            <a:ahLst/>
            <a:cxnLst/>
            <a:rect l="l" t="t" r="r" b="b"/>
            <a:pathLst>
              <a:path w="737234" h="896620">
                <a:moveTo>
                  <a:pt x="35559" y="738631"/>
                </a:moveTo>
                <a:lnTo>
                  <a:pt x="0" y="896492"/>
                </a:lnTo>
                <a:lnTo>
                  <a:pt x="147700" y="830325"/>
                </a:lnTo>
                <a:lnTo>
                  <a:pt x="116481" y="804798"/>
                </a:lnTo>
                <a:lnTo>
                  <a:pt x="93725" y="804798"/>
                </a:lnTo>
                <a:lnTo>
                  <a:pt x="71246" y="786510"/>
                </a:lnTo>
                <a:lnTo>
                  <a:pt x="80409" y="775303"/>
                </a:lnTo>
                <a:lnTo>
                  <a:pt x="35559" y="738631"/>
                </a:lnTo>
                <a:close/>
              </a:path>
              <a:path w="737234" h="896620">
                <a:moveTo>
                  <a:pt x="80409" y="775303"/>
                </a:moveTo>
                <a:lnTo>
                  <a:pt x="71246" y="786510"/>
                </a:lnTo>
                <a:lnTo>
                  <a:pt x="93725" y="804798"/>
                </a:lnTo>
                <a:lnTo>
                  <a:pt x="102843" y="793647"/>
                </a:lnTo>
                <a:lnTo>
                  <a:pt x="80409" y="775303"/>
                </a:lnTo>
                <a:close/>
              </a:path>
              <a:path w="737234" h="896620">
                <a:moveTo>
                  <a:pt x="102843" y="793647"/>
                </a:moveTo>
                <a:lnTo>
                  <a:pt x="93725" y="804798"/>
                </a:lnTo>
                <a:lnTo>
                  <a:pt x="116481" y="804798"/>
                </a:lnTo>
                <a:lnTo>
                  <a:pt x="102843" y="793647"/>
                </a:lnTo>
                <a:close/>
              </a:path>
              <a:path w="737234" h="896620">
                <a:moveTo>
                  <a:pt x="714247" y="0"/>
                </a:moveTo>
                <a:lnTo>
                  <a:pt x="80409" y="775303"/>
                </a:lnTo>
                <a:lnTo>
                  <a:pt x="102843" y="793647"/>
                </a:lnTo>
                <a:lnTo>
                  <a:pt x="736726" y="18287"/>
                </a:lnTo>
                <a:lnTo>
                  <a:pt x="714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982200" y="4253484"/>
            <a:ext cx="469392" cy="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131425" y="4708525"/>
            <a:ext cx="208915" cy="750570"/>
          </a:xfrm>
          <a:custGeom>
            <a:avLst/>
            <a:gdLst/>
            <a:ahLst/>
            <a:cxnLst/>
            <a:rect l="l" t="t" r="r" b="b"/>
            <a:pathLst>
              <a:path w="208915" h="750570">
                <a:moveTo>
                  <a:pt x="0" y="594360"/>
                </a:moveTo>
                <a:lnTo>
                  <a:pt x="42036" y="750569"/>
                </a:lnTo>
                <a:lnTo>
                  <a:pt x="139769" y="625856"/>
                </a:lnTo>
                <a:lnTo>
                  <a:pt x="82296" y="625856"/>
                </a:lnTo>
                <a:lnTo>
                  <a:pt x="53848" y="620013"/>
                </a:lnTo>
                <a:lnTo>
                  <a:pt x="56726" y="605888"/>
                </a:lnTo>
                <a:lnTo>
                  <a:pt x="0" y="594360"/>
                </a:lnTo>
                <a:close/>
              </a:path>
              <a:path w="208915" h="750570">
                <a:moveTo>
                  <a:pt x="56726" y="605888"/>
                </a:moveTo>
                <a:lnTo>
                  <a:pt x="53848" y="620013"/>
                </a:lnTo>
                <a:lnTo>
                  <a:pt x="82296" y="625856"/>
                </a:lnTo>
                <a:lnTo>
                  <a:pt x="85186" y="611671"/>
                </a:lnTo>
                <a:lnTo>
                  <a:pt x="56726" y="605888"/>
                </a:lnTo>
                <a:close/>
              </a:path>
              <a:path w="208915" h="750570">
                <a:moveTo>
                  <a:pt x="85186" y="611671"/>
                </a:moveTo>
                <a:lnTo>
                  <a:pt x="82296" y="625856"/>
                </a:lnTo>
                <a:lnTo>
                  <a:pt x="139769" y="625856"/>
                </a:lnTo>
                <a:lnTo>
                  <a:pt x="141858" y="623188"/>
                </a:lnTo>
                <a:lnTo>
                  <a:pt x="85186" y="611671"/>
                </a:lnTo>
                <a:close/>
              </a:path>
              <a:path w="208915" h="750570">
                <a:moveTo>
                  <a:pt x="180213" y="0"/>
                </a:moveTo>
                <a:lnTo>
                  <a:pt x="56726" y="605888"/>
                </a:lnTo>
                <a:lnTo>
                  <a:pt x="85186" y="611671"/>
                </a:lnTo>
                <a:lnTo>
                  <a:pt x="208660" y="5842"/>
                </a:lnTo>
                <a:lnTo>
                  <a:pt x="180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72600" y="6539483"/>
            <a:ext cx="2057400" cy="3017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591800" y="5701284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85800" y="388924"/>
                </a:moveTo>
                <a:lnTo>
                  <a:pt x="299720" y="388924"/>
                </a:lnTo>
                <a:lnTo>
                  <a:pt x="492759" y="609599"/>
                </a:lnTo>
                <a:lnTo>
                  <a:pt x="685800" y="388924"/>
                </a:lnTo>
                <a:close/>
              </a:path>
              <a:path w="685800" h="609600">
                <a:moveTo>
                  <a:pt x="299720" y="0"/>
                </a:moveTo>
                <a:lnTo>
                  <a:pt x="0" y="0"/>
                </a:lnTo>
                <a:lnTo>
                  <a:pt x="0" y="114185"/>
                </a:lnTo>
                <a:lnTo>
                  <a:pt x="299720" y="114185"/>
                </a:lnTo>
                <a:lnTo>
                  <a:pt x="334321" y="122634"/>
                </a:lnTo>
                <a:lnTo>
                  <a:pt x="365416" y="146478"/>
                </a:lnTo>
                <a:lnTo>
                  <a:pt x="391763" y="183462"/>
                </a:lnTo>
                <a:lnTo>
                  <a:pt x="412119" y="231334"/>
                </a:lnTo>
                <a:lnTo>
                  <a:pt x="425244" y="287839"/>
                </a:lnTo>
                <a:lnTo>
                  <a:pt x="429895" y="350723"/>
                </a:lnTo>
                <a:lnTo>
                  <a:pt x="429895" y="388924"/>
                </a:lnTo>
                <a:lnTo>
                  <a:pt x="555625" y="388924"/>
                </a:lnTo>
                <a:lnTo>
                  <a:pt x="555625" y="350723"/>
                </a:lnTo>
                <a:lnTo>
                  <a:pt x="552276" y="293833"/>
                </a:lnTo>
                <a:lnTo>
                  <a:pt x="542580" y="239867"/>
                </a:lnTo>
                <a:lnTo>
                  <a:pt x="527064" y="189545"/>
                </a:lnTo>
                <a:lnTo>
                  <a:pt x="506255" y="143590"/>
                </a:lnTo>
                <a:lnTo>
                  <a:pt x="480679" y="102723"/>
                </a:lnTo>
                <a:lnTo>
                  <a:pt x="450862" y="67668"/>
                </a:lnTo>
                <a:lnTo>
                  <a:pt x="417331" y="39146"/>
                </a:lnTo>
                <a:lnTo>
                  <a:pt x="380612" y="17879"/>
                </a:lnTo>
                <a:lnTo>
                  <a:pt x="341233" y="4590"/>
                </a:lnTo>
                <a:lnTo>
                  <a:pt x="29972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591800" y="5701284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92759" y="609599"/>
                </a:moveTo>
                <a:lnTo>
                  <a:pt x="685800" y="388924"/>
                </a:lnTo>
                <a:lnTo>
                  <a:pt x="555625" y="388924"/>
                </a:lnTo>
                <a:lnTo>
                  <a:pt x="555625" y="350723"/>
                </a:lnTo>
                <a:lnTo>
                  <a:pt x="552276" y="293833"/>
                </a:lnTo>
                <a:lnTo>
                  <a:pt x="542580" y="239867"/>
                </a:lnTo>
                <a:lnTo>
                  <a:pt x="527064" y="189545"/>
                </a:lnTo>
                <a:lnTo>
                  <a:pt x="506255" y="143590"/>
                </a:lnTo>
                <a:lnTo>
                  <a:pt x="480679" y="102723"/>
                </a:lnTo>
                <a:lnTo>
                  <a:pt x="450862" y="67668"/>
                </a:lnTo>
                <a:lnTo>
                  <a:pt x="417331" y="39146"/>
                </a:lnTo>
                <a:lnTo>
                  <a:pt x="380612" y="17879"/>
                </a:lnTo>
                <a:lnTo>
                  <a:pt x="341233" y="4590"/>
                </a:lnTo>
                <a:lnTo>
                  <a:pt x="299720" y="0"/>
                </a:lnTo>
                <a:lnTo>
                  <a:pt x="0" y="0"/>
                </a:lnTo>
                <a:lnTo>
                  <a:pt x="0" y="114185"/>
                </a:lnTo>
                <a:lnTo>
                  <a:pt x="299720" y="114185"/>
                </a:lnTo>
                <a:lnTo>
                  <a:pt x="334321" y="122634"/>
                </a:lnTo>
                <a:lnTo>
                  <a:pt x="365416" y="146478"/>
                </a:lnTo>
                <a:lnTo>
                  <a:pt x="391763" y="183462"/>
                </a:lnTo>
                <a:lnTo>
                  <a:pt x="412119" y="231334"/>
                </a:lnTo>
                <a:lnTo>
                  <a:pt x="425244" y="287839"/>
                </a:lnTo>
                <a:lnTo>
                  <a:pt x="429895" y="350723"/>
                </a:lnTo>
                <a:lnTo>
                  <a:pt x="429895" y="388924"/>
                </a:lnTo>
                <a:lnTo>
                  <a:pt x="299720" y="388924"/>
                </a:lnTo>
                <a:lnTo>
                  <a:pt x="492759" y="6095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081386" y="5537606"/>
            <a:ext cx="1625600" cy="9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58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5980379"/>
            <a:ext cx="7236206" cy="857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00"/>
              </a:lnSpc>
            </a:pPr>
            <a:r>
              <a:rPr sz="2400" i="1" spc="-5" dirty="0">
                <a:solidFill>
                  <a:srgbClr val="CC0000"/>
                </a:solidFill>
                <a:latin typeface="Calibri"/>
                <a:cs typeface="Calibri"/>
              </a:rPr>
              <a:t>Only </a:t>
            </a:r>
            <a:r>
              <a:rPr sz="2400" i="1" spc="-10" dirty="0">
                <a:solidFill>
                  <a:srgbClr val="CC0000"/>
                </a:solidFill>
                <a:latin typeface="Calibri"/>
                <a:cs typeface="Calibri"/>
              </a:rPr>
              <a:t>distributions </a:t>
            </a:r>
            <a:r>
              <a:rPr sz="2400" i="1" spc="-5" dirty="0">
                <a:solidFill>
                  <a:srgbClr val="CC0000"/>
                </a:solidFill>
                <a:latin typeface="Calibri"/>
                <a:cs typeface="Calibri"/>
              </a:rPr>
              <a:t>whose variables are </a:t>
            </a:r>
            <a:r>
              <a:rPr sz="2400" i="1" spc="-10" dirty="0">
                <a:solidFill>
                  <a:srgbClr val="CC0000"/>
                </a:solidFill>
                <a:latin typeface="Calibri"/>
                <a:cs typeface="Calibri"/>
              </a:rPr>
              <a:t>absolutely </a:t>
            </a:r>
            <a:r>
              <a:rPr sz="2400" i="1" spc="-5" dirty="0">
                <a:solidFill>
                  <a:srgbClr val="CC0000"/>
                </a:solidFill>
                <a:latin typeface="Calibri"/>
                <a:cs typeface="Calibri"/>
              </a:rPr>
              <a:t>independent </a:t>
            </a:r>
            <a:r>
              <a:rPr sz="2400" i="1" spc="-10" dirty="0">
                <a:solidFill>
                  <a:srgbClr val="CC0000"/>
                </a:solidFill>
                <a:latin typeface="Calibri"/>
                <a:cs typeface="Calibri"/>
              </a:rPr>
              <a:t>can </a:t>
            </a:r>
            <a:r>
              <a:rPr sz="2400" i="1" spc="-5" dirty="0">
                <a:solidFill>
                  <a:srgbClr val="CC0000"/>
                </a:solidFill>
                <a:latin typeface="Calibri"/>
                <a:cs typeface="Calibri"/>
              </a:rPr>
              <a:t>be  represented by </a:t>
            </a:r>
            <a:r>
              <a:rPr sz="2400" i="1" dirty="0">
                <a:solidFill>
                  <a:srgbClr val="CC0000"/>
                </a:solidFill>
                <a:latin typeface="Calibri"/>
                <a:cs typeface="Calibri"/>
              </a:rPr>
              <a:t>a </a:t>
            </a:r>
            <a:r>
              <a:rPr sz="2400" i="1" spc="-10" dirty="0">
                <a:solidFill>
                  <a:srgbClr val="CC0000"/>
                </a:solidFill>
                <a:latin typeface="Calibri"/>
                <a:cs typeface="Calibri"/>
              </a:rPr>
              <a:t>Bayes</a:t>
            </a:r>
            <a:r>
              <a:rPr sz="2400" i="1" spc="-10" dirty="0">
                <a:solidFill>
                  <a:srgbClr val="CC0000"/>
                </a:solidFill>
                <a:latin typeface="MS PGothic"/>
                <a:cs typeface="MS PGothic"/>
              </a:rPr>
              <a:t>’ </a:t>
            </a:r>
            <a:r>
              <a:rPr sz="2400" i="1" spc="-5" dirty="0">
                <a:solidFill>
                  <a:srgbClr val="CC0000"/>
                </a:solidFill>
                <a:latin typeface="Calibri"/>
                <a:cs typeface="Calibri"/>
              </a:rPr>
              <a:t>net with no</a:t>
            </a:r>
            <a:r>
              <a:rPr sz="2400" i="1" spc="-20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CC0000"/>
                </a:solidFill>
                <a:latin typeface="Calibri"/>
                <a:cs typeface="Calibri"/>
              </a:rPr>
              <a:t>arcs.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96105" y="174878"/>
            <a:ext cx="439864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Coin</a:t>
            </a:r>
            <a:r>
              <a:rPr spc="-45" dirty="0"/>
              <a:t> </a:t>
            </a:r>
            <a:r>
              <a:rPr spc="-5" dirty="0"/>
              <a:t>Flips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04912" y="3433762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3536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513332" y="3070860"/>
            <a:ext cx="911352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6562" y="3430587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3536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53162" y="3430587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37465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556247" y="3070860"/>
            <a:ext cx="925068" cy="297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85744" y="3070860"/>
            <a:ext cx="911351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05400" y="3726179"/>
            <a:ext cx="469391" cy="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0961" y="19057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15210" y="2049907"/>
            <a:ext cx="33083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X</a:t>
            </a:r>
            <a:r>
              <a:rPr sz="2775" spc="15" baseline="-21021" dirty="0">
                <a:latin typeface="Calibri"/>
                <a:cs typeface="Calibri"/>
              </a:rPr>
              <a:t>1</a:t>
            </a:r>
            <a:endParaRPr sz="2775" baseline="-21021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7361" y="19057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91865" y="2049907"/>
            <a:ext cx="33083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X</a:t>
            </a:r>
            <a:r>
              <a:rPr sz="2775" spc="15" baseline="-21021" dirty="0">
                <a:latin typeface="Calibri"/>
                <a:cs typeface="Calibri"/>
              </a:rPr>
              <a:t>2</a:t>
            </a:r>
            <a:endParaRPr sz="2775" baseline="-21021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06361" y="19057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21500" y="2049907"/>
            <a:ext cx="33210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X</a:t>
            </a:r>
            <a:r>
              <a:rPr sz="2775" i="1" spc="15" baseline="-21021" dirty="0">
                <a:latin typeface="Calibri"/>
                <a:cs typeface="Calibri"/>
              </a:rPr>
              <a:t>n</a:t>
            </a:r>
            <a:endParaRPr sz="2775" baseline="-21021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81600" y="2209800"/>
            <a:ext cx="469391" cy="853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64563" y="5108447"/>
            <a:ext cx="1972056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15400" y="1447800"/>
            <a:ext cx="2894076" cy="27645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78097" y="5078603"/>
            <a:ext cx="1688464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P(h)P(h)P(t)P(h)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60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0341" y="174878"/>
            <a:ext cx="367220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60" dirty="0"/>
              <a:t> </a:t>
            </a:r>
            <a:r>
              <a:rPr spc="-5" dirty="0"/>
              <a:t>Traffic</a:t>
            </a:r>
          </a:p>
        </p:txBody>
      </p:sp>
      <p:sp>
        <p:nvSpPr>
          <p:cNvPr id="3" name="object 3"/>
          <p:cNvSpPr/>
          <p:nvPr/>
        </p:nvSpPr>
        <p:spPr>
          <a:xfrm>
            <a:off x="1143761" y="22867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4399" y="2430907"/>
            <a:ext cx="2184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761" y="39631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4" y="759031"/>
                </a:lnTo>
                <a:lnTo>
                  <a:pt x="287181" y="750365"/>
                </a:lnTo>
                <a:lnTo>
                  <a:pt x="243288" y="736356"/>
                </a:lnTo>
                <a:lnTo>
                  <a:pt x="201881" y="717363"/>
                </a:lnTo>
                <a:lnTo>
                  <a:pt x="163318" y="693742"/>
                </a:lnTo>
                <a:lnTo>
                  <a:pt x="127955" y="665850"/>
                </a:lnTo>
                <a:lnTo>
                  <a:pt x="96149" y="634044"/>
                </a:lnTo>
                <a:lnTo>
                  <a:pt x="68257" y="598681"/>
                </a:lnTo>
                <a:lnTo>
                  <a:pt x="44636" y="560118"/>
                </a:lnTo>
                <a:lnTo>
                  <a:pt x="25643" y="518711"/>
                </a:lnTo>
                <a:lnTo>
                  <a:pt x="11634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3542" y="4107560"/>
            <a:ext cx="19875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52372" y="3062477"/>
            <a:ext cx="144780" cy="885825"/>
          </a:xfrm>
          <a:custGeom>
            <a:avLst/>
            <a:gdLst/>
            <a:ahLst/>
            <a:cxnLst/>
            <a:rect l="l" t="t" r="r" b="b"/>
            <a:pathLst>
              <a:path w="144780" h="885825">
                <a:moveTo>
                  <a:pt x="57912" y="741045"/>
                </a:moveTo>
                <a:lnTo>
                  <a:pt x="0" y="741045"/>
                </a:lnTo>
                <a:lnTo>
                  <a:pt x="72390" y="885825"/>
                </a:lnTo>
                <a:lnTo>
                  <a:pt x="137541" y="755523"/>
                </a:lnTo>
                <a:lnTo>
                  <a:pt x="57912" y="755523"/>
                </a:lnTo>
                <a:lnTo>
                  <a:pt x="57912" y="741045"/>
                </a:lnTo>
                <a:close/>
              </a:path>
              <a:path w="144780" h="885825">
                <a:moveTo>
                  <a:pt x="86868" y="0"/>
                </a:moveTo>
                <a:lnTo>
                  <a:pt x="57912" y="0"/>
                </a:lnTo>
                <a:lnTo>
                  <a:pt x="57912" y="755523"/>
                </a:lnTo>
                <a:lnTo>
                  <a:pt x="86868" y="755523"/>
                </a:lnTo>
                <a:lnTo>
                  <a:pt x="86868" y="0"/>
                </a:lnTo>
                <a:close/>
              </a:path>
              <a:path w="144780" h="885825">
                <a:moveTo>
                  <a:pt x="144780" y="741045"/>
                </a:moveTo>
                <a:lnTo>
                  <a:pt x="86868" y="741045"/>
                </a:lnTo>
                <a:lnTo>
                  <a:pt x="86868" y="755523"/>
                </a:lnTo>
                <a:lnTo>
                  <a:pt x="137541" y="755523"/>
                </a:lnTo>
                <a:lnTo>
                  <a:pt x="144780" y="741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747962" y="2341562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148583" y="1981200"/>
            <a:ext cx="731519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78938" y="3828542"/>
            <a:ext cx="22034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+r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128962" y="3783012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895600" y="3418332"/>
            <a:ext cx="1060703" cy="31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74366" y="4692395"/>
            <a:ext cx="17526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-r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128962" y="4646612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213603" y="2362200"/>
            <a:ext cx="1808988" cy="298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81800" y="4419600"/>
            <a:ext cx="5248656" cy="2199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41819" y="4572000"/>
            <a:ext cx="2125979" cy="2057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66229" y="2349753"/>
            <a:ext cx="210947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P(+r)P(-t|+r)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¼*1/4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20200" y="1143000"/>
            <a:ext cx="2667000" cy="1773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9548" y="174878"/>
            <a:ext cx="569785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Alarm</a:t>
            </a:r>
            <a:r>
              <a:rPr spc="-15" dirty="0"/>
              <a:t> </a:t>
            </a:r>
            <a:r>
              <a:rPr dirty="0"/>
              <a:t>Network</a:t>
            </a:r>
          </a:p>
        </p:txBody>
      </p:sp>
      <p:sp>
        <p:nvSpPr>
          <p:cNvPr id="4" name="object 4"/>
          <p:cNvSpPr/>
          <p:nvPr/>
        </p:nvSpPr>
        <p:spPr>
          <a:xfrm>
            <a:off x="2972561" y="1555241"/>
            <a:ext cx="1524000" cy="762000"/>
          </a:xfrm>
          <a:custGeom>
            <a:avLst/>
            <a:gdLst/>
            <a:ahLst/>
            <a:cxnLst/>
            <a:rect l="l" t="t" r="r" b="b"/>
            <a:pathLst>
              <a:path w="1524000" h="762000">
                <a:moveTo>
                  <a:pt x="0" y="381000"/>
                </a:moveTo>
                <a:lnTo>
                  <a:pt x="9972" y="319195"/>
                </a:lnTo>
                <a:lnTo>
                  <a:pt x="38843" y="260567"/>
                </a:lnTo>
                <a:lnTo>
                  <a:pt x="85046" y="205900"/>
                </a:lnTo>
                <a:lnTo>
                  <a:pt x="114156" y="180297"/>
                </a:lnTo>
                <a:lnTo>
                  <a:pt x="147011" y="155978"/>
                </a:lnTo>
                <a:lnTo>
                  <a:pt x="183414" y="133041"/>
                </a:lnTo>
                <a:lnTo>
                  <a:pt x="223170" y="111585"/>
                </a:lnTo>
                <a:lnTo>
                  <a:pt x="266083" y="91707"/>
                </a:lnTo>
                <a:lnTo>
                  <a:pt x="311956" y="73505"/>
                </a:lnTo>
                <a:lnTo>
                  <a:pt x="360594" y="57078"/>
                </a:lnTo>
                <a:lnTo>
                  <a:pt x="411800" y="42523"/>
                </a:lnTo>
                <a:lnTo>
                  <a:pt x="465379" y="29938"/>
                </a:lnTo>
                <a:lnTo>
                  <a:pt x="521134" y="19421"/>
                </a:lnTo>
                <a:lnTo>
                  <a:pt x="578870" y="11071"/>
                </a:lnTo>
                <a:lnTo>
                  <a:pt x="638390" y="4986"/>
                </a:lnTo>
                <a:lnTo>
                  <a:pt x="699499" y="1262"/>
                </a:lnTo>
                <a:lnTo>
                  <a:pt x="762000" y="0"/>
                </a:lnTo>
                <a:lnTo>
                  <a:pt x="824500" y="1262"/>
                </a:lnTo>
                <a:lnTo>
                  <a:pt x="885609" y="4986"/>
                </a:lnTo>
                <a:lnTo>
                  <a:pt x="945129" y="11071"/>
                </a:lnTo>
                <a:lnTo>
                  <a:pt x="1002865" y="19421"/>
                </a:lnTo>
                <a:lnTo>
                  <a:pt x="1058620" y="29938"/>
                </a:lnTo>
                <a:lnTo>
                  <a:pt x="1112199" y="42523"/>
                </a:lnTo>
                <a:lnTo>
                  <a:pt x="1163405" y="57078"/>
                </a:lnTo>
                <a:lnTo>
                  <a:pt x="1212043" y="73505"/>
                </a:lnTo>
                <a:lnTo>
                  <a:pt x="1257916" y="91707"/>
                </a:lnTo>
                <a:lnTo>
                  <a:pt x="1300829" y="111585"/>
                </a:lnTo>
                <a:lnTo>
                  <a:pt x="1340585" y="133041"/>
                </a:lnTo>
                <a:lnTo>
                  <a:pt x="1376988" y="155978"/>
                </a:lnTo>
                <a:lnTo>
                  <a:pt x="1409843" y="180297"/>
                </a:lnTo>
                <a:lnTo>
                  <a:pt x="1438953" y="205900"/>
                </a:lnTo>
                <a:lnTo>
                  <a:pt x="1485156" y="260567"/>
                </a:lnTo>
                <a:lnTo>
                  <a:pt x="1514027" y="319195"/>
                </a:lnTo>
                <a:lnTo>
                  <a:pt x="1524000" y="381000"/>
                </a:lnTo>
                <a:lnTo>
                  <a:pt x="1521474" y="412250"/>
                </a:lnTo>
                <a:lnTo>
                  <a:pt x="1501856" y="472564"/>
                </a:lnTo>
                <a:lnTo>
                  <a:pt x="1464123" y="529310"/>
                </a:lnTo>
                <a:lnTo>
                  <a:pt x="1409843" y="581702"/>
                </a:lnTo>
                <a:lnTo>
                  <a:pt x="1376988" y="606021"/>
                </a:lnTo>
                <a:lnTo>
                  <a:pt x="1340585" y="628958"/>
                </a:lnTo>
                <a:lnTo>
                  <a:pt x="1300829" y="650414"/>
                </a:lnTo>
                <a:lnTo>
                  <a:pt x="1257916" y="670292"/>
                </a:lnTo>
                <a:lnTo>
                  <a:pt x="1212043" y="688494"/>
                </a:lnTo>
                <a:lnTo>
                  <a:pt x="1163405" y="704921"/>
                </a:lnTo>
                <a:lnTo>
                  <a:pt x="1112199" y="719476"/>
                </a:lnTo>
                <a:lnTo>
                  <a:pt x="1058620" y="732061"/>
                </a:lnTo>
                <a:lnTo>
                  <a:pt x="1002865" y="742578"/>
                </a:lnTo>
                <a:lnTo>
                  <a:pt x="945129" y="750928"/>
                </a:lnTo>
                <a:lnTo>
                  <a:pt x="885609" y="757013"/>
                </a:lnTo>
                <a:lnTo>
                  <a:pt x="824500" y="760737"/>
                </a:lnTo>
                <a:lnTo>
                  <a:pt x="762000" y="762000"/>
                </a:lnTo>
                <a:lnTo>
                  <a:pt x="699499" y="760737"/>
                </a:lnTo>
                <a:lnTo>
                  <a:pt x="638390" y="757013"/>
                </a:lnTo>
                <a:lnTo>
                  <a:pt x="578870" y="750928"/>
                </a:lnTo>
                <a:lnTo>
                  <a:pt x="521134" y="742578"/>
                </a:lnTo>
                <a:lnTo>
                  <a:pt x="465379" y="732061"/>
                </a:lnTo>
                <a:lnTo>
                  <a:pt x="411800" y="719476"/>
                </a:lnTo>
                <a:lnTo>
                  <a:pt x="360594" y="704921"/>
                </a:lnTo>
                <a:lnTo>
                  <a:pt x="311956" y="688494"/>
                </a:lnTo>
                <a:lnTo>
                  <a:pt x="266083" y="670292"/>
                </a:lnTo>
                <a:lnTo>
                  <a:pt x="223170" y="650414"/>
                </a:lnTo>
                <a:lnTo>
                  <a:pt x="183414" y="628958"/>
                </a:lnTo>
                <a:lnTo>
                  <a:pt x="147011" y="606021"/>
                </a:lnTo>
                <a:lnTo>
                  <a:pt x="114156" y="581702"/>
                </a:lnTo>
                <a:lnTo>
                  <a:pt x="85046" y="556099"/>
                </a:lnTo>
                <a:lnTo>
                  <a:pt x="38843" y="501432"/>
                </a:lnTo>
                <a:lnTo>
                  <a:pt x="9972" y="442804"/>
                </a:lnTo>
                <a:lnTo>
                  <a:pt x="0" y="381000"/>
                </a:lnTo>
                <a:close/>
              </a:path>
            </a:pathLst>
          </a:custGeom>
          <a:ln w="25908">
            <a:solidFill>
              <a:srgbClr val="2C2C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30955" y="1783079"/>
            <a:ext cx="80391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u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gla</a:t>
            </a:r>
            <a:r>
              <a:rPr sz="1800" spc="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1361" y="1555241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419100"/>
                </a:moveTo>
                <a:lnTo>
                  <a:pt x="9474" y="351105"/>
                </a:lnTo>
                <a:lnTo>
                  <a:pt x="36905" y="286609"/>
                </a:lnTo>
                <a:lnTo>
                  <a:pt x="80800" y="226473"/>
                </a:lnTo>
                <a:lnTo>
                  <a:pt x="108457" y="198310"/>
                </a:lnTo>
                <a:lnTo>
                  <a:pt x="139671" y="171559"/>
                </a:lnTo>
                <a:lnTo>
                  <a:pt x="174256" y="146330"/>
                </a:lnTo>
                <a:lnTo>
                  <a:pt x="212026" y="122729"/>
                </a:lnTo>
                <a:lnTo>
                  <a:pt x="252794" y="100865"/>
                </a:lnTo>
                <a:lnTo>
                  <a:pt x="296375" y="80845"/>
                </a:lnTo>
                <a:lnTo>
                  <a:pt x="342581" y="62776"/>
                </a:lnTo>
                <a:lnTo>
                  <a:pt x="391227" y="46768"/>
                </a:lnTo>
                <a:lnTo>
                  <a:pt x="442126" y="32926"/>
                </a:lnTo>
                <a:lnTo>
                  <a:pt x="495092" y="21360"/>
                </a:lnTo>
                <a:lnTo>
                  <a:pt x="549939" y="12176"/>
                </a:lnTo>
                <a:lnTo>
                  <a:pt x="606480" y="5483"/>
                </a:lnTo>
                <a:lnTo>
                  <a:pt x="664529" y="1388"/>
                </a:lnTo>
                <a:lnTo>
                  <a:pt x="723900" y="0"/>
                </a:lnTo>
                <a:lnTo>
                  <a:pt x="783270" y="1388"/>
                </a:lnTo>
                <a:lnTo>
                  <a:pt x="841319" y="5483"/>
                </a:lnTo>
                <a:lnTo>
                  <a:pt x="897860" y="12176"/>
                </a:lnTo>
                <a:lnTo>
                  <a:pt x="952707" y="21360"/>
                </a:lnTo>
                <a:lnTo>
                  <a:pt x="1005673" y="32926"/>
                </a:lnTo>
                <a:lnTo>
                  <a:pt x="1056572" y="46768"/>
                </a:lnTo>
                <a:lnTo>
                  <a:pt x="1105218" y="62776"/>
                </a:lnTo>
                <a:lnTo>
                  <a:pt x="1151424" y="80845"/>
                </a:lnTo>
                <a:lnTo>
                  <a:pt x="1195005" y="100865"/>
                </a:lnTo>
                <a:lnTo>
                  <a:pt x="1235773" y="122729"/>
                </a:lnTo>
                <a:lnTo>
                  <a:pt x="1273543" y="146330"/>
                </a:lnTo>
                <a:lnTo>
                  <a:pt x="1308128" y="171559"/>
                </a:lnTo>
                <a:lnTo>
                  <a:pt x="1339342" y="198310"/>
                </a:lnTo>
                <a:lnTo>
                  <a:pt x="1366999" y="226473"/>
                </a:lnTo>
                <a:lnTo>
                  <a:pt x="1410894" y="286609"/>
                </a:lnTo>
                <a:lnTo>
                  <a:pt x="1438325" y="351105"/>
                </a:lnTo>
                <a:lnTo>
                  <a:pt x="1447800" y="419100"/>
                </a:lnTo>
                <a:lnTo>
                  <a:pt x="1445400" y="453480"/>
                </a:lnTo>
                <a:lnTo>
                  <a:pt x="1426761" y="519833"/>
                </a:lnTo>
                <a:lnTo>
                  <a:pt x="1390911" y="582257"/>
                </a:lnTo>
                <a:lnTo>
                  <a:pt x="1339342" y="639889"/>
                </a:lnTo>
                <a:lnTo>
                  <a:pt x="1308128" y="666640"/>
                </a:lnTo>
                <a:lnTo>
                  <a:pt x="1273543" y="691869"/>
                </a:lnTo>
                <a:lnTo>
                  <a:pt x="1235773" y="715470"/>
                </a:lnTo>
                <a:lnTo>
                  <a:pt x="1195005" y="737334"/>
                </a:lnTo>
                <a:lnTo>
                  <a:pt x="1151424" y="757354"/>
                </a:lnTo>
                <a:lnTo>
                  <a:pt x="1105218" y="775423"/>
                </a:lnTo>
                <a:lnTo>
                  <a:pt x="1056572" y="791431"/>
                </a:lnTo>
                <a:lnTo>
                  <a:pt x="1005673" y="805273"/>
                </a:lnTo>
                <a:lnTo>
                  <a:pt x="952707" y="816839"/>
                </a:lnTo>
                <a:lnTo>
                  <a:pt x="897860" y="826023"/>
                </a:lnTo>
                <a:lnTo>
                  <a:pt x="841319" y="832716"/>
                </a:lnTo>
                <a:lnTo>
                  <a:pt x="783270" y="836811"/>
                </a:lnTo>
                <a:lnTo>
                  <a:pt x="723900" y="838200"/>
                </a:lnTo>
                <a:lnTo>
                  <a:pt x="664529" y="836811"/>
                </a:lnTo>
                <a:lnTo>
                  <a:pt x="606480" y="832716"/>
                </a:lnTo>
                <a:lnTo>
                  <a:pt x="549939" y="826023"/>
                </a:lnTo>
                <a:lnTo>
                  <a:pt x="495092" y="816839"/>
                </a:lnTo>
                <a:lnTo>
                  <a:pt x="442126" y="805273"/>
                </a:lnTo>
                <a:lnTo>
                  <a:pt x="391227" y="791431"/>
                </a:lnTo>
                <a:lnTo>
                  <a:pt x="342581" y="775423"/>
                </a:lnTo>
                <a:lnTo>
                  <a:pt x="296375" y="757354"/>
                </a:lnTo>
                <a:lnTo>
                  <a:pt x="252794" y="737334"/>
                </a:lnTo>
                <a:lnTo>
                  <a:pt x="212026" y="715470"/>
                </a:lnTo>
                <a:lnTo>
                  <a:pt x="174256" y="691869"/>
                </a:lnTo>
                <a:lnTo>
                  <a:pt x="139671" y="666640"/>
                </a:lnTo>
                <a:lnTo>
                  <a:pt x="108457" y="639889"/>
                </a:lnTo>
                <a:lnTo>
                  <a:pt x="80800" y="611726"/>
                </a:lnTo>
                <a:lnTo>
                  <a:pt x="36905" y="551590"/>
                </a:lnTo>
                <a:lnTo>
                  <a:pt x="9474" y="487094"/>
                </a:lnTo>
                <a:lnTo>
                  <a:pt x="0" y="419100"/>
                </a:lnTo>
                <a:close/>
              </a:path>
            </a:pathLst>
          </a:custGeom>
          <a:ln w="25908">
            <a:solidFill>
              <a:srgbClr val="2C2C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52135" y="1821179"/>
            <a:ext cx="74676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ar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dirty="0">
                <a:latin typeface="Calibri"/>
                <a:cs typeface="Calibri"/>
              </a:rPr>
              <a:t>qk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3161" y="2545842"/>
            <a:ext cx="1143000" cy="990600"/>
          </a:xfrm>
          <a:custGeom>
            <a:avLst/>
            <a:gdLst/>
            <a:ahLst/>
            <a:cxnLst/>
            <a:rect l="l" t="t" r="r" b="b"/>
            <a:pathLst>
              <a:path w="1143000" h="990600">
                <a:moveTo>
                  <a:pt x="0" y="495300"/>
                </a:moveTo>
                <a:lnTo>
                  <a:pt x="2335" y="450215"/>
                </a:lnTo>
                <a:lnTo>
                  <a:pt x="9208" y="406266"/>
                </a:lnTo>
                <a:lnTo>
                  <a:pt x="20417" y="363625"/>
                </a:lnTo>
                <a:lnTo>
                  <a:pt x="35758" y="322469"/>
                </a:lnTo>
                <a:lnTo>
                  <a:pt x="55031" y="282971"/>
                </a:lnTo>
                <a:lnTo>
                  <a:pt x="78034" y="245307"/>
                </a:lnTo>
                <a:lnTo>
                  <a:pt x="104564" y="209652"/>
                </a:lnTo>
                <a:lnTo>
                  <a:pt x="134421" y="176179"/>
                </a:lnTo>
                <a:lnTo>
                  <a:pt x="167401" y="145065"/>
                </a:lnTo>
                <a:lnTo>
                  <a:pt x="203304" y="116484"/>
                </a:lnTo>
                <a:lnTo>
                  <a:pt x="241927" y="90611"/>
                </a:lnTo>
                <a:lnTo>
                  <a:pt x="283068" y="67620"/>
                </a:lnTo>
                <a:lnTo>
                  <a:pt x="326526" y="47687"/>
                </a:lnTo>
                <a:lnTo>
                  <a:pt x="372099" y="30985"/>
                </a:lnTo>
                <a:lnTo>
                  <a:pt x="419585" y="17691"/>
                </a:lnTo>
                <a:lnTo>
                  <a:pt x="468781" y="7979"/>
                </a:lnTo>
                <a:lnTo>
                  <a:pt x="519487" y="2024"/>
                </a:lnTo>
                <a:lnTo>
                  <a:pt x="571500" y="0"/>
                </a:lnTo>
                <a:lnTo>
                  <a:pt x="623512" y="2024"/>
                </a:lnTo>
                <a:lnTo>
                  <a:pt x="674218" y="7979"/>
                </a:lnTo>
                <a:lnTo>
                  <a:pt x="723414" y="17691"/>
                </a:lnTo>
                <a:lnTo>
                  <a:pt x="770900" y="30985"/>
                </a:lnTo>
                <a:lnTo>
                  <a:pt x="816473" y="47687"/>
                </a:lnTo>
                <a:lnTo>
                  <a:pt x="859931" y="67620"/>
                </a:lnTo>
                <a:lnTo>
                  <a:pt x="901072" y="90611"/>
                </a:lnTo>
                <a:lnTo>
                  <a:pt x="939695" y="116484"/>
                </a:lnTo>
                <a:lnTo>
                  <a:pt x="975598" y="145065"/>
                </a:lnTo>
                <a:lnTo>
                  <a:pt x="1008578" y="176179"/>
                </a:lnTo>
                <a:lnTo>
                  <a:pt x="1038435" y="209652"/>
                </a:lnTo>
                <a:lnTo>
                  <a:pt x="1064965" y="245307"/>
                </a:lnTo>
                <a:lnTo>
                  <a:pt x="1087968" y="282971"/>
                </a:lnTo>
                <a:lnTo>
                  <a:pt x="1107241" y="322469"/>
                </a:lnTo>
                <a:lnTo>
                  <a:pt x="1122582" y="363625"/>
                </a:lnTo>
                <a:lnTo>
                  <a:pt x="1133791" y="406266"/>
                </a:lnTo>
                <a:lnTo>
                  <a:pt x="1140664" y="450215"/>
                </a:lnTo>
                <a:lnTo>
                  <a:pt x="1143000" y="495300"/>
                </a:lnTo>
                <a:lnTo>
                  <a:pt x="1140664" y="540384"/>
                </a:lnTo>
                <a:lnTo>
                  <a:pt x="1133791" y="584333"/>
                </a:lnTo>
                <a:lnTo>
                  <a:pt x="1122582" y="626974"/>
                </a:lnTo>
                <a:lnTo>
                  <a:pt x="1107241" y="668130"/>
                </a:lnTo>
                <a:lnTo>
                  <a:pt x="1087968" y="707628"/>
                </a:lnTo>
                <a:lnTo>
                  <a:pt x="1064965" y="745292"/>
                </a:lnTo>
                <a:lnTo>
                  <a:pt x="1038435" y="780947"/>
                </a:lnTo>
                <a:lnTo>
                  <a:pt x="1008578" y="814420"/>
                </a:lnTo>
                <a:lnTo>
                  <a:pt x="975598" y="845534"/>
                </a:lnTo>
                <a:lnTo>
                  <a:pt x="939695" y="874115"/>
                </a:lnTo>
                <a:lnTo>
                  <a:pt x="901072" y="899988"/>
                </a:lnTo>
                <a:lnTo>
                  <a:pt x="859931" y="922979"/>
                </a:lnTo>
                <a:lnTo>
                  <a:pt x="816473" y="942912"/>
                </a:lnTo>
                <a:lnTo>
                  <a:pt x="770900" y="959614"/>
                </a:lnTo>
                <a:lnTo>
                  <a:pt x="723414" y="972908"/>
                </a:lnTo>
                <a:lnTo>
                  <a:pt x="674218" y="982620"/>
                </a:lnTo>
                <a:lnTo>
                  <a:pt x="623512" y="988575"/>
                </a:lnTo>
                <a:lnTo>
                  <a:pt x="571500" y="990600"/>
                </a:lnTo>
                <a:lnTo>
                  <a:pt x="519487" y="988575"/>
                </a:lnTo>
                <a:lnTo>
                  <a:pt x="468781" y="982620"/>
                </a:lnTo>
                <a:lnTo>
                  <a:pt x="419585" y="972908"/>
                </a:lnTo>
                <a:lnTo>
                  <a:pt x="372099" y="959614"/>
                </a:lnTo>
                <a:lnTo>
                  <a:pt x="326526" y="942912"/>
                </a:lnTo>
                <a:lnTo>
                  <a:pt x="283068" y="922979"/>
                </a:lnTo>
                <a:lnTo>
                  <a:pt x="241927" y="899988"/>
                </a:lnTo>
                <a:lnTo>
                  <a:pt x="203304" y="874115"/>
                </a:lnTo>
                <a:lnTo>
                  <a:pt x="167401" y="845534"/>
                </a:lnTo>
                <a:lnTo>
                  <a:pt x="134421" y="814420"/>
                </a:lnTo>
                <a:lnTo>
                  <a:pt x="104564" y="780947"/>
                </a:lnTo>
                <a:lnTo>
                  <a:pt x="78034" y="745292"/>
                </a:lnTo>
                <a:lnTo>
                  <a:pt x="55031" y="707628"/>
                </a:lnTo>
                <a:lnTo>
                  <a:pt x="35758" y="668130"/>
                </a:lnTo>
                <a:lnTo>
                  <a:pt x="20417" y="626974"/>
                </a:lnTo>
                <a:lnTo>
                  <a:pt x="9208" y="584333"/>
                </a:lnTo>
                <a:lnTo>
                  <a:pt x="2335" y="540384"/>
                </a:lnTo>
                <a:lnTo>
                  <a:pt x="0" y="495300"/>
                </a:lnTo>
                <a:close/>
              </a:path>
            </a:pathLst>
          </a:custGeom>
          <a:ln w="25908">
            <a:solidFill>
              <a:srgbClr val="2C2C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40148" y="2888234"/>
            <a:ext cx="58864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arm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20161" y="3612641"/>
            <a:ext cx="1066800" cy="897890"/>
          </a:xfrm>
          <a:custGeom>
            <a:avLst/>
            <a:gdLst/>
            <a:ahLst/>
            <a:cxnLst/>
            <a:rect l="l" t="t" r="r" b="b"/>
            <a:pathLst>
              <a:path w="1066800" h="897889">
                <a:moveTo>
                  <a:pt x="0" y="448817"/>
                </a:moveTo>
                <a:lnTo>
                  <a:pt x="2441" y="405589"/>
                </a:lnTo>
                <a:lnTo>
                  <a:pt x="9616" y="363524"/>
                </a:lnTo>
                <a:lnTo>
                  <a:pt x="21301" y="322810"/>
                </a:lnTo>
                <a:lnTo>
                  <a:pt x="37273" y="283636"/>
                </a:lnTo>
                <a:lnTo>
                  <a:pt x="57308" y="246190"/>
                </a:lnTo>
                <a:lnTo>
                  <a:pt x="81184" y="210658"/>
                </a:lnTo>
                <a:lnTo>
                  <a:pt x="108677" y="177231"/>
                </a:lnTo>
                <a:lnTo>
                  <a:pt x="139564" y="146095"/>
                </a:lnTo>
                <a:lnTo>
                  <a:pt x="173620" y="117438"/>
                </a:lnTo>
                <a:lnTo>
                  <a:pt x="210624" y="91448"/>
                </a:lnTo>
                <a:lnTo>
                  <a:pt x="250351" y="68314"/>
                </a:lnTo>
                <a:lnTo>
                  <a:pt x="292578" y="48224"/>
                </a:lnTo>
                <a:lnTo>
                  <a:pt x="337082" y="31364"/>
                </a:lnTo>
                <a:lnTo>
                  <a:pt x="383639" y="17924"/>
                </a:lnTo>
                <a:lnTo>
                  <a:pt x="432027" y="8091"/>
                </a:lnTo>
                <a:lnTo>
                  <a:pt x="482021" y="2054"/>
                </a:lnTo>
                <a:lnTo>
                  <a:pt x="533400" y="0"/>
                </a:lnTo>
                <a:lnTo>
                  <a:pt x="584778" y="2054"/>
                </a:lnTo>
                <a:lnTo>
                  <a:pt x="634772" y="8091"/>
                </a:lnTo>
                <a:lnTo>
                  <a:pt x="683160" y="17924"/>
                </a:lnTo>
                <a:lnTo>
                  <a:pt x="729717" y="31364"/>
                </a:lnTo>
                <a:lnTo>
                  <a:pt x="774221" y="48224"/>
                </a:lnTo>
                <a:lnTo>
                  <a:pt x="816448" y="68314"/>
                </a:lnTo>
                <a:lnTo>
                  <a:pt x="856175" y="91448"/>
                </a:lnTo>
                <a:lnTo>
                  <a:pt x="893179" y="117438"/>
                </a:lnTo>
                <a:lnTo>
                  <a:pt x="927235" y="146095"/>
                </a:lnTo>
                <a:lnTo>
                  <a:pt x="958122" y="177231"/>
                </a:lnTo>
                <a:lnTo>
                  <a:pt x="985615" y="210658"/>
                </a:lnTo>
                <a:lnTo>
                  <a:pt x="1009491" y="246190"/>
                </a:lnTo>
                <a:lnTo>
                  <a:pt x="1029526" y="283636"/>
                </a:lnTo>
                <a:lnTo>
                  <a:pt x="1045498" y="322810"/>
                </a:lnTo>
                <a:lnTo>
                  <a:pt x="1057183" y="363524"/>
                </a:lnTo>
                <a:lnTo>
                  <a:pt x="1064358" y="405589"/>
                </a:lnTo>
                <a:lnTo>
                  <a:pt x="1066800" y="448817"/>
                </a:lnTo>
                <a:lnTo>
                  <a:pt x="1064358" y="492046"/>
                </a:lnTo>
                <a:lnTo>
                  <a:pt x="1057183" y="534111"/>
                </a:lnTo>
                <a:lnTo>
                  <a:pt x="1045498" y="574825"/>
                </a:lnTo>
                <a:lnTo>
                  <a:pt x="1029526" y="613999"/>
                </a:lnTo>
                <a:lnTo>
                  <a:pt x="1009491" y="651445"/>
                </a:lnTo>
                <a:lnTo>
                  <a:pt x="985615" y="686977"/>
                </a:lnTo>
                <a:lnTo>
                  <a:pt x="958122" y="720404"/>
                </a:lnTo>
                <a:lnTo>
                  <a:pt x="927235" y="751540"/>
                </a:lnTo>
                <a:lnTo>
                  <a:pt x="893179" y="780197"/>
                </a:lnTo>
                <a:lnTo>
                  <a:pt x="856175" y="806187"/>
                </a:lnTo>
                <a:lnTo>
                  <a:pt x="816448" y="829321"/>
                </a:lnTo>
                <a:lnTo>
                  <a:pt x="774221" y="849411"/>
                </a:lnTo>
                <a:lnTo>
                  <a:pt x="729717" y="866271"/>
                </a:lnTo>
                <a:lnTo>
                  <a:pt x="683160" y="879711"/>
                </a:lnTo>
                <a:lnTo>
                  <a:pt x="634772" y="889544"/>
                </a:lnTo>
                <a:lnTo>
                  <a:pt x="584778" y="895581"/>
                </a:lnTo>
                <a:lnTo>
                  <a:pt x="533400" y="897635"/>
                </a:lnTo>
                <a:lnTo>
                  <a:pt x="482021" y="895581"/>
                </a:lnTo>
                <a:lnTo>
                  <a:pt x="432027" y="889544"/>
                </a:lnTo>
                <a:lnTo>
                  <a:pt x="383639" y="879711"/>
                </a:lnTo>
                <a:lnTo>
                  <a:pt x="337082" y="866271"/>
                </a:lnTo>
                <a:lnTo>
                  <a:pt x="292578" y="849411"/>
                </a:lnTo>
                <a:lnTo>
                  <a:pt x="250351" y="829321"/>
                </a:lnTo>
                <a:lnTo>
                  <a:pt x="210624" y="806187"/>
                </a:lnTo>
                <a:lnTo>
                  <a:pt x="173620" y="780197"/>
                </a:lnTo>
                <a:lnTo>
                  <a:pt x="139564" y="751540"/>
                </a:lnTo>
                <a:lnTo>
                  <a:pt x="108677" y="720404"/>
                </a:lnTo>
                <a:lnTo>
                  <a:pt x="81184" y="686977"/>
                </a:lnTo>
                <a:lnTo>
                  <a:pt x="57308" y="651445"/>
                </a:lnTo>
                <a:lnTo>
                  <a:pt x="37273" y="613999"/>
                </a:lnTo>
                <a:lnTo>
                  <a:pt x="21301" y="574825"/>
                </a:lnTo>
                <a:lnTo>
                  <a:pt x="9616" y="534111"/>
                </a:lnTo>
                <a:lnTo>
                  <a:pt x="2441" y="492046"/>
                </a:lnTo>
                <a:lnTo>
                  <a:pt x="0" y="448817"/>
                </a:lnTo>
                <a:close/>
              </a:path>
            </a:pathLst>
          </a:custGeom>
          <a:ln w="25907">
            <a:solidFill>
              <a:srgbClr val="2C2C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21279" y="3772154"/>
            <a:ext cx="462280" cy="572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384" marR="5080" indent="-2032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J</a:t>
            </a:r>
            <a:r>
              <a:rPr sz="1800" spc="-5" dirty="0">
                <a:latin typeface="Calibri"/>
                <a:cs typeface="Calibri"/>
              </a:rPr>
              <a:t>ohn  </a:t>
            </a:r>
            <a:r>
              <a:rPr sz="1800" spc="-10" dirty="0">
                <a:latin typeface="Calibri"/>
                <a:cs typeface="Calibri"/>
              </a:rPr>
              <a:t>calls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06161" y="3612641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457199"/>
                </a:moveTo>
                <a:lnTo>
                  <a:pt x="2441" y="413173"/>
                </a:lnTo>
                <a:lnTo>
                  <a:pt x="9616" y="370329"/>
                </a:lnTo>
                <a:lnTo>
                  <a:pt x="21301" y="328860"/>
                </a:lnTo>
                <a:lnTo>
                  <a:pt x="37273" y="288957"/>
                </a:lnTo>
                <a:lnTo>
                  <a:pt x="57308" y="250813"/>
                </a:lnTo>
                <a:lnTo>
                  <a:pt x="81184" y="214618"/>
                </a:lnTo>
                <a:lnTo>
                  <a:pt x="108677" y="180565"/>
                </a:lnTo>
                <a:lnTo>
                  <a:pt x="139564" y="148846"/>
                </a:lnTo>
                <a:lnTo>
                  <a:pt x="173620" y="119651"/>
                </a:lnTo>
                <a:lnTo>
                  <a:pt x="210624" y="93174"/>
                </a:lnTo>
                <a:lnTo>
                  <a:pt x="250351" y="69604"/>
                </a:lnTo>
                <a:lnTo>
                  <a:pt x="292578" y="49135"/>
                </a:lnTo>
                <a:lnTo>
                  <a:pt x="337082" y="31957"/>
                </a:lnTo>
                <a:lnTo>
                  <a:pt x="383639" y="18263"/>
                </a:lnTo>
                <a:lnTo>
                  <a:pt x="432027" y="8245"/>
                </a:lnTo>
                <a:lnTo>
                  <a:pt x="482021" y="2093"/>
                </a:lnTo>
                <a:lnTo>
                  <a:pt x="533400" y="0"/>
                </a:lnTo>
                <a:lnTo>
                  <a:pt x="584778" y="2093"/>
                </a:lnTo>
                <a:lnTo>
                  <a:pt x="634772" y="8245"/>
                </a:lnTo>
                <a:lnTo>
                  <a:pt x="683160" y="18263"/>
                </a:lnTo>
                <a:lnTo>
                  <a:pt x="729717" y="31957"/>
                </a:lnTo>
                <a:lnTo>
                  <a:pt x="774221" y="49135"/>
                </a:lnTo>
                <a:lnTo>
                  <a:pt x="816448" y="69604"/>
                </a:lnTo>
                <a:lnTo>
                  <a:pt x="856175" y="93174"/>
                </a:lnTo>
                <a:lnTo>
                  <a:pt x="893179" y="119651"/>
                </a:lnTo>
                <a:lnTo>
                  <a:pt x="927235" y="148846"/>
                </a:lnTo>
                <a:lnTo>
                  <a:pt x="958122" y="180565"/>
                </a:lnTo>
                <a:lnTo>
                  <a:pt x="985615" y="214618"/>
                </a:lnTo>
                <a:lnTo>
                  <a:pt x="1009491" y="250813"/>
                </a:lnTo>
                <a:lnTo>
                  <a:pt x="1029526" y="288957"/>
                </a:lnTo>
                <a:lnTo>
                  <a:pt x="1045498" y="328860"/>
                </a:lnTo>
                <a:lnTo>
                  <a:pt x="1057183" y="370329"/>
                </a:lnTo>
                <a:lnTo>
                  <a:pt x="1064358" y="413173"/>
                </a:lnTo>
                <a:lnTo>
                  <a:pt x="1066800" y="457199"/>
                </a:lnTo>
                <a:lnTo>
                  <a:pt x="1064358" y="501226"/>
                </a:lnTo>
                <a:lnTo>
                  <a:pt x="1057183" y="544070"/>
                </a:lnTo>
                <a:lnTo>
                  <a:pt x="1045498" y="585539"/>
                </a:lnTo>
                <a:lnTo>
                  <a:pt x="1029526" y="625442"/>
                </a:lnTo>
                <a:lnTo>
                  <a:pt x="1009491" y="663586"/>
                </a:lnTo>
                <a:lnTo>
                  <a:pt x="985615" y="699781"/>
                </a:lnTo>
                <a:lnTo>
                  <a:pt x="958122" y="733834"/>
                </a:lnTo>
                <a:lnTo>
                  <a:pt x="927235" y="765553"/>
                </a:lnTo>
                <a:lnTo>
                  <a:pt x="893179" y="794748"/>
                </a:lnTo>
                <a:lnTo>
                  <a:pt x="856175" y="821225"/>
                </a:lnTo>
                <a:lnTo>
                  <a:pt x="816448" y="844795"/>
                </a:lnTo>
                <a:lnTo>
                  <a:pt x="774221" y="865264"/>
                </a:lnTo>
                <a:lnTo>
                  <a:pt x="729717" y="882442"/>
                </a:lnTo>
                <a:lnTo>
                  <a:pt x="683160" y="896136"/>
                </a:lnTo>
                <a:lnTo>
                  <a:pt x="634772" y="906154"/>
                </a:lnTo>
                <a:lnTo>
                  <a:pt x="584778" y="912306"/>
                </a:lnTo>
                <a:lnTo>
                  <a:pt x="533400" y="914399"/>
                </a:lnTo>
                <a:lnTo>
                  <a:pt x="482021" y="912306"/>
                </a:lnTo>
                <a:lnTo>
                  <a:pt x="432027" y="906154"/>
                </a:lnTo>
                <a:lnTo>
                  <a:pt x="383639" y="896136"/>
                </a:lnTo>
                <a:lnTo>
                  <a:pt x="337082" y="882442"/>
                </a:lnTo>
                <a:lnTo>
                  <a:pt x="292578" y="865264"/>
                </a:lnTo>
                <a:lnTo>
                  <a:pt x="250351" y="844795"/>
                </a:lnTo>
                <a:lnTo>
                  <a:pt x="210624" y="821225"/>
                </a:lnTo>
                <a:lnTo>
                  <a:pt x="173620" y="794748"/>
                </a:lnTo>
                <a:lnTo>
                  <a:pt x="139564" y="765553"/>
                </a:lnTo>
                <a:lnTo>
                  <a:pt x="108677" y="733834"/>
                </a:lnTo>
                <a:lnTo>
                  <a:pt x="81184" y="699781"/>
                </a:lnTo>
                <a:lnTo>
                  <a:pt x="57308" y="663586"/>
                </a:lnTo>
                <a:lnTo>
                  <a:pt x="37273" y="625442"/>
                </a:lnTo>
                <a:lnTo>
                  <a:pt x="21301" y="585539"/>
                </a:lnTo>
                <a:lnTo>
                  <a:pt x="9616" y="544070"/>
                </a:lnTo>
                <a:lnTo>
                  <a:pt x="2441" y="501226"/>
                </a:lnTo>
                <a:lnTo>
                  <a:pt x="0" y="457199"/>
                </a:lnTo>
                <a:close/>
              </a:path>
            </a:pathLst>
          </a:custGeom>
          <a:ln w="25908">
            <a:solidFill>
              <a:srgbClr val="2C2C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80101" y="3780154"/>
            <a:ext cx="518795" cy="572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" marR="5080" indent="-4762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y  </a:t>
            </a:r>
            <a:r>
              <a:rPr sz="1800" spc="-10" dirty="0">
                <a:latin typeface="Calibri"/>
                <a:cs typeface="Calibri"/>
              </a:rPr>
              <a:t>calls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29482" y="2311907"/>
            <a:ext cx="400050" cy="377825"/>
          </a:xfrm>
          <a:custGeom>
            <a:avLst/>
            <a:gdLst/>
            <a:ahLst/>
            <a:cxnLst/>
            <a:rect l="l" t="t" r="r" b="b"/>
            <a:pathLst>
              <a:path w="400050" h="377825">
                <a:moveTo>
                  <a:pt x="302513" y="342011"/>
                </a:moveTo>
                <a:lnTo>
                  <a:pt x="299084" y="344169"/>
                </a:lnTo>
                <a:lnTo>
                  <a:pt x="297560" y="351027"/>
                </a:lnTo>
                <a:lnTo>
                  <a:pt x="299719" y="354456"/>
                </a:lnTo>
                <a:lnTo>
                  <a:pt x="303148" y="355218"/>
                </a:lnTo>
                <a:lnTo>
                  <a:pt x="399668" y="377697"/>
                </a:lnTo>
                <a:lnTo>
                  <a:pt x="398469" y="373633"/>
                </a:lnTo>
                <a:lnTo>
                  <a:pt x="386079" y="373633"/>
                </a:lnTo>
                <a:lnTo>
                  <a:pt x="369019" y="357527"/>
                </a:lnTo>
                <a:lnTo>
                  <a:pt x="305942" y="342900"/>
                </a:lnTo>
                <a:lnTo>
                  <a:pt x="302513" y="342011"/>
                </a:lnTo>
                <a:close/>
              </a:path>
              <a:path w="400050" h="377825">
                <a:moveTo>
                  <a:pt x="369019" y="357527"/>
                </a:moveTo>
                <a:lnTo>
                  <a:pt x="386079" y="373633"/>
                </a:lnTo>
                <a:lnTo>
                  <a:pt x="388720" y="370839"/>
                </a:lnTo>
                <a:lnTo>
                  <a:pt x="384428" y="370839"/>
                </a:lnTo>
                <a:lnTo>
                  <a:pt x="381341" y="360385"/>
                </a:lnTo>
                <a:lnTo>
                  <a:pt x="369019" y="357527"/>
                </a:lnTo>
                <a:close/>
              </a:path>
              <a:path w="400050" h="377825">
                <a:moveTo>
                  <a:pt x="367156" y="277240"/>
                </a:moveTo>
                <a:lnTo>
                  <a:pt x="363727" y="278256"/>
                </a:lnTo>
                <a:lnTo>
                  <a:pt x="360425" y="279272"/>
                </a:lnTo>
                <a:lnTo>
                  <a:pt x="358520" y="282828"/>
                </a:lnTo>
                <a:lnTo>
                  <a:pt x="359409" y="286130"/>
                </a:lnTo>
                <a:lnTo>
                  <a:pt x="377754" y="348240"/>
                </a:lnTo>
                <a:lnTo>
                  <a:pt x="394842" y="364363"/>
                </a:lnTo>
                <a:lnTo>
                  <a:pt x="386079" y="373633"/>
                </a:lnTo>
                <a:lnTo>
                  <a:pt x="398469" y="373633"/>
                </a:lnTo>
                <a:lnTo>
                  <a:pt x="371601" y="282575"/>
                </a:lnTo>
                <a:lnTo>
                  <a:pt x="370713" y="279272"/>
                </a:lnTo>
                <a:lnTo>
                  <a:pt x="367156" y="277240"/>
                </a:lnTo>
                <a:close/>
              </a:path>
              <a:path w="400050" h="377825">
                <a:moveTo>
                  <a:pt x="381341" y="360385"/>
                </a:moveTo>
                <a:lnTo>
                  <a:pt x="384428" y="370839"/>
                </a:lnTo>
                <a:lnTo>
                  <a:pt x="391921" y="362838"/>
                </a:lnTo>
                <a:lnTo>
                  <a:pt x="381341" y="360385"/>
                </a:lnTo>
                <a:close/>
              </a:path>
              <a:path w="400050" h="377825">
                <a:moveTo>
                  <a:pt x="377754" y="348240"/>
                </a:moveTo>
                <a:lnTo>
                  <a:pt x="381341" y="360385"/>
                </a:lnTo>
                <a:lnTo>
                  <a:pt x="391921" y="362838"/>
                </a:lnTo>
                <a:lnTo>
                  <a:pt x="384428" y="370839"/>
                </a:lnTo>
                <a:lnTo>
                  <a:pt x="388720" y="370839"/>
                </a:lnTo>
                <a:lnTo>
                  <a:pt x="394842" y="364363"/>
                </a:lnTo>
                <a:lnTo>
                  <a:pt x="377754" y="348240"/>
                </a:lnTo>
                <a:close/>
              </a:path>
              <a:path w="400050" h="377825">
                <a:moveTo>
                  <a:pt x="8635" y="0"/>
                </a:moveTo>
                <a:lnTo>
                  <a:pt x="0" y="9143"/>
                </a:lnTo>
                <a:lnTo>
                  <a:pt x="369019" y="357527"/>
                </a:lnTo>
                <a:lnTo>
                  <a:pt x="381341" y="360385"/>
                </a:lnTo>
                <a:lnTo>
                  <a:pt x="377754" y="348240"/>
                </a:lnTo>
                <a:lnTo>
                  <a:pt x="8635" y="0"/>
                </a:lnTo>
                <a:close/>
              </a:path>
            </a:pathLst>
          </a:custGeom>
          <a:solidFill>
            <a:srgbClr val="2E2E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39284" y="2386964"/>
            <a:ext cx="588645" cy="308610"/>
          </a:xfrm>
          <a:custGeom>
            <a:avLst/>
            <a:gdLst/>
            <a:ahLst/>
            <a:cxnLst/>
            <a:rect l="l" t="t" r="r" b="b"/>
            <a:pathLst>
              <a:path w="588645" h="308610">
                <a:moveTo>
                  <a:pt x="59562" y="215519"/>
                </a:moveTo>
                <a:lnTo>
                  <a:pt x="55625" y="216408"/>
                </a:lnTo>
                <a:lnTo>
                  <a:pt x="53720" y="219329"/>
                </a:lnTo>
                <a:lnTo>
                  <a:pt x="0" y="302640"/>
                </a:lnTo>
                <a:lnTo>
                  <a:pt x="98932" y="308483"/>
                </a:lnTo>
                <a:lnTo>
                  <a:pt x="102362" y="308610"/>
                </a:lnTo>
                <a:lnTo>
                  <a:pt x="105410" y="305943"/>
                </a:lnTo>
                <a:lnTo>
                  <a:pt x="105663" y="302513"/>
                </a:lnTo>
                <a:lnTo>
                  <a:pt x="14096" y="302513"/>
                </a:lnTo>
                <a:lnTo>
                  <a:pt x="8381" y="291211"/>
                </a:lnTo>
                <a:lnTo>
                  <a:pt x="29236" y="280640"/>
                </a:lnTo>
                <a:lnTo>
                  <a:pt x="64388" y="226187"/>
                </a:lnTo>
                <a:lnTo>
                  <a:pt x="66293" y="223265"/>
                </a:lnTo>
                <a:lnTo>
                  <a:pt x="65531" y="219329"/>
                </a:lnTo>
                <a:lnTo>
                  <a:pt x="62483" y="217424"/>
                </a:lnTo>
                <a:lnTo>
                  <a:pt x="59562" y="215519"/>
                </a:lnTo>
                <a:close/>
              </a:path>
              <a:path w="588645" h="308610">
                <a:moveTo>
                  <a:pt x="29236" y="280640"/>
                </a:moveTo>
                <a:lnTo>
                  <a:pt x="8385" y="291217"/>
                </a:lnTo>
                <a:lnTo>
                  <a:pt x="14096" y="302513"/>
                </a:lnTo>
                <a:lnTo>
                  <a:pt x="18358" y="300355"/>
                </a:lnTo>
                <a:lnTo>
                  <a:pt x="16510" y="300355"/>
                </a:lnTo>
                <a:lnTo>
                  <a:pt x="11556" y="290575"/>
                </a:lnTo>
                <a:lnTo>
                  <a:pt x="22822" y="290575"/>
                </a:lnTo>
                <a:lnTo>
                  <a:pt x="29236" y="280640"/>
                </a:lnTo>
                <a:close/>
              </a:path>
              <a:path w="588645" h="308610">
                <a:moveTo>
                  <a:pt x="34934" y="291957"/>
                </a:moveTo>
                <a:lnTo>
                  <a:pt x="14096" y="302513"/>
                </a:lnTo>
                <a:lnTo>
                  <a:pt x="105663" y="302513"/>
                </a:lnTo>
                <a:lnTo>
                  <a:pt x="105790" y="298958"/>
                </a:lnTo>
                <a:lnTo>
                  <a:pt x="103124" y="295910"/>
                </a:lnTo>
                <a:lnTo>
                  <a:pt x="99694" y="295783"/>
                </a:lnTo>
                <a:lnTo>
                  <a:pt x="34934" y="291957"/>
                </a:lnTo>
                <a:close/>
              </a:path>
              <a:path w="588645" h="308610">
                <a:moveTo>
                  <a:pt x="11556" y="290575"/>
                </a:moveTo>
                <a:lnTo>
                  <a:pt x="16510" y="300355"/>
                </a:lnTo>
                <a:lnTo>
                  <a:pt x="22408" y="291217"/>
                </a:lnTo>
                <a:lnTo>
                  <a:pt x="11556" y="290575"/>
                </a:lnTo>
                <a:close/>
              </a:path>
              <a:path w="588645" h="308610">
                <a:moveTo>
                  <a:pt x="22408" y="291217"/>
                </a:moveTo>
                <a:lnTo>
                  <a:pt x="16510" y="300355"/>
                </a:lnTo>
                <a:lnTo>
                  <a:pt x="18358" y="300355"/>
                </a:lnTo>
                <a:lnTo>
                  <a:pt x="34934" y="291957"/>
                </a:lnTo>
                <a:lnTo>
                  <a:pt x="22408" y="291217"/>
                </a:lnTo>
                <a:close/>
              </a:path>
              <a:path w="588645" h="308610">
                <a:moveTo>
                  <a:pt x="582929" y="0"/>
                </a:moveTo>
                <a:lnTo>
                  <a:pt x="29236" y="280640"/>
                </a:lnTo>
                <a:lnTo>
                  <a:pt x="22408" y="291217"/>
                </a:lnTo>
                <a:lnTo>
                  <a:pt x="34934" y="291957"/>
                </a:lnTo>
                <a:lnTo>
                  <a:pt x="588644" y="11430"/>
                </a:lnTo>
                <a:lnTo>
                  <a:pt x="582929" y="0"/>
                </a:lnTo>
                <a:close/>
              </a:path>
              <a:path w="588645" h="308610">
                <a:moveTo>
                  <a:pt x="22822" y="290575"/>
                </a:moveTo>
                <a:lnTo>
                  <a:pt x="11556" y="290575"/>
                </a:lnTo>
                <a:lnTo>
                  <a:pt x="22412" y="291211"/>
                </a:lnTo>
                <a:lnTo>
                  <a:pt x="22822" y="290575"/>
                </a:lnTo>
                <a:close/>
              </a:path>
            </a:pathLst>
          </a:custGeom>
          <a:solidFill>
            <a:srgbClr val="2E2E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52800" y="3384803"/>
            <a:ext cx="778510" cy="252729"/>
          </a:xfrm>
          <a:custGeom>
            <a:avLst/>
            <a:gdLst/>
            <a:ahLst/>
            <a:cxnLst/>
            <a:rect l="l" t="t" r="r" b="b"/>
            <a:pathLst>
              <a:path w="778510" h="252729">
                <a:moveTo>
                  <a:pt x="75057" y="152781"/>
                </a:moveTo>
                <a:lnTo>
                  <a:pt x="71120" y="152781"/>
                </a:lnTo>
                <a:lnTo>
                  <a:pt x="68707" y="155321"/>
                </a:lnTo>
                <a:lnTo>
                  <a:pt x="0" y="226822"/>
                </a:lnTo>
                <a:lnTo>
                  <a:pt x="96012" y="251333"/>
                </a:lnTo>
                <a:lnTo>
                  <a:pt x="99313" y="252222"/>
                </a:lnTo>
                <a:lnTo>
                  <a:pt x="102870" y="250190"/>
                </a:lnTo>
                <a:lnTo>
                  <a:pt x="103632" y="246761"/>
                </a:lnTo>
                <a:lnTo>
                  <a:pt x="104521" y="243459"/>
                </a:lnTo>
                <a:lnTo>
                  <a:pt x="102488" y="239903"/>
                </a:lnTo>
                <a:lnTo>
                  <a:pt x="99060" y="239141"/>
                </a:lnTo>
                <a:lnTo>
                  <a:pt x="61567" y="229489"/>
                </a:lnTo>
                <a:lnTo>
                  <a:pt x="13842" y="229489"/>
                </a:lnTo>
                <a:lnTo>
                  <a:pt x="10413" y="217170"/>
                </a:lnTo>
                <a:lnTo>
                  <a:pt x="32936" y="210769"/>
                </a:lnTo>
                <a:lnTo>
                  <a:pt x="77850" y="164084"/>
                </a:lnTo>
                <a:lnTo>
                  <a:pt x="80263" y="161544"/>
                </a:lnTo>
                <a:lnTo>
                  <a:pt x="80137" y="157607"/>
                </a:lnTo>
                <a:lnTo>
                  <a:pt x="75057" y="152781"/>
                </a:lnTo>
                <a:close/>
              </a:path>
              <a:path w="778510" h="252729">
                <a:moveTo>
                  <a:pt x="32936" y="210769"/>
                </a:moveTo>
                <a:lnTo>
                  <a:pt x="10413" y="217170"/>
                </a:lnTo>
                <a:lnTo>
                  <a:pt x="13842" y="229489"/>
                </a:lnTo>
                <a:lnTo>
                  <a:pt x="20095" y="227711"/>
                </a:lnTo>
                <a:lnTo>
                  <a:pt x="16637" y="227711"/>
                </a:lnTo>
                <a:lnTo>
                  <a:pt x="13715" y="217170"/>
                </a:lnTo>
                <a:lnTo>
                  <a:pt x="26778" y="217170"/>
                </a:lnTo>
                <a:lnTo>
                  <a:pt x="32936" y="210769"/>
                </a:lnTo>
                <a:close/>
              </a:path>
              <a:path w="778510" h="252729">
                <a:moveTo>
                  <a:pt x="36519" y="223040"/>
                </a:moveTo>
                <a:lnTo>
                  <a:pt x="13842" y="229489"/>
                </a:lnTo>
                <a:lnTo>
                  <a:pt x="61567" y="229489"/>
                </a:lnTo>
                <a:lnTo>
                  <a:pt x="36519" y="223040"/>
                </a:lnTo>
                <a:close/>
              </a:path>
              <a:path w="778510" h="252729">
                <a:moveTo>
                  <a:pt x="13715" y="217170"/>
                </a:moveTo>
                <a:lnTo>
                  <a:pt x="16637" y="227711"/>
                </a:lnTo>
                <a:lnTo>
                  <a:pt x="24185" y="219865"/>
                </a:lnTo>
                <a:lnTo>
                  <a:pt x="13715" y="217170"/>
                </a:lnTo>
                <a:close/>
              </a:path>
              <a:path w="778510" h="252729">
                <a:moveTo>
                  <a:pt x="24185" y="219865"/>
                </a:moveTo>
                <a:lnTo>
                  <a:pt x="16637" y="227711"/>
                </a:lnTo>
                <a:lnTo>
                  <a:pt x="20095" y="227711"/>
                </a:lnTo>
                <a:lnTo>
                  <a:pt x="36519" y="223040"/>
                </a:lnTo>
                <a:lnTo>
                  <a:pt x="24185" y="219865"/>
                </a:lnTo>
                <a:close/>
              </a:path>
              <a:path w="778510" h="252729">
                <a:moveTo>
                  <a:pt x="774573" y="0"/>
                </a:moveTo>
                <a:lnTo>
                  <a:pt x="32936" y="210769"/>
                </a:lnTo>
                <a:lnTo>
                  <a:pt x="24185" y="219865"/>
                </a:lnTo>
                <a:lnTo>
                  <a:pt x="36519" y="223040"/>
                </a:lnTo>
                <a:lnTo>
                  <a:pt x="778001" y="12192"/>
                </a:lnTo>
                <a:lnTo>
                  <a:pt x="774573" y="0"/>
                </a:lnTo>
                <a:close/>
              </a:path>
              <a:path w="778510" h="252729">
                <a:moveTo>
                  <a:pt x="26778" y="217170"/>
                </a:moveTo>
                <a:lnTo>
                  <a:pt x="13715" y="217170"/>
                </a:lnTo>
                <a:lnTo>
                  <a:pt x="24185" y="219865"/>
                </a:lnTo>
                <a:lnTo>
                  <a:pt x="26778" y="217170"/>
                </a:lnTo>
                <a:close/>
              </a:path>
            </a:pathLst>
          </a:custGeom>
          <a:solidFill>
            <a:srgbClr val="2E2E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37378" y="3384803"/>
            <a:ext cx="702310" cy="249554"/>
          </a:xfrm>
          <a:custGeom>
            <a:avLst/>
            <a:gdLst/>
            <a:ahLst/>
            <a:cxnLst/>
            <a:rect l="l" t="t" r="r" b="b"/>
            <a:pathLst>
              <a:path w="702310" h="249554">
                <a:moveTo>
                  <a:pt x="665764" y="221948"/>
                </a:moveTo>
                <a:lnTo>
                  <a:pt x="602615" y="236220"/>
                </a:lnTo>
                <a:lnTo>
                  <a:pt x="599186" y="237109"/>
                </a:lnTo>
                <a:lnTo>
                  <a:pt x="597026" y="240411"/>
                </a:lnTo>
                <a:lnTo>
                  <a:pt x="598551" y="247269"/>
                </a:lnTo>
                <a:lnTo>
                  <a:pt x="601980" y="249428"/>
                </a:lnTo>
                <a:lnTo>
                  <a:pt x="692503" y="228981"/>
                </a:lnTo>
                <a:lnTo>
                  <a:pt x="688086" y="228981"/>
                </a:lnTo>
                <a:lnTo>
                  <a:pt x="665764" y="221948"/>
                </a:lnTo>
                <a:close/>
              </a:path>
              <a:path w="702310" h="249554">
                <a:moveTo>
                  <a:pt x="678004" y="219182"/>
                </a:moveTo>
                <a:lnTo>
                  <a:pt x="665764" y="221948"/>
                </a:lnTo>
                <a:lnTo>
                  <a:pt x="688086" y="228981"/>
                </a:lnTo>
                <a:lnTo>
                  <a:pt x="688647" y="227203"/>
                </a:lnTo>
                <a:lnTo>
                  <a:pt x="685292" y="227203"/>
                </a:lnTo>
                <a:lnTo>
                  <a:pt x="678004" y="219182"/>
                </a:lnTo>
                <a:close/>
              </a:path>
              <a:path w="702310" h="249554">
                <a:moveTo>
                  <a:pt x="629031" y="150622"/>
                </a:moveTo>
                <a:lnTo>
                  <a:pt x="623824" y="155321"/>
                </a:lnTo>
                <a:lnTo>
                  <a:pt x="623570" y="159385"/>
                </a:lnTo>
                <a:lnTo>
                  <a:pt x="625983" y="161925"/>
                </a:lnTo>
                <a:lnTo>
                  <a:pt x="669543" y="209869"/>
                </a:lnTo>
                <a:lnTo>
                  <a:pt x="691896" y="216916"/>
                </a:lnTo>
                <a:lnTo>
                  <a:pt x="688086" y="228981"/>
                </a:lnTo>
                <a:lnTo>
                  <a:pt x="692503" y="228981"/>
                </a:lnTo>
                <a:lnTo>
                  <a:pt x="702056" y="226822"/>
                </a:lnTo>
                <a:lnTo>
                  <a:pt x="632968" y="150749"/>
                </a:lnTo>
                <a:lnTo>
                  <a:pt x="629031" y="150622"/>
                </a:lnTo>
                <a:close/>
              </a:path>
              <a:path w="702310" h="249554">
                <a:moveTo>
                  <a:pt x="688594" y="216788"/>
                </a:moveTo>
                <a:lnTo>
                  <a:pt x="678004" y="219182"/>
                </a:lnTo>
                <a:lnTo>
                  <a:pt x="685292" y="227203"/>
                </a:lnTo>
                <a:lnTo>
                  <a:pt x="688594" y="216788"/>
                </a:lnTo>
                <a:close/>
              </a:path>
              <a:path w="702310" h="249554">
                <a:moveTo>
                  <a:pt x="691493" y="216788"/>
                </a:moveTo>
                <a:lnTo>
                  <a:pt x="688594" y="216788"/>
                </a:lnTo>
                <a:lnTo>
                  <a:pt x="685292" y="227203"/>
                </a:lnTo>
                <a:lnTo>
                  <a:pt x="688647" y="227203"/>
                </a:lnTo>
                <a:lnTo>
                  <a:pt x="691896" y="216916"/>
                </a:lnTo>
                <a:lnTo>
                  <a:pt x="691493" y="216788"/>
                </a:lnTo>
                <a:close/>
              </a:path>
              <a:path w="702310" h="249554">
                <a:moveTo>
                  <a:pt x="3810" y="0"/>
                </a:moveTo>
                <a:lnTo>
                  <a:pt x="0" y="12192"/>
                </a:lnTo>
                <a:lnTo>
                  <a:pt x="665764" y="221948"/>
                </a:lnTo>
                <a:lnTo>
                  <a:pt x="678004" y="219182"/>
                </a:lnTo>
                <a:lnTo>
                  <a:pt x="669543" y="209869"/>
                </a:lnTo>
                <a:lnTo>
                  <a:pt x="3810" y="0"/>
                </a:lnTo>
                <a:close/>
              </a:path>
              <a:path w="702310" h="249554">
                <a:moveTo>
                  <a:pt x="669543" y="209869"/>
                </a:moveTo>
                <a:lnTo>
                  <a:pt x="678004" y="219182"/>
                </a:lnTo>
                <a:lnTo>
                  <a:pt x="688594" y="216788"/>
                </a:lnTo>
                <a:lnTo>
                  <a:pt x="691493" y="216788"/>
                </a:lnTo>
                <a:lnTo>
                  <a:pt x="669543" y="209869"/>
                </a:lnTo>
                <a:close/>
              </a:path>
            </a:pathLst>
          </a:custGeom>
          <a:solidFill>
            <a:srgbClr val="2E2E9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509712" y="1412811"/>
          <a:ext cx="1295400" cy="1346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81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P(B)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691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62</a:t>
            </a: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996112" y="1336611"/>
          <a:ext cx="1298574" cy="1346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8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P(E)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6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996112" y="3186112"/>
          <a:ext cx="2819399" cy="3306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P(A|B,E)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589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13589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589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0.94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R="13589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0.29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98"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0.71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0.999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662112" y="4664011"/>
          <a:ext cx="1981200" cy="1844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P(J|A)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-j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252912" y="4664011"/>
          <a:ext cx="2057399" cy="1844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P(M|A)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0367009" y="5138292"/>
            <a:ext cx="135763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P(M</a:t>
            </a:r>
            <a:r>
              <a:rPr sz="1800" spc="-25" dirty="0">
                <a:latin typeface="Arial"/>
                <a:cs typeface="Arial"/>
              </a:rPr>
              <a:t>|</a:t>
            </a:r>
            <a:r>
              <a:rPr sz="1800" dirty="0">
                <a:latin typeface="Arial"/>
                <a:cs typeface="Arial"/>
              </a:rPr>
              <a:t>A)P(J</a:t>
            </a:r>
            <a:r>
              <a:rPr sz="1800" spc="-25" dirty="0">
                <a:latin typeface="Arial"/>
                <a:cs typeface="Arial"/>
              </a:rPr>
              <a:t>|</a:t>
            </a:r>
            <a:r>
              <a:rPr sz="1800" dirty="0">
                <a:latin typeface="Arial"/>
                <a:cs typeface="Arial"/>
              </a:rPr>
              <a:t>A)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P(A|B,E)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0341" y="174878"/>
            <a:ext cx="3672204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60" dirty="0"/>
              <a:t> </a:t>
            </a:r>
            <a:r>
              <a:rPr spc="-5" dirty="0"/>
              <a:t>Traffic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660" y="703200"/>
            <a:ext cx="3016885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Causal</a:t>
            </a:r>
            <a:r>
              <a:rPr sz="32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direction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5161" y="34297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5" y="287181"/>
                </a:lnTo>
                <a:lnTo>
                  <a:pt x="25644" y="243288"/>
                </a:lnTo>
                <a:lnTo>
                  <a:pt x="44638" y="201881"/>
                </a:lnTo>
                <a:lnTo>
                  <a:pt x="68260" y="163318"/>
                </a:lnTo>
                <a:lnTo>
                  <a:pt x="96153" y="127955"/>
                </a:lnTo>
                <a:lnTo>
                  <a:pt x="127960" y="96149"/>
                </a:lnTo>
                <a:lnTo>
                  <a:pt x="163323" y="68257"/>
                </a:lnTo>
                <a:lnTo>
                  <a:pt x="201887" y="44636"/>
                </a:lnTo>
                <a:lnTo>
                  <a:pt x="243293" y="25643"/>
                </a:lnTo>
                <a:lnTo>
                  <a:pt x="287185" y="11634"/>
                </a:lnTo>
                <a:lnTo>
                  <a:pt x="333207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5"/>
                </a:lnTo>
                <a:lnTo>
                  <a:pt x="243293" y="736356"/>
                </a:lnTo>
                <a:lnTo>
                  <a:pt x="201887" y="717363"/>
                </a:lnTo>
                <a:lnTo>
                  <a:pt x="163323" y="693742"/>
                </a:lnTo>
                <a:lnTo>
                  <a:pt x="127960" y="665850"/>
                </a:lnTo>
                <a:lnTo>
                  <a:pt x="96153" y="634044"/>
                </a:lnTo>
                <a:lnTo>
                  <a:pt x="68260" y="598681"/>
                </a:lnTo>
                <a:lnTo>
                  <a:pt x="44638" y="560118"/>
                </a:lnTo>
                <a:lnTo>
                  <a:pt x="25644" y="518711"/>
                </a:lnTo>
                <a:lnTo>
                  <a:pt x="11635" y="474818"/>
                </a:lnTo>
                <a:lnTo>
                  <a:pt x="2968" y="428795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85773" y="3574160"/>
            <a:ext cx="2184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5161" y="51061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5" y="287181"/>
                </a:lnTo>
                <a:lnTo>
                  <a:pt x="25644" y="243288"/>
                </a:lnTo>
                <a:lnTo>
                  <a:pt x="44638" y="201881"/>
                </a:lnTo>
                <a:lnTo>
                  <a:pt x="68260" y="163318"/>
                </a:lnTo>
                <a:lnTo>
                  <a:pt x="96153" y="127955"/>
                </a:lnTo>
                <a:lnTo>
                  <a:pt x="127960" y="96149"/>
                </a:lnTo>
                <a:lnTo>
                  <a:pt x="163323" y="68257"/>
                </a:lnTo>
                <a:lnTo>
                  <a:pt x="201887" y="44636"/>
                </a:lnTo>
                <a:lnTo>
                  <a:pt x="243293" y="25643"/>
                </a:lnTo>
                <a:lnTo>
                  <a:pt x="287185" y="11634"/>
                </a:lnTo>
                <a:lnTo>
                  <a:pt x="333207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5" y="474814"/>
                </a:lnTo>
                <a:lnTo>
                  <a:pt x="736356" y="518706"/>
                </a:lnTo>
                <a:lnTo>
                  <a:pt x="717363" y="560112"/>
                </a:lnTo>
                <a:lnTo>
                  <a:pt x="693742" y="598676"/>
                </a:lnTo>
                <a:lnTo>
                  <a:pt x="665850" y="634039"/>
                </a:lnTo>
                <a:lnTo>
                  <a:pt x="634044" y="665846"/>
                </a:lnTo>
                <a:lnTo>
                  <a:pt x="598681" y="693739"/>
                </a:lnTo>
                <a:lnTo>
                  <a:pt x="560118" y="717361"/>
                </a:lnTo>
                <a:lnTo>
                  <a:pt x="518711" y="736355"/>
                </a:lnTo>
                <a:lnTo>
                  <a:pt x="474818" y="750364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917" y="5250891"/>
            <a:ext cx="19875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3772" y="4205478"/>
            <a:ext cx="144780" cy="885825"/>
          </a:xfrm>
          <a:custGeom>
            <a:avLst/>
            <a:gdLst/>
            <a:ahLst/>
            <a:cxnLst/>
            <a:rect l="l" t="t" r="r" b="b"/>
            <a:pathLst>
              <a:path w="144780" h="885825">
                <a:moveTo>
                  <a:pt x="57912" y="741045"/>
                </a:moveTo>
                <a:lnTo>
                  <a:pt x="0" y="741045"/>
                </a:lnTo>
                <a:lnTo>
                  <a:pt x="72390" y="885825"/>
                </a:lnTo>
                <a:lnTo>
                  <a:pt x="137541" y="755523"/>
                </a:lnTo>
                <a:lnTo>
                  <a:pt x="57912" y="755523"/>
                </a:lnTo>
                <a:lnTo>
                  <a:pt x="57912" y="741045"/>
                </a:lnTo>
                <a:close/>
              </a:path>
              <a:path w="144780" h="885825">
                <a:moveTo>
                  <a:pt x="86868" y="0"/>
                </a:moveTo>
                <a:lnTo>
                  <a:pt x="57912" y="0"/>
                </a:lnTo>
                <a:lnTo>
                  <a:pt x="57912" y="755523"/>
                </a:lnTo>
                <a:lnTo>
                  <a:pt x="86868" y="755523"/>
                </a:lnTo>
                <a:lnTo>
                  <a:pt x="86868" y="0"/>
                </a:lnTo>
                <a:close/>
              </a:path>
              <a:path w="144780" h="885825">
                <a:moveTo>
                  <a:pt x="144780" y="741045"/>
                </a:moveTo>
                <a:lnTo>
                  <a:pt x="86868" y="741045"/>
                </a:lnTo>
                <a:lnTo>
                  <a:pt x="86868" y="755523"/>
                </a:lnTo>
                <a:lnTo>
                  <a:pt x="137541" y="755523"/>
                </a:lnTo>
                <a:lnTo>
                  <a:pt x="144780" y="741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519362" y="3484562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919983" y="3124200"/>
            <a:ext cx="731519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138362" y="4926012"/>
          <a:ext cx="2190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667000" y="4561332"/>
            <a:ext cx="1060703" cy="31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138362" y="5789612"/>
          <a:ext cx="2190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2"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624512" y="4405312"/>
          <a:ext cx="2190750" cy="148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6217920" y="3971544"/>
            <a:ext cx="1091183" cy="298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63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B450F9-50A5-B950-3C48-4A8D0B03EA84}"/>
              </a:ext>
            </a:extLst>
          </p:cNvPr>
          <p:cNvSpPr txBox="1"/>
          <p:nvPr/>
        </p:nvSpPr>
        <p:spPr>
          <a:xfrm>
            <a:off x="919752" y="2456153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Low pressure causes rain causes traffic, high pressure causes no rain causes no traffic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79F588-FC7A-4918-23B0-4D11DB3EA640}"/>
              </a:ext>
            </a:extLst>
          </p:cNvPr>
          <p:cNvSpPr txBox="1"/>
          <p:nvPr/>
        </p:nvSpPr>
        <p:spPr>
          <a:xfrm>
            <a:off x="580556" y="1261017"/>
            <a:ext cx="100874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Causality refers to a cause-and-effect relationship between two events or variables. One event (the cause) directly influences the occurrence or outcome of another event (the effect).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4126" y="174878"/>
            <a:ext cx="560324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Reverse</a:t>
            </a:r>
            <a:r>
              <a:rPr spc="-50" dirty="0"/>
              <a:t> </a:t>
            </a:r>
            <a:r>
              <a:rPr spc="-5" dirty="0"/>
              <a:t>Traffic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17828"/>
            <a:ext cx="3400425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Reverse</a:t>
            </a:r>
            <a:r>
              <a:rPr sz="3200" spc="-114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causality?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5161" y="343585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0999"/>
                </a:moveTo>
                <a:lnTo>
                  <a:pt x="2968" y="333204"/>
                </a:lnTo>
                <a:lnTo>
                  <a:pt x="11635" y="287181"/>
                </a:lnTo>
                <a:lnTo>
                  <a:pt x="25644" y="243288"/>
                </a:lnTo>
                <a:lnTo>
                  <a:pt x="44638" y="201881"/>
                </a:lnTo>
                <a:lnTo>
                  <a:pt x="68260" y="163318"/>
                </a:lnTo>
                <a:lnTo>
                  <a:pt x="96153" y="127955"/>
                </a:lnTo>
                <a:lnTo>
                  <a:pt x="127960" y="96149"/>
                </a:lnTo>
                <a:lnTo>
                  <a:pt x="163323" y="68257"/>
                </a:lnTo>
                <a:lnTo>
                  <a:pt x="201887" y="44636"/>
                </a:lnTo>
                <a:lnTo>
                  <a:pt x="243293" y="25643"/>
                </a:lnTo>
                <a:lnTo>
                  <a:pt x="287185" y="11634"/>
                </a:lnTo>
                <a:lnTo>
                  <a:pt x="333207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0999"/>
                </a:lnTo>
                <a:lnTo>
                  <a:pt x="759031" y="428795"/>
                </a:lnTo>
                <a:lnTo>
                  <a:pt x="750365" y="474818"/>
                </a:lnTo>
                <a:lnTo>
                  <a:pt x="736356" y="518711"/>
                </a:lnTo>
                <a:lnTo>
                  <a:pt x="717363" y="560118"/>
                </a:lnTo>
                <a:lnTo>
                  <a:pt x="693742" y="598681"/>
                </a:lnTo>
                <a:lnTo>
                  <a:pt x="665850" y="634044"/>
                </a:lnTo>
                <a:lnTo>
                  <a:pt x="634044" y="665850"/>
                </a:lnTo>
                <a:lnTo>
                  <a:pt x="598681" y="693742"/>
                </a:lnTo>
                <a:lnTo>
                  <a:pt x="560118" y="717363"/>
                </a:lnTo>
                <a:lnTo>
                  <a:pt x="518711" y="736356"/>
                </a:lnTo>
                <a:lnTo>
                  <a:pt x="474818" y="750365"/>
                </a:lnTo>
                <a:lnTo>
                  <a:pt x="428795" y="759031"/>
                </a:lnTo>
                <a:lnTo>
                  <a:pt x="381000" y="761999"/>
                </a:lnTo>
                <a:lnTo>
                  <a:pt x="333207" y="759031"/>
                </a:lnTo>
                <a:lnTo>
                  <a:pt x="287185" y="750365"/>
                </a:lnTo>
                <a:lnTo>
                  <a:pt x="243293" y="736356"/>
                </a:lnTo>
                <a:lnTo>
                  <a:pt x="201887" y="717363"/>
                </a:lnTo>
                <a:lnTo>
                  <a:pt x="163323" y="693742"/>
                </a:lnTo>
                <a:lnTo>
                  <a:pt x="127960" y="665850"/>
                </a:lnTo>
                <a:lnTo>
                  <a:pt x="96153" y="634044"/>
                </a:lnTo>
                <a:lnTo>
                  <a:pt x="68260" y="598681"/>
                </a:lnTo>
                <a:lnTo>
                  <a:pt x="44638" y="560118"/>
                </a:lnTo>
                <a:lnTo>
                  <a:pt x="25644" y="518711"/>
                </a:lnTo>
                <a:lnTo>
                  <a:pt x="11635" y="474818"/>
                </a:lnTo>
                <a:lnTo>
                  <a:pt x="2968" y="428795"/>
                </a:lnTo>
                <a:lnTo>
                  <a:pt x="0" y="38099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4917" y="3580257"/>
            <a:ext cx="19875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5161" y="511225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4"/>
                </a:lnTo>
                <a:lnTo>
                  <a:pt x="11635" y="287181"/>
                </a:lnTo>
                <a:lnTo>
                  <a:pt x="25644" y="243288"/>
                </a:lnTo>
                <a:lnTo>
                  <a:pt x="44638" y="201881"/>
                </a:lnTo>
                <a:lnTo>
                  <a:pt x="68260" y="163318"/>
                </a:lnTo>
                <a:lnTo>
                  <a:pt x="96153" y="127955"/>
                </a:lnTo>
                <a:lnTo>
                  <a:pt x="127960" y="96149"/>
                </a:lnTo>
                <a:lnTo>
                  <a:pt x="163323" y="68257"/>
                </a:lnTo>
                <a:lnTo>
                  <a:pt x="201887" y="44636"/>
                </a:lnTo>
                <a:lnTo>
                  <a:pt x="243293" y="25643"/>
                </a:lnTo>
                <a:lnTo>
                  <a:pt x="287185" y="11634"/>
                </a:lnTo>
                <a:lnTo>
                  <a:pt x="333207" y="2968"/>
                </a:lnTo>
                <a:lnTo>
                  <a:pt x="381000" y="0"/>
                </a:lnTo>
                <a:lnTo>
                  <a:pt x="428795" y="2968"/>
                </a:lnTo>
                <a:lnTo>
                  <a:pt x="474818" y="11634"/>
                </a:lnTo>
                <a:lnTo>
                  <a:pt x="518711" y="25643"/>
                </a:lnTo>
                <a:lnTo>
                  <a:pt x="560118" y="44636"/>
                </a:lnTo>
                <a:lnTo>
                  <a:pt x="598681" y="68257"/>
                </a:lnTo>
                <a:lnTo>
                  <a:pt x="634044" y="96149"/>
                </a:lnTo>
                <a:lnTo>
                  <a:pt x="665850" y="127955"/>
                </a:lnTo>
                <a:lnTo>
                  <a:pt x="693742" y="163318"/>
                </a:lnTo>
                <a:lnTo>
                  <a:pt x="717363" y="201881"/>
                </a:lnTo>
                <a:lnTo>
                  <a:pt x="736356" y="243288"/>
                </a:lnTo>
                <a:lnTo>
                  <a:pt x="750365" y="287181"/>
                </a:lnTo>
                <a:lnTo>
                  <a:pt x="759031" y="333204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5" y="474814"/>
                </a:lnTo>
                <a:lnTo>
                  <a:pt x="736356" y="518706"/>
                </a:lnTo>
                <a:lnTo>
                  <a:pt x="717363" y="560112"/>
                </a:lnTo>
                <a:lnTo>
                  <a:pt x="693742" y="598676"/>
                </a:lnTo>
                <a:lnTo>
                  <a:pt x="665850" y="634039"/>
                </a:lnTo>
                <a:lnTo>
                  <a:pt x="634044" y="665846"/>
                </a:lnTo>
                <a:lnTo>
                  <a:pt x="598681" y="693739"/>
                </a:lnTo>
                <a:lnTo>
                  <a:pt x="560118" y="717361"/>
                </a:lnTo>
                <a:lnTo>
                  <a:pt x="518711" y="736355"/>
                </a:lnTo>
                <a:lnTo>
                  <a:pt x="474818" y="750364"/>
                </a:lnTo>
                <a:lnTo>
                  <a:pt x="428795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85773" y="5256987"/>
            <a:ext cx="2184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5" dirty="0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3772" y="4213097"/>
            <a:ext cx="144780" cy="885825"/>
          </a:xfrm>
          <a:custGeom>
            <a:avLst/>
            <a:gdLst/>
            <a:ahLst/>
            <a:cxnLst/>
            <a:rect l="l" t="t" r="r" b="b"/>
            <a:pathLst>
              <a:path w="144780" h="885825">
                <a:moveTo>
                  <a:pt x="57912" y="741044"/>
                </a:moveTo>
                <a:lnTo>
                  <a:pt x="0" y="741044"/>
                </a:lnTo>
                <a:lnTo>
                  <a:pt x="72390" y="885825"/>
                </a:lnTo>
                <a:lnTo>
                  <a:pt x="137541" y="755522"/>
                </a:lnTo>
                <a:lnTo>
                  <a:pt x="57912" y="755522"/>
                </a:lnTo>
                <a:lnTo>
                  <a:pt x="57912" y="741044"/>
                </a:lnTo>
                <a:close/>
              </a:path>
              <a:path w="144780" h="885825">
                <a:moveTo>
                  <a:pt x="86868" y="0"/>
                </a:moveTo>
                <a:lnTo>
                  <a:pt x="57912" y="0"/>
                </a:lnTo>
                <a:lnTo>
                  <a:pt x="57912" y="755522"/>
                </a:lnTo>
                <a:lnTo>
                  <a:pt x="86868" y="755522"/>
                </a:lnTo>
                <a:lnTo>
                  <a:pt x="86868" y="0"/>
                </a:lnTo>
                <a:close/>
              </a:path>
              <a:path w="144780" h="885825">
                <a:moveTo>
                  <a:pt x="144780" y="741044"/>
                </a:moveTo>
                <a:lnTo>
                  <a:pt x="86868" y="741044"/>
                </a:lnTo>
                <a:lnTo>
                  <a:pt x="86868" y="755522"/>
                </a:lnTo>
                <a:lnTo>
                  <a:pt x="137541" y="755522"/>
                </a:lnTo>
                <a:lnTo>
                  <a:pt x="144780" y="741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519362" y="3490912"/>
          <a:ext cx="1428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9/16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7/16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138362" y="4932362"/>
          <a:ext cx="2190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2/3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138362" y="5795962"/>
          <a:ext cx="2190750" cy="74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2"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6/7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624512" y="4395787"/>
          <a:ext cx="2190750" cy="148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+t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-t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6/16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6217920" y="3962400"/>
            <a:ext cx="1091183" cy="298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23032" y="3133344"/>
            <a:ext cx="731519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70048" y="4562855"/>
            <a:ext cx="1060703" cy="313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67400" y="1295400"/>
            <a:ext cx="6324600" cy="5562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48500" y="1371600"/>
            <a:ext cx="5143500" cy="5486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0902" y="174878"/>
            <a:ext cx="232981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Causality?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343" y="1357629"/>
            <a:ext cx="6706234" cy="4646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When Bayes’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nets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reflect the true causal</a:t>
            </a:r>
            <a:r>
              <a:rPr sz="2400" spc="-1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patterns: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1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Often </a:t>
            </a:r>
            <a:r>
              <a:rPr sz="2000" spc="-5" dirty="0">
                <a:latin typeface="Calibri"/>
                <a:cs typeface="Calibri"/>
              </a:rPr>
              <a:t>simpler (nodes have fewer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parents)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Often </a:t>
            </a:r>
            <a:r>
              <a:rPr sz="2000" spc="-5" dirty="0">
                <a:latin typeface="Calibri"/>
                <a:cs typeface="Calibri"/>
              </a:rPr>
              <a:t>easier </a:t>
            </a:r>
            <a:r>
              <a:rPr sz="2000" dirty="0">
                <a:latin typeface="Calibri"/>
                <a:cs typeface="Calibri"/>
              </a:rPr>
              <a:t>to think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Often </a:t>
            </a:r>
            <a:r>
              <a:rPr sz="2000" spc="-5" dirty="0">
                <a:latin typeface="Calibri"/>
                <a:cs typeface="Calibri"/>
              </a:rPr>
              <a:t>easier </a:t>
            </a:r>
            <a:r>
              <a:rPr sz="2000" dirty="0">
                <a:latin typeface="Calibri"/>
                <a:cs typeface="Calibri"/>
              </a:rPr>
              <a:t>to elicit </a:t>
            </a:r>
            <a:r>
              <a:rPr sz="2000" spc="-5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experts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BNs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need not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actually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causal</a:t>
            </a:r>
            <a:endParaRPr sz="2400">
              <a:latin typeface="Calibri"/>
              <a:cs typeface="Calibri"/>
            </a:endParaRPr>
          </a:p>
          <a:p>
            <a:pPr marL="756285" marR="955040" lvl="1" indent="-286385">
              <a:lnSpc>
                <a:spcPct val="80000"/>
              </a:lnSpc>
              <a:spcBef>
                <a:spcPts val="109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Sometimes no </a:t>
            </a:r>
            <a:r>
              <a:rPr sz="2000" dirty="0">
                <a:latin typeface="Calibri"/>
                <a:cs typeface="Calibri"/>
              </a:rPr>
              <a:t>causal </a:t>
            </a:r>
            <a:r>
              <a:rPr sz="2000" spc="-5" dirty="0">
                <a:latin typeface="Calibri"/>
                <a:cs typeface="Calibri"/>
              </a:rPr>
              <a:t>net exists over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domain  (especially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z="2000" spc="-5" dirty="0">
                <a:latin typeface="Calibri"/>
                <a:cs typeface="Calibri"/>
              </a:rPr>
              <a:t>variables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missing)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E.g. consider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variables </a:t>
            </a:r>
            <a:r>
              <a:rPr sz="2000" i="1" spc="-5" dirty="0">
                <a:latin typeface="Calibri"/>
                <a:cs typeface="Calibri"/>
              </a:rPr>
              <a:t>Traffic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Drips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End </a:t>
            </a:r>
            <a:r>
              <a:rPr sz="2000" spc="-5" dirty="0">
                <a:latin typeface="Calibri"/>
                <a:cs typeface="Calibri"/>
              </a:rPr>
              <a:t>up with arrows </a:t>
            </a:r>
            <a:r>
              <a:rPr sz="2000" dirty="0">
                <a:latin typeface="Calibri"/>
                <a:cs typeface="Calibri"/>
              </a:rPr>
              <a:t>that reflect correlation, not</a:t>
            </a:r>
            <a:r>
              <a:rPr sz="2000" spc="-5" dirty="0">
                <a:latin typeface="Calibri"/>
                <a:cs typeface="Calibri"/>
              </a:rPr>
              <a:t> causation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arrows really</a:t>
            </a:r>
            <a:r>
              <a:rPr sz="2400" spc="-1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mean?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1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Topology </a:t>
            </a:r>
            <a:r>
              <a:rPr sz="2000" dirty="0">
                <a:latin typeface="Calibri"/>
                <a:cs typeface="Calibri"/>
              </a:rPr>
              <a:t>may </a:t>
            </a:r>
            <a:r>
              <a:rPr sz="2000" spc="-5" dirty="0">
                <a:latin typeface="Calibri"/>
                <a:cs typeface="Calibri"/>
              </a:rPr>
              <a:t>happen </a:t>
            </a:r>
            <a:r>
              <a:rPr sz="2000" dirty="0">
                <a:latin typeface="Calibri"/>
                <a:cs typeface="Calibri"/>
              </a:rPr>
              <a:t>to encode causal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structure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CC0000"/>
                </a:solidFill>
                <a:latin typeface="Calibri"/>
                <a:cs typeface="Calibri"/>
              </a:rPr>
              <a:t>Topology really encodes conditional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 independence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6096000"/>
            <a:ext cx="4754880" cy="2727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7646" y="174878"/>
            <a:ext cx="261874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Bayes’</a:t>
            </a:r>
            <a:r>
              <a:rPr spc="-8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3379" y="1560829"/>
            <a:ext cx="750506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Two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ways to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factor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joint distribution over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two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3379" y="2963290"/>
            <a:ext cx="24295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Dividing,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4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get: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379" y="4365625"/>
            <a:ext cx="6743065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Why is this at all</a:t>
            </a:r>
            <a:r>
              <a:rPr sz="2400" spc="-1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helpful?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5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Lets </a:t>
            </a:r>
            <a:r>
              <a:rPr sz="2000" dirty="0">
                <a:latin typeface="Calibri"/>
                <a:cs typeface="Calibri"/>
              </a:rPr>
              <a:t>us </a:t>
            </a:r>
            <a:r>
              <a:rPr sz="2000" spc="-5" dirty="0">
                <a:latin typeface="Calibri"/>
                <a:cs typeface="Calibri"/>
              </a:rPr>
              <a:t>build </a:t>
            </a:r>
            <a:r>
              <a:rPr sz="2000" dirty="0">
                <a:latin typeface="Calibri"/>
                <a:cs typeface="Calibri"/>
              </a:rPr>
              <a:t>one conditional </a:t>
            </a:r>
            <a:r>
              <a:rPr sz="2000" spc="-5" dirty="0">
                <a:latin typeface="Calibri"/>
                <a:cs typeface="Calibri"/>
              </a:rPr>
              <a:t>from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reverse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Often </a:t>
            </a:r>
            <a:r>
              <a:rPr sz="2000" spc="-5" dirty="0">
                <a:latin typeface="Calibri"/>
                <a:cs typeface="Calibri"/>
              </a:rPr>
              <a:t>one conditional </a:t>
            </a:r>
            <a:r>
              <a:rPr sz="2000" dirty="0">
                <a:latin typeface="Calibri"/>
                <a:cs typeface="Calibri"/>
              </a:rPr>
              <a:t>is tricky but the </a:t>
            </a:r>
            <a:r>
              <a:rPr sz="2000" spc="-5" dirty="0">
                <a:latin typeface="Calibri"/>
                <a:cs typeface="Calibri"/>
              </a:rPr>
              <a:t>other one 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simple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Foundation of many systems we’ll see later (e.g. ASR,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MT)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379" y="6194755"/>
            <a:ext cx="615442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 the running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for most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important AI</a:t>
            </a:r>
            <a:r>
              <a:rPr sz="2400" spc="-1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equation!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0600" y="2286000"/>
            <a:ext cx="3102864" cy="312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2200" y="3505200"/>
            <a:ext cx="3087624" cy="729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57471" y="2286000"/>
            <a:ext cx="2014727" cy="312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31580" y="2735579"/>
            <a:ext cx="2926079" cy="31379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51292" y="2040635"/>
            <a:ext cx="1905000" cy="977900"/>
          </a:xfrm>
          <a:custGeom>
            <a:avLst/>
            <a:gdLst/>
            <a:ahLst/>
            <a:cxnLst/>
            <a:rect l="l" t="t" r="r" b="b"/>
            <a:pathLst>
              <a:path w="1905000" h="9779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317500" y="0"/>
                </a:lnTo>
                <a:lnTo>
                  <a:pt x="793750" y="0"/>
                </a:lnTo>
                <a:lnTo>
                  <a:pt x="1828800" y="0"/>
                </a:lnTo>
                <a:lnTo>
                  <a:pt x="1858440" y="5994"/>
                </a:lnTo>
                <a:lnTo>
                  <a:pt x="1882663" y="22336"/>
                </a:lnTo>
                <a:lnTo>
                  <a:pt x="1899005" y="46559"/>
                </a:lnTo>
                <a:lnTo>
                  <a:pt x="1905000" y="76200"/>
                </a:lnTo>
                <a:lnTo>
                  <a:pt x="1905000" y="266700"/>
                </a:lnTo>
                <a:lnTo>
                  <a:pt x="1905000" y="381000"/>
                </a:lnTo>
                <a:lnTo>
                  <a:pt x="1899005" y="410640"/>
                </a:lnTo>
                <a:lnTo>
                  <a:pt x="1882663" y="434863"/>
                </a:lnTo>
                <a:lnTo>
                  <a:pt x="1858440" y="451205"/>
                </a:lnTo>
                <a:lnTo>
                  <a:pt x="1828800" y="457200"/>
                </a:lnTo>
                <a:lnTo>
                  <a:pt x="793750" y="457200"/>
                </a:lnTo>
                <a:lnTo>
                  <a:pt x="838200" y="977900"/>
                </a:lnTo>
                <a:lnTo>
                  <a:pt x="3175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266700"/>
                </a:lnTo>
                <a:lnTo>
                  <a:pt x="0" y="762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300719" y="2094229"/>
            <a:ext cx="1407160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That’s </a:t>
            </a:r>
            <a:r>
              <a:rPr sz="1800" spc="-20" dirty="0">
                <a:latin typeface="Calibri"/>
                <a:cs typeface="Calibri"/>
              </a:rPr>
              <a:t>my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rule!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67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145" y="174878"/>
            <a:ext cx="604520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Inference with Bayes’</a:t>
            </a:r>
            <a:r>
              <a:rPr spc="-55" dirty="0"/>
              <a:t> </a:t>
            </a:r>
            <a:r>
              <a:rPr spc="-5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23161"/>
            <a:ext cx="7271384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Example: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Diagnostic probability from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causal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probability: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543" y="5804509"/>
            <a:ext cx="609600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Note: </a:t>
            </a:r>
            <a:r>
              <a:rPr sz="2000" spc="-5" dirty="0">
                <a:latin typeface="Calibri"/>
                <a:cs typeface="Calibri"/>
              </a:rPr>
              <a:t>posterior probability of meningitis still very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small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Note: you </a:t>
            </a:r>
            <a:r>
              <a:rPr sz="2000" spc="-5" dirty="0">
                <a:latin typeface="Calibri"/>
                <a:cs typeface="Calibri"/>
              </a:rPr>
              <a:t>should still </a:t>
            </a:r>
            <a:r>
              <a:rPr sz="2000" dirty="0">
                <a:latin typeface="Calibri"/>
                <a:cs typeface="Calibri"/>
              </a:rPr>
              <a:t>get </a:t>
            </a:r>
            <a:r>
              <a:rPr sz="2000" spc="-5" dirty="0">
                <a:latin typeface="Calibri"/>
                <a:cs typeface="Calibri"/>
              </a:rPr>
              <a:t>stiff necks </a:t>
            </a:r>
            <a:r>
              <a:rPr sz="2000" dirty="0">
                <a:latin typeface="Calibri"/>
                <a:cs typeface="Calibri"/>
              </a:rPr>
              <a:t>checked </a:t>
            </a:r>
            <a:r>
              <a:rPr sz="2000" spc="-5" dirty="0">
                <a:latin typeface="Calibri"/>
                <a:cs typeface="Calibri"/>
              </a:rPr>
              <a:t>out!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Why?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55407" y="3471671"/>
            <a:ext cx="239395" cy="1000125"/>
          </a:xfrm>
          <a:custGeom>
            <a:avLst/>
            <a:gdLst/>
            <a:ahLst/>
            <a:cxnLst/>
            <a:rect l="l" t="t" r="r" b="b"/>
            <a:pathLst>
              <a:path w="239395" h="1000125">
                <a:moveTo>
                  <a:pt x="0" y="0"/>
                </a:moveTo>
                <a:lnTo>
                  <a:pt x="46553" y="1561"/>
                </a:lnTo>
                <a:lnTo>
                  <a:pt x="84581" y="5826"/>
                </a:lnTo>
                <a:lnTo>
                  <a:pt x="110228" y="12162"/>
                </a:lnTo>
                <a:lnTo>
                  <a:pt x="119634" y="19938"/>
                </a:lnTo>
                <a:lnTo>
                  <a:pt x="119634" y="479932"/>
                </a:lnTo>
                <a:lnTo>
                  <a:pt x="129039" y="487709"/>
                </a:lnTo>
                <a:lnTo>
                  <a:pt x="154686" y="494045"/>
                </a:lnTo>
                <a:lnTo>
                  <a:pt x="192714" y="498310"/>
                </a:lnTo>
                <a:lnTo>
                  <a:pt x="239268" y="499871"/>
                </a:lnTo>
                <a:lnTo>
                  <a:pt x="192714" y="501433"/>
                </a:lnTo>
                <a:lnTo>
                  <a:pt x="154686" y="505698"/>
                </a:lnTo>
                <a:lnTo>
                  <a:pt x="129039" y="512034"/>
                </a:lnTo>
                <a:lnTo>
                  <a:pt x="119634" y="519810"/>
                </a:lnTo>
                <a:lnTo>
                  <a:pt x="119634" y="979804"/>
                </a:lnTo>
                <a:lnTo>
                  <a:pt x="110228" y="987581"/>
                </a:lnTo>
                <a:lnTo>
                  <a:pt x="84582" y="993917"/>
                </a:lnTo>
                <a:lnTo>
                  <a:pt x="46553" y="998182"/>
                </a:lnTo>
                <a:lnTo>
                  <a:pt x="0" y="99974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5343" y="2740152"/>
            <a:ext cx="8223250" cy="150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M: </a:t>
            </a:r>
            <a:r>
              <a:rPr sz="2000" spc="-5" dirty="0">
                <a:latin typeface="Calibri"/>
                <a:cs typeface="Calibri"/>
              </a:rPr>
              <a:t>meningitis, S: stiff</a:t>
            </a:r>
            <a:r>
              <a:rPr sz="2000" dirty="0">
                <a:latin typeface="Calibri"/>
                <a:cs typeface="Calibri"/>
              </a:rPr>
              <a:t> neck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50"/>
              </a:spcBef>
            </a:pP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40" dirty="0">
                <a:latin typeface="Calibri"/>
                <a:cs typeface="Calibri"/>
              </a:rPr>
              <a:t>x</a:t>
            </a:r>
            <a:r>
              <a:rPr sz="1800" dirty="0">
                <a:latin typeface="Calibri"/>
                <a:cs typeface="Calibri"/>
              </a:rPr>
              <a:t>ample</a:t>
            </a:r>
            <a:endParaRPr sz="1800">
              <a:latin typeface="Calibri"/>
              <a:cs typeface="Calibri"/>
            </a:endParaRPr>
          </a:p>
          <a:p>
            <a:pPr marR="203835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gi</a:t>
            </a:r>
            <a:r>
              <a:rPr sz="1800" spc="-10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ens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33509" y="4253690"/>
            <a:ext cx="224790" cy="217804"/>
          </a:xfrm>
          <a:custGeom>
            <a:avLst/>
            <a:gdLst/>
            <a:ahLst/>
            <a:cxnLst/>
            <a:rect l="l" t="t" r="r" b="b"/>
            <a:pathLst>
              <a:path w="224789" h="217804">
                <a:moveTo>
                  <a:pt x="91586" y="207351"/>
                </a:moveTo>
                <a:lnTo>
                  <a:pt x="0" y="207351"/>
                </a:lnTo>
                <a:lnTo>
                  <a:pt x="0" y="217319"/>
                </a:lnTo>
                <a:lnTo>
                  <a:pt x="4612" y="217319"/>
                </a:lnTo>
                <a:lnTo>
                  <a:pt x="13486" y="217112"/>
                </a:lnTo>
                <a:lnTo>
                  <a:pt x="35930" y="216198"/>
                </a:lnTo>
                <a:lnTo>
                  <a:pt x="44805" y="215990"/>
                </a:lnTo>
                <a:lnTo>
                  <a:pt x="91586" y="215990"/>
                </a:lnTo>
                <a:lnTo>
                  <a:pt x="91586" y="207351"/>
                </a:lnTo>
                <a:close/>
              </a:path>
              <a:path w="224789" h="217804">
                <a:moveTo>
                  <a:pt x="91586" y="215990"/>
                </a:moveTo>
                <a:lnTo>
                  <a:pt x="51395" y="215990"/>
                </a:lnTo>
                <a:lnTo>
                  <a:pt x="57983" y="216655"/>
                </a:lnTo>
                <a:lnTo>
                  <a:pt x="71821" y="216655"/>
                </a:lnTo>
                <a:lnTo>
                  <a:pt x="78410" y="217319"/>
                </a:lnTo>
                <a:lnTo>
                  <a:pt x="91586" y="217319"/>
                </a:lnTo>
                <a:lnTo>
                  <a:pt x="91586" y="215990"/>
                </a:lnTo>
                <a:close/>
              </a:path>
              <a:path w="224789" h="217804">
                <a:moveTo>
                  <a:pt x="108723" y="9974"/>
                </a:moveTo>
                <a:lnTo>
                  <a:pt x="64572" y="9974"/>
                </a:lnTo>
                <a:lnTo>
                  <a:pt x="70502" y="10637"/>
                </a:lnTo>
                <a:lnTo>
                  <a:pt x="73797" y="10637"/>
                </a:lnTo>
                <a:lnTo>
                  <a:pt x="79068" y="11301"/>
                </a:lnTo>
                <a:lnTo>
                  <a:pt x="81045" y="11965"/>
                </a:lnTo>
                <a:lnTo>
                  <a:pt x="81045" y="17284"/>
                </a:lnTo>
                <a:lnTo>
                  <a:pt x="80387" y="17948"/>
                </a:lnTo>
                <a:lnTo>
                  <a:pt x="79727" y="21930"/>
                </a:lnTo>
                <a:lnTo>
                  <a:pt x="37558" y="192730"/>
                </a:lnTo>
                <a:lnTo>
                  <a:pt x="8565" y="207351"/>
                </a:lnTo>
                <a:lnTo>
                  <a:pt x="62595" y="207351"/>
                </a:lnTo>
                <a:lnTo>
                  <a:pt x="62595" y="200040"/>
                </a:lnTo>
                <a:lnTo>
                  <a:pt x="63255" y="198049"/>
                </a:lnTo>
                <a:lnTo>
                  <a:pt x="63255" y="196049"/>
                </a:lnTo>
                <a:lnTo>
                  <a:pt x="83022" y="116964"/>
                </a:lnTo>
                <a:lnTo>
                  <a:pt x="136391" y="116964"/>
                </a:lnTo>
                <a:lnTo>
                  <a:pt x="169089" y="111222"/>
                </a:lnTo>
                <a:lnTo>
                  <a:pt x="174447" y="108326"/>
                </a:lnTo>
                <a:lnTo>
                  <a:pt x="84339" y="108326"/>
                </a:lnTo>
                <a:lnTo>
                  <a:pt x="105429" y="21930"/>
                </a:lnTo>
                <a:lnTo>
                  <a:pt x="108064" y="11301"/>
                </a:lnTo>
                <a:lnTo>
                  <a:pt x="108723" y="9974"/>
                </a:lnTo>
                <a:close/>
              </a:path>
              <a:path w="224789" h="217804">
                <a:moveTo>
                  <a:pt x="162751" y="0"/>
                </a:moveTo>
                <a:lnTo>
                  <a:pt x="51394" y="0"/>
                </a:lnTo>
                <a:lnTo>
                  <a:pt x="51394" y="9974"/>
                </a:lnTo>
                <a:lnTo>
                  <a:pt x="152869" y="9974"/>
                </a:lnTo>
                <a:lnTo>
                  <a:pt x="170400" y="11666"/>
                </a:lnTo>
                <a:lnTo>
                  <a:pt x="183919" y="17034"/>
                </a:lnTo>
                <a:lnTo>
                  <a:pt x="192619" y="26514"/>
                </a:lnTo>
                <a:lnTo>
                  <a:pt x="195699" y="40542"/>
                </a:lnTo>
                <a:lnTo>
                  <a:pt x="194483" y="52276"/>
                </a:lnTo>
                <a:lnTo>
                  <a:pt x="177244" y="91714"/>
                </a:lnTo>
                <a:lnTo>
                  <a:pt x="139717" y="107786"/>
                </a:lnTo>
                <a:lnTo>
                  <a:pt x="128486" y="108326"/>
                </a:lnTo>
                <a:lnTo>
                  <a:pt x="174447" y="108326"/>
                </a:lnTo>
                <a:lnTo>
                  <a:pt x="197340" y="95949"/>
                </a:lnTo>
                <a:lnTo>
                  <a:pt x="217190" y="74071"/>
                </a:lnTo>
                <a:lnTo>
                  <a:pt x="224685" y="48516"/>
                </a:lnTo>
                <a:lnTo>
                  <a:pt x="220845" y="30563"/>
                </a:lnTo>
                <a:lnTo>
                  <a:pt x="209285" y="15038"/>
                </a:lnTo>
                <a:lnTo>
                  <a:pt x="189941" y="4123"/>
                </a:lnTo>
                <a:lnTo>
                  <a:pt x="162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98388" y="4232423"/>
            <a:ext cx="73660" cy="318135"/>
          </a:xfrm>
          <a:custGeom>
            <a:avLst/>
            <a:gdLst/>
            <a:ahLst/>
            <a:cxnLst/>
            <a:rect l="l" t="t" r="r" b="b"/>
            <a:pathLst>
              <a:path w="73660" h="318135">
                <a:moveTo>
                  <a:pt x="71823" y="0"/>
                </a:moveTo>
                <a:lnTo>
                  <a:pt x="69847" y="0"/>
                </a:lnTo>
                <a:lnTo>
                  <a:pt x="63227" y="4060"/>
                </a:lnTo>
                <a:lnTo>
                  <a:pt x="34914" y="35608"/>
                </a:lnTo>
                <a:lnTo>
                  <a:pt x="9730" y="88372"/>
                </a:lnTo>
                <a:lnTo>
                  <a:pt x="772" y="137425"/>
                </a:lnTo>
                <a:lnTo>
                  <a:pt x="0" y="158834"/>
                </a:lnTo>
                <a:lnTo>
                  <a:pt x="782" y="179916"/>
                </a:lnTo>
                <a:lnTo>
                  <a:pt x="10008" y="230798"/>
                </a:lnTo>
                <a:lnTo>
                  <a:pt x="35748" y="283747"/>
                </a:lnTo>
                <a:lnTo>
                  <a:pt x="63423" y="313839"/>
                </a:lnTo>
                <a:lnTo>
                  <a:pt x="69847" y="317671"/>
                </a:lnTo>
                <a:lnTo>
                  <a:pt x="71824" y="317671"/>
                </a:lnTo>
                <a:lnTo>
                  <a:pt x="73141" y="317007"/>
                </a:lnTo>
                <a:lnTo>
                  <a:pt x="73141" y="313019"/>
                </a:lnTo>
                <a:lnTo>
                  <a:pt x="67212" y="307703"/>
                </a:lnTo>
                <a:lnTo>
                  <a:pt x="43090" y="274442"/>
                </a:lnTo>
                <a:lnTo>
                  <a:pt x="27925" y="236509"/>
                </a:lnTo>
                <a:lnTo>
                  <a:pt x="20050" y="196955"/>
                </a:lnTo>
                <a:lnTo>
                  <a:pt x="17795" y="158834"/>
                </a:lnTo>
                <a:lnTo>
                  <a:pt x="20348" y="117705"/>
                </a:lnTo>
                <a:lnTo>
                  <a:pt x="28831" y="78008"/>
                </a:lnTo>
                <a:lnTo>
                  <a:pt x="44479" y="41177"/>
                </a:lnTo>
                <a:lnTo>
                  <a:pt x="68529" y="8646"/>
                </a:lnTo>
                <a:lnTo>
                  <a:pt x="73141" y="4655"/>
                </a:lnTo>
                <a:lnTo>
                  <a:pt x="73141" y="1336"/>
                </a:lnTo>
                <a:lnTo>
                  <a:pt x="718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2204" y="4397904"/>
            <a:ext cx="0" cy="99060"/>
          </a:xfrm>
          <a:custGeom>
            <a:avLst/>
            <a:gdLst/>
            <a:ahLst/>
            <a:cxnLst/>
            <a:rect l="l" t="t" r="r" b="b"/>
            <a:pathLst>
              <a:path h="99060">
                <a:moveTo>
                  <a:pt x="0" y="0"/>
                </a:moveTo>
                <a:lnTo>
                  <a:pt x="0" y="99024"/>
                </a:lnTo>
              </a:path>
            </a:pathLst>
          </a:custGeom>
          <a:ln w="125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07112" y="4391594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>
                <a:moveTo>
                  <a:pt x="0" y="0"/>
                </a:moveTo>
                <a:lnTo>
                  <a:pt x="209534" y="0"/>
                </a:lnTo>
              </a:path>
            </a:pathLst>
          </a:custGeom>
          <a:ln w="1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12204" y="4285595"/>
            <a:ext cx="0" cy="99695"/>
          </a:xfrm>
          <a:custGeom>
            <a:avLst/>
            <a:gdLst/>
            <a:ahLst/>
            <a:cxnLst/>
            <a:rect l="l" t="t" r="r" b="b"/>
            <a:pathLst>
              <a:path h="99695">
                <a:moveTo>
                  <a:pt x="0" y="0"/>
                </a:moveTo>
                <a:lnTo>
                  <a:pt x="0" y="99688"/>
                </a:lnTo>
              </a:path>
            </a:pathLst>
          </a:custGeom>
          <a:ln w="125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50903" y="4330784"/>
            <a:ext cx="116205" cy="144145"/>
          </a:xfrm>
          <a:custGeom>
            <a:avLst/>
            <a:gdLst/>
            <a:ahLst/>
            <a:cxnLst/>
            <a:rect l="l" t="t" r="r" b="b"/>
            <a:pathLst>
              <a:path w="116204" h="144145">
                <a:moveTo>
                  <a:pt x="24383" y="91714"/>
                </a:moveTo>
                <a:lnTo>
                  <a:pt x="17795" y="91714"/>
                </a:lnTo>
                <a:lnTo>
                  <a:pt x="11402" y="92981"/>
                </a:lnTo>
                <a:lnTo>
                  <a:pt x="5686" y="96865"/>
                </a:lnTo>
                <a:lnTo>
                  <a:pt x="1576" y="103490"/>
                </a:lnTo>
                <a:lnTo>
                  <a:pt x="0" y="112981"/>
                </a:lnTo>
                <a:lnTo>
                  <a:pt x="3202" y="125325"/>
                </a:lnTo>
                <a:lnTo>
                  <a:pt x="12274" y="134992"/>
                </a:lnTo>
                <a:lnTo>
                  <a:pt x="26409" y="141294"/>
                </a:lnTo>
                <a:lnTo>
                  <a:pt x="44805" y="143548"/>
                </a:lnTo>
                <a:lnTo>
                  <a:pt x="76375" y="137308"/>
                </a:lnTo>
                <a:lnTo>
                  <a:pt x="76905" y="136902"/>
                </a:lnTo>
                <a:lnTo>
                  <a:pt x="45464" y="136902"/>
                </a:lnTo>
                <a:lnTo>
                  <a:pt x="38876" y="136632"/>
                </a:lnTo>
                <a:lnTo>
                  <a:pt x="28336" y="134743"/>
                </a:lnTo>
                <a:lnTo>
                  <a:pt x="17301" y="129614"/>
                </a:lnTo>
                <a:lnTo>
                  <a:pt x="9231" y="119627"/>
                </a:lnTo>
                <a:lnTo>
                  <a:pt x="17703" y="119085"/>
                </a:lnTo>
                <a:lnTo>
                  <a:pt x="24136" y="115303"/>
                </a:lnTo>
                <a:lnTo>
                  <a:pt x="28222" y="109528"/>
                </a:lnTo>
                <a:lnTo>
                  <a:pt x="29653" y="103007"/>
                </a:lnTo>
                <a:lnTo>
                  <a:pt x="29653" y="95697"/>
                </a:lnTo>
                <a:lnTo>
                  <a:pt x="24383" y="91714"/>
                </a:lnTo>
                <a:close/>
              </a:path>
              <a:path w="116204" h="144145">
                <a:moveTo>
                  <a:pt x="78411" y="0"/>
                </a:moveTo>
                <a:lnTo>
                  <a:pt x="52559" y="5201"/>
                </a:lnTo>
                <a:lnTo>
                  <a:pt x="36160" y="17692"/>
                </a:lnTo>
                <a:lnTo>
                  <a:pt x="27543" y="32800"/>
                </a:lnTo>
                <a:lnTo>
                  <a:pt x="25042" y="45852"/>
                </a:lnTo>
                <a:lnTo>
                  <a:pt x="28893" y="61212"/>
                </a:lnTo>
                <a:lnTo>
                  <a:pt x="38057" y="70527"/>
                </a:lnTo>
                <a:lnTo>
                  <a:pt x="48950" y="75480"/>
                </a:lnTo>
                <a:lnTo>
                  <a:pt x="57989" y="77757"/>
                </a:lnTo>
                <a:lnTo>
                  <a:pt x="69704" y="80186"/>
                </a:lnTo>
                <a:lnTo>
                  <a:pt x="80063" y="84236"/>
                </a:lnTo>
                <a:lnTo>
                  <a:pt x="87456" y="91027"/>
                </a:lnTo>
                <a:lnTo>
                  <a:pt x="90278" y="101679"/>
                </a:lnTo>
                <a:lnTo>
                  <a:pt x="88557" y="110547"/>
                </a:lnTo>
                <a:lnTo>
                  <a:pt x="81955" y="122281"/>
                </a:lnTo>
                <a:lnTo>
                  <a:pt x="68311" y="132520"/>
                </a:lnTo>
                <a:lnTo>
                  <a:pt x="45464" y="136902"/>
                </a:lnTo>
                <a:lnTo>
                  <a:pt x="76905" y="136902"/>
                </a:lnTo>
                <a:lnTo>
                  <a:pt x="95711" y="122533"/>
                </a:lnTo>
                <a:lnTo>
                  <a:pt x="105409" y="105141"/>
                </a:lnTo>
                <a:lnTo>
                  <a:pt x="108065" y="91050"/>
                </a:lnTo>
                <a:lnTo>
                  <a:pt x="108065" y="79749"/>
                </a:lnTo>
                <a:lnTo>
                  <a:pt x="76786" y="56387"/>
                </a:lnTo>
                <a:lnTo>
                  <a:pt x="67212" y="54499"/>
                </a:lnTo>
                <a:lnTo>
                  <a:pt x="58780" y="52419"/>
                </a:lnTo>
                <a:lnTo>
                  <a:pt x="51150" y="49345"/>
                </a:lnTo>
                <a:lnTo>
                  <a:pt x="45619" y="44028"/>
                </a:lnTo>
                <a:lnTo>
                  <a:pt x="43487" y="35223"/>
                </a:lnTo>
                <a:lnTo>
                  <a:pt x="45053" y="26834"/>
                </a:lnTo>
                <a:lnTo>
                  <a:pt x="50574" y="17447"/>
                </a:lnTo>
                <a:lnTo>
                  <a:pt x="61282" y="9803"/>
                </a:lnTo>
                <a:lnTo>
                  <a:pt x="78411" y="6646"/>
                </a:lnTo>
                <a:lnTo>
                  <a:pt x="103117" y="6646"/>
                </a:lnTo>
                <a:lnTo>
                  <a:pt x="94289" y="2201"/>
                </a:lnTo>
                <a:lnTo>
                  <a:pt x="78411" y="0"/>
                </a:lnTo>
                <a:close/>
              </a:path>
              <a:path w="116204" h="144145">
                <a:moveTo>
                  <a:pt x="103117" y="6646"/>
                </a:moveTo>
                <a:lnTo>
                  <a:pt x="78411" y="6646"/>
                </a:lnTo>
                <a:lnTo>
                  <a:pt x="85525" y="7154"/>
                </a:lnTo>
                <a:lnTo>
                  <a:pt x="93814" y="9220"/>
                </a:lnTo>
                <a:lnTo>
                  <a:pt x="101486" y="13654"/>
                </a:lnTo>
                <a:lnTo>
                  <a:pt x="106747" y="21266"/>
                </a:lnTo>
                <a:lnTo>
                  <a:pt x="98183" y="21930"/>
                </a:lnTo>
                <a:lnTo>
                  <a:pt x="91595" y="28577"/>
                </a:lnTo>
                <a:lnTo>
                  <a:pt x="91595" y="39870"/>
                </a:lnTo>
                <a:lnTo>
                  <a:pt x="94231" y="44525"/>
                </a:lnTo>
                <a:lnTo>
                  <a:pt x="108065" y="44525"/>
                </a:lnTo>
                <a:lnTo>
                  <a:pt x="115970" y="39206"/>
                </a:lnTo>
                <a:lnTo>
                  <a:pt x="115970" y="27249"/>
                </a:lnTo>
                <a:lnTo>
                  <a:pt x="113438" y="16823"/>
                </a:lnTo>
                <a:lnTo>
                  <a:pt x="106087" y="8142"/>
                </a:lnTo>
                <a:lnTo>
                  <a:pt x="103117" y="6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25847" y="4232423"/>
            <a:ext cx="0" cy="318135"/>
          </a:xfrm>
          <a:custGeom>
            <a:avLst/>
            <a:gdLst/>
            <a:ahLst/>
            <a:cxnLst/>
            <a:rect l="l" t="t" r="r" b="b"/>
            <a:pathLst>
              <a:path h="318135">
                <a:moveTo>
                  <a:pt x="0" y="0"/>
                </a:moveTo>
                <a:lnTo>
                  <a:pt x="0" y="317671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65894" y="4391594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362" y="0"/>
                </a:lnTo>
              </a:path>
            </a:pathLst>
          </a:custGeom>
          <a:ln w="1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64363" y="4330784"/>
            <a:ext cx="257810" cy="144145"/>
          </a:xfrm>
          <a:custGeom>
            <a:avLst/>
            <a:gdLst/>
            <a:ahLst/>
            <a:cxnLst/>
            <a:rect l="l" t="t" r="r" b="b"/>
            <a:pathLst>
              <a:path w="257810" h="144145">
                <a:moveTo>
                  <a:pt x="51452" y="6646"/>
                </a:moveTo>
                <a:lnTo>
                  <a:pt x="36891" y="6646"/>
                </a:lnTo>
                <a:lnTo>
                  <a:pt x="41458" y="9301"/>
                </a:lnTo>
                <a:lnTo>
                  <a:pt x="41416" y="22429"/>
                </a:lnTo>
                <a:lnTo>
                  <a:pt x="41290" y="25887"/>
                </a:lnTo>
                <a:lnTo>
                  <a:pt x="40569" y="30819"/>
                </a:lnTo>
                <a:lnTo>
                  <a:pt x="38976" y="37621"/>
                </a:lnTo>
                <a:lnTo>
                  <a:pt x="36188" y="47852"/>
                </a:lnTo>
                <a:lnTo>
                  <a:pt x="18445" y="121619"/>
                </a:lnTo>
                <a:lnTo>
                  <a:pt x="17128" y="126265"/>
                </a:lnTo>
                <a:lnTo>
                  <a:pt x="15107" y="133575"/>
                </a:lnTo>
                <a:lnTo>
                  <a:pt x="15107" y="140890"/>
                </a:lnTo>
                <a:lnTo>
                  <a:pt x="19763" y="143548"/>
                </a:lnTo>
                <a:lnTo>
                  <a:pt x="28283" y="143548"/>
                </a:lnTo>
                <a:lnTo>
                  <a:pt x="34256" y="140890"/>
                </a:lnTo>
                <a:lnTo>
                  <a:pt x="36188" y="134909"/>
                </a:lnTo>
                <a:lnTo>
                  <a:pt x="36188" y="134248"/>
                </a:lnTo>
                <a:lnTo>
                  <a:pt x="40141" y="118955"/>
                </a:lnTo>
                <a:lnTo>
                  <a:pt x="49364" y="82404"/>
                </a:lnTo>
                <a:lnTo>
                  <a:pt x="50681" y="75757"/>
                </a:lnTo>
                <a:lnTo>
                  <a:pt x="52701" y="68447"/>
                </a:lnTo>
                <a:lnTo>
                  <a:pt x="54634" y="61137"/>
                </a:lnTo>
                <a:lnTo>
                  <a:pt x="55951" y="55826"/>
                </a:lnTo>
                <a:lnTo>
                  <a:pt x="57972" y="46516"/>
                </a:lnTo>
                <a:lnTo>
                  <a:pt x="58755" y="45048"/>
                </a:lnTo>
                <a:lnTo>
                  <a:pt x="64369" y="35242"/>
                </a:lnTo>
                <a:lnTo>
                  <a:pt x="70823" y="27249"/>
                </a:lnTo>
                <a:lnTo>
                  <a:pt x="61924" y="27249"/>
                </a:lnTo>
                <a:lnTo>
                  <a:pt x="58519" y="15420"/>
                </a:lnTo>
                <a:lnTo>
                  <a:pt x="51878" y="6894"/>
                </a:lnTo>
                <a:lnTo>
                  <a:pt x="51452" y="6646"/>
                </a:lnTo>
                <a:close/>
              </a:path>
              <a:path w="257810" h="144145">
                <a:moveTo>
                  <a:pt x="134448" y="6646"/>
                </a:moveTo>
                <a:lnTo>
                  <a:pt x="110059" y="6646"/>
                </a:lnTo>
                <a:lnTo>
                  <a:pt x="118553" y="8682"/>
                </a:lnTo>
                <a:lnTo>
                  <a:pt x="123794" y="13957"/>
                </a:lnTo>
                <a:lnTo>
                  <a:pt x="126450" y="21226"/>
                </a:lnTo>
                <a:lnTo>
                  <a:pt x="127187" y="29241"/>
                </a:lnTo>
                <a:lnTo>
                  <a:pt x="126734" y="35066"/>
                </a:lnTo>
                <a:lnTo>
                  <a:pt x="125540" y="41452"/>
                </a:lnTo>
                <a:lnTo>
                  <a:pt x="123767" y="48516"/>
                </a:lnTo>
                <a:lnTo>
                  <a:pt x="121917" y="55163"/>
                </a:lnTo>
                <a:lnTo>
                  <a:pt x="113309" y="92378"/>
                </a:lnTo>
                <a:lnTo>
                  <a:pt x="107424" y="116300"/>
                </a:lnTo>
                <a:lnTo>
                  <a:pt x="106106" y="122946"/>
                </a:lnTo>
                <a:lnTo>
                  <a:pt x="102768" y="133575"/>
                </a:lnTo>
                <a:lnTo>
                  <a:pt x="102768" y="140890"/>
                </a:lnTo>
                <a:lnTo>
                  <a:pt x="107424" y="143548"/>
                </a:lnTo>
                <a:lnTo>
                  <a:pt x="121917" y="143548"/>
                </a:lnTo>
                <a:lnTo>
                  <a:pt x="123849" y="135573"/>
                </a:lnTo>
                <a:lnTo>
                  <a:pt x="126484" y="125601"/>
                </a:lnTo>
                <a:lnTo>
                  <a:pt x="130691" y="107662"/>
                </a:lnTo>
                <a:lnTo>
                  <a:pt x="136201" y="85147"/>
                </a:lnTo>
                <a:lnTo>
                  <a:pt x="141492" y="63642"/>
                </a:lnTo>
                <a:lnTo>
                  <a:pt x="144930" y="49180"/>
                </a:lnTo>
                <a:lnTo>
                  <a:pt x="148807" y="40570"/>
                </a:lnTo>
                <a:lnTo>
                  <a:pt x="155623" y="30568"/>
                </a:lnTo>
                <a:lnTo>
                  <a:pt x="146950" y="30568"/>
                </a:lnTo>
                <a:lnTo>
                  <a:pt x="146247" y="26585"/>
                </a:lnTo>
                <a:lnTo>
                  <a:pt x="145633" y="15284"/>
                </a:lnTo>
                <a:lnTo>
                  <a:pt x="136410" y="7974"/>
                </a:lnTo>
                <a:lnTo>
                  <a:pt x="134448" y="6646"/>
                </a:lnTo>
                <a:close/>
              </a:path>
              <a:path w="257810" h="144145">
                <a:moveTo>
                  <a:pt x="221046" y="6646"/>
                </a:moveTo>
                <a:lnTo>
                  <a:pt x="197017" y="6646"/>
                </a:lnTo>
                <a:lnTo>
                  <a:pt x="205511" y="8494"/>
                </a:lnTo>
                <a:lnTo>
                  <a:pt x="210752" y="13456"/>
                </a:lnTo>
                <a:lnTo>
                  <a:pt x="213408" y="20662"/>
                </a:lnTo>
                <a:lnTo>
                  <a:pt x="214145" y="29241"/>
                </a:lnTo>
                <a:lnTo>
                  <a:pt x="211984" y="45493"/>
                </a:lnTo>
                <a:lnTo>
                  <a:pt x="206734" y="65045"/>
                </a:lnTo>
                <a:lnTo>
                  <a:pt x="200249" y="84473"/>
                </a:lnTo>
                <a:lnTo>
                  <a:pt x="194382" y="100352"/>
                </a:lnTo>
                <a:lnTo>
                  <a:pt x="191703" y="107774"/>
                </a:lnTo>
                <a:lnTo>
                  <a:pt x="190429" y="110981"/>
                </a:lnTo>
                <a:lnTo>
                  <a:pt x="190429" y="117627"/>
                </a:lnTo>
                <a:lnTo>
                  <a:pt x="192399" y="127845"/>
                </a:lnTo>
                <a:lnTo>
                  <a:pt x="197819" y="136070"/>
                </a:lnTo>
                <a:lnTo>
                  <a:pt x="205956" y="141554"/>
                </a:lnTo>
                <a:lnTo>
                  <a:pt x="216078" y="143548"/>
                </a:lnTo>
                <a:lnTo>
                  <a:pt x="233364" y="136902"/>
                </a:lnTo>
                <a:lnTo>
                  <a:pt x="211510" y="136902"/>
                </a:lnTo>
                <a:lnTo>
                  <a:pt x="209490" y="133575"/>
                </a:lnTo>
                <a:lnTo>
                  <a:pt x="209490" y="118291"/>
                </a:lnTo>
                <a:lnTo>
                  <a:pt x="212125" y="110317"/>
                </a:lnTo>
                <a:lnTo>
                  <a:pt x="214760" y="103671"/>
                </a:lnTo>
                <a:lnTo>
                  <a:pt x="220627" y="88283"/>
                </a:lnTo>
                <a:lnTo>
                  <a:pt x="227112" y="69281"/>
                </a:lnTo>
                <a:lnTo>
                  <a:pt x="232362" y="50030"/>
                </a:lnTo>
                <a:lnTo>
                  <a:pt x="234523" y="33896"/>
                </a:lnTo>
                <a:lnTo>
                  <a:pt x="232204" y="19907"/>
                </a:lnTo>
                <a:lnTo>
                  <a:pt x="225322" y="9221"/>
                </a:lnTo>
                <a:lnTo>
                  <a:pt x="221046" y="6646"/>
                </a:lnTo>
                <a:close/>
              </a:path>
              <a:path w="257810" h="144145">
                <a:moveTo>
                  <a:pt x="257624" y="91714"/>
                </a:moveTo>
                <a:lnTo>
                  <a:pt x="251037" y="91714"/>
                </a:lnTo>
                <a:lnTo>
                  <a:pt x="251037" y="92378"/>
                </a:lnTo>
                <a:lnTo>
                  <a:pt x="249016" y="97024"/>
                </a:lnTo>
                <a:lnTo>
                  <a:pt x="244548" y="110547"/>
                </a:lnTo>
                <a:lnTo>
                  <a:pt x="237839" y="123445"/>
                </a:lnTo>
                <a:lnTo>
                  <a:pt x="228660" y="133102"/>
                </a:lnTo>
                <a:lnTo>
                  <a:pt x="216780" y="136902"/>
                </a:lnTo>
                <a:lnTo>
                  <a:pt x="233364" y="136902"/>
                </a:lnTo>
                <a:lnTo>
                  <a:pt x="235094" y="136237"/>
                </a:lnTo>
                <a:lnTo>
                  <a:pt x="247984" y="119954"/>
                </a:lnTo>
                <a:lnTo>
                  <a:pt x="255308" y="103173"/>
                </a:lnTo>
                <a:lnTo>
                  <a:pt x="257624" y="94369"/>
                </a:lnTo>
                <a:lnTo>
                  <a:pt x="257624" y="91714"/>
                </a:lnTo>
                <a:close/>
              </a:path>
              <a:path w="257810" h="144145">
                <a:moveTo>
                  <a:pt x="32938" y="0"/>
                </a:moveTo>
                <a:lnTo>
                  <a:pt x="5558" y="27391"/>
                </a:lnTo>
                <a:lnTo>
                  <a:pt x="0" y="51835"/>
                </a:lnTo>
                <a:lnTo>
                  <a:pt x="6587" y="51835"/>
                </a:lnTo>
                <a:lnTo>
                  <a:pt x="7202" y="51171"/>
                </a:lnTo>
                <a:lnTo>
                  <a:pt x="8520" y="44525"/>
                </a:lnTo>
                <a:lnTo>
                  <a:pt x="13068" y="29074"/>
                </a:lnTo>
                <a:lnTo>
                  <a:pt x="18094" y="17112"/>
                </a:lnTo>
                <a:lnTo>
                  <a:pt x="24108" y="9387"/>
                </a:lnTo>
                <a:lnTo>
                  <a:pt x="31621" y="6646"/>
                </a:lnTo>
                <a:lnTo>
                  <a:pt x="51452" y="6646"/>
                </a:lnTo>
                <a:lnTo>
                  <a:pt x="43013" y="1733"/>
                </a:lnTo>
                <a:lnTo>
                  <a:pt x="32938" y="0"/>
                </a:lnTo>
                <a:close/>
              </a:path>
              <a:path w="257810" h="144145">
                <a:moveTo>
                  <a:pt x="198335" y="0"/>
                </a:moveTo>
                <a:lnTo>
                  <a:pt x="181869" y="2440"/>
                </a:lnTo>
                <a:lnTo>
                  <a:pt x="167932" y="9054"/>
                </a:lnTo>
                <a:lnTo>
                  <a:pt x="156350" y="18784"/>
                </a:lnTo>
                <a:lnTo>
                  <a:pt x="146950" y="30568"/>
                </a:lnTo>
                <a:lnTo>
                  <a:pt x="155623" y="30568"/>
                </a:lnTo>
                <a:lnTo>
                  <a:pt x="158621" y="26167"/>
                </a:lnTo>
                <a:lnTo>
                  <a:pt x="174612" y="12637"/>
                </a:lnTo>
                <a:lnTo>
                  <a:pt x="197017" y="6646"/>
                </a:lnTo>
                <a:lnTo>
                  <a:pt x="221046" y="6646"/>
                </a:lnTo>
                <a:lnTo>
                  <a:pt x="213994" y="2398"/>
                </a:lnTo>
                <a:lnTo>
                  <a:pt x="198335" y="0"/>
                </a:lnTo>
                <a:close/>
              </a:path>
              <a:path w="257810" h="144145">
                <a:moveTo>
                  <a:pt x="110674" y="0"/>
                </a:moveTo>
                <a:lnTo>
                  <a:pt x="91866" y="3229"/>
                </a:lnTo>
                <a:lnTo>
                  <a:pt x="77669" y="10883"/>
                </a:lnTo>
                <a:lnTo>
                  <a:pt x="67787" y="19907"/>
                </a:lnTo>
                <a:lnTo>
                  <a:pt x="61924" y="27249"/>
                </a:lnTo>
                <a:lnTo>
                  <a:pt x="70823" y="27249"/>
                </a:lnTo>
                <a:lnTo>
                  <a:pt x="74715" y="22429"/>
                </a:lnTo>
                <a:lnTo>
                  <a:pt x="89888" y="11360"/>
                </a:lnTo>
                <a:lnTo>
                  <a:pt x="110059" y="6646"/>
                </a:lnTo>
                <a:lnTo>
                  <a:pt x="134448" y="6646"/>
                </a:lnTo>
                <a:lnTo>
                  <a:pt x="130424" y="3924"/>
                </a:lnTo>
                <a:lnTo>
                  <a:pt x="123772" y="1494"/>
                </a:lnTo>
                <a:lnTo>
                  <a:pt x="117005" y="311"/>
                </a:lnTo>
                <a:lnTo>
                  <a:pt x="1106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49656" y="4232423"/>
            <a:ext cx="73660" cy="318135"/>
          </a:xfrm>
          <a:custGeom>
            <a:avLst/>
            <a:gdLst/>
            <a:ahLst/>
            <a:cxnLst/>
            <a:rect l="l" t="t" r="r" b="b"/>
            <a:pathLst>
              <a:path w="73660" h="318135">
                <a:moveTo>
                  <a:pt x="3337" y="0"/>
                </a:moveTo>
                <a:lnTo>
                  <a:pt x="1317" y="0"/>
                </a:lnTo>
                <a:lnTo>
                  <a:pt x="0" y="1336"/>
                </a:lnTo>
                <a:lnTo>
                  <a:pt x="0" y="4655"/>
                </a:lnTo>
                <a:lnTo>
                  <a:pt x="5972" y="10637"/>
                </a:lnTo>
                <a:lnTo>
                  <a:pt x="26633" y="37624"/>
                </a:lnTo>
                <a:lnTo>
                  <a:pt x="41942" y="71527"/>
                </a:lnTo>
                <a:lnTo>
                  <a:pt x="51453" y="112034"/>
                </a:lnTo>
                <a:lnTo>
                  <a:pt x="54722" y="158834"/>
                </a:lnTo>
                <a:lnTo>
                  <a:pt x="52261" y="199687"/>
                </a:lnTo>
                <a:lnTo>
                  <a:pt x="43929" y="239417"/>
                </a:lnTo>
                <a:lnTo>
                  <a:pt x="28301" y="276405"/>
                </a:lnTo>
                <a:lnTo>
                  <a:pt x="3952" y="309031"/>
                </a:lnTo>
                <a:lnTo>
                  <a:pt x="0" y="313019"/>
                </a:lnTo>
                <a:lnTo>
                  <a:pt x="0" y="316342"/>
                </a:lnTo>
                <a:lnTo>
                  <a:pt x="1317" y="317671"/>
                </a:lnTo>
                <a:lnTo>
                  <a:pt x="3338" y="317671"/>
                </a:lnTo>
                <a:lnTo>
                  <a:pt x="37874" y="282625"/>
                </a:lnTo>
                <a:lnTo>
                  <a:pt x="63163" y="229864"/>
                </a:lnTo>
                <a:lnTo>
                  <a:pt x="72303" y="180351"/>
                </a:lnTo>
                <a:lnTo>
                  <a:pt x="73168" y="158834"/>
                </a:lnTo>
                <a:lnTo>
                  <a:pt x="72282" y="138037"/>
                </a:lnTo>
                <a:lnTo>
                  <a:pt x="62607" y="86972"/>
                </a:lnTo>
                <a:lnTo>
                  <a:pt x="36762" y="33927"/>
                </a:lnTo>
                <a:lnTo>
                  <a:pt x="9373" y="3831"/>
                </a:lnTo>
                <a:lnTo>
                  <a:pt x="33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59234" y="4360357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>
                <a:moveTo>
                  <a:pt x="0" y="0"/>
                </a:moveTo>
                <a:lnTo>
                  <a:pt x="209490" y="0"/>
                </a:lnTo>
              </a:path>
            </a:pathLst>
          </a:custGeom>
          <a:ln w="126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59234" y="4422167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>
                <a:moveTo>
                  <a:pt x="0" y="0"/>
                </a:moveTo>
                <a:lnTo>
                  <a:pt x="209490" y="0"/>
                </a:lnTo>
              </a:path>
            </a:pathLst>
          </a:custGeom>
          <a:ln w="126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86689" y="4259009"/>
            <a:ext cx="132715" cy="219075"/>
          </a:xfrm>
          <a:custGeom>
            <a:avLst/>
            <a:gdLst/>
            <a:ahLst/>
            <a:cxnLst/>
            <a:rect l="l" t="t" r="r" b="b"/>
            <a:pathLst>
              <a:path w="132715" h="219075">
                <a:moveTo>
                  <a:pt x="66492" y="0"/>
                </a:moveTo>
                <a:lnTo>
                  <a:pt x="22976" y="19624"/>
                </a:lnTo>
                <a:lnTo>
                  <a:pt x="5558" y="54898"/>
                </a:lnTo>
                <a:lnTo>
                  <a:pt x="0" y="110317"/>
                </a:lnTo>
                <a:lnTo>
                  <a:pt x="422" y="129104"/>
                </a:lnTo>
                <a:lnTo>
                  <a:pt x="6670" y="168078"/>
                </a:lnTo>
                <a:lnTo>
                  <a:pt x="25943" y="202666"/>
                </a:lnTo>
                <a:lnTo>
                  <a:pt x="65877" y="218646"/>
                </a:lnTo>
                <a:lnTo>
                  <a:pt x="79810" y="217140"/>
                </a:lnTo>
                <a:lnTo>
                  <a:pt x="93676" y="212000"/>
                </a:lnTo>
                <a:lnTo>
                  <a:pt x="65877" y="212000"/>
                </a:lnTo>
                <a:lnTo>
                  <a:pt x="56046" y="210276"/>
                </a:lnTo>
                <a:lnTo>
                  <a:pt x="29601" y="173454"/>
                </a:lnTo>
                <a:lnTo>
                  <a:pt x="26438" y="123809"/>
                </a:lnTo>
                <a:lnTo>
                  <a:pt x="26400" y="90789"/>
                </a:lnTo>
                <a:lnTo>
                  <a:pt x="26680" y="76095"/>
                </a:lnTo>
                <a:lnTo>
                  <a:pt x="36121" y="25534"/>
                </a:lnTo>
                <a:lnTo>
                  <a:pt x="65877" y="7310"/>
                </a:lnTo>
                <a:lnTo>
                  <a:pt x="93810" y="7310"/>
                </a:lnTo>
                <a:lnTo>
                  <a:pt x="92700" y="6480"/>
                </a:lnTo>
                <a:lnTo>
                  <a:pt x="78357" y="1308"/>
                </a:lnTo>
                <a:lnTo>
                  <a:pt x="66492" y="0"/>
                </a:lnTo>
                <a:close/>
              </a:path>
              <a:path w="132715" h="219075">
                <a:moveTo>
                  <a:pt x="93810" y="7310"/>
                </a:moveTo>
                <a:lnTo>
                  <a:pt x="65877" y="7310"/>
                </a:lnTo>
                <a:lnTo>
                  <a:pt x="75358" y="8733"/>
                </a:lnTo>
                <a:lnTo>
                  <a:pt x="86387" y="14205"/>
                </a:lnTo>
                <a:lnTo>
                  <a:pt x="105350" y="58950"/>
                </a:lnTo>
                <a:lnTo>
                  <a:pt x="106670" y="90789"/>
                </a:lnTo>
                <a:lnTo>
                  <a:pt x="106659" y="123809"/>
                </a:lnTo>
                <a:lnTo>
                  <a:pt x="102768" y="172127"/>
                </a:lnTo>
                <a:lnTo>
                  <a:pt x="77113" y="209975"/>
                </a:lnTo>
                <a:lnTo>
                  <a:pt x="65877" y="212000"/>
                </a:lnTo>
                <a:lnTo>
                  <a:pt x="93676" y="212000"/>
                </a:lnTo>
                <a:lnTo>
                  <a:pt x="121214" y="182092"/>
                </a:lnTo>
                <a:lnTo>
                  <a:pt x="132098" y="128991"/>
                </a:lnTo>
                <a:lnTo>
                  <a:pt x="132457" y="110317"/>
                </a:lnTo>
                <a:lnTo>
                  <a:pt x="132078" y="91430"/>
                </a:lnTo>
                <a:lnTo>
                  <a:pt x="130393" y="72355"/>
                </a:lnTo>
                <a:lnTo>
                  <a:pt x="126602" y="53778"/>
                </a:lnTo>
                <a:lnTo>
                  <a:pt x="119896" y="35887"/>
                </a:lnTo>
                <a:lnTo>
                  <a:pt x="107290" y="17383"/>
                </a:lnTo>
                <a:lnTo>
                  <a:pt x="93810" y="7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58673" y="4437119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4" h="34289">
                <a:moveTo>
                  <a:pt x="26350" y="0"/>
                </a:moveTo>
                <a:lnTo>
                  <a:pt x="7905" y="0"/>
                </a:lnTo>
                <a:lnTo>
                  <a:pt x="0" y="7974"/>
                </a:lnTo>
                <a:lnTo>
                  <a:pt x="0" y="25913"/>
                </a:lnTo>
                <a:lnTo>
                  <a:pt x="7905" y="33890"/>
                </a:lnTo>
                <a:lnTo>
                  <a:pt x="26351" y="33890"/>
                </a:lnTo>
                <a:lnTo>
                  <a:pt x="33553" y="25913"/>
                </a:lnTo>
                <a:lnTo>
                  <a:pt x="33553" y="7974"/>
                </a:lnTo>
                <a:lnTo>
                  <a:pt x="26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31753" y="4259009"/>
            <a:ext cx="132715" cy="219075"/>
          </a:xfrm>
          <a:custGeom>
            <a:avLst/>
            <a:gdLst/>
            <a:ahLst/>
            <a:cxnLst/>
            <a:rect l="l" t="t" r="r" b="b"/>
            <a:pathLst>
              <a:path w="132715" h="219075">
                <a:moveTo>
                  <a:pt x="66580" y="0"/>
                </a:moveTo>
                <a:lnTo>
                  <a:pt x="22755" y="19624"/>
                </a:lnTo>
                <a:lnTo>
                  <a:pt x="5298" y="54898"/>
                </a:lnTo>
                <a:lnTo>
                  <a:pt x="0" y="110317"/>
                </a:lnTo>
                <a:lnTo>
                  <a:pt x="412" y="129104"/>
                </a:lnTo>
                <a:lnTo>
                  <a:pt x="6410" y="168078"/>
                </a:lnTo>
                <a:lnTo>
                  <a:pt x="25697" y="202666"/>
                </a:lnTo>
                <a:lnTo>
                  <a:pt x="65965" y="218646"/>
                </a:lnTo>
                <a:lnTo>
                  <a:pt x="79788" y="217140"/>
                </a:lnTo>
                <a:lnTo>
                  <a:pt x="93430" y="212000"/>
                </a:lnTo>
                <a:lnTo>
                  <a:pt x="65965" y="212000"/>
                </a:lnTo>
                <a:lnTo>
                  <a:pt x="55739" y="210276"/>
                </a:lnTo>
                <a:lnTo>
                  <a:pt x="29688" y="173454"/>
                </a:lnTo>
                <a:lnTo>
                  <a:pt x="25843" y="123809"/>
                </a:lnTo>
                <a:lnTo>
                  <a:pt x="25785" y="90789"/>
                </a:lnTo>
                <a:lnTo>
                  <a:pt x="26065" y="76095"/>
                </a:lnTo>
                <a:lnTo>
                  <a:pt x="35603" y="25534"/>
                </a:lnTo>
                <a:lnTo>
                  <a:pt x="65965" y="7310"/>
                </a:lnTo>
                <a:lnTo>
                  <a:pt x="93898" y="7310"/>
                </a:lnTo>
                <a:lnTo>
                  <a:pt x="92788" y="6480"/>
                </a:lnTo>
                <a:lnTo>
                  <a:pt x="78444" y="1308"/>
                </a:lnTo>
                <a:lnTo>
                  <a:pt x="66580" y="0"/>
                </a:lnTo>
                <a:close/>
              </a:path>
              <a:path w="132715" h="219075">
                <a:moveTo>
                  <a:pt x="93898" y="7310"/>
                </a:moveTo>
                <a:lnTo>
                  <a:pt x="65965" y="7310"/>
                </a:lnTo>
                <a:lnTo>
                  <a:pt x="75336" y="8733"/>
                </a:lnTo>
                <a:lnTo>
                  <a:pt x="86123" y="14205"/>
                </a:lnTo>
                <a:lnTo>
                  <a:pt x="104735" y="58950"/>
                </a:lnTo>
                <a:lnTo>
                  <a:pt x="106055" y="123809"/>
                </a:lnTo>
                <a:lnTo>
                  <a:pt x="105700" y="140475"/>
                </a:lnTo>
                <a:lnTo>
                  <a:pt x="97166" y="190973"/>
                </a:lnTo>
                <a:lnTo>
                  <a:pt x="65965" y="212000"/>
                </a:lnTo>
                <a:lnTo>
                  <a:pt x="93430" y="212000"/>
                </a:lnTo>
                <a:lnTo>
                  <a:pt x="120599" y="182092"/>
                </a:lnTo>
                <a:lnTo>
                  <a:pt x="132089" y="128991"/>
                </a:lnTo>
                <a:lnTo>
                  <a:pt x="132457" y="110317"/>
                </a:lnTo>
                <a:lnTo>
                  <a:pt x="132079" y="91430"/>
                </a:lnTo>
                <a:lnTo>
                  <a:pt x="130404" y="72355"/>
                </a:lnTo>
                <a:lnTo>
                  <a:pt x="126639" y="53778"/>
                </a:lnTo>
                <a:lnTo>
                  <a:pt x="119984" y="35887"/>
                </a:lnTo>
                <a:lnTo>
                  <a:pt x="107378" y="17383"/>
                </a:lnTo>
                <a:lnTo>
                  <a:pt x="93898" y="7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05054" y="4259009"/>
            <a:ext cx="103505" cy="212090"/>
          </a:xfrm>
          <a:custGeom>
            <a:avLst/>
            <a:gdLst/>
            <a:ahLst/>
            <a:cxnLst/>
            <a:rect l="l" t="t" r="r" b="b"/>
            <a:pathLst>
              <a:path w="103504" h="212089">
                <a:moveTo>
                  <a:pt x="103471" y="202032"/>
                </a:moveTo>
                <a:lnTo>
                  <a:pt x="2020" y="202032"/>
                </a:lnTo>
                <a:lnTo>
                  <a:pt x="2020" y="212000"/>
                </a:lnTo>
                <a:lnTo>
                  <a:pt x="12632" y="211232"/>
                </a:lnTo>
                <a:lnTo>
                  <a:pt x="26636" y="210837"/>
                </a:lnTo>
                <a:lnTo>
                  <a:pt x="41003" y="210692"/>
                </a:lnTo>
                <a:lnTo>
                  <a:pt x="103471" y="210692"/>
                </a:lnTo>
                <a:lnTo>
                  <a:pt x="103471" y="202032"/>
                </a:lnTo>
                <a:close/>
              </a:path>
              <a:path w="103504" h="212089">
                <a:moveTo>
                  <a:pt x="103471" y="210692"/>
                </a:moveTo>
                <a:lnTo>
                  <a:pt x="64451" y="210692"/>
                </a:lnTo>
                <a:lnTo>
                  <a:pt x="78844" y="210837"/>
                </a:lnTo>
                <a:lnTo>
                  <a:pt x="92858" y="211232"/>
                </a:lnTo>
                <a:lnTo>
                  <a:pt x="103471" y="212000"/>
                </a:lnTo>
                <a:lnTo>
                  <a:pt x="103471" y="210692"/>
                </a:lnTo>
                <a:close/>
              </a:path>
              <a:path w="103504" h="212089">
                <a:moveTo>
                  <a:pt x="64559" y="21930"/>
                </a:moveTo>
                <a:lnTo>
                  <a:pt x="40844" y="21930"/>
                </a:lnTo>
                <a:lnTo>
                  <a:pt x="40844" y="186747"/>
                </a:lnTo>
                <a:lnTo>
                  <a:pt x="40304" y="193900"/>
                </a:lnTo>
                <a:lnTo>
                  <a:pt x="36990" y="198624"/>
                </a:lnTo>
                <a:lnTo>
                  <a:pt x="28356" y="201231"/>
                </a:lnTo>
                <a:lnTo>
                  <a:pt x="11858" y="202032"/>
                </a:lnTo>
                <a:lnTo>
                  <a:pt x="93546" y="202032"/>
                </a:lnTo>
                <a:lnTo>
                  <a:pt x="77085" y="201326"/>
                </a:lnTo>
                <a:lnTo>
                  <a:pt x="68446" y="198876"/>
                </a:lnTo>
                <a:lnTo>
                  <a:pt x="65111" y="194183"/>
                </a:lnTo>
                <a:lnTo>
                  <a:pt x="64560" y="186747"/>
                </a:lnTo>
                <a:lnTo>
                  <a:pt x="64559" y="21930"/>
                </a:lnTo>
                <a:close/>
              </a:path>
              <a:path w="103504" h="212089">
                <a:moveTo>
                  <a:pt x="64559" y="0"/>
                </a:moveTo>
                <a:lnTo>
                  <a:pt x="57357" y="0"/>
                </a:lnTo>
                <a:lnTo>
                  <a:pt x="41453" y="11911"/>
                </a:lnTo>
                <a:lnTo>
                  <a:pt x="24989" y="18027"/>
                </a:lnTo>
                <a:lnTo>
                  <a:pt x="10370" y="20281"/>
                </a:lnTo>
                <a:lnTo>
                  <a:pt x="0" y="20603"/>
                </a:lnTo>
                <a:lnTo>
                  <a:pt x="0" y="30568"/>
                </a:lnTo>
                <a:lnTo>
                  <a:pt x="6591" y="30433"/>
                </a:lnTo>
                <a:lnTo>
                  <a:pt x="16502" y="29488"/>
                </a:lnTo>
                <a:lnTo>
                  <a:pt x="28372" y="26924"/>
                </a:lnTo>
                <a:lnTo>
                  <a:pt x="40844" y="21930"/>
                </a:lnTo>
                <a:lnTo>
                  <a:pt x="64559" y="21930"/>
                </a:lnTo>
                <a:lnTo>
                  <a:pt x="645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9325" y="5123177"/>
            <a:ext cx="168910" cy="162560"/>
          </a:xfrm>
          <a:custGeom>
            <a:avLst/>
            <a:gdLst/>
            <a:ahLst/>
            <a:cxnLst/>
            <a:rect l="l" t="t" r="r" b="b"/>
            <a:pathLst>
              <a:path w="168909" h="162560">
                <a:moveTo>
                  <a:pt x="68742" y="154953"/>
                </a:moveTo>
                <a:lnTo>
                  <a:pt x="0" y="154953"/>
                </a:lnTo>
                <a:lnTo>
                  <a:pt x="0" y="162407"/>
                </a:lnTo>
                <a:lnTo>
                  <a:pt x="3461" y="162407"/>
                </a:lnTo>
                <a:lnTo>
                  <a:pt x="33630" y="161910"/>
                </a:lnTo>
                <a:lnTo>
                  <a:pt x="68742" y="161910"/>
                </a:lnTo>
                <a:lnTo>
                  <a:pt x="68742" y="154953"/>
                </a:lnTo>
                <a:close/>
              </a:path>
              <a:path w="168909" h="162560">
                <a:moveTo>
                  <a:pt x="68742" y="161910"/>
                </a:moveTo>
                <a:lnTo>
                  <a:pt x="53907" y="161910"/>
                </a:lnTo>
                <a:lnTo>
                  <a:pt x="58853" y="162407"/>
                </a:lnTo>
                <a:lnTo>
                  <a:pt x="68742" y="162407"/>
                </a:lnTo>
                <a:lnTo>
                  <a:pt x="68742" y="161910"/>
                </a:lnTo>
                <a:close/>
              </a:path>
              <a:path w="168909" h="162560">
                <a:moveTo>
                  <a:pt x="81605" y="7447"/>
                </a:moveTo>
                <a:lnTo>
                  <a:pt x="48467" y="7447"/>
                </a:lnTo>
                <a:lnTo>
                  <a:pt x="52424" y="7943"/>
                </a:lnTo>
                <a:lnTo>
                  <a:pt x="55391" y="7943"/>
                </a:lnTo>
                <a:lnTo>
                  <a:pt x="59347" y="8446"/>
                </a:lnTo>
                <a:lnTo>
                  <a:pt x="60831" y="9439"/>
                </a:lnTo>
                <a:lnTo>
                  <a:pt x="60831" y="12914"/>
                </a:lnTo>
                <a:lnTo>
                  <a:pt x="60337" y="13411"/>
                </a:lnTo>
                <a:lnTo>
                  <a:pt x="59842" y="16390"/>
                </a:lnTo>
                <a:lnTo>
                  <a:pt x="28190" y="144030"/>
                </a:lnTo>
                <a:lnTo>
                  <a:pt x="25717" y="152967"/>
                </a:lnTo>
                <a:lnTo>
                  <a:pt x="25223" y="154953"/>
                </a:lnTo>
                <a:lnTo>
                  <a:pt x="46489" y="154953"/>
                </a:lnTo>
                <a:lnTo>
                  <a:pt x="46489" y="149492"/>
                </a:lnTo>
                <a:lnTo>
                  <a:pt x="47478" y="146513"/>
                </a:lnTo>
                <a:lnTo>
                  <a:pt x="61820" y="87412"/>
                </a:lnTo>
                <a:lnTo>
                  <a:pt x="102374" y="87412"/>
                </a:lnTo>
                <a:lnTo>
                  <a:pt x="126918" y="83120"/>
                </a:lnTo>
                <a:lnTo>
                  <a:pt x="130946" y="80951"/>
                </a:lnTo>
                <a:lnTo>
                  <a:pt x="62807" y="80951"/>
                </a:lnTo>
                <a:lnTo>
                  <a:pt x="79133" y="16390"/>
                </a:lnTo>
                <a:lnTo>
                  <a:pt x="81111" y="8446"/>
                </a:lnTo>
                <a:lnTo>
                  <a:pt x="81605" y="7447"/>
                </a:lnTo>
                <a:close/>
              </a:path>
              <a:path w="168909" h="162560">
                <a:moveTo>
                  <a:pt x="122154" y="0"/>
                </a:moveTo>
                <a:lnTo>
                  <a:pt x="38576" y="0"/>
                </a:lnTo>
                <a:lnTo>
                  <a:pt x="38576" y="7447"/>
                </a:lnTo>
                <a:lnTo>
                  <a:pt x="114737" y="7447"/>
                </a:lnTo>
                <a:lnTo>
                  <a:pt x="127899" y="8712"/>
                </a:lnTo>
                <a:lnTo>
                  <a:pt x="138046" y="12726"/>
                </a:lnTo>
                <a:lnTo>
                  <a:pt x="144576" y="19813"/>
                </a:lnTo>
                <a:lnTo>
                  <a:pt x="146886" y="30298"/>
                </a:lnTo>
                <a:lnTo>
                  <a:pt x="145967" y="39065"/>
                </a:lnTo>
                <a:lnTo>
                  <a:pt x="123355" y="75087"/>
                </a:lnTo>
                <a:lnTo>
                  <a:pt x="96440" y="80951"/>
                </a:lnTo>
                <a:lnTo>
                  <a:pt x="130946" y="80951"/>
                </a:lnTo>
                <a:lnTo>
                  <a:pt x="148122" y="71704"/>
                </a:lnTo>
                <a:lnTo>
                  <a:pt x="163019" y="55352"/>
                </a:lnTo>
                <a:lnTo>
                  <a:pt x="168644" y="36255"/>
                </a:lnTo>
                <a:lnTo>
                  <a:pt x="165693" y="22838"/>
                </a:lnTo>
                <a:lnTo>
                  <a:pt x="156899" y="11236"/>
                </a:lnTo>
                <a:lnTo>
                  <a:pt x="142356" y="3080"/>
                </a:lnTo>
                <a:lnTo>
                  <a:pt x="122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7647" y="5107283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907" y="0"/>
                </a:moveTo>
                <a:lnTo>
                  <a:pt x="26482" y="26611"/>
                </a:lnTo>
                <a:lnTo>
                  <a:pt x="7510" y="66040"/>
                </a:lnTo>
                <a:lnTo>
                  <a:pt x="0" y="118703"/>
                </a:lnTo>
                <a:lnTo>
                  <a:pt x="664" y="134534"/>
                </a:lnTo>
                <a:lnTo>
                  <a:pt x="7927" y="172896"/>
                </a:lnTo>
                <a:lnTo>
                  <a:pt x="27317" y="212256"/>
                </a:lnTo>
                <a:lnTo>
                  <a:pt x="53907" y="237401"/>
                </a:lnTo>
                <a:lnTo>
                  <a:pt x="54896" y="236904"/>
                </a:lnTo>
                <a:lnTo>
                  <a:pt x="54896" y="233925"/>
                </a:lnTo>
                <a:lnTo>
                  <a:pt x="50940" y="229947"/>
                </a:lnTo>
                <a:lnTo>
                  <a:pt x="32624" y="205163"/>
                </a:lnTo>
                <a:lnTo>
                  <a:pt x="21264" y="176932"/>
                </a:lnTo>
                <a:lnTo>
                  <a:pt x="15468" y="147397"/>
                </a:lnTo>
                <a:lnTo>
                  <a:pt x="13846" y="118703"/>
                </a:lnTo>
                <a:lnTo>
                  <a:pt x="15692" y="87963"/>
                </a:lnTo>
                <a:lnTo>
                  <a:pt x="21944" y="58295"/>
                </a:lnTo>
                <a:lnTo>
                  <a:pt x="33667" y="30771"/>
                </a:lnTo>
                <a:lnTo>
                  <a:pt x="51929" y="6460"/>
                </a:lnTo>
                <a:lnTo>
                  <a:pt x="54896" y="3971"/>
                </a:lnTo>
                <a:lnTo>
                  <a:pt x="54896" y="992"/>
                </a:lnTo>
                <a:lnTo>
                  <a:pt x="53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8380" y="5230952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9748" y="52262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271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8380" y="5147014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97294" y="5180788"/>
            <a:ext cx="193675" cy="107314"/>
          </a:xfrm>
          <a:custGeom>
            <a:avLst/>
            <a:gdLst/>
            <a:ahLst/>
            <a:cxnLst/>
            <a:rect l="l" t="t" r="r" b="b"/>
            <a:pathLst>
              <a:path w="193675" h="107314">
                <a:moveTo>
                  <a:pt x="38992" y="4964"/>
                </a:moveTo>
                <a:lnTo>
                  <a:pt x="27698" y="4964"/>
                </a:lnTo>
                <a:lnTo>
                  <a:pt x="31160" y="6950"/>
                </a:lnTo>
                <a:lnTo>
                  <a:pt x="31160" y="20858"/>
                </a:lnTo>
                <a:lnTo>
                  <a:pt x="30665" y="23340"/>
                </a:lnTo>
                <a:lnTo>
                  <a:pt x="27698" y="35759"/>
                </a:lnTo>
                <a:lnTo>
                  <a:pt x="13846" y="90888"/>
                </a:lnTo>
                <a:lnTo>
                  <a:pt x="13351" y="94363"/>
                </a:lnTo>
                <a:lnTo>
                  <a:pt x="11868" y="99824"/>
                </a:lnTo>
                <a:lnTo>
                  <a:pt x="11868" y="105292"/>
                </a:lnTo>
                <a:lnTo>
                  <a:pt x="14835" y="107278"/>
                </a:lnTo>
                <a:lnTo>
                  <a:pt x="21270" y="107278"/>
                </a:lnTo>
                <a:lnTo>
                  <a:pt x="25720" y="105292"/>
                </a:lnTo>
                <a:lnTo>
                  <a:pt x="27204" y="100817"/>
                </a:lnTo>
                <a:lnTo>
                  <a:pt x="27698" y="100321"/>
                </a:lnTo>
                <a:lnTo>
                  <a:pt x="30171" y="88902"/>
                </a:lnTo>
                <a:lnTo>
                  <a:pt x="31654" y="82937"/>
                </a:lnTo>
                <a:lnTo>
                  <a:pt x="37094" y="61582"/>
                </a:lnTo>
                <a:lnTo>
                  <a:pt x="38577" y="56618"/>
                </a:lnTo>
                <a:lnTo>
                  <a:pt x="40061" y="51156"/>
                </a:lnTo>
                <a:lnTo>
                  <a:pt x="41050" y="45695"/>
                </a:lnTo>
                <a:lnTo>
                  <a:pt x="42039" y="41717"/>
                </a:lnTo>
                <a:lnTo>
                  <a:pt x="44017" y="34766"/>
                </a:lnTo>
                <a:lnTo>
                  <a:pt x="44017" y="34270"/>
                </a:lnTo>
                <a:lnTo>
                  <a:pt x="48375" y="26549"/>
                </a:lnTo>
                <a:lnTo>
                  <a:pt x="53390" y="20362"/>
                </a:lnTo>
                <a:lnTo>
                  <a:pt x="46489" y="20362"/>
                </a:lnTo>
                <a:lnTo>
                  <a:pt x="44202" y="11522"/>
                </a:lnTo>
                <a:lnTo>
                  <a:pt x="39319" y="5151"/>
                </a:lnTo>
                <a:lnTo>
                  <a:pt x="38992" y="4964"/>
                </a:lnTo>
                <a:close/>
              </a:path>
              <a:path w="193675" h="107314">
                <a:moveTo>
                  <a:pt x="101682" y="4964"/>
                </a:moveTo>
                <a:lnTo>
                  <a:pt x="93474" y="4964"/>
                </a:lnTo>
                <a:lnTo>
                  <a:pt x="95452" y="13907"/>
                </a:lnTo>
                <a:lnTo>
                  <a:pt x="95452" y="27815"/>
                </a:lnTo>
                <a:lnTo>
                  <a:pt x="93968" y="34270"/>
                </a:lnTo>
                <a:lnTo>
                  <a:pt x="91990" y="41220"/>
                </a:lnTo>
                <a:lnTo>
                  <a:pt x="80617" y="86916"/>
                </a:lnTo>
                <a:lnTo>
                  <a:pt x="79628" y="91881"/>
                </a:lnTo>
                <a:lnTo>
                  <a:pt x="77650" y="99824"/>
                </a:lnTo>
                <a:lnTo>
                  <a:pt x="77650" y="105292"/>
                </a:lnTo>
                <a:lnTo>
                  <a:pt x="80617" y="107278"/>
                </a:lnTo>
                <a:lnTo>
                  <a:pt x="91496" y="107278"/>
                </a:lnTo>
                <a:lnTo>
                  <a:pt x="92979" y="101314"/>
                </a:lnTo>
                <a:lnTo>
                  <a:pt x="94957" y="93866"/>
                </a:lnTo>
                <a:lnTo>
                  <a:pt x="98332" y="80455"/>
                </a:lnTo>
                <a:lnTo>
                  <a:pt x="102498" y="63634"/>
                </a:lnTo>
                <a:lnTo>
                  <a:pt x="106501" y="47563"/>
                </a:lnTo>
                <a:lnTo>
                  <a:pt x="109298" y="36752"/>
                </a:lnTo>
                <a:lnTo>
                  <a:pt x="111926" y="30528"/>
                </a:lnTo>
                <a:lnTo>
                  <a:pt x="117101" y="22844"/>
                </a:lnTo>
                <a:lnTo>
                  <a:pt x="110287" y="22844"/>
                </a:lnTo>
                <a:lnTo>
                  <a:pt x="110271" y="19741"/>
                </a:lnTo>
                <a:lnTo>
                  <a:pt x="109298" y="11922"/>
                </a:lnTo>
                <a:lnTo>
                  <a:pt x="102869" y="5957"/>
                </a:lnTo>
                <a:lnTo>
                  <a:pt x="101682" y="4964"/>
                </a:lnTo>
                <a:close/>
              </a:path>
              <a:path w="193675" h="107314">
                <a:moveTo>
                  <a:pt x="165924" y="4964"/>
                </a:moveTo>
                <a:lnTo>
                  <a:pt x="158260" y="4964"/>
                </a:lnTo>
                <a:lnTo>
                  <a:pt x="160693" y="12788"/>
                </a:lnTo>
                <a:lnTo>
                  <a:pt x="160733" y="21851"/>
                </a:lnTo>
                <a:lnTo>
                  <a:pt x="150510" y="63128"/>
                </a:lnTo>
                <a:lnTo>
                  <a:pt x="143885" y="80542"/>
                </a:lnTo>
                <a:lnTo>
                  <a:pt x="142931" y="82937"/>
                </a:lnTo>
                <a:lnTo>
                  <a:pt x="162711" y="107278"/>
                </a:lnTo>
                <a:lnTo>
                  <a:pt x="175617" y="102313"/>
                </a:lnTo>
                <a:lnTo>
                  <a:pt x="159249" y="102313"/>
                </a:lnTo>
                <a:lnTo>
                  <a:pt x="157271" y="99824"/>
                </a:lnTo>
                <a:lnTo>
                  <a:pt x="157271" y="88405"/>
                </a:lnTo>
                <a:lnTo>
                  <a:pt x="159249" y="82937"/>
                </a:lnTo>
                <a:lnTo>
                  <a:pt x="161722" y="77476"/>
                </a:lnTo>
                <a:lnTo>
                  <a:pt x="165841" y="65977"/>
                </a:lnTo>
                <a:lnTo>
                  <a:pt x="170564" y="51776"/>
                </a:lnTo>
                <a:lnTo>
                  <a:pt x="174453" y="37387"/>
                </a:lnTo>
                <a:lnTo>
                  <a:pt x="176069" y="25326"/>
                </a:lnTo>
                <a:lnTo>
                  <a:pt x="174322" y="14876"/>
                </a:lnTo>
                <a:lnTo>
                  <a:pt x="169143" y="6891"/>
                </a:lnTo>
                <a:lnTo>
                  <a:pt x="165924" y="4964"/>
                </a:lnTo>
                <a:close/>
              </a:path>
              <a:path w="193675" h="107314">
                <a:moveTo>
                  <a:pt x="193377" y="68540"/>
                </a:moveTo>
                <a:lnTo>
                  <a:pt x="188431" y="68540"/>
                </a:lnTo>
                <a:lnTo>
                  <a:pt x="188431" y="69036"/>
                </a:lnTo>
                <a:lnTo>
                  <a:pt x="186948" y="72511"/>
                </a:lnTo>
                <a:lnTo>
                  <a:pt x="183587" y="82616"/>
                </a:lnTo>
                <a:lnTo>
                  <a:pt x="178602" y="92255"/>
                </a:lnTo>
                <a:lnTo>
                  <a:pt x="171855" y="99473"/>
                </a:lnTo>
                <a:lnTo>
                  <a:pt x="163205" y="102313"/>
                </a:lnTo>
                <a:lnTo>
                  <a:pt x="175617" y="102313"/>
                </a:lnTo>
                <a:lnTo>
                  <a:pt x="176893" y="101822"/>
                </a:lnTo>
                <a:lnTo>
                  <a:pt x="186391" y="89708"/>
                </a:lnTo>
                <a:lnTo>
                  <a:pt x="191715" y="77315"/>
                </a:lnTo>
                <a:lnTo>
                  <a:pt x="193377" y="71022"/>
                </a:lnTo>
                <a:lnTo>
                  <a:pt x="193377" y="68540"/>
                </a:lnTo>
                <a:close/>
              </a:path>
              <a:path w="193675" h="107314">
                <a:moveTo>
                  <a:pt x="24731" y="0"/>
                </a:moveTo>
                <a:lnTo>
                  <a:pt x="13846" y="0"/>
                </a:lnTo>
                <a:lnTo>
                  <a:pt x="9395" y="8943"/>
                </a:lnTo>
                <a:lnTo>
                  <a:pt x="7417" y="13411"/>
                </a:lnTo>
                <a:lnTo>
                  <a:pt x="2967" y="21851"/>
                </a:lnTo>
                <a:lnTo>
                  <a:pt x="0" y="35759"/>
                </a:lnTo>
                <a:lnTo>
                  <a:pt x="0" y="38738"/>
                </a:lnTo>
                <a:lnTo>
                  <a:pt x="5439" y="38738"/>
                </a:lnTo>
                <a:lnTo>
                  <a:pt x="10044" y="21729"/>
                </a:lnTo>
                <a:lnTo>
                  <a:pt x="13723" y="12788"/>
                </a:lnTo>
                <a:lnTo>
                  <a:pt x="18330" y="7013"/>
                </a:lnTo>
                <a:lnTo>
                  <a:pt x="24237" y="4964"/>
                </a:lnTo>
                <a:lnTo>
                  <a:pt x="38992" y="4964"/>
                </a:lnTo>
                <a:lnTo>
                  <a:pt x="32581" y="1295"/>
                </a:lnTo>
                <a:lnTo>
                  <a:pt x="24731" y="0"/>
                </a:lnTo>
                <a:close/>
              </a:path>
              <a:path w="193675" h="107314">
                <a:moveTo>
                  <a:pt x="148865" y="0"/>
                </a:moveTo>
                <a:lnTo>
                  <a:pt x="136578" y="1824"/>
                </a:lnTo>
                <a:lnTo>
                  <a:pt x="126238" y="6767"/>
                </a:lnTo>
                <a:lnTo>
                  <a:pt x="117566" y="14038"/>
                </a:lnTo>
                <a:lnTo>
                  <a:pt x="110287" y="22844"/>
                </a:lnTo>
                <a:lnTo>
                  <a:pt x="117101" y="22844"/>
                </a:lnTo>
                <a:lnTo>
                  <a:pt x="119191" y="19741"/>
                </a:lnTo>
                <a:lnTo>
                  <a:pt x="131278" y="9512"/>
                </a:lnTo>
                <a:lnTo>
                  <a:pt x="148370" y="4964"/>
                </a:lnTo>
                <a:lnTo>
                  <a:pt x="165924" y="4964"/>
                </a:lnTo>
                <a:lnTo>
                  <a:pt x="160626" y="1793"/>
                </a:lnTo>
                <a:lnTo>
                  <a:pt x="148865" y="0"/>
                </a:lnTo>
                <a:close/>
              </a:path>
              <a:path w="193675" h="107314">
                <a:moveTo>
                  <a:pt x="89518" y="0"/>
                </a:moveTo>
                <a:lnTo>
                  <a:pt x="50963" y="14876"/>
                </a:lnTo>
                <a:lnTo>
                  <a:pt x="46489" y="20362"/>
                </a:lnTo>
                <a:lnTo>
                  <a:pt x="53390" y="20362"/>
                </a:lnTo>
                <a:lnTo>
                  <a:pt x="56257" y="16824"/>
                </a:lnTo>
                <a:lnTo>
                  <a:pt x="67663" y="8496"/>
                </a:lnTo>
                <a:lnTo>
                  <a:pt x="82595" y="4964"/>
                </a:lnTo>
                <a:lnTo>
                  <a:pt x="101682" y="4964"/>
                </a:lnTo>
                <a:lnTo>
                  <a:pt x="96935" y="992"/>
                </a:lnTo>
                <a:lnTo>
                  <a:pt x="89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0970" y="5107283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08035" y="5230952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29639" y="52262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08035" y="5147014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65089" y="5180788"/>
            <a:ext cx="87630" cy="107314"/>
          </a:xfrm>
          <a:custGeom>
            <a:avLst/>
            <a:gdLst/>
            <a:ahLst/>
            <a:cxnLst/>
            <a:rect l="l" t="t" r="r" b="b"/>
            <a:pathLst>
              <a:path w="87630" h="107314">
                <a:moveTo>
                  <a:pt x="18263" y="68540"/>
                </a:moveTo>
                <a:lnTo>
                  <a:pt x="6923" y="68540"/>
                </a:lnTo>
                <a:lnTo>
                  <a:pt x="0" y="73504"/>
                </a:lnTo>
                <a:lnTo>
                  <a:pt x="0" y="84433"/>
                </a:lnTo>
                <a:lnTo>
                  <a:pt x="2398" y="93658"/>
                </a:lnTo>
                <a:lnTo>
                  <a:pt x="9197" y="100882"/>
                </a:lnTo>
                <a:lnTo>
                  <a:pt x="19804" y="105593"/>
                </a:lnTo>
                <a:lnTo>
                  <a:pt x="33626" y="107278"/>
                </a:lnTo>
                <a:lnTo>
                  <a:pt x="57315" y="102614"/>
                </a:lnTo>
                <a:lnTo>
                  <a:pt x="57710" y="102313"/>
                </a:lnTo>
                <a:lnTo>
                  <a:pt x="34087" y="102313"/>
                </a:lnTo>
                <a:lnTo>
                  <a:pt x="29157" y="102111"/>
                </a:lnTo>
                <a:lnTo>
                  <a:pt x="21247" y="100699"/>
                </a:lnTo>
                <a:lnTo>
                  <a:pt x="12966" y="96865"/>
                </a:lnTo>
                <a:lnTo>
                  <a:pt x="6923" y="89398"/>
                </a:lnTo>
                <a:lnTo>
                  <a:pt x="17380" y="89398"/>
                </a:lnTo>
                <a:lnTo>
                  <a:pt x="21758" y="83440"/>
                </a:lnTo>
                <a:lnTo>
                  <a:pt x="21758" y="71518"/>
                </a:lnTo>
                <a:lnTo>
                  <a:pt x="18263" y="68540"/>
                </a:lnTo>
                <a:close/>
              </a:path>
              <a:path w="87630" h="107314">
                <a:moveTo>
                  <a:pt x="58812" y="0"/>
                </a:moveTo>
                <a:lnTo>
                  <a:pt x="39430" y="3887"/>
                </a:lnTo>
                <a:lnTo>
                  <a:pt x="27131" y="13222"/>
                </a:lnTo>
                <a:lnTo>
                  <a:pt x="20668" y="24514"/>
                </a:lnTo>
                <a:lnTo>
                  <a:pt x="18791" y="34270"/>
                </a:lnTo>
                <a:lnTo>
                  <a:pt x="21680" y="45747"/>
                </a:lnTo>
                <a:lnTo>
                  <a:pt x="28557" y="52707"/>
                </a:lnTo>
                <a:lnTo>
                  <a:pt x="36732" y="56408"/>
                </a:lnTo>
                <a:lnTo>
                  <a:pt x="43516" y="58107"/>
                </a:lnTo>
                <a:lnTo>
                  <a:pt x="52303" y="60132"/>
                </a:lnTo>
                <a:lnTo>
                  <a:pt x="60065" y="63135"/>
                </a:lnTo>
                <a:lnTo>
                  <a:pt x="65601" y="68094"/>
                </a:lnTo>
                <a:lnTo>
                  <a:pt x="67713" y="75987"/>
                </a:lnTo>
                <a:lnTo>
                  <a:pt x="66428" y="82823"/>
                </a:lnTo>
                <a:lnTo>
                  <a:pt x="61483" y="91570"/>
                </a:lnTo>
                <a:lnTo>
                  <a:pt x="51246" y="99107"/>
                </a:lnTo>
                <a:lnTo>
                  <a:pt x="34087" y="102313"/>
                </a:lnTo>
                <a:lnTo>
                  <a:pt x="57710" y="102313"/>
                </a:lnTo>
                <a:lnTo>
                  <a:pt x="71826" y="91570"/>
                </a:lnTo>
                <a:lnTo>
                  <a:pt x="79105" y="78572"/>
                </a:lnTo>
                <a:lnTo>
                  <a:pt x="81088" y="68094"/>
                </a:lnTo>
                <a:lnTo>
                  <a:pt x="81098" y="59596"/>
                </a:lnTo>
                <a:lnTo>
                  <a:pt x="76614" y="53639"/>
                </a:lnTo>
                <a:lnTo>
                  <a:pt x="50439" y="40724"/>
                </a:lnTo>
                <a:lnTo>
                  <a:pt x="41999" y="38738"/>
                </a:lnTo>
                <a:lnTo>
                  <a:pt x="32637" y="37248"/>
                </a:lnTo>
                <a:lnTo>
                  <a:pt x="32637" y="26326"/>
                </a:lnTo>
                <a:lnTo>
                  <a:pt x="33806" y="20053"/>
                </a:lnTo>
                <a:lnTo>
                  <a:pt x="37936" y="13036"/>
                </a:lnTo>
                <a:lnTo>
                  <a:pt x="45960" y="7324"/>
                </a:lnTo>
                <a:lnTo>
                  <a:pt x="58812" y="4964"/>
                </a:lnTo>
                <a:lnTo>
                  <a:pt x="77361" y="4964"/>
                </a:lnTo>
                <a:lnTo>
                  <a:pt x="70732" y="1645"/>
                </a:lnTo>
                <a:lnTo>
                  <a:pt x="58812" y="0"/>
                </a:lnTo>
                <a:close/>
              </a:path>
              <a:path w="87630" h="107314">
                <a:moveTo>
                  <a:pt x="17380" y="89398"/>
                </a:moveTo>
                <a:lnTo>
                  <a:pt x="6923" y="89398"/>
                </a:lnTo>
                <a:lnTo>
                  <a:pt x="16285" y="90888"/>
                </a:lnTo>
                <a:lnTo>
                  <a:pt x="17380" y="89398"/>
                </a:lnTo>
                <a:close/>
              </a:path>
              <a:path w="87630" h="107314">
                <a:moveTo>
                  <a:pt x="77361" y="4964"/>
                </a:moveTo>
                <a:lnTo>
                  <a:pt x="64746" y="4964"/>
                </a:lnTo>
                <a:lnTo>
                  <a:pt x="76614" y="6950"/>
                </a:lnTo>
                <a:lnTo>
                  <a:pt x="80109" y="15893"/>
                </a:lnTo>
                <a:lnTo>
                  <a:pt x="73647" y="16390"/>
                </a:lnTo>
                <a:lnTo>
                  <a:pt x="68702" y="21355"/>
                </a:lnTo>
                <a:lnTo>
                  <a:pt x="68702" y="29801"/>
                </a:lnTo>
                <a:lnTo>
                  <a:pt x="70680" y="33773"/>
                </a:lnTo>
                <a:lnTo>
                  <a:pt x="81098" y="33773"/>
                </a:lnTo>
                <a:lnTo>
                  <a:pt x="87032" y="29305"/>
                </a:lnTo>
                <a:lnTo>
                  <a:pt x="87032" y="20362"/>
                </a:lnTo>
                <a:lnTo>
                  <a:pt x="85126" y="12572"/>
                </a:lnTo>
                <a:lnTo>
                  <a:pt x="79598" y="6085"/>
                </a:lnTo>
                <a:lnTo>
                  <a:pt x="77361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77308" y="5107283"/>
            <a:ext cx="54610" cy="237490"/>
          </a:xfrm>
          <a:custGeom>
            <a:avLst/>
            <a:gdLst/>
            <a:ahLst/>
            <a:cxnLst/>
            <a:rect l="l" t="t" r="r" b="b"/>
            <a:pathLst>
              <a:path w="54610" h="237489">
                <a:moveTo>
                  <a:pt x="1978" y="0"/>
                </a:moveTo>
                <a:lnTo>
                  <a:pt x="527" y="0"/>
                </a:lnTo>
                <a:lnTo>
                  <a:pt x="0" y="992"/>
                </a:lnTo>
                <a:lnTo>
                  <a:pt x="0" y="3971"/>
                </a:lnTo>
                <a:lnTo>
                  <a:pt x="4483" y="7950"/>
                </a:lnTo>
                <a:lnTo>
                  <a:pt x="19992" y="28397"/>
                </a:lnTo>
                <a:lnTo>
                  <a:pt x="31483" y="53827"/>
                </a:lnTo>
                <a:lnTo>
                  <a:pt x="38622" y="84006"/>
                </a:lnTo>
                <a:lnTo>
                  <a:pt x="41076" y="118703"/>
                </a:lnTo>
                <a:lnTo>
                  <a:pt x="39229" y="149239"/>
                </a:lnTo>
                <a:lnTo>
                  <a:pt x="32975" y="178982"/>
                </a:lnTo>
                <a:lnTo>
                  <a:pt x="21244" y="206769"/>
                </a:lnTo>
                <a:lnTo>
                  <a:pt x="2967" y="231436"/>
                </a:lnTo>
                <a:lnTo>
                  <a:pt x="0" y="233925"/>
                </a:lnTo>
                <a:lnTo>
                  <a:pt x="0" y="236904"/>
                </a:lnTo>
                <a:lnTo>
                  <a:pt x="527" y="237401"/>
                </a:lnTo>
                <a:lnTo>
                  <a:pt x="1978" y="237401"/>
                </a:lnTo>
                <a:lnTo>
                  <a:pt x="6960" y="234444"/>
                </a:lnTo>
                <a:lnTo>
                  <a:pt x="39560" y="191209"/>
                </a:lnTo>
                <a:lnTo>
                  <a:pt x="51626" y="152908"/>
                </a:lnTo>
                <a:lnTo>
                  <a:pt x="54395" y="118703"/>
                </a:lnTo>
                <a:lnTo>
                  <a:pt x="53813" y="103159"/>
                </a:lnTo>
                <a:lnTo>
                  <a:pt x="46912" y="64994"/>
                </a:lnTo>
                <a:lnTo>
                  <a:pt x="27587" y="25564"/>
                </a:lnTo>
                <a:lnTo>
                  <a:pt x="6813" y="2933"/>
                </a:lnTo>
                <a:lnTo>
                  <a:pt x="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34626" y="5203387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34626" y="524907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08580" y="4962762"/>
            <a:ext cx="169545" cy="161925"/>
          </a:xfrm>
          <a:custGeom>
            <a:avLst/>
            <a:gdLst/>
            <a:ahLst/>
            <a:cxnLst/>
            <a:rect l="l" t="t" r="r" b="b"/>
            <a:pathLst>
              <a:path w="169544" h="161925">
                <a:moveTo>
                  <a:pt x="69230" y="154953"/>
                </a:moveTo>
                <a:lnTo>
                  <a:pt x="0" y="154953"/>
                </a:lnTo>
                <a:lnTo>
                  <a:pt x="0" y="161903"/>
                </a:lnTo>
                <a:lnTo>
                  <a:pt x="3956" y="161903"/>
                </a:lnTo>
                <a:lnTo>
                  <a:pt x="33626" y="161407"/>
                </a:lnTo>
                <a:lnTo>
                  <a:pt x="69230" y="161407"/>
                </a:lnTo>
                <a:lnTo>
                  <a:pt x="69230" y="154953"/>
                </a:lnTo>
                <a:close/>
              </a:path>
              <a:path w="169544" h="161925">
                <a:moveTo>
                  <a:pt x="69230" y="161407"/>
                </a:moveTo>
                <a:lnTo>
                  <a:pt x="38571" y="161407"/>
                </a:lnTo>
                <a:lnTo>
                  <a:pt x="44043" y="161903"/>
                </a:lnTo>
                <a:lnTo>
                  <a:pt x="69230" y="161903"/>
                </a:lnTo>
                <a:lnTo>
                  <a:pt x="69230" y="161407"/>
                </a:lnTo>
                <a:close/>
              </a:path>
              <a:path w="169544" h="161925">
                <a:moveTo>
                  <a:pt x="82087" y="7447"/>
                </a:moveTo>
                <a:lnTo>
                  <a:pt x="52944" y="7447"/>
                </a:lnTo>
                <a:lnTo>
                  <a:pt x="55911" y="7943"/>
                </a:lnTo>
                <a:lnTo>
                  <a:pt x="59340" y="8440"/>
                </a:lnTo>
                <a:lnTo>
                  <a:pt x="60856" y="8936"/>
                </a:lnTo>
                <a:lnTo>
                  <a:pt x="60856" y="13404"/>
                </a:lnTo>
                <a:lnTo>
                  <a:pt x="59867" y="16383"/>
                </a:lnTo>
                <a:lnTo>
                  <a:pt x="28219" y="143527"/>
                </a:lnTo>
                <a:lnTo>
                  <a:pt x="26241" y="152967"/>
                </a:lnTo>
                <a:lnTo>
                  <a:pt x="25714" y="154953"/>
                </a:lnTo>
                <a:lnTo>
                  <a:pt x="47010" y="154953"/>
                </a:lnTo>
                <a:lnTo>
                  <a:pt x="47010" y="148988"/>
                </a:lnTo>
                <a:lnTo>
                  <a:pt x="47472" y="147995"/>
                </a:lnTo>
                <a:lnTo>
                  <a:pt x="47472" y="146506"/>
                </a:lnTo>
                <a:lnTo>
                  <a:pt x="62307" y="86909"/>
                </a:lnTo>
                <a:lnTo>
                  <a:pt x="102395" y="86909"/>
                </a:lnTo>
                <a:lnTo>
                  <a:pt x="127006" y="82688"/>
                </a:lnTo>
                <a:lnTo>
                  <a:pt x="130289" y="80951"/>
                </a:lnTo>
                <a:lnTo>
                  <a:pt x="63296" y="80951"/>
                </a:lnTo>
                <a:lnTo>
                  <a:pt x="79647" y="16383"/>
                </a:lnTo>
                <a:lnTo>
                  <a:pt x="81625" y="7943"/>
                </a:lnTo>
                <a:lnTo>
                  <a:pt x="82087" y="7447"/>
                </a:lnTo>
                <a:close/>
              </a:path>
              <a:path w="169544" h="161925">
                <a:moveTo>
                  <a:pt x="122636" y="0"/>
                </a:moveTo>
                <a:lnTo>
                  <a:pt x="38571" y="0"/>
                </a:lnTo>
                <a:lnTo>
                  <a:pt x="38571" y="7447"/>
                </a:lnTo>
                <a:lnTo>
                  <a:pt x="114724" y="7447"/>
                </a:lnTo>
                <a:lnTo>
                  <a:pt x="128096" y="8711"/>
                </a:lnTo>
                <a:lnTo>
                  <a:pt x="138230" y="12723"/>
                </a:lnTo>
                <a:lnTo>
                  <a:pt x="144654" y="19807"/>
                </a:lnTo>
                <a:lnTo>
                  <a:pt x="146900" y="30291"/>
                </a:lnTo>
                <a:lnTo>
                  <a:pt x="146053" y="38783"/>
                </a:lnTo>
                <a:lnTo>
                  <a:pt x="123785" y="74875"/>
                </a:lnTo>
                <a:lnTo>
                  <a:pt x="96461" y="80951"/>
                </a:lnTo>
                <a:lnTo>
                  <a:pt x="130289" y="80951"/>
                </a:lnTo>
                <a:lnTo>
                  <a:pt x="148367" y="71389"/>
                </a:lnTo>
                <a:lnTo>
                  <a:pt x="163422" y="55062"/>
                </a:lnTo>
                <a:lnTo>
                  <a:pt x="169119" y="35752"/>
                </a:lnTo>
                <a:lnTo>
                  <a:pt x="166168" y="22416"/>
                </a:lnTo>
                <a:lnTo>
                  <a:pt x="157375" y="10987"/>
                </a:lnTo>
                <a:lnTo>
                  <a:pt x="142834" y="3003"/>
                </a:lnTo>
                <a:lnTo>
                  <a:pt x="1226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07436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4" h="237489">
                <a:moveTo>
                  <a:pt x="53867" y="0"/>
                </a:moveTo>
                <a:lnTo>
                  <a:pt x="26196" y="26189"/>
                </a:lnTo>
                <a:lnTo>
                  <a:pt x="7510" y="65828"/>
                </a:lnTo>
                <a:lnTo>
                  <a:pt x="0" y="118697"/>
                </a:lnTo>
                <a:lnTo>
                  <a:pt x="590" y="134241"/>
                </a:lnTo>
                <a:lnTo>
                  <a:pt x="7704" y="172406"/>
                </a:lnTo>
                <a:lnTo>
                  <a:pt x="27030" y="212042"/>
                </a:lnTo>
                <a:lnTo>
                  <a:pt x="53867" y="237394"/>
                </a:lnTo>
                <a:lnTo>
                  <a:pt x="54856" y="236898"/>
                </a:lnTo>
                <a:lnTo>
                  <a:pt x="54856" y="233919"/>
                </a:lnTo>
                <a:lnTo>
                  <a:pt x="50900" y="229947"/>
                </a:lnTo>
                <a:lnTo>
                  <a:pt x="32593" y="204881"/>
                </a:lnTo>
                <a:lnTo>
                  <a:pt x="21247" y="176556"/>
                </a:lnTo>
                <a:lnTo>
                  <a:pt x="15463" y="147114"/>
                </a:lnTo>
                <a:lnTo>
                  <a:pt x="13846" y="118697"/>
                </a:lnTo>
                <a:lnTo>
                  <a:pt x="15692" y="87960"/>
                </a:lnTo>
                <a:lnTo>
                  <a:pt x="21939" y="58293"/>
                </a:lnTo>
                <a:lnTo>
                  <a:pt x="33650" y="30768"/>
                </a:lnTo>
                <a:lnTo>
                  <a:pt x="51889" y="6454"/>
                </a:lnTo>
                <a:lnTo>
                  <a:pt x="54856" y="3475"/>
                </a:lnTo>
                <a:lnTo>
                  <a:pt x="54856" y="496"/>
                </a:lnTo>
                <a:lnTo>
                  <a:pt x="5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67886" y="507053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88997" y="506556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67886" y="498660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472028" y="5019877"/>
            <a:ext cx="87630" cy="107950"/>
          </a:xfrm>
          <a:custGeom>
            <a:avLst/>
            <a:gdLst/>
            <a:ahLst/>
            <a:cxnLst/>
            <a:rect l="l" t="t" r="r" b="b"/>
            <a:pathLst>
              <a:path w="87630" h="107950">
                <a:moveTo>
                  <a:pt x="18263" y="69029"/>
                </a:moveTo>
                <a:lnTo>
                  <a:pt x="7384" y="69029"/>
                </a:lnTo>
                <a:lnTo>
                  <a:pt x="0" y="74001"/>
                </a:lnTo>
                <a:lnTo>
                  <a:pt x="0" y="84427"/>
                </a:lnTo>
                <a:lnTo>
                  <a:pt x="2479" y="93941"/>
                </a:lnTo>
                <a:lnTo>
                  <a:pt x="9453" y="101313"/>
                </a:lnTo>
                <a:lnTo>
                  <a:pt x="20222" y="106077"/>
                </a:lnTo>
                <a:lnTo>
                  <a:pt x="34087" y="107768"/>
                </a:lnTo>
                <a:lnTo>
                  <a:pt x="57582" y="103097"/>
                </a:lnTo>
                <a:lnTo>
                  <a:pt x="58617" y="102307"/>
                </a:lnTo>
                <a:lnTo>
                  <a:pt x="34087" y="102307"/>
                </a:lnTo>
                <a:lnTo>
                  <a:pt x="29433" y="102112"/>
                </a:lnTo>
                <a:lnTo>
                  <a:pt x="21675" y="100754"/>
                </a:lnTo>
                <a:lnTo>
                  <a:pt x="13448" y="97067"/>
                </a:lnTo>
                <a:lnTo>
                  <a:pt x="7384" y="89888"/>
                </a:lnTo>
                <a:lnTo>
                  <a:pt x="17133" y="89888"/>
                </a:lnTo>
                <a:lnTo>
                  <a:pt x="22219" y="83930"/>
                </a:lnTo>
                <a:lnTo>
                  <a:pt x="22219" y="72008"/>
                </a:lnTo>
                <a:lnTo>
                  <a:pt x="18263" y="69029"/>
                </a:lnTo>
                <a:close/>
              </a:path>
              <a:path w="87630" h="107950">
                <a:moveTo>
                  <a:pt x="59340" y="0"/>
                </a:moveTo>
                <a:lnTo>
                  <a:pt x="39725" y="3965"/>
                </a:lnTo>
                <a:lnTo>
                  <a:pt x="27428" y="13470"/>
                </a:lnTo>
                <a:lnTo>
                  <a:pt x="21065" y="24930"/>
                </a:lnTo>
                <a:lnTo>
                  <a:pt x="19252" y="34759"/>
                </a:lnTo>
                <a:lnTo>
                  <a:pt x="22070" y="45950"/>
                </a:lnTo>
                <a:lnTo>
                  <a:pt x="28788" y="52766"/>
                </a:lnTo>
                <a:lnTo>
                  <a:pt x="36804" y="56415"/>
                </a:lnTo>
                <a:lnTo>
                  <a:pt x="43516" y="58107"/>
                </a:lnTo>
                <a:lnTo>
                  <a:pt x="52581" y="60140"/>
                </a:lnTo>
                <a:lnTo>
                  <a:pt x="60502" y="63197"/>
                </a:lnTo>
                <a:lnTo>
                  <a:pt x="66111" y="68303"/>
                </a:lnTo>
                <a:lnTo>
                  <a:pt x="68241" y="76483"/>
                </a:lnTo>
                <a:lnTo>
                  <a:pt x="66938" y="83031"/>
                </a:lnTo>
                <a:lnTo>
                  <a:pt x="61920" y="91629"/>
                </a:lnTo>
                <a:lnTo>
                  <a:pt x="51524" y="99109"/>
                </a:lnTo>
                <a:lnTo>
                  <a:pt x="34087" y="102307"/>
                </a:lnTo>
                <a:lnTo>
                  <a:pt x="58617" y="102307"/>
                </a:lnTo>
                <a:lnTo>
                  <a:pt x="72115" y="92001"/>
                </a:lnTo>
                <a:lnTo>
                  <a:pt x="79501" y="78855"/>
                </a:lnTo>
                <a:lnTo>
                  <a:pt x="81509" y="68303"/>
                </a:lnTo>
                <a:lnTo>
                  <a:pt x="81560" y="59596"/>
                </a:lnTo>
                <a:lnTo>
                  <a:pt x="77142" y="53632"/>
                </a:lnTo>
                <a:lnTo>
                  <a:pt x="41999" y="39234"/>
                </a:lnTo>
                <a:lnTo>
                  <a:pt x="32637" y="37248"/>
                </a:lnTo>
                <a:lnTo>
                  <a:pt x="59340" y="5461"/>
                </a:lnTo>
                <a:lnTo>
                  <a:pt x="78322" y="5461"/>
                </a:lnTo>
                <a:lnTo>
                  <a:pt x="71177" y="1714"/>
                </a:lnTo>
                <a:lnTo>
                  <a:pt x="59340" y="0"/>
                </a:lnTo>
                <a:close/>
              </a:path>
              <a:path w="87630" h="107950">
                <a:moveTo>
                  <a:pt x="17133" y="89888"/>
                </a:moveTo>
                <a:lnTo>
                  <a:pt x="7384" y="89888"/>
                </a:lnTo>
                <a:lnTo>
                  <a:pt x="16285" y="90881"/>
                </a:lnTo>
                <a:lnTo>
                  <a:pt x="17133" y="89888"/>
                </a:lnTo>
                <a:close/>
              </a:path>
              <a:path w="87630" h="107950">
                <a:moveTo>
                  <a:pt x="78322" y="5461"/>
                </a:moveTo>
                <a:lnTo>
                  <a:pt x="64746" y="5461"/>
                </a:lnTo>
                <a:lnTo>
                  <a:pt x="76614" y="6950"/>
                </a:lnTo>
                <a:lnTo>
                  <a:pt x="80570" y="16383"/>
                </a:lnTo>
                <a:lnTo>
                  <a:pt x="73647" y="16383"/>
                </a:lnTo>
                <a:lnTo>
                  <a:pt x="69230" y="21851"/>
                </a:lnTo>
                <a:lnTo>
                  <a:pt x="69230" y="30291"/>
                </a:lnTo>
                <a:lnTo>
                  <a:pt x="71208" y="33766"/>
                </a:lnTo>
                <a:lnTo>
                  <a:pt x="81560" y="33766"/>
                </a:lnTo>
                <a:lnTo>
                  <a:pt x="87032" y="29795"/>
                </a:lnTo>
                <a:lnTo>
                  <a:pt x="87032" y="20362"/>
                </a:lnTo>
                <a:lnTo>
                  <a:pt x="85209" y="12779"/>
                </a:lnTo>
                <a:lnTo>
                  <a:pt x="79862" y="6268"/>
                </a:lnTo>
                <a:lnTo>
                  <a:pt x="78322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03797" y="4946868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394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780862" y="507053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702467" y="506556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780862" y="498660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32444" y="5019877"/>
            <a:ext cx="193675" cy="107950"/>
          </a:xfrm>
          <a:custGeom>
            <a:avLst/>
            <a:gdLst/>
            <a:ahLst/>
            <a:cxnLst/>
            <a:rect l="l" t="t" r="r" b="b"/>
            <a:pathLst>
              <a:path w="193675" h="107950">
                <a:moveTo>
                  <a:pt x="39358" y="5461"/>
                </a:moveTo>
                <a:lnTo>
                  <a:pt x="27692" y="5461"/>
                </a:lnTo>
                <a:lnTo>
                  <a:pt x="31648" y="7447"/>
                </a:lnTo>
                <a:lnTo>
                  <a:pt x="31648" y="21355"/>
                </a:lnTo>
                <a:lnTo>
                  <a:pt x="30659" y="23837"/>
                </a:lnTo>
                <a:lnTo>
                  <a:pt x="27692" y="36255"/>
                </a:lnTo>
                <a:lnTo>
                  <a:pt x="13846" y="90881"/>
                </a:lnTo>
                <a:lnTo>
                  <a:pt x="13318" y="94363"/>
                </a:lnTo>
                <a:lnTo>
                  <a:pt x="11868" y="99824"/>
                </a:lnTo>
                <a:lnTo>
                  <a:pt x="11868" y="105285"/>
                </a:lnTo>
                <a:lnTo>
                  <a:pt x="15296" y="107768"/>
                </a:lnTo>
                <a:lnTo>
                  <a:pt x="21230" y="107768"/>
                </a:lnTo>
                <a:lnTo>
                  <a:pt x="25714" y="105782"/>
                </a:lnTo>
                <a:lnTo>
                  <a:pt x="27164" y="100817"/>
                </a:lnTo>
                <a:lnTo>
                  <a:pt x="27692" y="100321"/>
                </a:lnTo>
                <a:lnTo>
                  <a:pt x="30659" y="89392"/>
                </a:lnTo>
                <a:lnTo>
                  <a:pt x="31648" y="83434"/>
                </a:lnTo>
                <a:lnTo>
                  <a:pt x="37120" y="62079"/>
                </a:lnTo>
                <a:lnTo>
                  <a:pt x="38571" y="56618"/>
                </a:lnTo>
                <a:lnTo>
                  <a:pt x="40087" y="51646"/>
                </a:lnTo>
                <a:lnTo>
                  <a:pt x="41076" y="46185"/>
                </a:lnTo>
                <a:lnTo>
                  <a:pt x="42065" y="42213"/>
                </a:lnTo>
                <a:lnTo>
                  <a:pt x="44043" y="35256"/>
                </a:lnTo>
                <a:lnTo>
                  <a:pt x="44043" y="34263"/>
                </a:lnTo>
                <a:lnTo>
                  <a:pt x="48605" y="26621"/>
                </a:lnTo>
                <a:lnTo>
                  <a:pt x="53341" y="20858"/>
                </a:lnTo>
                <a:lnTo>
                  <a:pt x="46483" y="20858"/>
                </a:lnTo>
                <a:lnTo>
                  <a:pt x="44196" y="11941"/>
                </a:lnTo>
                <a:lnTo>
                  <a:pt x="39358" y="5461"/>
                </a:lnTo>
                <a:close/>
              </a:path>
              <a:path w="193675" h="107950">
                <a:moveTo>
                  <a:pt x="101669" y="5461"/>
                </a:moveTo>
                <a:lnTo>
                  <a:pt x="93494" y="5461"/>
                </a:lnTo>
                <a:lnTo>
                  <a:pt x="95472" y="13901"/>
                </a:lnTo>
                <a:lnTo>
                  <a:pt x="95472" y="27809"/>
                </a:lnTo>
                <a:lnTo>
                  <a:pt x="93955" y="34759"/>
                </a:lnTo>
                <a:lnTo>
                  <a:pt x="91977" y="41717"/>
                </a:lnTo>
                <a:lnTo>
                  <a:pt x="85581" y="69029"/>
                </a:lnTo>
                <a:lnTo>
                  <a:pt x="80636" y="87406"/>
                </a:lnTo>
                <a:lnTo>
                  <a:pt x="79647" y="91874"/>
                </a:lnTo>
                <a:lnTo>
                  <a:pt x="77669" y="99824"/>
                </a:lnTo>
                <a:lnTo>
                  <a:pt x="77669" y="105285"/>
                </a:lnTo>
                <a:lnTo>
                  <a:pt x="80636" y="107768"/>
                </a:lnTo>
                <a:lnTo>
                  <a:pt x="91516" y="107768"/>
                </a:lnTo>
                <a:lnTo>
                  <a:pt x="92966" y="101810"/>
                </a:lnTo>
                <a:lnTo>
                  <a:pt x="94944" y="93866"/>
                </a:lnTo>
                <a:lnTo>
                  <a:pt x="98312" y="80820"/>
                </a:lnTo>
                <a:lnTo>
                  <a:pt x="102502" y="64003"/>
                </a:lnTo>
                <a:lnTo>
                  <a:pt x="106506" y="47839"/>
                </a:lnTo>
                <a:lnTo>
                  <a:pt x="109318" y="36752"/>
                </a:lnTo>
                <a:lnTo>
                  <a:pt x="111995" y="30603"/>
                </a:lnTo>
                <a:lnTo>
                  <a:pt x="117036" y="23340"/>
                </a:lnTo>
                <a:lnTo>
                  <a:pt x="110307" y="23340"/>
                </a:lnTo>
                <a:lnTo>
                  <a:pt x="110307" y="19865"/>
                </a:lnTo>
                <a:lnTo>
                  <a:pt x="109318" y="11915"/>
                </a:lnTo>
                <a:lnTo>
                  <a:pt x="101669" y="5461"/>
                </a:lnTo>
                <a:close/>
              </a:path>
              <a:path w="193675" h="107950">
                <a:moveTo>
                  <a:pt x="166753" y="5461"/>
                </a:moveTo>
                <a:lnTo>
                  <a:pt x="158240" y="5461"/>
                </a:lnTo>
                <a:lnTo>
                  <a:pt x="160707" y="13281"/>
                </a:lnTo>
                <a:lnTo>
                  <a:pt x="160697" y="22220"/>
                </a:lnTo>
                <a:lnTo>
                  <a:pt x="159131" y="34063"/>
                </a:lnTo>
                <a:lnTo>
                  <a:pt x="155240" y="48792"/>
                </a:lnTo>
                <a:lnTo>
                  <a:pt x="150510" y="63336"/>
                </a:lnTo>
                <a:lnTo>
                  <a:pt x="146372" y="74994"/>
                </a:lnTo>
                <a:lnTo>
                  <a:pt x="144394" y="80951"/>
                </a:lnTo>
                <a:lnTo>
                  <a:pt x="143405" y="83434"/>
                </a:lnTo>
                <a:lnTo>
                  <a:pt x="143405" y="88399"/>
                </a:lnTo>
                <a:lnTo>
                  <a:pt x="144820" y="96036"/>
                </a:lnTo>
                <a:lnTo>
                  <a:pt x="148787" y="102182"/>
                </a:lnTo>
                <a:lnTo>
                  <a:pt x="154893" y="106278"/>
                </a:lnTo>
                <a:lnTo>
                  <a:pt x="162724" y="107768"/>
                </a:lnTo>
                <a:lnTo>
                  <a:pt x="176883" y="102307"/>
                </a:lnTo>
                <a:lnTo>
                  <a:pt x="159228" y="102304"/>
                </a:lnTo>
                <a:lnTo>
                  <a:pt x="157251" y="99824"/>
                </a:lnTo>
                <a:lnTo>
                  <a:pt x="157251" y="88399"/>
                </a:lnTo>
                <a:lnTo>
                  <a:pt x="159804" y="82819"/>
                </a:lnTo>
                <a:lnTo>
                  <a:pt x="161735" y="77973"/>
                </a:lnTo>
                <a:lnTo>
                  <a:pt x="165834" y="66463"/>
                </a:lnTo>
                <a:lnTo>
                  <a:pt x="170545" y="52208"/>
                </a:lnTo>
                <a:lnTo>
                  <a:pt x="174428" y="37673"/>
                </a:lnTo>
                <a:lnTo>
                  <a:pt x="176043" y="25326"/>
                </a:lnTo>
                <a:lnTo>
                  <a:pt x="174301" y="14873"/>
                </a:lnTo>
                <a:lnTo>
                  <a:pt x="169136" y="6889"/>
                </a:lnTo>
                <a:lnTo>
                  <a:pt x="166753" y="5461"/>
                </a:lnTo>
                <a:close/>
              </a:path>
              <a:path w="193675" h="107950">
                <a:moveTo>
                  <a:pt x="193383" y="68533"/>
                </a:moveTo>
                <a:lnTo>
                  <a:pt x="188438" y="68533"/>
                </a:lnTo>
                <a:lnTo>
                  <a:pt x="188438" y="69526"/>
                </a:lnTo>
                <a:lnTo>
                  <a:pt x="187449" y="73001"/>
                </a:lnTo>
                <a:lnTo>
                  <a:pt x="183797" y="82819"/>
                </a:lnTo>
                <a:lnTo>
                  <a:pt x="178655" y="92311"/>
                </a:lnTo>
                <a:lnTo>
                  <a:pt x="171844" y="99474"/>
                </a:lnTo>
                <a:lnTo>
                  <a:pt x="163185" y="102307"/>
                </a:lnTo>
                <a:lnTo>
                  <a:pt x="176888" y="102304"/>
                </a:lnTo>
                <a:lnTo>
                  <a:pt x="186386" y="90136"/>
                </a:lnTo>
                <a:lnTo>
                  <a:pt x="191717" y="77596"/>
                </a:lnTo>
                <a:lnTo>
                  <a:pt x="193383" y="71015"/>
                </a:lnTo>
                <a:lnTo>
                  <a:pt x="193383" y="68533"/>
                </a:lnTo>
                <a:close/>
              </a:path>
              <a:path w="193675" h="107950">
                <a:moveTo>
                  <a:pt x="24725" y="0"/>
                </a:moveTo>
                <a:lnTo>
                  <a:pt x="13846" y="0"/>
                </a:lnTo>
                <a:lnTo>
                  <a:pt x="9362" y="9433"/>
                </a:lnTo>
                <a:lnTo>
                  <a:pt x="7384" y="13404"/>
                </a:lnTo>
                <a:lnTo>
                  <a:pt x="2967" y="21851"/>
                </a:lnTo>
                <a:lnTo>
                  <a:pt x="0" y="35752"/>
                </a:lnTo>
                <a:lnTo>
                  <a:pt x="0" y="39234"/>
                </a:lnTo>
                <a:lnTo>
                  <a:pt x="4945" y="39234"/>
                </a:lnTo>
                <a:lnTo>
                  <a:pt x="5406" y="38738"/>
                </a:lnTo>
                <a:lnTo>
                  <a:pt x="6923" y="33766"/>
                </a:lnTo>
                <a:lnTo>
                  <a:pt x="10113" y="22220"/>
                </a:lnTo>
                <a:lnTo>
                  <a:pt x="13903" y="13281"/>
                </a:lnTo>
                <a:lnTo>
                  <a:pt x="18522" y="7509"/>
                </a:lnTo>
                <a:lnTo>
                  <a:pt x="24197" y="5461"/>
                </a:lnTo>
                <a:lnTo>
                  <a:pt x="39358" y="5461"/>
                </a:lnTo>
                <a:lnTo>
                  <a:pt x="32575" y="1373"/>
                </a:lnTo>
                <a:lnTo>
                  <a:pt x="24725" y="0"/>
                </a:lnTo>
                <a:close/>
              </a:path>
              <a:path w="193675" h="107950">
                <a:moveTo>
                  <a:pt x="148878" y="0"/>
                </a:moveTo>
                <a:lnTo>
                  <a:pt x="136593" y="1830"/>
                </a:lnTo>
                <a:lnTo>
                  <a:pt x="126254" y="6827"/>
                </a:lnTo>
                <a:lnTo>
                  <a:pt x="117585" y="14245"/>
                </a:lnTo>
                <a:lnTo>
                  <a:pt x="110307" y="23340"/>
                </a:lnTo>
                <a:lnTo>
                  <a:pt x="117036" y="23340"/>
                </a:lnTo>
                <a:lnTo>
                  <a:pt x="119364" y="19987"/>
                </a:lnTo>
                <a:lnTo>
                  <a:pt x="131468" y="9930"/>
                </a:lnTo>
                <a:lnTo>
                  <a:pt x="148350" y="5461"/>
                </a:lnTo>
                <a:lnTo>
                  <a:pt x="166753" y="5461"/>
                </a:lnTo>
                <a:lnTo>
                  <a:pt x="160633" y="1792"/>
                </a:lnTo>
                <a:lnTo>
                  <a:pt x="148878" y="0"/>
                </a:lnTo>
                <a:close/>
              </a:path>
              <a:path w="193675" h="107950">
                <a:moveTo>
                  <a:pt x="89537" y="0"/>
                </a:moveTo>
                <a:lnTo>
                  <a:pt x="50957" y="15292"/>
                </a:lnTo>
                <a:lnTo>
                  <a:pt x="46483" y="20858"/>
                </a:lnTo>
                <a:lnTo>
                  <a:pt x="53341" y="20858"/>
                </a:lnTo>
                <a:lnTo>
                  <a:pt x="56455" y="17069"/>
                </a:lnTo>
                <a:lnTo>
                  <a:pt x="67742" y="8914"/>
                </a:lnTo>
                <a:lnTo>
                  <a:pt x="82614" y="5461"/>
                </a:lnTo>
                <a:lnTo>
                  <a:pt x="101669" y="5461"/>
                </a:lnTo>
                <a:lnTo>
                  <a:pt x="96922" y="1489"/>
                </a:lnTo>
                <a:lnTo>
                  <a:pt x="89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46596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4" h="237489">
                <a:moveTo>
                  <a:pt x="2439" y="0"/>
                </a:moveTo>
                <a:lnTo>
                  <a:pt x="989" y="0"/>
                </a:lnTo>
                <a:lnTo>
                  <a:pt x="0" y="992"/>
                </a:lnTo>
                <a:lnTo>
                  <a:pt x="0" y="3475"/>
                </a:lnTo>
                <a:lnTo>
                  <a:pt x="4417" y="7943"/>
                </a:lnTo>
                <a:lnTo>
                  <a:pt x="19954" y="28111"/>
                </a:lnTo>
                <a:lnTo>
                  <a:pt x="31442" y="53448"/>
                </a:lnTo>
                <a:lnTo>
                  <a:pt x="38566" y="83720"/>
                </a:lnTo>
                <a:lnTo>
                  <a:pt x="41010" y="118697"/>
                </a:lnTo>
                <a:lnTo>
                  <a:pt x="39238" y="149224"/>
                </a:lnTo>
                <a:lnTo>
                  <a:pt x="33115" y="178914"/>
                </a:lnTo>
                <a:lnTo>
                  <a:pt x="21428" y="206556"/>
                </a:lnTo>
                <a:lnTo>
                  <a:pt x="2967" y="230940"/>
                </a:lnTo>
                <a:lnTo>
                  <a:pt x="0" y="233919"/>
                </a:lnTo>
                <a:lnTo>
                  <a:pt x="0" y="236401"/>
                </a:lnTo>
                <a:lnTo>
                  <a:pt x="989" y="237394"/>
                </a:lnTo>
                <a:lnTo>
                  <a:pt x="2439" y="237394"/>
                </a:lnTo>
                <a:lnTo>
                  <a:pt x="7421" y="234368"/>
                </a:lnTo>
                <a:lnTo>
                  <a:pt x="40021" y="191209"/>
                </a:lnTo>
                <a:lnTo>
                  <a:pt x="51889" y="152530"/>
                </a:lnTo>
                <a:lnTo>
                  <a:pt x="54856" y="118697"/>
                </a:lnTo>
                <a:lnTo>
                  <a:pt x="54274" y="103154"/>
                </a:lnTo>
                <a:lnTo>
                  <a:pt x="47374" y="64990"/>
                </a:lnTo>
                <a:lnTo>
                  <a:pt x="28048" y="25351"/>
                </a:lnTo>
                <a:lnTo>
                  <a:pt x="7275" y="2863"/>
                </a:lnTo>
                <a:lnTo>
                  <a:pt x="2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34618" y="4962762"/>
            <a:ext cx="168910" cy="161925"/>
          </a:xfrm>
          <a:custGeom>
            <a:avLst/>
            <a:gdLst/>
            <a:ahLst/>
            <a:cxnLst/>
            <a:rect l="l" t="t" r="r" b="b"/>
            <a:pathLst>
              <a:path w="168910" h="161925">
                <a:moveTo>
                  <a:pt x="68768" y="154953"/>
                </a:moveTo>
                <a:lnTo>
                  <a:pt x="0" y="154953"/>
                </a:lnTo>
                <a:lnTo>
                  <a:pt x="0" y="161903"/>
                </a:lnTo>
                <a:lnTo>
                  <a:pt x="3494" y="161903"/>
                </a:lnTo>
                <a:lnTo>
                  <a:pt x="33626" y="161407"/>
                </a:lnTo>
                <a:lnTo>
                  <a:pt x="68768" y="161407"/>
                </a:lnTo>
                <a:lnTo>
                  <a:pt x="68768" y="154953"/>
                </a:lnTo>
                <a:close/>
              </a:path>
              <a:path w="168910" h="161925">
                <a:moveTo>
                  <a:pt x="68768" y="161407"/>
                </a:moveTo>
                <a:lnTo>
                  <a:pt x="38571" y="161407"/>
                </a:lnTo>
                <a:lnTo>
                  <a:pt x="43516" y="161903"/>
                </a:lnTo>
                <a:lnTo>
                  <a:pt x="68768" y="161903"/>
                </a:lnTo>
                <a:lnTo>
                  <a:pt x="68768" y="161407"/>
                </a:lnTo>
                <a:close/>
              </a:path>
              <a:path w="168910" h="161925">
                <a:moveTo>
                  <a:pt x="81625" y="7447"/>
                </a:moveTo>
                <a:lnTo>
                  <a:pt x="52944" y="7447"/>
                </a:lnTo>
                <a:lnTo>
                  <a:pt x="55384" y="7943"/>
                </a:lnTo>
                <a:lnTo>
                  <a:pt x="59340" y="8440"/>
                </a:lnTo>
                <a:lnTo>
                  <a:pt x="60856" y="8936"/>
                </a:lnTo>
                <a:lnTo>
                  <a:pt x="60856" y="12411"/>
                </a:lnTo>
                <a:lnTo>
                  <a:pt x="60329" y="13404"/>
                </a:lnTo>
                <a:lnTo>
                  <a:pt x="59867" y="16383"/>
                </a:lnTo>
                <a:lnTo>
                  <a:pt x="28219" y="143527"/>
                </a:lnTo>
                <a:lnTo>
                  <a:pt x="25714" y="152967"/>
                </a:lnTo>
                <a:lnTo>
                  <a:pt x="25252" y="154953"/>
                </a:lnTo>
                <a:lnTo>
                  <a:pt x="47010" y="154953"/>
                </a:lnTo>
                <a:lnTo>
                  <a:pt x="47010" y="148988"/>
                </a:lnTo>
                <a:lnTo>
                  <a:pt x="47472" y="147995"/>
                </a:lnTo>
                <a:lnTo>
                  <a:pt x="47472" y="146506"/>
                </a:lnTo>
                <a:lnTo>
                  <a:pt x="62307" y="86909"/>
                </a:lnTo>
                <a:lnTo>
                  <a:pt x="102395" y="86909"/>
                </a:lnTo>
                <a:lnTo>
                  <a:pt x="126934" y="82688"/>
                </a:lnTo>
                <a:lnTo>
                  <a:pt x="130193" y="80951"/>
                </a:lnTo>
                <a:lnTo>
                  <a:pt x="63296" y="80951"/>
                </a:lnTo>
                <a:lnTo>
                  <a:pt x="79120" y="16383"/>
                </a:lnTo>
                <a:lnTo>
                  <a:pt x="81098" y="7943"/>
                </a:lnTo>
                <a:lnTo>
                  <a:pt x="81625" y="7447"/>
                </a:lnTo>
                <a:close/>
              </a:path>
              <a:path w="168910" h="161925">
                <a:moveTo>
                  <a:pt x="122175" y="0"/>
                </a:moveTo>
                <a:lnTo>
                  <a:pt x="38571" y="0"/>
                </a:lnTo>
                <a:lnTo>
                  <a:pt x="38571" y="7447"/>
                </a:lnTo>
                <a:lnTo>
                  <a:pt x="114724" y="7447"/>
                </a:lnTo>
                <a:lnTo>
                  <a:pt x="128096" y="8711"/>
                </a:lnTo>
                <a:lnTo>
                  <a:pt x="138230" y="12723"/>
                </a:lnTo>
                <a:lnTo>
                  <a:pt x="144654" y="19807"/>
                </a:lnTo>
                <a:lnTo>
                  <a:pt x="146900" y="30291"/>
                </a:lnTo>
                <a:lnTo>
                  <a:pt x="145988" y="38783"/>
                </a:lnTo>
                <a:lnTo>
                  <a:pt x="123785" y="74875"/>
                </a:lnTo>
                <a:lnTo>
                  <a:pt x="96461" y="80951"/>
                </a:lnTo>
                <a:lnTo>
                  <a:pt x="130193" y="80951"/>
                </a:lnTo>
                <a:lnTo>
                  <a:pt x="148136" y="71389"/>
                </a:lnTo>
                <a:lnTo>
                  <a:pt x="163033" y="55062"/>
                </a:lnTo>
                <a:lnTo>
                  <a:pt x="168658" y="35752"/>
                </a:lnTo>
                <a:lnTo>
                  <a:pt x="165771" y="22416"/>
                </a:lnTo>
                <a:lnTo>
                  <a:pt x="157087" y="10987"/>
                </a:lnTo>
                <a:lnTo>
                  <a:pt x="142567" y="3003"/>
                </a:lnTo>
                <a:lnTo>
                  <a:pt x="122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33408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933" y="0"/>
                </a:moveTo>
                <a:lnTo>
                  <a:pt x="26206" y="26189"/>
                </a:lnTo>
                <a:lnTo>
                  <a:pt x="7315" y="65828"/>
                </a:lnTo>
                <a:lnTo>
                  <a:pt x="0" y="118697"/>
                </a:lnTo>
                <a:lnTo>
                  <a:pt x="592" y="134241"/>
                </a:lnTo>
                <a:lnTo>
                  <a:pt x="7538" y="172406"/>
                </a:lnTo>
                <a:lnTo>
                  <a:pt x="26846" y="212042"/>
                </a:lnTo>
                <a:lnTo>
                  <a:pt x="53933" y="237394"/>
                </a:lnTo>
                <a:lnTo>
                  <a:pt x="54922" y="236898"/>
                </a:lnTo>
                <a:lnTo>
                  <a:pt x="54922" y="233919"/>
                </a:lnTo>
                <a:lnTo>
                  <a:pt x="50505" y="229947"/>
                </a:lnTo>
                <a:lnTo>
                  <a:pt x="32382" y="204881"/>
                </a:lnTo>
                <a:lnTo>
                  <a:pt x="20991" y="176556"/>
                </a:lnTo>
                <a:lnTo>
                  <a:pt x="15077" y="147114"/>
                </a:lnTo>
                <a:lnTo>
                  <a:pt x="13384" y="118697"/>
                </a:lnTo>
                <a:lnTo>
                  <a:pt x="15296" y="87960"/>
                </a:lnTo>
                <a:lnTo>
                  <a:pt x="21659" y="58293"/>
                </a:lnTo>
                <a:lnTo>
                  <a:pt x="33411" y="30768"/>
                </a:lnTo>
                <a:lnTo>
                  <a:pt x="51494" y="6454"/>
                </a:lnTo>
                <a:lnTo>
                  <a:pt x="54922" y="3475"/>
                </a:lnTo>
                <a:lnTo>
                  <a:pt x="54922" y="496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93924" y="5070531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15034" y="506556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593924" y="498660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92593" y="5019877"/>
            <a:ext cx="194310" cy="107950"/>
          </a:xfrm>
          <a:custGeom>
            <a:avLst/>
            <a:gdLst/>
            <a:ahLst/>
            <a:cxnLst/>
            <a:rect l="l" t="t" r="r" b="b"/>
            <a:pathLst>
              <a:path w="194310" h="107950">
                <a:moveTo>
                  <a:pt x="39358" y="5461"/>
                </a:moveTo>
                <a:lnTo>
                  <a:pt x="28219" y="5461"/>
                </a:lnTo>
                <a:lnTo>
                  <a:pt x="31648" y="7447"/>
                </a:lnTo>
                <a:lnTo>
                  <a:pt x="31648" y="21355"/>
                </a:lnTo>
                <a:lnTo>
                  <a:pt x="30659" y="23837"/>
                </a:lnTo>
                <a:lnTo>
                  <a:pt x="27692" y="36255"/>
                </a:lnTo>
                <a:lnTo>
                  <a:pt x="13846" y="90881"/>
                </a:lnTo>
                <a:lnTo>
                  <a:pt x="13318" y="94363"/>
                </a:lnTo>
                <a:lnTo>
                  <a:pt x="11868" y="99824"/>
                </a:lnTo>
                <a:lnTo>
                  <a:pt x="11868" y="105285"/>
                </a:lnTo>
                <a:lnTo>
                  <a:pt x="15296" y="107768"/>
                </a:lnTo>
                <a:lnTo>
                  <a:pt x="21758" y="107768"/>
                </a:lnTo>
                <a:lnTo>
                  <a:pt x="25714" y="105782"/>
                </a:lnTo>
                <a:lnTo>
                  <a:pt x="27692" y="100817"/>
                </a:lnTo>
                <a:lnTo>
                  <a:pt x="27692" y="100321"/>
                </a:lnTo>
                <a:lnTo>
                  <a:pt x="30659" y="89392"/>
                </a:lnTo>
                <a:lnTo>
                  <a:pt x="32175" y="83434"/>
                </a:lnTo>
                <a:lnTo>
                  <a:pt x="37120" y="62079"/>
                </a:lnTo>
                <a:lnTo>
                  <a:pt x="38571" y="56618"/>
                </a:lnTo>
                <a:lnTo>
                  <a:pt x="40087" y="51646"/>
                </a:lnTo>
                <a:lnTo>
                  <a:pt x="41076" y="46185"/>
                </a:lnTo>
                <a:lnTo>
                  <a:pt x="42065" y="42213"/>
                </a:lnTo>
                <a:lnTo>
                  <a:pt x="44043" y="35256"/>
                </a:lnTo>
                <a:lnTo>
                  <a:pt x="44043" y="34263"/>
                </a:lnTo>
                <a:lnTo>
                  <a:pt x="48605" y="26621"/>
                </a:lnTo>
                <a:lnTo>
                  <a:pt x="53341" y="20858"/>
                </a:lnTo>
                <a:lnTo>
                  <a:pt x="46483" y="20858"/>
                </a:lnTo>
                <a:lnTo>
                  <a:pt x="44196" y="11941"/>
                </a:lnTo>
                <a:lnTo>
                  <a:pt x="39358" y="5461"/>
                </a:lnTo>
                <a:close/>
              </a:path>
              <a:path w="194310" h="107950">
                <a:moveTo>
                  <a:pt x="101669" y="5461"/>
                </a:moveTo>
                <a:lnTo>
                  <a:pt x="93494" y="5461"/>
                </a:lnTo>
                <a:lnTo>
                  <a:pt x="95472" y="13901"/>
                </a:lnTo>
                <a:lnTo>
                  <a:pt x="95472" y="27809"/>
                </a:lnTo>
                <a:lnTo>
                  <a:pt x="93955" y="34759"/>
                </a:lnTo>
                <a:lnTo>
                  <a:pt x="91977" y="41717"/>
                </a:lnTo>
                <a:lnTo>
                  <a:pt x="85581" y="69029"/>
                </a:lnTo>
                <a:lnTo>
                  <a:pt x="80636" y="87406"/>
                </a:lnTo>
                <a:lnTo>
                  <a:pt x="79647" y="91874"/>
                </a:lnTo>
                <a:lnTo>
                  <a:pt x="77669" y="99824"/>
                </a:lnTo>
                <a:lnTo>
                  <a:pt x="77669" y="105285"/>
                </a:lnTo>
                <a:lnTo>
                  <a:pt x="81098" y="107768"/>
                </a:lnTo>
                <a:lnTo>
                  <a:pt x="91977" y="107768"/>
                </a:lnTo>
                <a:lnTo>
                  <a:pt x="92966" y="101810"/>
                </a:lnTo>
                <a:lnTo>
                  <a:pt x="94944" y="93866"/>
                </a:lnTo>
                <a:lnTo>
                  <a:pt x="98386" y="80820"/>
                </a:lnTo>
                <a:lnTo>
                  <a:pt x="102700" y="64003"/>
                </a:lnTo>
                <a:lnTo>
                  <a:pt x="106729" y="47839"/>
                </a:lnTo>
                <a:lnTo>
                  <a:pt x="109318" y="36752"/>
                </a:lnTo>
                <a:lnTo>
                  <a:pt x="111995" y="30603"/>
                </a:lnTo>
                <a:lnTo>
                  <a:pt x="117036" y="23340"/>
                </a:lnTo>
                <a:lnTo>
                  <a:pt x="110307" y="23340"/>
                </a:lnTo>
                <a:lnTo>
                  <a:pt x="110307" y="19865"/>
                </a:lnTo>
                <a:lnTo>
                  <a:pt x="109318" y="11915"/>
                </a:lnTo>
                <a:lnTo>
                  <a:pt x="101669" y="5461"/>
                </a:lnTo>
                <a:close/>
              </a:path>
              <a:path w="194310" h="107950">
                <a:moveTo>
                  <a:pt x="166753" y="5461"/>
                </a:moveTo>
                <a:lnTo>
                  <a:pt x="158240" y="5461"/>
                </a:lnTo>
                <a:lnTo>
                  <a:pt x="161161" y="13281"/>
                </a:lnTo>
                <a:lnTo>
                  <a:pt x="161158" y="22220"/>
                </a:lnTo>
                <a:lnTo>
                  <a:pt x="159585" y="34063"/>
                </a:lnTo>
                <a:lnTo>
                  <a:pt x="155644" y="48792"/>
                </a:lnTo>
                <a:lnTo>
                  <a:pt x="150777" y="63336"/>
                </a:lnTo>
                <a:lnTo>
                  <a:pt x="146372" y="74994"/>
                </a:lnTo>
                <a:lnTo>
                  <a:pt x="144394" y="80951"/>
                </a:lnTo>
                <a:lnTo>
                  <a:pt x="143405" y="83434"/>
                </a:lnTo>
                <a:lnTo>
                  <a:pt x="143405" y="88399"/>
                </a:lnTo>
                <a:lnTo>
                  <a:pt x="144894" y="96036"/>
                </a:lnTo>
                <a:lnTo>
                  <a:pt x="148985" y="102182"/>
                </a:lnTo>
                <a:lnTo>
                  <a:pt x="155116" y="106278"/>
                </a:lnTo>
                <a:lnTo>
                  <a:pt x="162724" y="107768"/>
                </a:lnTo>
                <a:lnTo>
                  <a:pt x="176955" y="102307"/>
                </a:lnTo>
                <a:lnTo>
                  <a:pt x="159228" y="102304"/>
                </a:lnTo>
                <a:lnTo>
                  <a:pt x="157251" y="99824"/>
                </a:lnTo>
                <a:lnTo>
                  <a:pt x="157251" y="88399"/>
                </a:lnTo>
                <a:lnTo>
                  <a:pt x="159804" y="82819"/>
                </a:lnTo>
                <a:lnTo>
                  <a:pt x="161735" y="77973"/>
                </a:lnTo>
                <a:lnTo>
                  <a:pt x="165834" y="66463"/>
                </a:lnTo>
                <a:lnTo>
                  <a:pt x="170545" y="52208"/>
                </a:lnTo>
                <a:lnTo>
                  <a:pt x="174428" y="37673"/>
                </a:lnTo>
                <a:lnTo>
                  <a:pt x="176043" y="25326"/>
                </a:lnTo>
                <a:lnTo>
                  <a:pt x="174301" y="14873"/>
                </a:lnTo>
                <a:lnTo>
                  <a:pt x="169136" y="6889"/>
                </a:lnTo>
                <a:lnTo>
                  <a:pt x="166753" y="5461"/>
                </a:lnTo>
                <a:close/>
              </a:path>
              <a:path w="194310" h="107950">
                <a:moveTo>
                  <a:pt x="193845" y="68533"/>
                </a:moveTo>
                <a:lnTo>
                  <a:pt x="188438" y="68533"/>
                </a:lnTo>
                <a:lnTo>
                  <a:pt x="188438" y="69526"/>
                </a:lnTo>
                <a:lnTo>
                  <a:pt x="187449" y="73001"/>
                </a:lnTo>
                <a:lnTo>
                  <a:pt x="183992" y="82819"/>
                </a:lnTo>
                <a:lnTo>
                  <a:pt x="178828" y="92311"/>
                </a:lnTo>
                <a:lnTo>
                  <a:pt x="171909" y="99474"/>
                </a:lnTo>
                <a:lnTo>
                  <a:pt x="163185" y="102307"/>
                </a:lnTo>
                <a:lnTo>
                  <a:pt x="176960" y="102304"/>
                </a:lnTo>
                <a:lnTo>
                  <a:pt x="186617" y="90136"/>
                </a:lnTo>
                <a:lnTo>
                  <a:pt x="192107" y="77596"/>
                </a:lnTo>
                <a:lnTo>
                  <a:pt x="193845" y="71015"/>
                </a:lnTo>
                <a:lnTo>
                  <a:pt x="193845" y="68533"/>
                </a:lnTo>
                <a:close/>
              </a:path>
              <a:path w="194310" h="107950">
                <a:moveTo>
                  <a:pt x="24725" y="0"/>
                </a:moveTo>
                <a:lnTo>
                  <a:pt x="13846" y="0"/>
                </a:lnTo>
                <a:lnTo>
                  <a:pt x="9362" y="9433"/>
                </a:lnTo>
                <a:lnTo>
                  <a:pt x="7384" y="13404"/>
                </a:lnTo>
                <a:lnTo>
                  <a:pt x="2967" y="21851"/>
                </a:lnTo>
                <a:lnTo>
                  <a:pt x="0" y="35752"/>
                </a:lnTo>
                <a:lnTo>
                  <a:pt x="0" y="39234"/>
                </a:lnTo>
                <a:lnTo>
                  <a:pt x="5406" y="39234"/>
                </a:lnTo>
                <a:lnTo>
                  <a:pt x="5406" y="38738"/>
                </a:lnTo>
                <a:lnTo>
                  <a:pt x="6923" y="33766"/>
                </a:lnTo>
                <a:lnTo>
                  <a:pt x="10113" y="22220"/>
                </a:lnTo>
                <a:lnTo>
                  <a:pt x="13903" y="13281"/>
                </a:lnTo>
                <a:lnTo>
                  <a:pt x="18522" y="7509"/>
                </a:lnTo>
                <a:lnTo>
                  <a:pt x="24197" y="5461"/>
                </a:lnTo>
                <a:lnTo>
                  <a:pt x="39358" y="5461"/>
                </a:lnTo>
                <a:lnTo>
                  <a:pt x="32575" y="1373"/>
                </a:lnTo>
                <a:lnTo>
                  <a:pt x="24725" y="0"/>
                </a:lnTo>
                <a:close/>
              </a:path>
              <a:path w="194310" h="107950">
                <a:moveTo>
                  <a:pt x="148878" y="0"/>
                </a:moveTo>
                <a:lnTo>
                  <a:pt x="136593" y="1830"/>
                </a:lnTo>
                <a:lnTo>
                  <a:pt x="126254" y="6827"/>
                </a:lnTo>
                <a:lnTo>
                  <a:pt x="117585" y="14245"/>
                </a:lnTo>
                <a:lnTo>
                  <a:pt x="110307" y="23340"/>
                </a:lnTo>
                <a:lnTo>
                  <a:pt x="117036" y="23340"/>
                </a:lnTo>
                <a:lnTo>
                  <a:pt x="119364" y="19987"/>
                </a:lnTo>
                <a:lnTo>
                  <a:pt x="131468" y="9930"/>
                </a:lnTo>
                <a:lnTo>
                  <a:pt x="148350" y="5461"/>
                </a:lnTo>
                <a:lnTo>
                  <a:pt x="166753" y="5461"/>
                </a:lnTo>
                <a:lnTo>
                  <a:pt x="160633" y="1792"/>
                </a:lnTo>
                <a:lnTo>
                  <a:pt x="148878" y="0"/>
                </a:lnTo>
                <a:close/>
              </a:path>
              <a:path w="194310" h="107950">
                <a:moveTo>
                  <a:pt x="89537" y="0"/>
                </a:moveTo>
                <a:lnTo>
                  <a:pt x="50957" y="15292"/>
                </a:lnTo>
                <a:lnTo>
                  <a:pt x="46483" y="20858"/>
                </a:lnTo>
                <a:lnTo>
                  <a:pt x="53341" y="20858"/>
                </a:lnTo>
                <a:lnTo>
                  <a:pt x="56455" y="17069"/>
                </a:lnTo>
                <a:lnTo>
                  <a:pt x="67742" y="8914"/>
                </a:lnTo>
                <a:lnTo>
                  <a:pt x="82614" y="5461"/>
                </a:lnTo>
                <a:lnTo>
                  <a:pt x="101669" y="5461"/>
                </a:lnTo>
                <a:lnTo>
                  <a:pt x="96922" y="1489"/>
                </a:lnTo>
                <a:lnTo>
                  <a:pt x="89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06746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2439" y="0"/>
                </a:moveTo>
                <a:lnTo>
                  <a:pt x="989" y="0"/>
                </a:lnTo>
                <a:lnTo>
                  <a:pt x="0" y="992"/>
                </a:lnTo>
                <a:lnTo>
                  <a:pt x="0" y="3475"/>
                </a:lnTo>
                <a:lnTo>
                  <a:pt x="4417" y="7943"/>
                </a:lnTo>
                <a:lnTo>
                  <a:pt x="20036" y="28111"/>
                </a:lnTo>
                <a:lnTo>
                  <a:pt x="31705" y="53448"/>
                </a:lnTo>
                <a:lnTo>
                  <a:pt x="39011" y="83720"/>
                </a:lnTo>
                <a:lnTo>
                  <a:pt x="41538" y="118697"/>
                </a:lnTo>
                <a:lnTo>
                  <a:pt x="39691" y="149224"/>
                </a:lnTo>
                <a:lnTo>
                  <a:pt x="33436" y="178914"/>
                </a:lnTo>
                <a:lnTo>
                  <a:pt x="21705" y="206556"/>
                </a:lnTo>
                <a:lnTo>
                  <a:pt x="3428" y="230940"/>
                </a:lnTo>
                <a:lnTo>
                  <a:pt x="0" y="233919"/>
                </a:lnTo>
                <a:lnTo>
                  <a:pt x="0" y="236401"/>
                </a:lnTo>
                <a:lnTo>
                  <a:pt x="989" y="237394"/>
                </a:lnTo>
                <a:lnTo>
                  <a:pt x="2439" y="237394"/>
                </a:lnTo>
                <a:lnTo>
                  <a:pt x="7421" y="234368"/>
                </a:lnTo>
                <a:lnTo>
                  <a:pt x="40021" y="191209"/>
                </a:lnTo>
                <a:lnTo>
                  <a:pt x="52087" y="152530"/>
                </a:lnTo>
                <a:lnTo>
                  <a:pt x="54856" y="118697"/>
                </a:lnTo>
                <a:lnTo>
                  <a:pt x="54274" y="103154"/>
                </a:lnTo>
                <a:lnTo>
                  <a:pt x="47374" y="64990"/>
                </a:lnTo>
                <a:lnTo>
                  <a:pt x="28048" y="25351"/>
                </a:lnTo>
                <a:lnTo>
                  <a:pt x="7275" y="2863"/>
                </a:lnTo>
                <a:lnTo>
                  <a:pt x="2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99218" y="5225982"/>
            <a:ext cx="1986280" cy="0"/>
          </a:xfrm>
          <a:custGeom>
            <a:avLst/>
            <a:gdLst/>
            <a:ahLst/>
            <a:cxnLst/>
            <a:rect l="l" t="t" r="r" b="b"/>
            <a:pathLst>
              <a:path w="1986279">
                <a:moveTo>
                  <a:pt x="0" y="0"/>
                </a:moveTo>
                <a:lnTo>
                  <a:pt x="1986187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670291" y="5286577"/>
            <a:ext cx="168910" cy="161925"/>
          </a:xfrm>
          <a:custGeom>
            <a:avLst/>
            <a:gdLst/>
            <a:ahLst/>
            <a:cxnLst/>
            <a:rect l="l" t="t" r="r" b="b"/>
            <a:pathLst>
              <a:path w="168910" h="161925">
                <a:moveTo>
                  <a:pt x="68768" y="154456"/>
                </a:moveTo>
                <a:lnTo>
                  <a:pt x="0" y="154456"/>
                </a:lnTo>
                <a:lnTo>
                  <a:pt x="0" y="161905"/>
                </a:lnTo>
                <a:lnTo>
                  <a:pt x="3494" y="161905"/>
                </a:lnTo>
                <a:lnTo>
                  <a:pt x="33164" y="161408"/>
                </a:lnTo>
                <a:lnTo>
                  <a:pt x="68768" y="161408"/>
                </a:lnTo>
                <a:lnTo>
                  <a:pt x="68768" y="154456"/>
                </a:lnTo>
                <a:close/>
              </a:path>
              <a:path w="168910" h="161925">
                <a:moveTo>
                  <a:pt x="68768" y="161408"/>
                </a:moveTo>
                <a:lnTo>
                  <a:pt x="53933" y="161408"/>
                </a:lnTo>
                <a:lnTo>
                  <a:pt x="58878" y="161905"/>
                </a:lnTo>
                <a:lnTo>
                  <a:pt x="68768" y="161905"/>
                </a:lnTo>
                <a:lnTo>
                  <a:pt x="68768" y="161408"/>
                </a:lnTo>
                <a:close/>
              </a:path>
              <a:path w="168910" h="161925">
                <a:moveTo>
                  <a:pt x="81625" y="6950"/>
                </a:moveTo>
                <a:lnTo>
                  <a:pt x="48527" y="6950"/>
                </a:lnTo>
                <a:lnTo>
                  <a:pt x="52483" y="7447"/>
                </a:lnTo>
                <a:lnTo>
                  <a:pt x="55450" y="7447"/>
                </a:lnTo>
                <a:lnTo>
                  <a:pt x="59406" y="7943"/>
                </a:lnTo>
                <a:lnTo>
                  <a:pt x="60395" y="8936"/>
                </a:lnTo>
                <a:lnTo>
                  <a:pt x="60395" y="12908"/>
                </a:lnTo>
                <a:lnTo>
                  <a:pt x="59867" y="15893"/>
                </a:lnTo>
                <a:lnTo>
                  <a:pt x="27692" y="143527"/>
                </a:lnTo>
                <a:lnTo>
                  <a:pt x="25714" y="152470"/>
                </a:lnTo>
                <a:lnTo>
                  <a:pt x="25252" y="154456"/>
                </a:lnTo>
                <a:lnTo>
                  <a:pt x="46549" y="154456"/>
                </a:lnTo>
                <a:lnTo>
                  <a:pt x="46549" y="148995"/>
                </a:lnTo>
                <a:lnTo>
                  <a:pt x="47010" y="147506"/>
                </a:lnTo>
                <a:lnTo>
                  <a:pt x="47538" y="146010"/>
                </a:lnTo>
                <a:lnTo>
                  <a:pt x="61845" y="86909"/>
                </a:lnTo>
                <a:lnTo>
                  <a:pt x="102395" y="86909"/>
                </a:lnTo>
                <a:lnTo>
                  <a:pt x="126740" y="82618"/>
                </a:lnTo>
                <a:lnTo>
                  <a:pt x="129839" y="80951"/>
                </a:lnTo>
                <a:lnTo>
                  <a:pt x="62834" y="80951"/>
                </a:lnTo>
                <a:lnTo>
                  <a:pt x="79186" y="16390"/>
                </a:lnTo>
                <a:lnTo>
                  <a:pt x="81164" y="7943"/>
                </a:lnTo>
                <a:lnTo>
                  <a:pt x="81625" y="6950"/>
                </a:lnTo>
                <a:close/>
              </a:path>
              <a:path w="168910" h="161925">
                <a:moveTo>
                  <a:pt x="122175" y="0"/>
                </a:moveTo>
                <a:lnTo>
                  <a:pt x="38109" y="0"/>
                </a:lnTo>
                <a:lnTo>
                  <a:pt x="38109" y="6950"/>
                </a:lnTo>
                <a:lnTo>
                  <a:pt x="114263" y="6950"/>
                </a:lnTo>
                <a:lnTo>
                  <a:pt x="127635" y="8215"/>
                </a:lnTo>
                <a:lnTo>
                  <a:pt x="137768" y="12226"/>
                </a:lnTo>
                <a:lnTo>
                  <a:pt x="144192" y="19311"/>
                </a:lnTo>
                <a:lnTo>
                  <a:pt x="146438" y="29795"/>
                </a:lnTo>
                <a:lnTo>
                  <a:pt x="145591" y="38565"/>
                </a:lnTo>
                <a:lnTo>
                  <a:pt x="123405" y="74665"/>
                </a:lnTo>
                <a:lnTo>
                  <a:pt x="96461" y="80951"/>
                </a:lnTo>
                <a:lnTo>
                  <a:pt x="129839" y="80951"/>
                </a:lnTo>
                <a:lnTo>
                  <a:pt x="147963" y="71204"/>
                </a:lnTo>
                <a:lnTo>
                  <a:pt x="162968" y="54855"/>
                </a:lnTo>
                <a:lnTo>
                  <a:pt x="168658" y="35759"/>
                </a:lnTo>
                <a:lnTo>
                  <a:pt x="165706" y="22419"/>
                </a:lnTo>
                <a:lnTo>
                  <a:pt x="156913" y="10988"/>
                </a:lnTo>
                <a:lnTo>
                  <a:pt x="142372" y="3003"/>
                </a:lnTo>
                <a:lnTo>
                  <a:pt x="122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68620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4" h="237489">
                <a:moveTo>
                  <a:pt x="53933" y="0"/>
                </a:moveTo>
                <a:lnTo>
                  <a:pt x="26492" y="26608"/>
                </a:lnTo>
                <a:lnTo>
                  <a:pt x="7510" y="66037"/>
                </a:lnTo>
                <a:lnTo>
                  <a:pt x="0" y="118697"/>
                </a:lnTo>
                <a:lnTo>
                  <a:pt x="599" y="134528"/>
                </a:lnTo>
                <a:lnTo>
                  <a:pt x="7732" y="172895"/>
                </a:lnTo>
                <a:lnTo>
                  <a:pt x="27104" y="212254"/>
                </a:lnTo>
                <a:lnTo>
                  <a:pt x="53933" y="237397"/>
                </a:lnTo>
                <a:lnTo>
                  <a:pt x="54922" y="236900"/>
                </a:lnTo>
                <a:lnTo>
                  <a:pt x="54922" y="233920"/>
                </a:lnTo>
                <a:lnTo>
                  <a:pt x="50966" y="229947"/>
                </a:lnTo>
                <a:lnTo>
                  <a:pt x="32649" y="205161"/>
                </a:lnTo>
                <a:lnTo>
                  <a:pt x="21280" y="176929"/>
                </a:lnTo>
                <a:lnTo>
                  <a:pt x="15473" y="147394"/>
                </a:lnTo>
                <a:lnTo>
                  <a:pt x="13846" y="118697"/>
                </a:lnTo>
                <a:lnTo>
                  <a:pt x="15693" y="87960"/>
                </a:lnTo>
                <a:lnTo>
                  <a:pt x="21947" y="58293"/>
                </a:lnTo>
                <a:lnTo>
                  <a:pt x="33678" y="30768"/>
                </a:lnTo>
                <a:lnTo>
                  <a:pt x="51955" y="6454"/>
                </a:lnTo>
                <a:lnTo>
                  <a:pt x="54922" y="3971"/>
                </a:lnTo>
                <a:lnTo>
                  <a:pt x="54922" y="992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029136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50707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80">
                <a:moveTo>
                  <a:pt x="0" y="0"/>
                </a:moveTo>
                <a:lnTo>
                  <a:pt x="157317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029136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133739" y="5343691"/>
            <a:ext cx="87630" cy="107314"/>
          </a:xfrm>
          <a:custGeom>
            <a:avLst/>
            <a:gdLst/>
            <a:ahLst/>
            <a:cxnLst/>
            <a:rect l="l" t="t" r="r" b="b"/>
            <a:pathLst>
              <a:path w="87630" h="107314">
                <a:moveTo>
                  <a:pt x="17802" y="68533"/>
                </a:moveTo>
                <a:lnTo>
                  <a:pt x="6923" y="68533"/>
                </a:lnTo>
                <a:lnTo>
                  <a:pt x="0" y="73504"/>
                </a:lnTo>
                <a:lnTo>
                  <a:pt x="0" y="84427"/>
                </a:lnTo>
                <a:lnTo>
                  <a:pt x="2398" y="93655"/>
                </a:lnTo>
                <a:lnTo>
                  <a:pt x="9197" y="100880"/>
                </a:lnTo>
                <a:lnTo>
                  <a:pt x="19804" y="105590"/>
                </a:lnTo>
                <a:lnTo>
                  <a:pt x="33626" y="107274"/>
                </a:lnTo>
                <a:lnTo>
                  <a:pt x="57093" y="102610"/>
                </a:lnTo>
                <a:lnTo>
                  <a:pt x="57493" y="102307"/>
                </a:lnTo>
                <a:lnTo>
                  <a:pt x="33626" y="102307"/>
                </a:lnTo>
                <a:lnTo>
                  <a:pt x="28962" y="102105"/>
                </a:lnTo>
                <a:lnTo>
                  <a:pt x="21189" y="100692"/>
                </a:lnTo>
                <a:lnTo>
                  <a:pt x="12959" y="96858"/>
                </a:lnTo>
                <a:lnTo>
                  <a:pt x="6923" y="89392"/>
                </a:lnTo>
                <a:lnTo>
                  <a:pt x="17015" y="89392"/>
                </a:lnTo>
                <a:lnTo>
                  <a:pt x="21758" y="83434"/>
                </a:lnTo>
                <a:lnTo>
                  <a:pt x="21758" y="71518"/>
                </a:lnTo>
                <a:lnTo>
                  <a:pt x="17802" y="68533"/>
                </a:lnTo>
                <a:close/>
              </a:path>
              <a:path w="87630" h="107314">
                <a:moveTo>
                  <a:pt x="58812" y="0"/>
                </a:moveTo>
                <a:lnTo>
                  <a:pt x="39430" y="3895"/>
                </a:lnTo>
                <a:lnTo>
                  <a:pt x="27131" y="13284"/>
                </a:lnTo>
                <a:lnTo>
                  <a:pt x="20668" y="24723"/>
                </a:lnTo>
                <a:lnTo>
                  <a:pt x="18791" y="34766"/>
                </a:lnTo>
                <a:lnTo>
                  <a:pt x="21598" y="45956"/>
                </a:lnTo>
                <a:lnTo>
                  <a:pt x="28293" y="52769"/>
                </a:lnTo>
                <a:lnTo>
                  <a:pt x="36287" y="56416"/>
                </a:lnTo>
                <a:lnTo>
                  <a:pt x="42988" y="58107"/>
                </a:lnTo>
                <a:lnTo>
                  <a:pt x="52081" y="60132"/>
                </a:lnTo>
                <a:lnTo>
                  <a:pt x="59999" y="63135"/>
                </a:lnTo>
                <a:lnTo>
                  <a:pt x="65593" y="68094"/>
                </a:lnTo>
                <a:lnTo>
                  <a:pt x="67713" y="75987"/>
                </a:lnTo>
                <a:lnTo>
                  <a:pt x="66421" y="82822"/>
                </a:lnTo>
                <a:lnTo>
                  <a:pt x="61424" y="91567"/>
                </a:lnTo>
                <a:lnTo>
                  <a:pt x="51052" y="99102"/>
                </a:lnTo>
                <a:lnTo>
                  <a:pt x="33626" y="102307"/>
                </a:lnTo>
                <a:lnTo>
                  <a:pt x="57493" y="102307"/>
                </a:lnTo>
                <a:lnTo>
                  <a:pt x="71629" y="91567"/>
                </a:lnTo>
                <a:lnTo>
                  <a:pt x="79030" y="78569"/>
                </a:lnTo>
                <a:lnTo>
                  <a:pt x="81087" y="68094"/>
                </a:lnTo>
                <a:lnTo>
                  <a:pt x="81098" y="59596"/>
                </a:lnTo>
                <a:lnTo>
                  <a:pt x="76614" y="53639"/>
                </a:lnTo>
                <a:lnTo>
                  <a:pt x="49911" y="40724"/>
                </a:lnTo>
                <a:lnTo>
                  <a:pt x="41538" y="38738"/>
                </a:lnTo>
                <a:lnTo>
                  <a:pt x="32109" y="37248"/>
                </a:lnTo>
                <a:lnTo>
                  <a:pt x="32109" y="26319"/>
                </a:lnTo>
                <a:lnTo>
                  <a:pt x="33361" y="20050"/>
                </a:lnTo>
                <a:lnTo>
                  <a:pt x="37672" y="13035"/>
                </a:lnTo>
                <a:lnTo>
                  <a:pt x="45878" y="7324"/>
                </a:lnTo>
                <a:lnTo>
                  <a:pt x="58812" y="4964"/>
                </a:lnTo>
                <a:lnTo>
                  <a:pt x="77365" y="4964"/>
                </a:lnTo>
                <a:lnTo>
                  <a:pt x="70732" y="1644"/>
                </a:lnTo>
                <a:lnTo>
                  <a:pt x="58812" y="0"/>
                </a:lnTo>
                <a:close/>
              </a:path>
              <a:path w="87630" h="107314">
                <a:moveTo>
                  <a:pt x="17015" y="89392"/>
                </a:moveTo>
                <a:lnTo>
                  <a:pt x="6923" y="89392"/>
                </a:lnTo>
                <a:lnTo>
                  <a:pt x="15824" y="90888"/>
                </a:lnTo>
                <a:lnTo>
                  <a:pt x="17015" y="89392"/>
                </a:lnTo>
                <a:close/>
              </a:path>
              <a:path w="87630" h="107314">
                <a:moveTo>
                  <a:pt x="77365" y="4964"/>
                </a:moveTo>
                <a:lnTo>
                  <a:pt x="64746" y="4964"/>
                </a:lnTo>
                <a:lnTo>
                  <a:pt x="76614" y="6950"/>
                </a:lnTo>
                <a:lnTo>
                  <a:pt x="80109" y="15893"/>
                </a:lnTo>
                <a:lnTo>
                  <a:pt x="73186" y="16390"/>
                </a:lnTo>
                <a:lnTo>
                  <a:pt x="68702" y="21355"/>
                </a:lnTo>
                <a:lnTo>
                  <a:pt x="68702" y="29795"/>
                </a:lnTo>
                <a:lnTo>
                  <a:pt x="70680" y="33773"/>
                </a:lnTo>
                <a:lnTo>
                  <a:pt x="81098" y="33773"/>
                </a:lnTo>
                <a:lnTo>
                  <a:pt x="87032" y="29298"/>
                </a:lnTo>
                <a:lnTo>
                  <a:pt x="87032" y="20362"/>
                </a:lnTo>
                <a:lnTo>
                  <a:pt x="85126" y="12569"/>
                </a:lnTo>
                <a:lnTo>
                  <a:pt x="79598" y="6082"/>
                </a:lnTo>
                <a:lnTo>
                  <a:pt x="77365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245497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2505" y="0"/>
                </a:moveTo>
                <a:lnTo>
                  <a:pt x="989" y="0"/>
                </a:lnTo>
                <a:lnTo>
                  <a:pt x="0" y="992"/>
                </a:lnTo>
                <a:lnTo>
                  <a:pt x="0" y="3971"/>
                </a:lnTo>
                <a:lnTo>
                  <a:pt x="4483" y="7943"/>
                </a:lnTo>
                <a:lnTo>
                  <a:pt x="19992" y="28394"/>
                </a:lnTo>
                <a:lnTo>
                  <a:pt x="31483" y="53825"/>
                </a:lnTo>
                <a:lnTo>
                  <a:pt x="38622" y="84003"/>
                </a:lnTo>
                <a:lnTo>
                  <a:pt x="41076" y="118697"/>
                </a:lnTo>
                <a:lnTo>
                  <a:pt x="39294" y="149233"/>
                </a:lnTo>
                <a:lnTo>
                  <a:pt x="33148" y="178978"/>
                </a:lnTo>
                <a:lnTo>
                  <a:pt x="21438" y="206767"/>
                </a:lnTo>
                <a:lnTo>
                  <a:pt x="2967" y="231437"/>
                </a:lnTo>
                <a:lnTo>
                  <a:pt x="0" y="233920"/>
                </a:lnTo>
                <a:lnTo>
                  <a:pt x="0" y="236900"/>
                </a:lnTo>
                <a:lnTo>
                  <a:pt x="989" y="237397"/>
                </a:lnTo>
                <a:lnTo>
                  <a:pt x="2505" y="237397"/>
                </a:lnTo>
                <a:lnTo>
                  <a:pt x="7459" y="234440"/>
                </a:lnTo>
                <a:lnTo>
                  <a:pt x="40087" y="191208"/>
                </a:lnTo>
                <a:lnTo>
                  <a:pt x="51955" y="152905"/>
                </a:lnTo>
                <a:lnTo>
                  <a:pt x="54922" y="118697"/>
                </a:lnTo>
                <a:lnTo>
                  <a:pt x="54330" y="103154"/>
                </a:lnTo>
                <a:lnTo>
                  <a:pt x="47384" y="64990"/>
                </a:lnTo>
                <a:lnTo>
                  <a:pt x="28077" y="25561"/>
                </a:lnTo>
                <a:lnTo>
                  <a:pt x="7312" y="2933"/>
                </a:lnTo>
                <a:lnTo>
                  <a:pt x="2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092679" y="5203387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317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092679" y="524907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317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504716" y="4962762"/>
            <a:ext cx="168910" cy="161925"/>
          </a:xfrm>
          <a:custGeom>
            <a:avLst/>
            <a:gdLst/>
            <a:ahLst/>
            <a:cxnLst/>
            <a:rect l="l" t="t" r="r" b="b"/>
            <a:pathLst>
              <a:path w="168910" h="161925">
                <a:moveTo>
                  <a:pt x="68702" y="154953"/>
                </a:moveTo>
                <a:lnTo>
                  <a:pt x="0" y="154953"/>
                </a:lnTo>
                <a:lnTo>
                  <a:pt x="0" y="161903"/>
                </a:lnTo>
                <a:lnTo>
                  <a:pt x="3428" y="161903"/>
                </a:lnTo>
                <a:lnTo>
                  <a:pt x="33626" y="161407"/>
                </a:lnTo>
                <a:lnTo>
                  <a:pt x="68702" y="161407"/>
                </a:lnTo>
                <a:lnTo>
                  <a:pt x="68702" y="154953"/>
                </a:lnTo>
                <a:close/>
              </a:path>
              <a:path w="168910" h="161925">
                <a:moveTo>
                  <a:pt x="68702" y="161407"/>
                </a:moveTo>
                <a:lnTo>
                  <a:pt x="38571" y="161407"/>
                </a:lnTo>
                <a:lnTo>
                  <a:pt x="43516" y="161903"/>
                </a:lnTo>
                <a:lnTo>
                  <a:pt x="68702" y="161903"/>
                </a:lnTo>
                <a:lnTo>
                  <a:pt x="68702" y="161407"/>
                </a:lnTo>
                <a:close/>
              </a:path>
              <a:path w="168910" h="161925">
                <a:moveTo>
                  <a:pt x="81559" y="7447"/>
                </a:moveTo>
                <a:lnTo>
                  <a:pt x="52417" y="7447"/>
                </a:lnTo>
                <a:lnTo>
                  <a:pt x="55384" y="7943"/>
                </a:lnTo>
                <a:lnTo>
                  <a:pt x="59340" y="8440"/>
                </a:lnTo>
                <a:lnTo>
                  <a:pt x="60790" y="8936"/>
                </a:lnTo>
                <a:lnTo>
                  <a:pt x="60790" y="12411"/>
                </a:lnTo>
                <a:lnTo>
                  <a:pt x="60329" y="13404"/>
                </a:lnTo>
                <a:lnTo>
                  <a:pt x="59801" y="16383"/>
                </a:lnTo>
                <a:lnTo>
                  <a:pt x="28153" y="143527"/>
                </a:lnTo>
                <a:lnTo>
                  <a:pt x="25714" y="152967"/>
                </a:lnTo>
                <a:lnTo>
                  <a:pt x="25186" y="154953"/>
                </a:lnTo>
                <a:lnTo>
                  <a:pt x="46483" y="154953"/>
                </a:lnTo>
                <a:lnTo>
                  <a:pt x="46483" y="148988"/>
                </a:lnTo>
                <a:lnTo>
                  <a:pt x="46944" y="147995"/>
                </a:lnTo>
                <a:lnTo>
                  <a:pt x="47472" y="146506"/>
                </a:lnTo>
                <a:lnTo>
                  <a:pt x="61779" y="86909"/>
                </a:lnTo>
                <a:lnTo>
                  <a:pt x="102329" y="86909"/>
                </a:lnTo>
                <a:lnTo>
                  <a:pt x="126868" y="82688"/>
                </a:lnTo>
                <a:lnTo>
                  <a:pt x="130127" y="80951"/>
                </a:lnTo>
                <a:lnTo>
                  <a:pt x="62768" y="80951"/>
                </a:lnTo>
                <a:lnTo>
                  <a:pt x="79120" y="16383"/>
                </a:lnTo>
                <a:lnTo>
                  <a:pt x="81098" y="7943"/>
                </a:lnTo>
                <a:lnTo>
                  <a:pt x="81559" y="7447"/>
                </a:lnTo>
                <a:close/>
              </a:path>
              <a:path w="168910" h="161925">
                <a:moveTo>
                  <a:pt x="122109" y="0"/>
                </a:moveTo>
                <a:lnTo>
                  <a:pt x="38571" y="0"/>
                </a:lnTo>
                <a:lnTo>
                  <a:pt x="38571" y="7447"/>
                </a:lnTo>
                <a:lnTo>
                  <a:pt x="114724" y="7447"/>
                </a:lnTo>
                <a:lnTo>
                  <a:pt x="127864" y="8711"/>
                </a:lnTo>
                <a:lnTo>
                  <a:pt x="137999" y="12723"/>
                </a:lnTo>
                <a:lnTo>
                  <a:pt x="144524" y="19807"/>
                </a:lnTo>
                <a:lnTo>
                  <a:pt x="146834" y="30291"/>
                </a:lnTo>
                <a:lnTo>
                  <a:pt x="145915" y="38783"/>
                </a:lnTo>
                <a:lnTo>
                  <a:pt x="123339" y="74875"/>
                </a:lnTo>
                <a:lnTo>
                  <a:pt x="96395" y="80951"/>
                </a:lnTo>
                <a:lnTo>
                  <a:pt x="130127" y="80951"/>
                </a:lnTo>
                <a:lnTo>
                  <a:pt x="148070" y="71389"/>
                </a:lnTo>
                <a:lnTo>
                  <a:pt x="162967" y="55062"/>
                </a:lnTo>
                <a:lnTo>
                  <a:pt x="168592" y="35752"/>
                </a:lnTo>
                <a:lnTo>
                  <a:pt x="165640" y="22416"/>
                </a:lnTo>
                <a:lnTo>
                  <a:pt x="156848" y="10987"/>
                </a:lnTo>
                <a:lnTo>
                  <a:pt x="142306" y="3003"/>
                </a:lnTo>
                <a:lnTo>
                  <a:pt x="122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702979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933" y="0"/>
                </a:moveTo>
                <a:lnTo>
                  <a:pt x="14835" y="46185"/>
                </a:lnTo>
                <a:lnTo>
                  <a:pt x="2967" y="84864"/>
                </a:lnTo>
                <a:lnTo>
                  <a:pt x="0" y="118697"/>
                </a:lnTo>
                <a:lnTo>
                  <a:pt x="664" y="134241"/>
                </a:lnTo>
                <a:lnTo>
                  <a:pt x="7927" y="172406"/>
                </a:lnTo>
                <a:lnTo>
                  <a:pt x="27337" y="212042"/>
                </a:lnTo>
                <a:lnTo>
                  <a:pt x="53933" y="237394"/>
                </a:lnTo>
                <a:lnTo>
                  <a:pt x="54922" y="236898"/>
                </a:lnTo>
                <a:lnTo>
                  <a:pt x="54922" y="233919"/>
                </a:lnTo>
                <a:lnTo>
                  <a:pt x="50966" y="229947"/>
                </a:lnTo>
                <a:lnTo>
                  <a:pt x="32649" y="204881"/>
                </a:lnTo>
                <a:lnTo>
                  <a:pt x="21280" y="176556"/>
                </a:lnTo>
                <a:lnTo>
                  <a:pt x="15473" y="147114"/>
                </a:lnTo>
                <a:lnTo>
                  <a:pt x="13846" y="118697"/>
                </a:lnTo>
                <a:lnTo>
                  <a:pt x="15693" y="87960"/>
                </a:lnTo>
                <a:lnTo>
                  <a:pt x="21947" y="58293"/>
                </a:lnTo>
                <a:lnTo>
                  <a:pt x="33678" y="30768"/>
                </a:lnTo>
                <a:lnTo>
                  <a:pt x="51955" y="6454"/>
                </a:lnTo>
                <a:lnTo>
                  <a:pt x="54922" y="3475"/>
                </a:lnTo>
                <a:lnTo>
                  <a:pt x="54922" y="496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63725" y="5070531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85132" y="506556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63725" y="498660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968098" y="5019877"/>
            <a:ext cx="87630" cy="107950"/>
          </a:xfrm>
          <a:custGeom>
            <a:avLst/>
            <a:gdLst/>
            <a:ahLst/>
            <a:cxnLst/>
            <a:rect l="l" t="t" r="r" b="b"/>
            <a:pathLst>
              <a:path w="87629" h="107950">
                <a:moveTo>
                  <a:pt x="18263" y="69029"/>
                </a:moveTo>
                <a:lnTo>
                  <a:pt x="6923" y="69029"/>
                </a:lnTo>
                <a:lnTo>
                  <a:pt x="0" y="74001"/>
                </a:lnTo>
                <a:lnTo>
                  <a:pt x="0" y="84427"/>
                </a:lnTo>
                <a:lnTo>
                  <a:pt x="2398" y="93941"/>
                </a:lnTo>
                <a:lnTo>
                  <a:pt x="9197" y="101313"/>
                </a:lnTo>
                <a:lnTo>
                  <a:pt x="19804" y="106077"/>
                </a:lnTo>
                <a:lnTo>
                  <a:pt x="33626" y="107768"/>
                </a:lnTo>
                <a:lnTo>
                  <a:pt x="57315" y="103097"/>
                </a:lnTo>
                <a:lnTo>
                  <a:pt x="58349" y="102307"/>
                </a:lnTo>
                <a:lnTo>
                  <a:pt x="34153" y="102307"/>
                </a:lnTo>
                <a:lnTo>
                  <a:pt x="29184" y="102112"/>
                </a:lnTo>
                <a:lnTo>
                  <a:pt x="21255" y="100754"/>
                </a:lnTo>
                <a:lnTo>
                  <a:pt x="12967" y="97067"/>
                </a:lnTo>
                <a:lnTo>
                  <a:pt x="6923" y="89888"/>
                </a:lnTo>
                <a:lnTo>
                  <a:pt x="16671" y="89888"/>
                </a:lnTo>
                <a:lnTo>
                  <a:pt x="21758" y="83930"/>
                </a:lnTo>
                <a:lnTo>
                  <a:pt x="21758" y="72008"/>
                </a:lnTo>
                <a:lnTo>
                  <a:pt x="18263" y="69029"/>
                </a:lnTo>
                <a:close/>
              </a:path>
              <a:path w="87629" h="107950">
                <a:moveTo>
                  <a:pt x="58878" y="0"/>
                </a:moveTo>
                <a:lnTo>
                  <a:pt x="39458" y="3965"/>
                </a:lnTo>
                <a:lnTo>
                  <a:pt x="27139" y="13470"/>
                </a:lnTo>
                <a:lnTo>
                  <a:pt x="20669" y="24930"/>
                </a:lnTo>
                <a:lnTo>
                  <a:pt x="18791" y="34759"/>
                </a:lnTo>
                <a:lnTo>
                  <a:pt x="21608" y="45950"/>
                </a:lnTo>
                <a:lnTo>
                  <a:pt x="28326" y="52766"/>
                </a:lnTo>
                <a:lnTo>
                  <a:pt x="36342" y="56415"/>
                </a:lnTo>
                <a:lnTo>
                  <a:pt x="43054" y="58107"/>
                </a:lnTo>
                <a:lnTo>
                  <a:pt x="52119" y="60140"/>
                </a:lnTo>
                <a:lnTo>
                  <a:pt x="60040" y="63197"/>
                </a:lnTo>
                <a:lnTo>
                  <a:pt x="65650" y="68303"/>
                </a:lnTo>
                <a:lnTo>
                  <a:pt x="67779" y="76483"/>
                </a:lnTo>
                <a:lnTo>
                  <a:pt x="66484" y="83031"/>
                </a:lnTo>
                <a:lnTo>
                  <a:pt x="61524" y="91629"/>
                </a:lnTo>
                <a:lnTo>
                  <a:pt x="51285" y="99109"/>
                </a:lnTo>
                <a:lnTo>
                  <a:pt x="34153" y="102307"/>
                </a:lnTo>
                <a:lnTo>
                  <a:pt x="58349" y="102307"/>
                </a:lnTo>
                <a:lnTo>
                  <a:pt x="71826" y="92001"/>
                </a:lnTo>
                <a:lnTo>
                  <a:pt x="79105" y="78855"/>
                </a:lnTo>
                <a:lnTo>
                  <a:pt x="81049" y="68303"/>
                </a:lnTo>
                <a:lnTo>
                  <a:pt x="81098" y="59596"/>
                </a:lnTo>
                <a:lnTo>
                  <a:pt x="76680" y="53632"/>
                </a:lnTo>
                <a:lnTo>
                  <a:pt x="73713" y="50653"/>
                </a:lnTo>
                <a:lnTo>
                  <a:pt x="67779" y="44199"/>
                </a:lnTo>
                <a:lnTo>
                  <a:pt x="60856" y="43206"/>
                </a:lnTo>
                <a:lnTo>
                  <a:pt x="50439" y="40724"/>
                </a:lnTo>
                <a:lnTo>
                  <a:pt x="41538" y="39234"/>
                </a:lnTo>
                <a:lnTo>
                  <a:pt x="32175" y="37248"/>
                </a:lnTo>
                <a:lnTo>
                  <a:pt x="32175" y="26816"/>
                </a:lnTo>
                <a:lnTo>
                  <a:pt x="33427" y="20547"/>
                </a:lnTo>
                <a:lnTo>
                  <a:pt x="37738" y="13532"/>
                </a:lnTo>
                <a:lnTo>
                  <a:pt x="45944" y="7820"/>
                </a:lnTo>
                <a:lnTo>
                  <a:pt x="58878" y="5461"/>
                </a:lnTo>
                <a:lnTo>
                  <a:pt x="78063" y="5461"/>
                </a:lnTo>
                <a:lnTo>
                  <a:pt x="70788" y="1714"/>
                </a:lnTo>
                <a:lnTo>
                  <a:pt x="58878" y="0"/>
                </a:lnTo>
                <a:close/>
              </a:path>
              <a:path w="87629" h="107950">
                <a:moveTo>
                  <a:pt x="16671" y="89888"/>
                </a:moveTo>
                <a:lnTo>
                  <a:pt x="6923" y="89888"/>
                </a:lnTo>
                <a:lnTo>
                  <a:pt x="15824" y="90881"/>
                </a:lnTo>
                <a:lnTo>
                  <a:pt x="16671" y="89888"/>
                </a:lnTo>
                <a:close/>
              </a:path>
              <a:path w="87629" h="107950">
                <a:moveTo>
                  <a:pt x="78063" y="5461"/>
                </a:moveTo>
                <a:lnTo>
                  <a:pt x="64812" y="5461"/>
                </a:lnTo>
                <a:lnTo>
                  <a:pt x="76680" y="6950"/>
                </a:lnTo>
                <a:lnTo>
                  <a:pt x="80109" y="16383"/>
                </a:lnTo>
                <a:lnTo>
                  <a:pt x="73186" y="16383"/>
                </a:lnTo>
                <a:lnTo>
                  <a:pt x="68768" y="21851"/>
                </a:lnTo>
                <a:lnTo>
                  <a:pt x="68768" y="30291"/>
                </a:lnTo>
                <a:lnTo>
                  <a:pt x="70746" y="33766"/>
                </a:lnTo>
                <a:lnTo>
                  <a:pt x="81098" y="33766"/>
                </a:lnTo>
                <a:lnTo>
                  <a:pt x="87032" y="29795"/>
                </a:lnTo>
                <a:lnTo>
                  <a:pt x="87032" y="20362"/>
                </a:lnTo>
                <a:lnTo>
                  <a:pt x="85136" y="12779"/>
                </a:lnTo>
                <a:lnTo>
                  <a:pt x="79631" y="6268"/>
                </a:lnTo>
                <a:lnTo>
                  <a:pt x="78063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099405" y="4946868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394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76964" y="5070531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98075" y="506556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76964" y="498660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428052" y="5019877"/>
            <a:ext cx="194310" cy="107950"/>
          </a:xfrm>
          <a:custGeom>
            <a:avLst/>
            <a:gdLst/>
            <a:ahLst/>
            <a:cxnLst/>
            <a:rect l="l" t="t" r="r" b="b"/>
            <a:pathLst>
              <a:path w="194309" h="107950">
                <a:moveTo>
                  <a:pt x="39358" y="5461"/>
                </a:moveTo>
                <a:lnTo>
                  <a:pt x="28153" y="5461"/>
                </a:lnTo>
                <a:lnTo>
                  <a:pt x="31648" y="7447"/>
                </a:lnTo>
                <a:lnTo>
                  <a:pt x="31648" y="21355"/>
                </a:lnTo>
                <a:lnTo>
                  <a:pt x="30659" y="23837"/>
                </a:lnTo>
                <a:lnTo>
                  <a:pt x="27692" y="36255"/>
                </a:lnTo>
                <a:lnTo>
                  <a:pt x="13846" y="90881"/>
                </a:lnTo>
                <a:lnTo>
                  <a:pt x="13318" y="94363"/>
                </a:lnTo>
                <a:lnTo>
                  <a:pt x="11868" y="99824"/>
                </a:lnTo>
                <a:lnTo>
                  <a:pt x="11868" y="105285"/>
                </a:lnTo>
                <a:lnTo>
                  <a:pt x="15296" y="107768"/>
                </a:lnTo>
                <a:lnTo>
                  <a:pt x="21758" y="107768"/>
                </a:lnTo>
                <a:lnTo>
                  <a:pt x="25714" y="105782"/>
                </a:lnTo>
                <a:lnTo>
                  <a:pt x="27692" y="100817"/>
                </a:lnTo>
                <a:lnTo>
                  <a:pt x="27692" y="100321"/>
                </a:lnTo>
                <a:lnTo>
                  <a:pt x="30659" y="89392"/>
                </a:lnTo>
                <a:lnTo>
                  <a:pt x="32252" y="82819"/>
                </a:lnTo>
                <a:lnTo>
                  <a:pt x="37054" y="62079"/>
                </a:lnTo>
                <a:lnTo>
                  <a:pt x="38571" y="56618"/>
                </a:lnTo>
                <a:lnTo>
                  <a:pt x="40021" y="51646"/>
                </a:lnTo>
                <a:lnTo>
                  <a:pt x="41010" y="46185"/>
                </a:lnTo>
                <a:lnTo>
                  <a:pt x="41999" y="42213"/>
                </a:lnTo>
                <a:lnTo>
                  <a:pt x="43977" y="35256"/>
                </a:lnTo>
                <a:lnTo>
                  <a:pt x="44505" y="34263"/>
                </a:lnTo>
                <a:lnTo>
                  <a:pt x="48779" y="26621"/>
                </a:lnTo>
                <a:lnTo>
                  <a:pt x="53465" y="20858"/>
                </a:lnTo>
                <a:lnTo>
                  <a:pt x="46483" y="20858"/>
                </a:lnTo>
                <a:lnTo>
                  <a:pt x="44196" y="11941"/>
                </a:lnTo>
                <a:lnTo>
                  <a:pt x="39358" y="5461"/>
                </a:lnTo>
                <a:close/>
              </a:path>
              <a:path w="194309" h="107950">
                <a:moveTo>
                  <a:pt x="101669" y="5461"/>
                </a:moveTo>
                <a:lnTo>
                  <a:pt x="93494" y="5461"/>
                </a:lnTo>
                <a:lnTo>
                  <a:pt x="95472" y="13901"/>
                </a:lnTo>
                <a:lnTo>
                  <a:pt x="95472" y="27809"/>
                </a:lnTo>
                <a:lnTo>
                  <a:pt x="93955" y="34759"/>
                </a:lnTo>
                <a:lnTo>
                  <a:pt x="91977" y="41717"/>
                </a:lnTo>
                <a:lnTo>
                  <a:pt x="85581" y="69029"/>
                </a:lnTo>
                <a:lnTo>
                  <a:pt x="80636" y="87406"/>
                </a:lnTo>
                <a:lnTo>
                  <a:pt x="79647" y="91874"/>
                </a:lnTo>
                <a:lnTo>
                  <a:pt x="77669" y="99824"/>
                </a:lnTo>
                <a:lnTo>
                  <a:pt x="77669" y="105285"/>
                </a:lnTo>
                <a:lnTo>
                  <a:pt x="81098" y="107768"/>
                </a:lnTo>
                <a:lnTo>
                  <a:pt x="91977" y="107768"/>
                </a:lnTo>
                <a:lnTo>
                  <a:pt x="93494" y="101810"/>
                </a:lnTo>
                <a:lnTo>
                  <a:pt x="94944" y="93866"/>
                </a:lnTo>
                <a:lnTo>
                  <a:pt x="98386" y="80820"/>
                </a:lnTo>
                <a:lnTo>
                  <a:pt x="102700" y="64003"/>
                </a:lnTo>
                <a:lnTo>
                  <a:pt x="106729" y="47839"/>
                </a:lnTo>
                <a:lnTo>
                  <a:pt x="109318" y="36752"/>
                </a:lnTo>
                <a:lnTo>
                  <a:pt x="112218" y="30603"/>
                </a:lnTo>
                <a:lnTo>
                  <a:pt x="117242" y="23340"/>
                </a:lnTo>
                <a:lnTo>
                  <a:pt x="110768" y="23340"/>
                </a:lnTo>
                <a:lnTo>
                  <a:pt x="110307" y="19865"/>
                </a:lnTo>
                <a:lnTo>
                  <a:pt x="109779" y="11915"/>
                </a:lnTo>
                <a:lnTo>
                  <a:pt x="102856" y="6454"/>
                </a:lnTo>
                <a:lnTo>
                  <a:pt x="101669" y="5461"/>
                </a:lnTo>
                <a:close/>
              </a:path>
              <a:path w="194309" h="107950">
                <a:moveTo>
                  <a:pt x="166753" y="5461"/>
                </a:moveTo>
                <a:lnTo>
                  <a:pt x="158768" y="5461"/>
                </a:lnTo>
                <a:lnTo>
                  <a:pt x="161170" y="13281"/>
                </a:lnTo>
                <a:lnTo>
                  <a:pt x="161158" y="22220"/>
                </a:lnTo>
                <a:lnTo>
                  <a:pt x="159585" y="34063"/>
                </a:lnTo>
                <a:lnTo>
                  <a:pt x="155644" y="48792"/>
                </a:lnTo>
                <a:lnTo>
                  <a:pt x="150777" y="63336"/>
                </a:lnTo>
                <a:lnTo>
                  <a:pt x="146372" y="74994"/>
                </a:lnTo>
                <a:lnTo>
                  <a:pt x="144394" y="80951"/>
                </a:lnTo>
                <a:lnTo>
                  <a:pt x="143405" y="83434"/>
                </a:lnTo>
                <a:lnTo>
                  <a:pt x="143405" y="88399"/>
                </a:lnTo>
                <a:lnTo>
                  <a:pt x="144894" y="96036"/>
                </a:lnTo>
                <a:lnTo>
                  <a:pt x="148985" y="102182"/>
                </a:lnTo>
                <a:lnTo>
                  <a:pt x="155116" y="106278"/>
                </a:lnTo>
                <a:lnTo>
                  <a:pt x="162724" y="107768"/>
                </a:lnTo>
                <a:lnTo>
                  <a:pt x="176955" y="102307"/>
                </a:lnTo>
                <a:lnTo>
                  <a:pt x="159228" y="102304"/>
                </a:lnTo>
                <a:lnTo>
                  <a:pt x="157779" y="99824"/>
                </a:lnTo>
                <a:lnTo>
                  <a:pt x="157779" y="88399"/>
                </a:lnTo>
                <a:lnTo>
                  <a:pt x="159804" y="82819"/>
                </a:lnTo>
                <a:lnTo>
                  <a:pt x="161735" y="77973"/>
                </a:lnTo>
                <a:lnTo>
                  <a:pt x="165834" y="66463"/>
                </a:lnTo>
                <a:lnTo>
                  <a:pt x="170545" y="52208"/>
                </a:lnTo>
                <a:lnTo>
                  <a:pt x="174428" y="37673"/>
                </a:lnTo>
                <a:lnTo>
                  <a:pt x="176043" y="25326"/>
                </a:lnTo>
                <a:lnTo>
                  <a:pt x="174301" y="14873"/>
                </a:lnTo>
                <a:lnTo>
                  <a:pt x="169136" y="6889"/>
                </a:lnTo>
                <a:lnTo>
                  <a:pt x="166753" y="5461"/>
                </a:lnTo>
                <a:close/>
              </a:path>
              <a:path w="194309" h="107950">
                <a:moveTo>
                  <a:pt x="193845" y="68533"/>
                </a:moveTo>
                <a:lnTo>
                  <a:pt x="188438" y="68533"/>
                </a:lnTo>
                <a:lnTo>
                  <a:pt x="188438" y="69526"/>
                </a:lnTo>
                <a:lnTo>
                  <a:pt x="187449" y="73001"/>
                </a:lnTo>
                <a:lnTo>
                  <a:pt x="183992" y="82819"/>
                </a:lnTo>
                <a:lnTo>
                  <a:pt x="178828" y="92311"/>
                </a:lnTo>
                <a:lnTo>
                  <a:pt x="171909" y="99474"/>
                </a:lnTo>
                <a:lnTo>
                  <a:pt x="163185" y="102307"/>
                </a:lnTo>
                <a:lnTo>
                  <a:pt x="176960" y="102304"/>
                </a:lnTo>
                <a:lnTo>
                  <a:pt x="186617" y="90136"/>
                </a:lnTo>
                <a:lnTo>
                  <a:pt x="192107" y="77596"/>
                </a:lnTo>
                <a:lnTo>
                  <a:pt x="193845" y="71015"/>
                </a:lnTo>
                <a:lnTo>
                  <a:pt x="193845" y="68533"/>
                </a:lnTo>
                <a:close/>
              </a:path>
              <a:path w="194309" h="107950">
                <a:moveTo>
                  <a:pt x="24725" y="0"/>
                </a:moveTo>
                <a:lnTo>
                  <a:pt x="13846" y="0"/>
                </a:lnTo>
                <a:lnTo>
                  <a:pt x="9362" y="9433"/>
                </a:lnTo>
                <a:lnTo>
                  <a:pt x="7384" y="13404"/>
                </a:lnTo>
                <a:lnTo>
                  <a:pt x="3428" y="21851"/>
                </a:lnTo>
                <a:lnTo>
                  <a:pt x="0" y="35752"/>
                </a:lnTo>
                <a:lnTo>
                  <a:pt x="0" y="39234"/>
                </a:lnTo>
                <a:lnTo>
                  <a:pt x="5406" y="39234"/>
                </a:lnTo>
                <a:lnTo>
                  <a:pt x="5406" y="38738"/>
                </a:lnTo>
                <a:lnTo>
                  <a:pt x="6923" y="33766"/>
                </a:lnTo>
                <a:lnTo>
                  <a:pt x="10113" y="22220"/>
                </a:lnTo>
                <a:lnTo>
                  <a:pt x="13903" y="13281"/>
                </a:lnTo>
                <a:lnTo>
                  <a:pt x="18522" y="7509"/>
                </a:lnTo>
                <a:lnTo>
                  <a:pt x="24197" y="5461"/>
                </a:lnTo>
                <a:lnTo>
                  <a:pt x="39358" y="5461"/>
                </a:lnTo>
                <a:lnTo>
                  <a:pt x="32575" y="1373"/>
                </a:lnTo>
                <a:lnTo>
                  <a:pt x="24725" y="0"/>
                </a:lnTo>
                <a:close/>
              </a:path>
              <a:path w="194309" h="107950">
                <a:moveTo>
                  <a:pt x="148878" y="0"/>
                </a:moveTo>
                <a:lnTo>
                  <a:pt x="136794" y="1830"/>
                </a:lnTo>
                <a:lnTo>
                  <a:pt x="126485" y="6827"/>
                </a:lnTo>
                <a:lnTo>
                  <a:pt x="117845" y="14245"/>
                </a:lnTo>
                <a:lnTo>
                  <a:pt x="110768" y="23340"/>
                </a:lnTo>
                <a:lnTo>
                  <a:pt x="117242" y="23340"/>
                </a:lnTo>
                <a:lnTo>
                  <a:pt x="119562" y="19987"/>
                </a:lnTo>
                <a:lnTo>
                  <a:pt x="131542" y="9930"/>
                </a:lnTo>
                <a:lnTo>
                  <a:pt x="148350" y="5461"/>
                </a:lnTo>
                <a:lnTo>
                  <a:pt x="166753" y="5461"/>
                </a:lnTo>
                <a:lnTo>
                  <a:pt x="160633" y="1792"/>
                </a:lnTo>
                <a:lnTo>
                  <a:pt x="148878" y="0"/>
                </a:lnTo>
                <a:close/>
              </a:path>
              <a:path w="194309" h="107950">
                <a:moveTo>
                  <a:pt x="89537" y="0"/>
                </a:moveTo>
                <a:lnTo>
                  <a:pt x="51152" y="15292"/>
                </a:lnTo>
                <a:lnTo>
                  <a:pt x="46483" y="20858"/>
                </a:lnTo>
                <a:lnTo>
                  <a:pt x="53465" y="20858"/>
                </a:lnTo>
                <a:lnTo>
                  <a:pt x="56546" y="17069"/>
                </a:lnTo>
                <a:lnTo>
                  <a:pt x="67935" y="8914"/>
                </a:lnTo>
                <a:lnTo>
                  <a:pt x="83076" y="5461"/>
                </a:lnTo>
                <a:lnTo>
                  <a:pt x="101669" y="5461"/>
                </a:lnTo>
                <a:lnTo>
                  <a:pt x="96922" y="1489"/>
                </a:lnTo>
                <a:lnTo>
                  <a:pt x="89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642666" y="4946868"/>
            <a:ext cx="54610" cy="237490"/>
          </a:xfrm>
          <a:custGeom>
            <a:avLst/>
            <a:gdLst/>
            <a:ahLst/>
            <a:cxnLst/>
            <a:rect l="l" t="t" r="r" b="b"/>
            <a:pathLst>
              <a:path w="54609" h="237489">
                <a:moveTo>
                  <a:pt x="1978" y="0"/>
                </a:moveTo>
                <a:lnTo>
                  <a:pt x="527" y="0"/>
                </a:lnTo>
                <a:lnTo>
                  <a:pt x="0" y="992"/>
                </a:lnTo>
                <a:lnTo>
                  <a:pt x="0" y="3475"/>
                </a:lnTo>
                <a:lnTo>
                  <a:pt x="4483" y="7943"/>
                </a:lnTo>
                <a:lnTo>
                  <a:pt x="19992" y="28111"/>
                </a:lnTo>
                <a:lnTo>
                  <a:pt x="31483" y="53448"/>
                </a:lnTo>
                <a:lnTo>
                  <a:pt x="38622" y="83720"/>
                </a:lnTo>
                <a:lnTo>
                  <a:pt x="41076" y="118697"/>
                </a:lnTo>
                <a:lnTo>
                  <a:pt x="39229" y="149224"/>
                </a:lnTo>
                <a:lnTo>
                  <a:pt x="32975" y="178914"/>
                </a:lnTo>
                <a:lnTo>
                  <a:pt x="21244" y="206556"/>
                </a:lnTo>
                <a:lnTo>
                  <a:pt x="2967" y="230940"/>
                </a:lnTo>
                <a:lnTo>
                  <a:pt x="0" y="233919"/>
                </a:lnTo>
                <a:lnTo>
                  <a:pt x="0" y="236401"/>
                </a:lnTo>
                <a:lnTo>
                  <a:pt x="527" y="237394"/>
                </a:lnTo>
                <a:lnTo>
                  <a:pt x="1978" y="237394"/>
                </a:lnTo>
                <a:lnTo>
                  <a:pt x="6960" y="234368"/>
                </a:lnTo>
                <a:lnTo>
                  <a:pt x="39560" y="191209"/>
                </a:lnTo>
                <a:lnTo>
                  <a:pt x="51626" y="152530"/>
                </a:lnTo>
                <a:lnTo>
                  <a:pt x="54395" y="118697"/>
                </a:lnTo>
                <a:lnTo>
                  <a:pt x="53813" y="103154"/>
                </a:lnTo>
                <a:lnTo>
                  <a:pt x="46912" y="64990"/>
                </a:lnTo>
                <a:lnTo>
                  <a:pt x="27587" y="25351"/>
                </a:lnTo>
                <a:lnTo>
                  <a:pt x="6813" y="2863"/>
                </a:lnTo>
                <a:lnTo>
                  <a:pt x="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30226" y="4962762"/>
            <a:ext cx="169545" cy="161925"/>
          </a:xfrm>
          <a:custGeom>
            <a:avLst/>
            <a:gdLst/>
            <a:ahLst/>
            <a:cxnLst/>
            <a:rect l="l" t="t" r="r" b="b"/>
            <a:pathLst>
              <a:path w="169545" h="161925">
                <a:moveTo>
                  <a:pt x="69230" y="154953"/>
                </a:moveTo>
                <a:lnTo>
                  <a:pt x="0" y="154953"/>
                </a:lnTo>
                <a:lnTo>
                  <a:pt x="0" y="161903"/>
                </a:lnTo>
                <a:lnTo>
                  <a:pt x="3956" y="161903"/>
                </a:lnTo>
                <a:lnTo>
                  <a:pt x="33626" y="161407"/>
                </a:lnTo>
                <a:lnTo>
                  <a:pt x="69230" y="161407"/>
                </a:lnTo>
                <a:lnTo>
                  <a:pt x="69230" y="154953"/>
                </a:lnTo>
                <a:close/>
              </a:path>
              <a:path w="169545" h="161925">
                <a:moveTo>
                  <a:pt x="69230" y="161407"/>
                </a:moveTo>
                <a:lnTo>
                  <a:pt x="38571" y="161407"/>
                </a:lnTo>
                <a:lnTo>
                  <a:pt x="44043" y="161903"/>
                </a:lnTo>
                <a:lnTo>
                  <a:pt x="69230" y="161903"/>
                </a:lnTo>
                <a:lnTo>
                  <a:pt x="69230" y="161407"/>
                </a:lnTo>
                <a:close/>
              </a:path>
              <a:path w="169545" h="161925">
                <a:moveTo>
                  <a:pt x="82087" y="7447"/>
                </a:moveTo>
                <a:lnTo>
                  <a:pt x="52944" y="7447"/>
                </a:lnTo>
                <a:lnTo>
                  <a:pt x="55911" y="7943"/>
                </a:lnTo>
                <a:lnTo>
                  <a:pt x="59340" y="8440"/>
                </a:lnTo>
                <a:lnTo>
                  <a:pt x="60856" y="8936"/>
                </a:lnTo>
                <a:lnTo>
                  <a:pt x="60856" y="13404"/>
                </a:lnTo>
                <a:lnTo>
                  <a:pt x="59867" y="16383"/>
                </a:lnTo>
                <a:lnTo>
                  <a:pt x="28219" y="143527"/>
                </a:lnTo>
                <a:lnTo>
                  <a:pt x="26241" y="152967"/>
                </a:lnTo>
                <a:lnTo>
                  <a:pt x="25714" y="154953"/>
                </a:lnTo>
                <a:lnTo>
                  <a:pt x="47010" y="154953"/>
                </a:lnTo>
                <a:lnTo>
                  <a:pt x="47010" y="148988"/>
                </a:lnTo>
                <a:lnTo>
                  <a:pt x="47472" y="147995"/>
                </a:lnTo>
                <a:lnTo>
                  <a:pt x="47472" y="146506"/>
                </a:lnTo>
                <a:lnTo>
                  <a:pt x="62307" y="86909"/>
                </a:lnTo>
                <a:lnTo>
                  <a:pt x="102395" y="86909"/>
                </a:lnTo>
                <a:lnTo>
                  <a:pt x="127006" y="82688"/>
                </a:lnTo>
                <a:lnTo>
                  <a:pt x="130289" y="80951"/>
                </a:lnTo>
                <a:lnTo>
                  <a:pt x="63296" y="80951"/>
                </a:lnTo>
                <a:lnTo>
                  <a:pt x="79647" y="16383"/>
                </a:lnTo>
                <a:lnTo>
                  <a:pt x="81625" y="7943"/>
                </a:lnTo>
                <a:lnTo>
                  <a:pt x="82087" y="7447"/>
                </a:lnTo>
                <a:close/>
              </a:path>
              <a:path w="169545" h="161925">
                <a:moveTo>
                  <a:pt x="122636" y="0"/>
                </a:moveTo>
                <a:lnTo>
                  <a:pt x="38571" y="0"/>
                </a:lnTo>
                <a:lnTo>
                  <a:pt x="38571" y="7447"/>
                </a:lnTo>
                <a:lnTo>
                  <a:pt x="114724" y="7447"/>
                </a:lnTo>
                <a:lnTo>
                  <a:pt x="128096" y="8711"/>
                </a:lnTo>
                <a:lnTo>
                  <a:pt x="138230" y="12723"/>
                </a:lnTo>
                <a:lnTo>
                  <a:pt x="144654" y="19807"/>
                </a:lnTo>
                <a:lnTo>
                  <a:pt x="146900" y="30291"/>
                </a:lnTo>
                <a:lnTo>
                  <a:pt x="146053" y="38783"/>
                </a:lnTo>
                <a:lnTo>
                  <a:pt x="123785" y="74875"/>
                </a:lnTo>
                <a:lnTo>
                  <a:pt x="96461" y="80951"/>
                </a:lnTo>
                <a:lnTo>
                  <a:pt x="130289" y="80951"/>
                </a:lnTo>
                <a:lnTo>
                  <a:pt x="148367" y="71389"/>
                </a:lnTo>
                <a:lnTo>
                  <a:pt x="163422" y="55062"/>
                </a:lnTo>
                <a:lnTo>
                  <a:pt x="169119" y="35752"/>
                </a:lnTo>
                <a:lnTo>
                  <a:pt x="166168" y="22416"/>
                </a:lnTo>
                <a:lnTo>
                  <a:pt x="157375" y="10987"/>
                </a:lnTo>
                <a:lnTo>
                  <a:pt x="142834" y="3003"/>
                </a:lnTo>
                <a:lnTo>
                  <a:pt x="1226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929016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933" y="0"/>
                </a:moveTo>
                <a:lnTo>
                  <a:pt x="26205" y="26189"/>
                </a:lnTo>
                <a:lnTo>
                  <a:pt x="7510" y="65828"/>
                </a:lnTo>
                <a:lnTo>
                  <a:pt x="0" y="118697"/>
                </a:lnTo>
                <a:lnTo>
                  <a:pt x="599" y="134241"/>
                </a:lnTo>
                <a:lnTo>
                  <a:pt x="7732" y="172406"/>
                </a:lnTo>
                <a:lnTo>
                  <a:pt x="27040" y="212042"/>
                </a:lnTo>
                <a:lnTo>
                  <a:pt x="53933" y="237394"/>
                </a:lnTo>
                <a:lnTo>
                  <a:pt x="54922" y="236898"/>
                </a:lnTo>
                <a:lnTo>
                  <a:pt x="54922" y="233919"/>
                </a:lnTo>
                <a:lnTo>
                  <a:pt x="50966" y="229947"/>
                </a:lnTo>
                <a:lnTo>
                  <a:pt x="32649" y="204881"/>
                </a:lnTo>
                <a:lnTo>
                  <a:pt x="21280" y="176556"/>
                </a:lnTo>
                <a:lnTo>
                  <a:pt x="15473" y="147114"/>
                </a:lnTo>
                <a:lnTo>
                  <a:pt x="13846" y="118697"/>
                </a:lnTo>
                <a:lnTo>
                  <a:pt x="15693" y="87960"/>
                </a:lnTo>
                <a:lnTo>
                  <a:pt x="21947" y="58293"/>
                </a:lnTo>
                <a:lnTo>
                  <a:pt x="33678" y="30768"/>
                </a:lnTo>
                <a:lnTo>
                  <a:pt x="51955" y="6454"/>
                </a:lnTo>
                <a:lnTo>
                  <a:pt x="54922" y="3475"/>
                </a:lnTo>
                <a:lnTo>
                  <a:pt x="54922" y="496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089532" y="5070531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010642" y="5065566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089532" y="4986600"/>
            <a:ext cx="0" cy="74295"/>
          </a:xfrm>
          <a:custGeom>
            <a:avLst/>
            <a:gdLst/>
            <a:ahLst/>
            <a:cxnLst/>
            <a:rect l="l" t="t" r="r" b="b"/>
            <a:pathLst>
              <a:path h="74295">
                <a:moveTo>
                  <a:pt x="0" y="0"/>
                </a:moveTo>
                <a:lnTo>
                  <a:pt x="0" y="74001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188201" y="5019877"/>
            <a:ext cx="194310" cy="107950"/>
          </a:xfrm>
          <a:custGeom>
            <a:avLst/>
            <a:gdLst/>
            <a:ahLst/>
            <a:cxnLst/>
            <a:rect l="l" t="t" r="r" b="b"/>
            <a:pathLst>
              <a:path w="194309" h="107950">
                <a:moveTo>
                  <a:pt x="39474" y="5461"/>
                </a:moveTo>
                <a:lnTo>
                  <a:pt x="28153" y="5461"/>
                </a:lnTo>
                <a:lnTo>
                  <a:pt x="31648" y="7447"/>
                </a:lnTo>
                <a:lnTo>
                  <a:pt x="31648" y="21355"/>
                </a:lnTo>
                <a:lnTo>
                  <a:pt x="31120" y="23837"/>
                </a:lnTo>
                <a:lnTo>
                  <a:pt x="27692" y="36255"/>
                </a:lnTo>
                <a:lnTo>
                  <a:pt x="14307" y="90881"/>
                </a:lnTo>
                <a:lnTo>
                  <a:pt x="13318" y="94363"/>
                </a:lnTo>
                <a:lnTo>
                  <a:pt x="11868" y="99824"/>
                </a:lnTo>
                <a:lnTo>
                  <a:pt x="11868" y="105285"/>
                </a:lnTo>
                <a:lnTo>
                  <a:pt x="15296" y="107768"/>
                </a:lnTo>
                <a:lnTo>
                  <a:pt x="21758" y="107768"/>
                </a:lnTo>
                <a:lnTo>
                  <a:pt x="26175" y="105782"/>
                </a:lnTo>
                <a:lnTo>
                  <a:pt x="27692" y="100817"/>
                </a:lnTo>
                <a:lnTo>
                  <a:pt x="27692" y="100321"/>
                </a:lnTo>
                <a:lnTo>
                  <a:pt x="30659" y="89392"/>
                </a:lnTo>
                <a:lnTo>
                  <a:pt x="32267" y="82819"/>
                </a:lnTo>
                <a:lnTo>
                  <a:pt x="37582" y="62079"/>
                </a:lnTo>
                <a:lnTo>
                  <a:pt x="38571" y="56618"/>
                </a:lnTo>
                <a:lnTo>
                  <a:pt x="40021" y="51646"/>
                </a:lnTo>
                <a:lnTo>
                  <a:pt x="41538" y="46185"/>
                </a:lnTo>
                <a:lnTo>
                  <a:pt x="42527" y="42213"/>
                </a:lnTo>
                <a:lnTo>
                  <a:pt x="43977" y="35256"/>
                </a:lnTo>
                <a:lnTo>
                  <a:pt x="44505" y="34263"/>
                </a:lnTo>
                <a:lnTo>
                  <a:pt x="48779" y="26621"/>
                </a:lnTo>
                <a:lnTo>
                  <a:pt x="53465" y="20858"/>
                </a:lnTo>
                <a:lnTo>
                  <a:pt x="46944" y="20858"/>
                </a:lnTo>
                <a:lnTo>
                  <a:pt x="44398" y="11941"/>
                </a:lnTo>
                <a:lnTo>
                  <a:pt x="39474" y="5461"/>
                </a:lnTo>
                <a:close/>
              </a:path>
              <a:path w="194309" h="107950">
                <a:moveTo>
                  <a:pt x="101669" y="5461"/>
                </a:moveTo>
                <a:lnTo>
                  <a:pt x="93494" y="5461"/>
                </a:lnTo>
                <a:lnTo>
                  <a:pt x="95933" y="13901"/>
                </a:lnTo>
                <a:lnTo>
                  <a:pt x="95933" y="27809"/>
                </a:lnTo>
                <a:lnTo>
                  <a:pt x="91977" y="41717"/>
                </a:lnTo>
                <a:lnTo>
                  <a:pt x="85581" y="69029"/>
                </a:lnTo>
                <a:lnTo>
                  <a:pt x="80636" y="87406"/>
                </a:lnTo>
                <a:lnTo>
                  <a:pt x="80109" y="91874"/>
                </a:lnTo>
                <a:lnTo>
                  <a:pt x="77669" y="99824"/>
                </a:lnTo>
                <a:lnTo>
                  <a:pt x="77669" y="105285"/>
                </a:lnTo>
                <a:lnTo>
                  <a:pt x="81098" y="107768"/>
                </a:lnTo>
                <a:lnTo>
                  <a:pt x="91977" y="107768"/>
                </a:lnTo>
                <a:lnTo>
                  <a:pt x="93494" y="101810"/>
                </a:lnTo>
                <a:lnTo>
                  <a:pt x="95472" y="93866"/>
                </a:lnTo>
                <a:lnTo>
                  <a:pt x="98609" y="80820"/>
                </a:lnTo>
                <a:lnTo>
                  <a:pt x="102765" y="64003"/>
                </a:lnTo>
                <a:lnTo>
                  <a:pt x="106737" y="47839"/>
                </a:lnTo>
                <a:lnTo>
                  <a:pt x="109318" y="36752"/>
                </a:lnTo>
                <a:lnTo>
                  <a:pt x="112218" y="30603"/>
                </a:lnTo>
                <a:lnTo>
                  <a:pt x="117242" y="23340"/>
                </a:lnTo>
                <a:lnTo>
                  <a:pt x="110768" y="23340"/>
                </a:lnTo>
                <a:lnTo>
                  <a:pt x="110307" y="19865"/>
                </a:lnTo>
                <a:lnTo>
                  <a:pt x="109779" y="11915"/>
                </a:lnTo>
                <a:lnTo>
                  <a:pt x="102856" y="6454"/>
                </a:lnTo>
                <a:lnTo>
                  <a:pt x="101669" y="5461"/>
                </a:lnTo>
                <a:close/>
              </a:path>
              <a:path w="194309" h="107950">
                <a:moveTo>
                  <a:pt x="167062" y="5461"/>
                </a:moveTo>
                <a:lnTo>
                  <a:pt x="158768" y="5461"/>
                </a:lnTo>
                <a:lnTo>
                  <a:pt x="161170" y="13281"/>
                </a:lnTo>
                <a:lnTo>
                  <a:pt x="161158" y="22220"/>
                </a:lnTo>
                <a:lnTo>
                  <a:pt x="159585" y="34063"/>
                </a:lnTo>
                <a:lnTo>
                  <a:pt x="155644" y="48792"/>
                </a:lnTo>
                <a:lnTo>
                  <a:pt x="150777" y="63336"/>
                </a:lnTo>
                <a:lnTo>
                  <a:pt x="146372" y="74994"/>
                </a:lnTo>
                <a:lnTo>
                  <a:pt x="144394" y="80951"/>
                </a:lnTo>
                <a:lnTo>
                  <a:pt x="143405" y="83434"/>
                </a:lnTo>
                <a:lnTo>
                  <a:pt x="143405" y="88399"/>
                </a:lnTo>
                <a:lnTo>
                  <a:pt x="144894" y="96036"/>
                </a:lnTo>
                <a:lnTo>
                  <a:pt x="148985" y="102182"/>
                </a:lnTo>
                <a:lnTo>
                  <a:pt x="155116" y="106278"/>
                </a:lnTo>
                <a:lnTo>
                  <a:pt x="162724" y="107768"/>
                </a:lnTo>
                <a:lnTo>
                  <a:pt x="176955" y="102307"/>
                </a:lnTo>
                <a:lnTo>
                  <a:pt x="159228" y="102304"/>
                </a:lnTo>
                <a:lnTo>
                  <a:pt x="157779" y="99824"/>
                </a:lnTo>
                <a:lnTo>
                  <a:pt x="157779" y="88399"/>
                </a:lnTo>
                <a:lnTo>
                  <a:pt x="159804" y="82819"/>
                </a:lnTo>
                <a:lnTo>
                  <a:pt x="161735" y="77973"/>
                </a:lnTo>
                <a:lnTo>
                  <a:pt x="166139" y="66463"/>
                </a:lnTo>
                <a:lnTo>
                  <a:pt x="171007" y="52208"/>
                </a:lnTo>
                <a:lnTo>
                  <a:pt x="174947" y="37673"/>
                </a:lnTo>
                <a:lnTo>
                  <a:pt x="176570" y="25326"/>
                </a:lnTo>
                <a:lnTo>
                  <a:pt x="174754" y="14873"/>
                </a:lnTo>
                <a:lnTo>
                  <a:pt x="169457" y="6889"/>
                </a:lnTo>
                <a:lnTo>
                  <a:pt x="167062" y="5461"/>
                </a:lnTo>
                <a:close/>
              </a:path>
              <a:path w="194309" h="107950">
                <a:moveTo>
                  <a:pt x="193845" y="68533"/>
                </a:moveTo>
                <a:lnTo>
                  <a:pt x="188438" y="68533"/>
                </a:lnTo>
                <a:lnTo>
                  <a:pt x="188438" y="69526"/>
                </a:lnTo>
                <a:lnTo>
                  <a:pt x="187449" y="73001"/>
                </a:lnTo>
                <a:lnTo>
                  <a:pt x="184066" y="82819"/>
                </a:lnTo>
                <a:lnTo>
                  <a:pt x="179026" y="92311"/>
                </a:lnTo>
                <a:lnTo>
                  <a:pt x="172132" y="99474"/>
                </a:lnTo>
                <a:lnTo>
                  <a:pt x="163185" y="102307"/>
                </a:lnTo>
                <a:lnTo>
                  <a:pt x="176960" y="102304"/>
                </a:lnTo>
                <a:lnTo>
                  <a:pt x="186617" y="90136"/>
                </a:lnTo>
                <a:lnTo>
                  <a:pt x="192107" y="77596"/>
                </a:lnTo>
                <a:lnTo>
                  <a:pt x="193845" y="71015"/>
                </a:lnTo>
                <a:lnTo>
                  <a:pt x="193845" y="68533"/>
                </a:lnTo>
                <a:close/>
              </a:path>
              <a:path w="194309" h="107950">
                <a:moveTo>
                  <a:pt x="25186" y="0"/>
                </a:moveTo>
                <a:lnTo>
                  <a:pt x="14307" y="0"/>
                </a:lnTo>
                <a:lnTo>
                  <a:pt x="9890" y="9433"/>
                </a:lnTo>
                <a:lnTo>
                  <a:pt x="7384" y="13404"/>
                </a:lnTo>
                <a:lnTo>
                  <a:pt x="3428" y="21851"/>
                </a:lnTo>
                <a:lnTo>
                  <a:pt x="0" y="35752"/>
                </a:lnTo>
                <a:lnTo>
                  <a:pt x="0" y="39234"/>
                </a:lnTo>
                <a:lnTo>
                  <a:pt x="5406" y="39234"/>
                </a:lnTo>
                <a:lnTo>
                  <a:pt x="5406" y="38738"/>
                </a:lnTo>
                <a:lnTo>
                  <a:pt x="6923" y="33766"/>
                </a:lnTo>
                <a:lnTo>
                  <a:pt x="10113" y="22220"/>
                </a:lnTo>
                <a:lnTo>
                  <a:pt x="13903" y="13281"/>
                </a:lnTo>
                <a:lnTo>
                  <a:pt x="18522" y="7509"/>
                </a:lnTo>
                <a:lnTo>
                  <a:pt x="24197" y="5461"/>
                </a:lnTo>
                <a:lnTo>
                  <a:pt x="39474" y="5461"/>
                </a:lnTo>
                <a:lnTo>
                  <a:pt x="32777" y="1373"/>
                </a:lnTo>
                <a:lnTo>
                  <a:pt x="25186" y="0"/>
                </a:lnTo>
                <a:close/>
              </a:path>
              <a:path w="194309" h="107950">
                <a:moveTo>
                  <a:pt x="149339" y="0"/>
                </a:moveTo>
                <a:lnTo>
                  <a:pt x="136989" y="1830"/>
                </a:lnTo>
                <a:lnTo>
                  <a:pt x="126543" y="6827"/>
                </a:lnTo>
                <a:lnTo>
                  <a:pt x="117852" y="14245"/>
                </a:lnTo>
                <a:lnTo>
                  <a:pt x="110768" y="23340"/>
                </a:lnTo>
                <a:lnTo>
                  <a:pt x="117242" y="23340"/>
                </a:lnTo>
                <a:lnTo>
                  <a:pt x="119562" y="19987"/>
                </a:lnTo>
                <a:lnTo>
                  <a:pt x="131542" y="9930"/>
                </a:lnTo>
                <a:lnTo>
                  <a:pt x="148350" y="5461"/>
                </a:lnTo>
                <a:lnTo>
                  <a:pt x="167062" y="5461"/>
                </a:lnTo>
                <a:lnTo>
                  <a:pt x="160910" y="1792"/>
                </a:lnTo>
                <a:lnTo>
                  <a:pt x="149339" y="0"/>
                </a:lnTo>
                <a:close/>
              </a:path>
              <a:path w="194309" h="107950">
                <a:moveTo>
                  <a:pt x="89537" y="0"/>
                </a:moveTo>
                <a:lnTo>
                  <a:pt x="51346" y="15292"/>
                </a:lnTo>
                <a:lnTo>
                  <a:pt x="46944" y="20858"/>
                </a:lnTo>
                <a:lnTo>
                  <a:pt x="53465" y="20858"/>
                </a:lnTo>
                <a:lnTo>
                  <a:pt x="56546" y="17069"/>
                </a:lnTo>
                <a:lnTo>
                  <a:pt x="67935" y="8914"/>
                </a:lnTo>
                <a:lnTo>
                  <a:pt x="83076" y="5461"/>
                </a:lnTo>
                <a:lnTo>
                  <a:pt x="101669" y="5461"/>
                </a:lnTo>
                <a:lnTo>
                  <a:pt x="96922" y="1489"/>
                </a:lnTo>
                <a:lnTo>
                  <a:pt x="89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402816" y="4946868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2505" y="0"/>
                </a:moveTo>
                <a:lnTo>
                  <a:pt x="989" y="0"/>
                </a:lnTo>
                <a:lnTo>
                  <a:pt x="0" y="992"/>
                </a:lnTo>
                <a:lnTo>
                  <a:pt x="0" y="3475"/>
                </a:lnTo>
                <a:lnTo>
                  <a:pt x="4483" y="7943"/>
                </a:lnTo>
                <a:lnTo>
                  <a:pt x="19992" y="28111"/>
                </a:lnTo>
                <a:lnTo>
                  <a:pt x="31483" y="53448"/>
                </a:lnTo>
                <a:lnTo>
                  <a:pt x="38622" y="83720"/>
                </a:lnTo>
                <a:lnTo>
                  <a:pt x="41076" y="118697"/>
                </a:lnTo>
                <a:lnTo>
                  <a:pt x="39229" y="149224"/>
                </a:lnTo>
                <a:lnTo>
                  <a:pt x="32975" y="178914"/>
                </a:lnTo>
                <a:lnTo>
                  <a:pt x="21244" y="206556"/>
                </a:lnTo>
                <a:lnTo>
                  <a:pt x="2967" y="230940"/>
                </a:lnTo>
                <a:lnTo>
                  <a:pt x="0" y="233919"/>
                </a:lnTo>
                <a:lnTo>
                  <a:pt x="0" y="236401"/>
                </a:lnTo>
                <a:lnTo>
                  <a:pt x="989" y="237394"/>
                </a:lnTo>
                <a:lnTo>
                  <a:pt x="2505" y="237394"/>
                </a:lnTo>
                <a:lnTo>
                  <a:pt x="7190" y="234368"/>
                </a:lnTo>
                <a:lnTo>
                  <a:pt x="40087" y="191209"/>
                </a:lnTo>
                <a:lnTo>
                  <a:pt x="51955" y="152530"/>
                </a:lnTo>
                <a:lnTo>
                  <a:pt x="54922" y="118697"/>
                </a:lnTo>
                <a:lnTo>
                  <a:pt x="54258" y="103154"/>
                </a:lnTo>
                <a:lnTo>
                  <a:pt x="46995" y="64990"/>
                </a:lnTo>
                <a:lnTo>
                  <a:pt x="27595" y="25351"/>
                </a:lnTo>
                <a:lnTo>
                  <a:pt x="7036" y="2863"/>
                </a:lnTo>
                <a:lnTo>
                  <a:pt x="2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357799" y="5225982"/>
            <a:ext cx="4261485" cy="0"/>
          </a:xfrm>
          <a:custGeom>
            <a:avLst/>
            <a:gdLst/>
            <a:ahLst/>
            <a:cxnLst/>
            <a:rect l="l" t="t" r="r" b="b"/>
            <a:pathLst>
              <a:path w="4261484">
                <a:moveTo>
                  <a:pt x="0" y="0"/>
                </a:moveTo>
                <a:lnTo>
                  <a:pt x="4261164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367161" y="5286577"/>
            <a:ext cx="168910" cy="161925"/>
          </a:xfrm>
          <a:custGeom>
            <a:avLst/>
            <a:gdLst/>
            <a:ahLst/>
            <a:cxnLst/>
            <a:rect l="l" t="t" r="r" b="b"/>
            <a:pathLst>
              <a:path w="168910" h="161925">
                <a:moveTo>
                  <a:pt x="68768" y="154456"/>
                </a:moveTo>
                <a:lnTo>
                  <a:pt x="0" y="154456"/>
                </a:lnTo>
                <a:lnTo>
                  <a:pt x="0" y="161905"/>
                </a:lnTo>
                <a:lnTo>
                  <a:pt x="3494" y="161905"/>
                </a:lnTo>
                <a:lnTo>
                  <a:pt x="33626" y="161408"/>
                </a:lnTo>
                <a:lnTo>
                  <a:pt x="68768" y="161408"/>
                </a:lnTo>
                <a:lnTo>
                  <a:pt x="68768" y="154456"/>
                </a:lnTo>
                <a:close/>
              </a:path>
              <a:path w="168910" h="161925">
                <a:moveTo>
                  <a:pt x="68768" y="161408"/>
                </a:moveTo>
                <a:lnTo>
                  <a:pt x="53933" y="161408"/>
                </a:lnTo>
                <a:lnTo>
                  <a:pt x="58878" y="161905"/>
                </a:lnTo>
                <a:lnTo>
                  <a:pt x="68768" y="161905"/>
                </a:lnTo>
                <a:lnTo>
                  <a:pt x="68768" y="161408"/>
                </a:lnTo>
                <a:close/>
              </a:path>
              <a:path w="168910" h="161925">
                <a:moveTo>
                  <a:pt x="81625" y="6950"/>
                </a:moveTo>
                <a:lnTo>
                  <a:pt x="48461" y="6950"/>
                </a:lnTo>
                <a:lnTo>
                  <a:pt x="52417" y="7447"/>
                </a:lnTo>
                <a:lnTo>
                  <a:pt x="55384" y="7447"/>
                </a:lnTo>
                <a:lnTo>
                  <a:pt x="59340" y="7943"/>
                </a:lnTo>
                <a:lnTo>
                  <a:pt x="60329" y="8936"/>
                </a:lnTo>
                <a:lnTo>
                  <a:pt x="60329" y="12908"/>
                </a:lnTo>
                <a:lnTo>
                  <a:pt x="59867" y="15893"/>
                </a:lnTo>
                <a:lnTo>
                  <a:pt x="28219" y="143527"/>
                </a:lnTo>
                <a:lnTo>
                  <a:pt x="25714" y="152470"/>
                </a:lnTo>
                <a:lnTo>
                  <a:pt x="25252" y="154456"/>
                </a:lnTo>
                <a:lnTo>
                  <a:pt x="46483" y="154456"/>
                </a:lnTo>
                <a:lnTo>
                  <a:pt x="46483" y="148995"/>
                </a:lnTo>
                <a:lnTo>
                  <a:pt x="47010" y="147506"/>
                </a:lnTo>
                <a:lnTo>
                  <a:pt x="47472" y="146010"/>
                </a:lnTo>
                <a:lnTo>
                  <a:pt x="61845" y="86909"/>
                </a:lnTo>
                <a:lnTo>
                  <a:pt x="102395" y="86909"/>
                </a:lnTo>
                <a:lnTo>
                  <a:pt x="126740" y="82618"/>
                </a:lnTo>
                <a:lnTo>
                  <a:pt x="129839" y="80951"/>
                </a:lnTo>
                <a:lnTo>
                  <a:pt x="62834" y="80951"/>
                </a:lnTo>
                <a:lnTo>
                  <a:pt x="79120" y="16390"/>
                </a:lnTo>
                <a:lnTo>
                  <a:pt x="81098" y="7943"/>
                </a:lnTo>
                <a:lnTo>
                  <a:pt x="81625" y="6950"/>
                </a:lnTo>
                <a:close/>
              </a:path>
              <a:path w="168910" h="161925">
                <a:moveTo>
                  <a:pt x="122175" y="0"/>
                </a:moveTo>
                <a:lnTo>
                  <a:pt x="38571" y="0"/>
                </a:lnTo>
                <a:lnTo>
                  <a:pt x="38571" y="6950"/>
                </a:lnTo>
                <a:lnTo>
                  <a:pt x="114263" y="6950"/>
                </a:lnTo>
                <a:lnTo>
                  <a:pt x="127635" y="8215"/>
                </a:lnTo>
                <a:lnTo>
                  <a:pt x="137768" y="12226"/>
                </a:lnTo>
                <a:lnTo>
                  <a:pt x="144192" y="19311"/>
                </a:lnTo>
                <a:lnTo>
                  <a:pt x="146438" y="29795"/>
                </a:lnTo>
                <a:lnTo>
                  <a:pt x="145591" y="38565"/>
                </a:lnTo>
                <a:lnTo>
                  <a:pt x="123395" y="74665"/>
                </a:lnTo>
                <a:lnTo>
                  <a:pt x="96461" y="80951"/>
                </a:lnTo>
                <a:lnTo>
                  <a:pt x="129839" y="80951"/>
                </a:lnTo>
                <a:lnTo>
                  <a:pt x="147963" y="71204"/>
                </a:lnTo>
                <a:lnTo>
                  <a:pt x="162968" y="54855"/>
                </a:lnTo>
                <a:lnTo>
                  <a:pt x="168658" y="35759"/>
                </a:lnTo>
                <a:lnTo>
                  <a:pt x="165706" y="22419"/>
                </a:lnTo>
                <a:lnTo>
                  <a:pt x="156913" y="10988"/>
                </a:lnTo>
                <a:lnTo>
                  <a:pt x="142372" y="3003"/>
                </a:lnTo>
                <a:lnTo>
                  <a:pt x="122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565490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933" y="0"/>
                </a:moveTo>
                <a:lnTo>
                  <a:pt x="26492" y="26608"/>
                </a:lnTo>
                <a:lnTo>
                  <a:pt x="7510" y="66037"/>
                </a:lnTo>
                <a:lnTo>
                  <a:pt x="0" y="118697"/>
                </a:lnTo>
                <a:lnTo>
                  <a:pt x="599" y="134528"/>
                </a:lnTo>
                <a:lnTo>
                  <a:pt x="7732" y="172895"/>
                </a:lnTo>
                <a:lnTo>
                  <a:pt x="27104" y="212254"/>
                </a:lnTo>
                <a:lnTo>
                  <a:pt x="53933" y="237397"/>
                </a:lnTo>
                <a:lnTo>
                  <a:pt x="54922" y="236900"/>
                </a:lnTo>
                <a:lnTo>
                  <a:pt x="54922" y="233920"/>
                </a:lnTo>
                <a:lnTo>
                  <a:pt x="50966" y="229947"/>
                </a:lnTo>
                <a:lnTo>
                  <a:pt x="32649" y="205161"/>
                </a:lnTo>
                <a:lnTo>
                  <a:pt x="21280" y="176929"/>
                </a:lnTo>
                <a:lnTo>
                  <a:pt x="15473" y="147394"/>
                </a:lnTo>
                <a:lnTo>
                  <a:pt x="13846" y="118697"/>
                </a:lnTo>
                <a:lnTo>
                  <a:pt x="15693" y="87960"/>
                </a:lnTo>
                <a:lnTo>
                  <a:pt x="21947" y="58293"/>
                </a:lnTo>
                <a:lnTo>
                  <a:pt x="33678" y="30768"/>
                </a:lnTo>
                <a:lnTo>
                  <a:pt x="51955" y="6454"/>
                </a:lnTo>
                <a:lnTo>
                  <a:pt x="54922" y="3971"/>
                </a:lnTo>
                <a:lnTo>
                  <a:pt x="54922" y="992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725973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647577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317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725973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30610" y="5343691"/>
            <a:ext cx="87630" cy="107314"/>
          </a:xfrm>
          <a:custGeom>
            <a:avLst/>
            <a:gdLst/>
            <a:ahLst/>
            <a:cxnLst/>
            <a:rect l="l" t="t" r="r" b="b"/>
            <a:pathLst>
              <a:path w="87629" h="107314">
                <a:moveTo>
                  <a:pt x="17802" y="68533"/>
                </a:moveTo>
                <a:lnTo>
                  <a:pt x="6923" y="68533"/>
                </a:lnTo>
                <a:lnTo>
                  <a:pt x="0" y="73504"/>
                </a:lnTo>
                <a:lnTo>
                  <a:pt x="0" y="84427"/>
                </a:lnTo>
                <a:lnTo>
                  <a:pt x="2398" y="93655"/>
                </a:lnTo>
                <a:lnTo>
                  <a:pt x="9197" y="100880"/>
                </a:lnTo>
                <a:lnTo>
                  <a:pt x="19804" y="105590"/>
                </a:lnTo>
                <a:lnTo>
                  <a:pt x="33626" y="107274"/>
                </a:lnTo>
                <a:lnTo>
                  <a:pt x="57093" y="102610"/>
                </a:lnTo>
                <a:lnTo>
                  <a:pt x="57493" y="102307"/>
                </a:lnTo>
                <a:lnTo>
                  <a:pt x="33626" y="102307"/>
                </a:lnTo>
                <a:lnTo>
                  <a:pt x="28962" y="102105"/>
                </a:lnTo>
                <a:lnTo>
                  <a:pt x="21189" y="100692"/>
                </a:lnTo>
                <a:lnTo>
                  <a:pt x="12959" y="96858"/>
                </a:lnTo>
                <a:lnTo>
                  <a:pt x="6923" y="89392"/>
                </a:lnTo>
                <a:lnTo>
                  <a:pt x="17015" y="89392"/>
                </a:lnTo>
                <a:lnTo>
                  <a:pt x="21758" y="83434"/>
                </a:lnTo>
                <a:lnTo>
                  <a:pt x="21758" y="71518"/>
                </a:lnTo>
                <a:lnTo>
                  <a:pt x="17802" y="68533"/>
                </a:lnTo>
                <a:close/>
              </a:path>
              <a:path w="87629" h="107314">
                <a:moveTo>
                  <a:pt x="58812" y="0"/>
                </a:moveTo>
                <a:lnTo>
                  <a:pt x="39430" y="3895"/>
                </a:lnTo>
                <a:lnTo>
                  <a:pt x="27131" y="13284"/>
                </a:lnTo>
                <a:lnTo>
                  <a:pt x="20668" y="24723"/>
                </a:lnTo>
                <a:lnTo>
                  <a:pt x="18791" y="34766"/>
                </a:lnTo>
                <a:lnTo>
                  <a:pt x="21598" y="45956"/>
                </a:lnTo>
                <a:lnTo>
                  <a:pt x="28293" y="52769"/>
                </a:lnTo>
                <a:lnTo>
                  <a:pt x="36287" y="56416"/>
                </a:lnTo>
                <a:lnTo>
                  <a:pt x="42988" y="58107"/>
                </a:lnTo>
                <a:lnTo>
                  <a:pt x="52081" y="60132"/>
                </a:lnTo>
                <a:lnTo>
                  <a:pt x="59999" y="63135"/>
                </a:lnTo>
                <a:lnTo>
                  <a:pt x="65593" y="68094"/>
                </a:lnTo>
                <a:lnTo>
                  <a:pt x="67713" y="75987"/>
                </a:lnTo>
                <a:lnTo>
                  <a:pt x="66421" y="82822"/>
                </a:lnTo>
                <a:lnTo>
                  <a:pt x="61424" y="91567"/>
                </a:lnTo>
                <a:lnTo>
                  <a:pt x="51052" y="99102"/>
                </a:lnTo>
                <a:lnTo>
                  <a:pt x="33626" y="102307"/>
                </a:lnTo>
                <a:lnTo>
                  <a:pt x="57493" y="102307"/>
                </a:lnTo>
                <a:lnTo>
                  <a:pt x="71629" y="91567"/>
                </a:lnTo>
                <a:lnTo>
                  <a:pt x="79030" y="78569"/>
                </a:lnTo>
                <a:lnTo>
                  <a:pt x="81087" y="68094"/>
                </a:lnTo>
                <a:lnTo>
                  <a:pt x="81098" y="59596"/>
                </a:lnTo>
                <a:lnTo>
                  <a:pt x="76614" y="53639"/>
                </a:lnTo>
                <a:lnTo>
                  <a:pt x="49911" y="40724"/>
                </a:lnTo>
                <a:lnTo>
                  <a:pt x="41538" y="38738"/>
                </a:lnTo>
                <a:lnTo>
                  <a:pt x="32109" y="37248"/>
                </a:lnTo>
                <a:lnTo>
                  <a:pt x="32109" y="26319"/>
                </a:lnTo>
                <a:lnTo>
                  <a:pt x="33361" y="20050"/>
                </a:lnTo>
                <a:lnTo>
                  <a:pt x="37672" y="13035"/>
                </a:lnTo>
                <a:lnTo>
                  <a:pt x="45878" y="7324"/>
                </a:lnTo>
                <a:lnTo>
                  <a:pt x="58812" y="4964"/>
                </a:lnTo>
                <a:lnTo>
                  <a:pt x="77365" y="4964"/>
                </a:lnTo>
                <a:lnTo>
                  <a:pt x="70732" y="1644"/>
                </a:lnTo>
                <a:lnTo>
                  <a:pt x="58812" y="0"/>
                </a:lnTo>
                <a:close/>
              </a:path>
              <a:path w="87629" h="107314">
                <a:moveTo>
                  <a:pt x="17015" y="89392"/>
                </a:moveTo>
                <a:lnTo>
                  <a:pt x="6923" y="89392"/>
                </a:lnTo>
                <a:lnTo>
                  <a:pt x="15824" y="90888"/>
                </a:lnTo>
                <a:lnTo>
                  <a:pt x="17015" y="89392"/>
                </a:lnTo>
                <a:close/>
              </a:path>
              <a:path w="87629" h="107314">
                <a:moveTo>
                  <a:pt x="77365" y="4964"/>
                </a:moveTo>
                <a:lnTo>
                  <a:pt x="64746" y="4964"/>
                </a:lnTo>
                <a:lnTo>
                  <a:pt x="76614" y="6950"/>
                </a:lnTo>
                <a:lnTo>
                  <a:pt x="80109" y="15893"/>
                </a:lnTo>
                <a:lnTo>
                  <a:pt x="73186" y="16390"/>
                </a:lnTo>
                <a:lnTo>
                  <a:pt x="68702" y="21355"/>
                </a:lnTo>
                <a:lnTo>
                  <a:pt x="68702" y="29795"/>
                </a:lnTo>
                <a:lnTo>
                  <a:pt x="70680" y="33773"/>
                </a:lnTo>
                <a:lnTo>
                  <a:pt x="81098" y="33773"/>
                </a:lnTo>
                <a:lnTo>
                  <a:pt x="87032" y="29298"/>
                </a:lnTo>
                <a:lnTo>
                  <a:pt x="87032" y="20362"/>
                </a:lnTo>
                <a:lnTo>
                  <a:pt x="85126" y="12569"/>
                </a:lnTo>
                <a:lnTo>
                  <a:pt x="79598" y="6082"/>
                </a:lnTo>
                <a:lnTo>
                  <a:pt x="77365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961883" y="5270186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397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139179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060586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139179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290563" y="5343691"/>
            <a:ext cx="194310" cy="107314"/>
          </a:xfrm>
          <a:custGeom>
            <a:avLst/>
            <a:gdLst/>
            <a:ahLst/>
            <a:cxnLst/>
            <a:rect l="l" t="t" r="r" b="b"/>
            <a:pathLst>
              <a:path w="194310" h="107314">
                <a:moveTo>
                  <a:pt x="38986" y="4964"/>
                </a:moveTo>
                <a:lnTo>
                  <a:pt x="28153" y="4964"/>
                </a:lnTo>
                <a:lnTo>
                  <a:pt x="31648" y="6950"/>
                </a:lnTo>
                <a:lnTo>
                  <a:pt x="31648" y="20858"/>
                </a:lnTo>
                <a:lnTo>
                  <a:pt x="30659" y="23837"/>
                </a:lnTo>
                <a:lnTo>
                  <a:pt x="27692" y="35759"/>
                </a:lnTo>
                <a:lnTo>
                  <a:pt x="13846" y="90888"/>
                </a:lnTo>
                <a:lnTo>
                  <a:pt x="13318" y="94363"/>
                </a:lnTo>
                <a:lnTo>
                  <a:pt x="11868" y="99824"/>
                </a:lnTo>
                <a:lnTo>
                  <a:pt x="11868" y="105287"/>
                </a:lnTo>
                <a:lnTo>
                  <a:pt x="15296" y="107274"/>
                </a:lnTo>
                <a:lnTo>
                  <a:pt x="21758" y="107274"/>
                </a:lnTo>
                <a:lnTo>
                  <a:pt x="25714" y="105287"/>
                </a:lnTo>
                <a:lnTo>
                  <a:pt x="27692" y="100817"/>
                </a:lnTo>
                <a:lnTo>
                  <a:pt x="27692" y="100321"/>
                </a:lnTo>
                <a:lnTo>
                  <a:pt x="30659" y="88895"/>
                </a:lnTo>
                <a:lnTo>
                  <a:pt x="32109" y="82937"/>
                </a:lnTo>
                <a:lnTo>
                  <a:pt x="37054" y="61582"/>
                </a:lnTo>
                <a:lnTo>
                  <a:pt x="38571" y="56618"/>
                </a:lnTo>
                <a:lnTo>
                  <a:pt x="40021" y="51150"/>
                </a:lnTo>
                <a:lnTo>
                  <a:pt x="41010" y="45688"/>
                </a:lnTo>
                <a:lnTo>
                  <a:pt x="41999" y="41717"/>
                </a:lnTo>
                <a:lnTo>
                  <a:pt x="43977" y="34766"/>
                </a:lnTo>
                <a:lnTo>
                  <a:pt x="44505" y="34270"/>
                </a:lnTo>
                <a:lnTo>
                  <a:pt x="48771" y="26546"/>
                </a:lnTo>
                <a:lnTo>
                  <a:pt x="53674" y="20362"/>
                </a:lnTo>
                <a:lnTo>
                  <a:pt x="46483" y="20362"/>
                </a:lnTo>
                <a:lnTo>
                  <a:pt x="44196" y="11522"/>
                </a:lnTo>
                <a:lnTo>
                  <a:pt x="39312" y="5151"/>
                </a:lnTo>
                <a:lnTo>
                  <a:pt x="38986" y="4964"/>
                </a:lnTo>
                <a:close/>
              </a:path>
              <a:path w="194310" h="107314">
                <a:moveTo>
                  <a:pt x="101669" y="4964"/>
                </a:moveTo>
                <a:lnTo>
                  <a:pt x="93428" y="4964"/>
                </a:lnTo>
                <a:lnTo>
                  <a:pt x="95406" y="13901"/>
                </a:lnTo>
                <a:lnTo>
                  <a:pt x="95406" y="27809"/>
                </a:lnTo>
                <a:lnTo>
                  <a:pt x="93955" y="34270"/>
                </a:lnTo>
                <a:lnTo>
                  <a:pt x="91977" y="41220"/>
                </a:lnTo>
                <a:lnTo>
                  <a:pt x="85516" y="69029"/>
                </a:lnTo>
                <a:lnTo>
                  <a:pt x="80571" y="86909"/>
                </a:lnTo>
                <a:lnTo>
                  <a:pt x="79582" y="91881"/>
                </a:lnTo>
                <a:lnTo>
                  <a:pt x="77603" y="99824"/>
                </a:lnTo>
                <a:lnTo>
                  <a:pt x="77603" y="105287"/>
                </a:lnTo>
                <a:lnTo>
                  <a:pt x="81098" y="107274"/>
                </a:lnTo>
                <a:lnTo>
                  <a:pt x="91977" y="107274"/>
                </a:lnTo>
                <a:lnTo>
                  <a:pt x="92966" y="101314"/>
                </a:lnTo>
                <a:lnTo>
                  <a:pt x="94944" y="93866"/>
                </a:lnTo>
                <a:lnTo>
                  <a:pt x="99168" y="77312"/>
                </a:lnTo>
                <a:lnTo>
                  <a:pt x="102642" y="63631"/>
                </a:lnTo>
                <a:lnTo>
                  <a:pt x="106664" y="47560"/>
                </a:lnTo>
                <a:lnTo>
                  <a:pt x="109252" y="36752"/>
                </a:lnTo>
                <a:lnTo>
                  <a:pt x="111967" y="30528"/>
                </a:lnTo>
                <a:lnTo>
                  <a:pt x="117231" y="22844"/>
                </a:lnTo>
                <a:lnTo>
                  <a:pt x="110241" y="22844"/>
                </a:lnTo>
                <a:lnTo>
                  <a:pt x="110225" y="19741"/>
                </a:lnTo>
                <a:lnTo>
                  <a:pt x="109252" y="11915"/>
                </a:lnTo>
                <a:lnTo>
                  <a:pt x="102856" y="5957"/>
                </a:lnTo>
                <a:lnTo>
                  <a:pt x="101669" y="4964"/>
                </a:lnTo>
                <a:close/>
              </a:path>
              <a:path w="194310" h="107314">
                <a:moveTo>
                  <a:pt x="165884" y="4964"/>
                </a:moveTo>
                <a:lnTo>
                  <a:pt x="158240" y="4964"/>
                </a:lnTo>
                <a:lnTo>
                  <a:pt x="161162" y="12787"/>
                </a:lnTo>
                <a:lnTo>
                  <a:pt x="161207" y="21851"/>
                </a:lnTo>
                <a:lnTo>
                  <a:pt x="159585" y="33996"/>
                </a:lnTo>
                <a:lnTo>
                  <a:pt x="155644" y="48609"/>
                </a:lnTo>
                <a:lnTo>
                  <a:pt x="150777" y="63128"/>
                </a:lnTo>
                <a:lnTo>
                  <a:pt x="146372" y="74994"/>
                </a:lnTo>
                <a:lnTo>
                  <a:pt x="144360" y="80541"/>
                </a:lnTo>
                <a:lnTo>
                  <a:pt x="143405" y="82937"/>
                </a:lnTo>
                <a:lnTo>
                  <a:pt x="143405" y="87902"/>
                </a:lnTo>
                <a:lnTo>
                  <a:pt x="144884" y="95749"/>
                </a:lnTo>
                <a:lnTo>
                  <a:pt x="148952" y="101873"/>
                </a:lnTo>
                <a:lnTo>
                  <a:pt x="155060" y="105854"/>
                </a:lnTo>
                <a:lnTo>
                  <a:pt x="162658" y="107274"/>
                </a:lnTo>
                <a:lnTo>
                  <a:pt x="175657" y="102307"/>
                </a:lnTo>
                <a:lnTo>
                  <a:pt x="159229" y="102307"/>
                </a:lnTo>
                <a:lnTo>
                  <a:pt x="157251" y="99824"/>
                </a:lnTo>
                <a:lnTo>
                  <a:pt x="157251" y="88399"/>
                </a:lnTo>
                <a:lnTo>
                  <a:pt x="159691" y="82937"/>
                </a:lnTo>
                <a:lnTo>
                  <a:pt x="161728" y="77312"/>
                </a:lnTo>
                <a:lnTo>
                  <a:pt x="165806" y="65975"/>
                </a:lnTo>
                <a:lnTo>
                  <a:pt x="170537" y="51774"/>
                </a:lnTo>
                <a:lnTo>
                  <a:pt x="174427" y="37386"/>
                </a:lnTo>
                <a:lnTo>
                  <a:pt x="176043" y="25326"/>
                </a:lnTo>
                <a:lnTo>
                  <a:pt x="174291" y="14873"/>
                </a:lnTo>
                <a:lnTo>
                  <a:pt x="169103" y="6889"/>
                </a:lnTo>
                <a:lnTo>
                  <a:pt x="165884" y="4964"/>
                </a:lnTo>
                <a:close/>
              </a:path>
              <a:path w="194310" h="107314">
                <a:moveTo>
                  <a:pt x="193845" y="68533"/>
                </a:moveTo>
                <a:lnTo>
                  <a:pt x="188372" y="68533"/>
                </a:lnTo>
                <a:lnTo>
                  <a:pt x="188372" y="69029"/>
                </a:lnTo>
                <a:lnTo>
                  <a:pt x="187383" y="72511"/>
                </a:lnTo>
                <a:lnTo>
                  <a:pt x="183964" y="82613"/>
                </a:lnTo>
                <a:lnTo>
                  <a:pt x="178820" y="92250"/>
                </a:lnTo>
                <a:lnTo>
                  <a:pt x="171908" y="99466"/>
                </a:lnTo>
                <a:lnTo>
                  <a:pt x="163185" y="102307"/>
                </a:lnTo>
                <a:lnTo>
                  <a:pt x="175657" y="102307"/>
                </a:lnTo>
                <a:lnTo>
                  <a:pt x="176933" y="101819"/>
                </a:lnTo>
                <a:lnTo>
                  <a:pt x="186608" y="89706"/>
                </a:lnTo>
                <a:lnTo>
                  <a:pt x="192106" y="77312"/>
                </a:lnTo>
                <a:lnTo>
                  <a:pt x="193845" y="71015"/>
                </a:lnTo>
                <a:lnTo>
                  <a:pt x="193845" y="68533"/>
                </a:lnTo>
                <a:close/>
              </a:path>
              <a:path w="194310" h="107314">
                <a:moveTo>
                  <a:pt x="24725" y="0"/>
                </a:moveTo>
                <a:lnTo>
                  <a:pt x="13846" y="0"/>
                </a:lnTo>
                <a:lnTo>
                  <a:pt x="9362" y="8936"/>
                </a:lnTo>
                <a:lnTo>
                  <a:pt x="7384" y="13404"/>
                </a:lnTo>
                <a:lnTo>
                  <a:pt x="2967" y="21851"/>
                </a:lnTo>
                <a:lnTo>
                  <a:pt x="0" y="35759"/>
                </a:lnTo>
                <a:lnTo>
                  <a:pt x="0" y="38738"/>
                </a:lnTo>
                <a:lnTo>
                  <a:pt x="5406" y="38738"/>
                </a:lnTo>
                <a:lnTo>
                  <a:pt x="10113" y="21726"/>
                </a:lnTo>
                <a:lnTo>
                  <a:pt x="13903" y="12787"/>
                </a:lnTo>
                <a:lnTo>
                  <a:pt x="18522" y="7013"/>
                </a:lnTo>
                <a:lnTo>
                  <a:pt x="24197" y="4964"/>
                </a:lnTo>
                <a:lnTo>
                  <a:pt x="38986" y="4964"/>
                </a:lnTo>
                <a:lnTo>
                  <a:pt x="32575" y="1295"/>
                </a:lnTo>
                <a:lnTo>
                  <a:pt x="24725" y="0"/>
                </a:lnTo>
                <a:close/>
              </a:path>
              <a:path w="194310" h="107314">
                <a:moveTo>
                  <a:pt x="148812" y="0"/>
                </a:moveTo>
                <a:lnTo>
                  <a:pt x="136527" y="1823"/>
                </a:lnTo>
                <a:lnTo>
                  <a:pt x="126188" y="6765"/>
                </a:lnTo>
                <a:lnTo>
                  <a:pt x="117519" y="14035"/>
                </a:lnTo>
                <a:lnTo>
                  <a:pt x="110241" y="22844"/>
                </a:lnTo>
                <a:lnTo>
                  <a:pt x="117231" y="22844"/>
                </a:lnTo>
                <a:lnTo>
                  <a:pt x="119356" y="19741"/>
                </a:lnTo>
                <a:lnTo>
                  <a:pt x="131467" y="9512"/>
                </a:lnTo>
                <a:lnTo>
                  <a:pt x="148350" y="4964"/>
                </a:lnTo>
                <a:lnTo>
                  <a:pt x="165884" y="4964"/>
                </a:lnTo>
                <a:lnTo>
                  <a:pt x="160577" y="1792"/>
                </a:lnTo>
                <a:lnTo>
                  <a:pt x="148812" y="0"/>
                </a:lnTo>
                <a:close/>
              </a:path>
              <a:path w="194310" h="107314">
                <a:moveTo>
                  <a:pt x="89472" y="0"/>
                </a:moveTo>
                <a:lnTo>
                  <a:pt x="50956" y="14876"/>
                </a:lnTo>
                <a:lnTo>
                  <a:pt x="46483" y="20362"/>
                </a:lnTo>
                <a:lnTo>
                  <a:pt x="53674" y="20362"/>
                </a:lnTo>
                <a:lnTo>
                  <a:pt x="56480" y="16822"/>
                </a:lnTo>
                <a:lnTo>
                  <a:pt x="67712" y="8495"/>
                </a:lnTo>
                <a:lnTo>
                  <a:pt x="82549" y="4964"/>
                </a:lnTo>
                <a:lnTo>
                  <a:pt x="101669" y="4964"/>
                </a:lnTo>
                <a:lnTo>
                  <a:pt x="96922" y="992"/>
                </a:lnTo>
                <a:lnTo>
                  <a:pt x="89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504716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2439" y="0"/>
                </a:moveTo>
                <a:lnTo>
                  <a:pt x="989" y="0"/>
                </a:lnTo>
                <a:lnTo>
                  <a:pt x="0" y="992"/>
                </a:lnTo>
                <a:lnTo>
                  <a:pt x="0" y="3971"/>
                </a:lnTo>
                <a:lnTo>
                  <a:pt x="4945" y="7943"/>
                </a:lnTo>
                <a:lnTo>
                  <a:pt x="20259" y="28394"/>
                </a:lnTo>
                <a:lnTo>
                  <a:pt x="31771" y="53825"/>
                </a:lnTo>
                <a:lnTo>
                  <a:pt x="39019" y="84003"/>
                </a:lnTo>
                <a:lnTo>
                  <a:pt x="41538" y="118697"/>
                </a:lnTo>
                <a:lnTo>
                  <a:pt x="39691" y="149233"/>
                </a:lnTo>
                <a:lnTo>
                  <a:pt x="33436" y="178978"/>
                </a:lnTo>
                <a:lnTo>
                  <a:pt x="21705" y="206767"/>
                </a:lnTo>
                <a:lnTo>
                  <a:pt x="3428" y="231437"/>
                </a:lnTo>
                <a:lnTo>
                  <a:pt x="0" y="233920"/>
                </a:lnTo>
                <a:lnTo>
                  <a:pt x="0" y="236900"/>
                </a:lnTo>
                <a:lnTo>
                  <a:pt x="989" y="237397"/>
                </a:lnTo>
                <a:lnTo>
                  <a:pt x="2439" y="237397"/>
                </a:lnTo>
                <a:lnTo>
                  <a:pt x="7421" y="234440"/>
                </a:lnTo>
                <a:lnTo>
                  <a:pt x="40021" y="191208"/>
                </a:lnTo>
                <a:lnTo>
                  <a:pt x="52087" y="152905"/>
                </a:lnTo>
                <a:lnTo>
                  <a:pt x="54856" y="118697"/>
                </a:lnTo>
                <a:lnTo>
                  <a:pt x="54274" y="103154"/>
                </a:lnTo>
                <a:lnTo>
                  <a:pt x="47374" y="64990"/>
                </a:lnTo>
                <a:lnTo>
                  <a:pt x="28048" y="25561"/>
                </a:lnTo>
                <a:lnTo>
                  <a:pt x="7275" y="2933"/>
                </a:lnTo>
                <a:lnTo>
                  <a:pt x="2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592737" y="5286577"/>
            <a:ext cx="169545" cy="161925"/>
          </a:xfrm>
          <a:custGeom>
            <a:avLst/>
            <a:gdLst/>
            <a:ahLst/>
            <a:cxnLst/>
            <a:rect l="l" t="t" r="r" b="b"/>
            <a:pathLst>
              <a:path w="169545" h="161925">
                <a:moveTo>
                  <a:pt x="68702" y="154456"/>
                </a:moveTo>
                <a:lnTo>
                  <a:pt x="0" y="154456"/>
                </a:lnTo>
                <a:lnTo>
                  <a:pt x="0" y="161905"/>
                </a:lnTo>
                <a:lnTo>
                  <a:pt x="3428" y="161905"/>
                </a:lnTo>
                <a:lnTo>
                  <a:pt x="33626" y="161408"/>
                </a:lnTo>
                <a:lnTo>
                  <a:pt x="68702" y="161408"/>
                </a:lnTo>
                <a:lnTo>
                  <a:pt x="68702" y="154456"/>
                </a:lnTo>
                <a:close/>
              </a:path>
              <a:path w="169545" h="161925">
                <a:moveTo>
                  <a:pt x="68702" y="161408"/>
                </a:moveTo>
                <a:lnTo>
                  <a:pt x="53867" y="161408"/>
                </a:lnTo>
                <a:lnTo>
                  <a:pt x="59340" y="161905"/>
                </a:lnTo>
                <a:lnTo>
                  <a:pt x="68702" y="161905"/>
                </a:lnTo>
                <a:lnTo>
                  <a:pt x="68702" y="161408"/>
                </a:lnTo>
                <a:close/>
              </a:path>
              <a:path w="169545" h="161925">
                <a:moveTo>
                  <a:pt x="82087" y="6950"/>
                </a:moveTo>
                <a:lnTo>
                  <a:pt x="48461" y="6950"/>
                </a:lnTo>
                <a:lnTo>
                  <a:pt x="52878" y="7447"/>
                </a:lnTo>
                <a:lnTo>
                  <a:pt x="55845" y="7447"/>
                </a:lnTo>
                <a:lnTo>
                  <a:pt x="59340" y="7943"/>
                </a:lnTo>
                <a:lnTo>
                  <a:pt x="60790" y="8936"/>
                </a:lnTo>
                <a:lnTo>
                  <a:pt x="60790" y="12908"/>
                </a:lnTo>
                <a:lnTo>
                  <a:pt x="59801" y="15893"/>
                </a:lnTo>
                <a:lnTo>
                  <a:pt x="28153" y="143527"/>
                </a:lnTo>
                <a:lnTo>
                  <a:pt x="25714" y="152470"/>
                </a:lnTo>
                <a:lnTo>
                  <a:pt x="25186" y="154456"/>
                </a:lnTo>
                <a:lnTo>
                  <a:pt x="46944" y="154456"/>
                </a:lnTo>
                <a:lnTo>
                  <a:pt x="46944" y="148995"/>
                </a:lnTo>
                <a:lnTo>
                  <a:pt x="47472" y="147506"/>
                </a:lnTo>
                <a:lnTo>
                  <a:pt x="47472" y="146010"/>
                </a:lnTo>
                <a:lnTo>
                  <a:pt x="62307" y="86909"/>
                </a:lnTo>
                <a:lnTo>
                  <a:pt x="102329" y="86909"/>
                </a:lnTo>
                <a:lnTo>
                  <a:pt x="126951" y="82618"/>
                </a:lnTo>
                <a:lnTo>
                  <a:pt x="130073" y="80951"/>
                </a:lnTo>
                <a:lnTo>
                  <a:pt x="63296" y="80951"/>
                </a:lnTo>
                <a:lnTo>
                  <a:pt x="79120" y="16390"/>
                </a:lnTo>
                <a:lnTo>
                  <a:pt x="81559" y="7943"/>
                </a:lnTo>
                <a:lnTo>
                  <a:pt x="82087" y="6950"/>
                </a:lnTo>
                <a:close/>
              </a:path>
              <a:path w="169545" h="161925">
                <a:moveTo>
                  <a:pt x="122109" y="0"/>
                </a:moveTo>
                <a:lnTo>
                  <a:pt x="38571" y="0"/>
                </a:lnTo>
                <a:lnTo>
                  <a:pt x="38571" y="6950"/>
                </a:lnTo>
                <a:lnTo>
                  <a:pt x="114724" y="6950"/>
                </a:lnTo>
                <a:lnTo>
                  <a:pt x="128086" y="8215"/>
                </a:lnTo>
                <a:lnTo>
                  <a:pt x="138197" y="12226"/>
                </a:lnTo>
                <a:lnTo>
                  <a:pt x="144598" y="19311"/>
                </a:lnTo>
                <a:lnTo>
                  <a:pt x="146834" y="29795"/>
                </a:lnTo>
                <a:lnTo>
                  <a:pt x="145996" y="38565"/>
                </a:lnTo>
                <a:lnTo>
                  <a:pt x="123728" y="74665"/>
                </a:lnTo>
                <a:lnTo>
                  <a:pt x="96395" y="80951"/>
                </a:lnTo>
                <a:lnTo>
                  <a:pt x="130073" y="80951"/>
                </a:lnTo>
                <a:lnTo>
                  <a:pt x="148334" y="71204"/>
                </a:lnTo>
                <a:lnTo>
                  <a:pt x="163412" y="54855"/>
                </a:lnTo>
                <a:lnTo>
                  <a:pt x="169119" y="35759"/>
                </a:lnTo>
                <a:lnTo>
                  <a:pt x="166160" y="22419"/>
                </a:lnTo>
                <a:lnTo>
                  <a:pt x="157309" y="10988"/>
                </a:lnTo>
                <a:lnTo>
                  <a:pt x="142611" y="3003"/>
                </a:lnTo>
                <a:lnTo>
                  <a:pt x="122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791527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933" y="0"/>
                </a:moveTo>
                <a:lnTo>
                  <a:pt x="26205" y="26608"/>
                </a:lnTo>
                <a:lnTo>
                  <a:pt x="7510" y="66037"/>
                </a:lnTo>
                <a:lnTo>
                  <a:pt x="0" y="118697"/>
                </a:lnTo>
                <a:lnTo>
                  <a:pt x="592" y="134528"/>
                </a:lnTo>
                <a:lnTo>
                  <a:pt x="7538" y="172895"/>
                </a:lnTo>
                <a:lnTo>
                  <a:pt x="26845" y="212254"/>
                </a:lnTo>
                <a:lnTo>
                  <a:pt x="53933" y="237397"/>
                </a:lnTo>
                <a:lnTo>
                  <a:pt x="54922" y="236900"/>
                </a:lnTo>
                <a:lnTo>
                  <a:pt x="54922" y="233920"/>
                </a:lnTo>
                <a:lnTo>
                  <a:pt x="50966" y="229947"/>
                </a:lnTo>
                <a:lnTo>
                  <a:pt x="32649" y="205161"/>
                </a:lnTo>
                <a:lnTo>
                  <a:pt x="21280" y="176929"/>
                </a:lnTo>
                <a:lnTo>
                  <a:pt x="15473" y="147394"/>
                </a:lnTo>
                <a:lnTo>
                  <a:pt x="13846" y="118697"/>
                </a:lnTo>
                <a:lnTo>
                  <a:pt x="15693" y="87960"/>
                </a:lnTo>
                <a:lnTo>
                  <a:pt x="21947" y="58293"/>
                </a:lnTo>
                <a:lnTo>
                  <a:pt x="33678" y="30768"/>
                </a:lnTo>
                <a:lnTo>
                  <a:pt x="51955" y="6454"/>
                </a:lnTo>
                <a:lnTo>
                  <a:pt x="54922" y="3971"/>
                </a:lnTo>
                <a:lnTo>
                  <a:pt x="54922" y="992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952010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873153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952010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050713" y="5343691"/>
            <a:ext cx="194310" cy="107314"/>
          </a:xfrm>
          <a:custGeom>
            <a:avLst/>
            <a:gdLst/>
            <a:ahLst/>
            <a:cxnLst/>
            <a:rect l="l" t="t" r="r" b="b"/>
            <a:pathLst>
              <a:path w="194310" h="107314">
                <a:moveTo>
                  <a:pt x="39105" y="4964"/>
                </a:moveTo>
                <a:lnTo>
                  <a:pt x="28153" y="4964"/>
                </a:lnTo>
                <a:lnTo>
                  <a:pt x="31648" y="6950"/>
                </a:lnTo>
                <a:lnTo>
                  <a:pt x="31648" y="20858"/>
                </a:lnTo>
                <a:lnTo>
                  <a:pt x="30659" y="23837"/>
                </a:lnTo>
                <a:lnTo>
                  <a:pt x="27692" y="35759"/>
                </a:lnTo>
                <a:lnTo>
                  <a:pt x="14307" y="90888"/>
                </a:lnTo>
                <a:lnTo>
                  <a:pt x="13318" y="94363"/>
                </a:lnTo>
                <a:lnTo>
                  <a:pt x="11868" y="99824"/>
                </a:lnTo>
                <a:lnTo>
                  <a:pt x="11868" y="105287"/>
                </a:lnTo>
                <a:lnTo>
                  <a:pt x="15296" y="107274"/>
                </a:lnTo>
                <a:lnTo>
                  <a:pt x="21758" y="107274"/>
                </a:lnTo>
                <a:lnTo>
                  <a:pt x="25714" y="105287"/>
                </a:lnTo>
                <a:lnTo>
                  <a:pt x="27692" y="100817"/>
                </a:lnTo>
                <a:lnTo>
                  <a:pt x="27692" y="100321"/>
                </a:lnTo>
                <a:lnTo>
                  <a:pt x="30659" y="88895"/>
                </a:lnTo>
                <a:lnTo>
                  <a:pt x="32109" y="82937"/>
                </a:lnTo>
                <a:lnTo>
                  <a:pt x="37054" y="61582"/>
                </a:lnTo>
                <a:lnTo>
                  <a:pt x="38571" y="56618"/>
                </a:lnTo>
                <a:lnTo>
                  <a:pt x="40021" y="51150"/>
                </a:lnTo>
                <a:lnTo>
                  <a:pt x="41538" y="45688"/>
                </a:lnTo>
                <a:lnTo>
                  <a:pt x="41999" y="41717"/>
                </a:lnTo>
                <a:lnTo>
                  <a:pt x="43977" y="34766"/>
                </a:lnTo>
                <a:lnTo>
                  <a:pt x="44505" y="34270"/>
                </a:lnTo>
                <a:lnTo>
                  <a:pt x="48779" y="26546"/>
                </a:lnTo>
                <a:lnTo>
                  <a:pt x="53719" y="20362"/>
                </a:lnTo>
                <a:lnTo>
                  <a:pt x="46944" y="20362"/>
                </a:lnTo>
                <a:lnTo>
                  <a:pt x="44398" y="11522"/>
                </a:lnTo>
                <a:lnTo>
                  <a:pt x="39428" y="5151"/>
                </a:lnTo>
                <a:lnTo>
                  <a:pt x="39105" y="4964"/>
                </a:lnTo>
                <a:close/>
              </a:path>
              <a:path w="194310" h="107314">
                <a:moveTo>
                  <a:pt x="101669" y="4964"/>
                </a:moveTo>
                <a:lnTo>
                  <a:pt x="93428" y="4964"/>
                </a:lnTo>
                <a:lnTo>
                  <a:pt x="95406" y="13901"/>
                </a:lnTo>
                <a:lnTo>
                  <a:pt x="95406" y="27809"/>
                </a:lnTo>
                <a:lnTo>
                  <a:pt x="93955" y="34270"/>
                </a:lnTo>
                <a:lnTo>
                  <a:pt x="91977" y="41220"/>
                </a:lnTo>
                <a:lnTo>
                  <a:pt x="85516" y="69029"/>
                </a:lnTo>
                <a:lnTo>
                  <a:pt x="80571" y="86909"/>
                </a:lnTo>
                <a:lnTo>
                  <a:pt x="79582" y="91881"/>
                </a:lnTo>
                <a:lnTo>
                  <a:pt x="77603" y="99824"/>
                </a:lnTo>
                <a:lnTo>
                  <a:pt x="77603" y="105287"/>
                </a:lnTo>
                <a:lnTo>
                  <a:pt x="81098" y="107274"/>
                </a:lnTo>
                <a:lnTo>
                  <a:pt x="91977" y="107274"/>
                </a:lnTo>
                <a:lnTo>
                  <a:pt x="93428" y="101314"/>
                </a:lnTo>
                <a:lnTo>
                  <a:pt x="94944" y="93866"/>
                </a:lnTo>
                <a:lnTo>
                  <a:pt x="99168" y="77312"/>
                </a:lnTo>
                <a:lnTo>
                  <a:pt x="102642" y="63631"/>
                </a:lnTo>
                <a:lnTo>
                  <a:pt x="106664" y="47560"/>
                </a:lnTo>
                <a:lnTo>
                  <a:pt x="109252" y="36752"/>
                </a:lnTo>
                <a:lnTo>
                  <a:pt x="112162" y="30528"/>
                </a:lnTo>
                <a:lnTo>
                  <a:pt x="117410" y="22844"/>
                </a:lnTo>
                <a:lnTo>
                  <a:pt x="110768" y="22844"/>
                </a:lnTo>
                <a:lnTo>
                  <a:pt x="110241" y="19865"/>
                </a:lnTo>
                <a:lnTo>
                  <a:pt x="109779" y="11915"/>
                </a:lnTo>
                <a:lnTo>
                  <a:pt x="102856" y="5957"/>
                </a:lnTo>
                <a:lnTo>
                  <a:pt x="101669" y="4964"/>
                </a:lnTo>
                <a:close/>
              </a:path>
              <a:path w="194310" h="107314">
                <a:moveTo>
                  <a:pt x="165884" y="4964"/>
                </a:moveTo>
                <a:lnTo>
                  <a:pt x="158702" y="4964"/>
                </a:lnTo>
                <a:lnTo>
                  <a:pt x="161169" y="12787"/>
                </a:lnTo>
                <a:lnTo>
                  <a:pt x="161207" y="21851"/>
                </a:lnTo>
                <a:lnTo>
                  <a:pt x="159585" y="33996"/>
                </a:lnTo>
                <a:lnTo>
                  <a:pt x="155644" y="48609"/>
                </a:lnTo>
                <a:lnTo>
                  <a:pt x="150777" y="63128"/>
                </a:lnTo>
                <a:lnTo>
                  <a:pt x="146372" y="74994"/>
                </a:lnTo>
                <a:lnTo>
                  <a:pt x="144360" y="80541"/>
                </a:lnTo>
                <a:lnTo>
                  <a:pt x="143405" y="82937"/>
                </a:lnTo>
                <a:lnTo>
                  <a:pt x="143405" y="87902"/>
                </a:lnTo>
                <a:lnTo>
                  <a:pt x="144884" y="95749"/>
                </a:lnTo>
                <a:lnTo>
                  <a:pt x="148952" y="101873"/>
                </a:lnTo>
                <a:lnTo>
                  <a:pt x="155060" y="105854"/>
                </a:lnTo>
                <a:lnTo>
                  <a:pt x="162658" y="107274"/>
                </a:lnTo>
                <a:lnTo>
                  <a:pt x="175657" y="102307"/>
                </a:lnTo>
                <a:lnTo>
                  <a:pt x="159229" y="102307"/>
                </a:lnTo>
                <a:lnTo>
                  <a:pt x="157713" y="99824"/>
                </a:lnTo>
                <a:lnTo>
                  <a:pt x="157713" y="88399"/>
                </a:lnTo>
                <a:lnTo>
                  <a:pt x="161728" y="77312"/>
                </a:lnTo>
                <a:lnTo>
                  <a:pt x="165806" y="65975"/>
                </a:lnTo>
                <a:lnTo>
                  <a:pt x="170537" y="51774"/>
                </a:lnTo>
                <a:lnTo>
                  <a:pt x="174427" y="37386"/>
                </a:lnTo>
                <a:lnTo>
                  <a:pt x="176043" y="25326"/>
                </a:lnTo>
                <a:lnTo>
                  <a:pt x="174291" y="14873"/>
                </a:lnTo>
                <a:lnTo>
                  <a:pt x="169103" y="6889"/>
                </a:lnTo>
                <a:lnTo>
                  <a:pt x="165884" y="4964"/>
                </a:lnTo>
                <a:close/>
              </a:path>
              <a:path w="194310" h="107314">
                <a:moveTo>
                  <a:pt x="193845" y="68533"/>
                </a:moveTo>
                <a:lnTo>
                  <a:pt x="188372" y="68533"/>
                </a:lnTo>
                <a:lnTo>
                  <a:pt x="188372" y="69029"/>
                </a:lnTo>
                <a:lnTo>
                  <a:pt x="187383" y="72511"/>
                </a:lnTo>
                <a:lnTo>
                  <a:pt x="183964" y="82613"/>
                </a:lnTo>
                <a:lnTo>
                  <a:pt x="178820" y="92250"/>
                </a:lnTo>
                <a:lnTo>
                  <a:pt x="171908" y="99466"/>
                </a:lnTo>
                <a:lnTo>
                  <a:pt x="163185" y="102307"/>
                </a:lnTo>
                <a:lnTo>
                  <a:pt x="175657" y="102307"/>
                </a:lnTo>
                <a:lnTo>
                  <a:pt x="176933" y="101819"/>
                </a:lnTo>
                <a:lnTo>
                  <a:pt x="186608" y="89706"/>
                </a:lnTo>
                <a:lnTo>
                  <a:pt x="192106" y="77312"/>
                </a:lnTo>
                <a:lnTo>
                  <a:pt x="193845" y="71015"/>
                </a:lnTo>
                <a:lnTo>
                  <a:pt x="193845" y="68533"/>
                </a:lnTo>
                <a:close/>
              </a:path>
              <a:path w="194310" h="107314">
                <a:moveTo>
                  <a:pt x="25186" y="0"/>
                </a:moveTo>
                <a:lnTo>
                  <a:pt x="14307" y="0"/>
                </a:lnTo>
                <a:lnTo>
                  <a:pt x="9362" y="8936"/>
                </a:lnTo>
                <a:lnTo>
                  <a:pt x="7384" y="13404"/>
                </a:lnTo>
                <a:lnTo>
                  <a:pt x="3428" y="21851"/>
                </a:lnTo>
                <a:lnTo>
                  <a:pt x="0" y="35759"/>
                </a:lnTo>
                <a:lnTo>
                  <a:pt x="0" y="38738"/>
                </a:lnTo>
                <a:lnTo>
                  <a:pt x="5406" y="38738"/>
                </a:lnTo>
                <a:lnTo>
                  <a:pt x="10113" y="21726"/>
                </a:lnTo>
                <a:lnTo>
                  <a:pt x="13903" y="12787"/>
                </a:lnTo>
                <a:lnTo>
                  <a:pt x="18522" y="7013"/>
                </a:lnTo>
                <a:lnTo>
                  <a:pt x="24197" y="4964"/>
                </a:lnTo>
                <a:lnTo>
                  <a:pt x="39105" y="4964"/>
                </a:lnTo>
                <a:lnTo>
                  <a:pt x="32777" y="1295"/>
                </a:lnTo>
                <a:lnTo>
                  <a:pt x="25186" y="0"/>
                </a:lnTo>
                <a:close/>
              </a:path>
              <a:path w="194310" h="107314">
                <a:moveTo>
                  <a:pt x="148812" y="0"/>
                </a:moveTo>
                <a:lnTo>
                  <a:pt x="136757" y="1823"/>
                </a:lnTo>
                <a:lnTo>
                  <a:pt x="126452" y="6765"/>
                </a:lnTo>
                <a:lnTo>
                  <a:pt x="117816" y="14035"/>
                </a:lnTo>
                <a:lnTo>
                  <a:pt x="110768" y="22844"/>
                </a:lnTo>
                <a:lnTo>
                  <a:pt x="117410" y="22844"/>
                </a:lnTo>
                <a:lnTo>
                  <a:pt x="119529" y="19741"/>
                </a:lnTo>
                <a:lnTo>
                  <a:pt x="131532" y="9512"/>
                </a:lnTo>
                <a:lnTo>
                  <a:pt x="148350" y="4964"/>
                </a:lnTo>
                <a:lnTo>
                  <a:pt x="165884" y="4964"/>
                </a:lnTo>
                <a:lnTo>
                  <a:pt x="160577" y="1792"/>
                </a:lnTo>
                <a:lnTo>
                  <a:pt x="148812" y="0"/>
                </a:lnTo>
                <a:close/>
              </a:path>
              <a:path w="194310" h="107314">
                <a:moveTo>
                  <a:pt x="89472" y="0"/>
                </a:moveTo>
                <a:lnTo>
                  <a:pt x="51345" y="14876"/>
                </a:lnTo>
                <a:lnTo>
                  <a:pt x="46944" y="20362"/>
                </a:lnTo>
                <a:lnTo>
                  <a:pt x="53719" y="20362"/>
                </a:lnTo>
                <a:lnTo>
                  <a:pt x="56546" y="16822"/>
                </a:lnTo>
                <a:lnTo>
                  <a:pt x="67935" y="8495"/>
                </a:lnTo>
                <a:lnTo>
                  <a:pt x="83076" y="4964"/>
                </a:lnTo>
                <a:lnTo>
                  <a:pt x="101669" y="4964"/>
                </a:lnTo>
                <a:lnTo>
                  <a:pt x="96922" y="992"/>
                </a:lnTo>
                <a:lnTo>
                  <a:pt x="89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65327" y="5270186"/>
            <a:ext cx="54610" cy="237490"/>
          </a:xfrm>
          <a:custGeom>
            <a:avLst/>
            <a:gdLst/>
            <a:ahLst/>
            <a:cxnLst/>
            <a:rect l="l" t="t" r="r" b="b"/>
            <a:pathLst>
              <a:path w="54610" h="237489">
                <a:moveTo>
                  <a:pt x="1978" y="0"/>
                </a:moveTo>
                <a:lnTo>
                  <a:pt x="527" y="0"/>
                </a:lnTo>
                <a:lnTo>
                  <a:pt x="0" y="992"/>
                </a:lnTo>
                <a:lnTo>
                  <a:pt x="0" y="3971"/>
                </a:lnTo>
                <a:lnTo>
                  <a:pt x="4483" y="7943"/>
                </a:lnTo>
                <a:lnTo>
                  <a:pt x="19992" y="28394"/>
                </a:lnTo>
                <a:lnTo>
                  <a:pt x="31483" y="53825"/>
                </a:lnTo>
                <a:lnTo>
                  <a:pt x="38622" y="84003"/>
                </a:lnTo>
                <a:lnTo>
                  <a:pt x="41076" y="118697"/>
                </a:lnTo>
                <a:lnTo>
                  <a:pt x="39229" y="149233"/>
                </a:lnTo>
                <a:lnTo>
                  <a:pt x="32975" y="178978"/>
                </a:lnTo>
                <a:lnTo>
                  <a:pt x="21244" y="206767"/>
                </a:lnTo>
                <a:lnTo>
                  <a:pt x="2967" y="231437"/>
                </a:lnTo>
                <a:lnTo>
                  <a:pt x="0" y="233920"/>
                </a:lnTo>
                <a:lnTo>
                  <a:pt x="0" y="236900"/>
                </a:lnTo>
                <a:lnTo>
                  <a:pt x="527" y="237397"/>
                </a:lnTo>
                <a:lnTo>
                  <a:pt x="1978" y="237397"/>
                </a:lnTo>
                <a:lnTo>
                  <a:pt x="6960" y="234440"/>
                </a:lnTo>
                <a:lnTo>
                  <a:pt x="39560" y="191208"/>
                </a:lnTo>
                <a:lnTo>
                  <a:pt x="51626" y="152905"/>
                </a:lnTo>
                <a:lnTo>
                  <a:pt x="54395" y="118697"/>
                </a:lnTo>
                <a:lnTo>
                  <a:pt x="53813" y="103154"/>
                </a:lnTo>
                <a:lnTo>
                  <a:pt x="46912" y="64990"/>
                </a:lnTo>
                <a:lnTo>
                  <a:pt x="27587" y="25561"/>
                </a:lnTo>
                <a:lnTo>
                  <a:pt x="6813" y="2933"/>
                </a:lnTo>
                <a:lnTo>
                  <a:pt x="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488117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409261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488117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642204" y="5286577"/>
            <a:ext cx="168910" cy="161925"/>
          </a:xfrm>
          <a:custGeom>
            <a:avLst/>
            <a:gdLst/>
            <a:ahLst/>
            <a:cxnLst/>
            <a:rect l="l" t="t" r="r" b="b"/>
            <a:pathLst>
              <a:path w="168909" h="161925">
                <a:moveTo>
                  <a:pt x="68702" y="154456"/>
                </a:moveTo>
                <a:lnTo>
                  <a:pt x="0" y="154456"/>
                </a:lnTo>
                <a:lnTo>
                  <a:pt x="0" y="161905"/>
                </a:lnTo>
                <a:lnTo>
                  <a:pt x="3428" y="161905"/>
                </a:lnTo>
                <a:lnTo>
                  <a:pt x="33626" y="161408"/>
                </a:lnTo>
                <a:lnTo>
                  <a:pt x="68702" y="161408"/>
                </a:lnTo>
                <a:lnTo>
                  <a:pt x="68702" y="154456"/>
                </a:lnTo>
                <a:close/>
              </a:path>
              <a:path w="168909" h="161925">
                <a:moveTo>
                  <a:pt x="68702" y="161408"/>
                </a:moveTo>
                <a:lnTo>
                  <a:pt x="53867" y="161408"/>
                </a:lnTo>
                <a:lnTo>
                  <a:pt x="58812" y="161905"/>
                </a:lnTo>
                <a:lnTo>
                  <a:pt x="68702" y="161905"/>
                </a:lnTo>
                <a:lnTo>
                  <a:pt x="68702" y="161408"/>
                </a:lnTo>
                <a:close/>
              </a:path>
              <a:path w="168909" h="161925">
                <a:moveTo>
                  <a:pt x="81559" y="6950"/>
                </a:moveTo>
                <a:lnTo>
                  <a:pt x="48461" y="6950"/>
                </a:lnTo>
                <a:lnTo>
                  <a:pt x="52417" y="7447"/>
                </a:lnTo>
                <a:lnTo>
                  <a:pt x="55384" y="7447"/>
                </a:lnTo>
                <a:lnTo>
                  <a:pt x="59340" y="7943"/>
                </a:lnTo>
                <a:lnTo>
                  <a:pt x="60790" y="8936"/>
                </a:lnTo>
                <a:lnTo>
                  <a:pt x="60790" y="12411"/>
                </a:lnTo>
                <a:lnTo>
                  <a:pt x="60329" y="12908"/>
                </a:lnTo>
                <a:lnTo>
                  <a:pt x="59801" y="15893"/>
                </a:lnTo>
                <a:lnTo>
                  <a:pt x="28153" y="143527"/>
                </a:lnTo>
                <a:lnTo>
                  <a:pt x="25714" y="152470"/>
                </a:lnTo>
                <a:lnTo>
                  <a:pt x="25186" y="154456"/>
                </a:lnTo>
                <a:lnTo>
                  <a:pt x="46944" y="154456"/>
                </a:lnTo>
                <a:lnTo>
                  <a:pt x="46944" y="147506"/>
                </a:lnTo>
                <a:lnTo>
                  <a:pt x="47472" y="146010"/>
                </a:lnTo>
                <a:lnTo>
                  <a:pt x="62307" y="86909"/>
                </a:lnTo>
                <a:lnTo>
                  <a:pt x="102329" y="86909"/>
                </a:lnTo>
                <a:lnTo>
                  <a:pt x="126906" y="82618"/>
                </a:lnTo>
                <a:lnTo>
                  <a:pt x="130005" y="80951"/>
                </a:lnTo>
                <a:lnTo>
                  <a:pt x="63296" y="80951"/>
                </a:lnTo>
                <a:lnTo>
                  <a:pt x="79120" y="16390"/>
                </a:lnTo>
                <a:lnTo>
                  <a:pt x="81098" y="7943"/>
                </a:lnTo>
                <a:lnTo>
                  <a:pt x="81559" y="6950"/>
                </a:lnTo>
                <a:close/>
              </a:path>
              <a:path w="168909" h="161925">
                <a:moveTo>
                  <a:pt x="122175" y="0"/>
                </a:moveTo>
                <a:lnTo>
                  <a:pt x="38571" y="0"/>
                </a:lnTo>
                <a:lnTo>
                  <a:pt x="38571" y="6950"/>
                </a:lnTo>
                <a:lnTo>
                  <a:pt x="114724" y="6950"/>
                </a:lnTo>
                <a:lnTo>
                  <a:pt x="127902" y="8215"/>
                </a:lnTo>
                <a:lnTo>
                  <a:pt x="138056" y="12226"/>
                </a:lnTo>
                <a:lnTo>
                  <a:pt x="144589" y="19311"/>
                </a:lnTo>
                <a:lnTo>
                  <a:pt x="146900" y="29795"/>
                </a:lnTo>
                <a:lnTo>
                  <a:pt x="145988" y="38565"/>
                </a:lnTo>
                <a:lnTo>
                  <a:pt x="123784" y="74665"/>
                </a:lnTo>
                <a:lnTo>
                  <a:pt x="96395" y="80951"/>
                </a:lnTo>
                <a:lnTo>
                  <a:pt x="130005" y="80951"/>
                </a:lnTo>
                <a:lnTo>
                  <a:pt x="148128" y="71204"/>
                </a:lnTo>
                <a:lnTo>
                  <a:pt x="163032" y="54855"/>
                </a:lnTo>
                <a:lnTo>
                  <a:pt x="168658" y="35759"/>
                </a:lnTo>
                <a:lnTo>
                  <a:pt x="165771" y="22419"/>
                </a:lnTo>
                <a:lnTo>
                  <a:pt x="157087" y="10988"/>
                </a:lnTo>
                <a:lnTo>
                  <a:pt x="142567" y="3003"/>
                </a:lnTo>
                <a:lnTo>
                  <a:pt x="122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840994" y="5270186"/>
            <a:ext cx="54610" cy="237490"/>
          </a:xfrm>
          <a:custGeom>
            <a:avLst/>
            <a:gdLst/>
            <a:ahLst/>
            <a:cxnLst/>
            <a:rect l="l" t="t" r="r" b="b"/>
            <a:pathLst>
              <a:path w="54609" h="237489">
                <a:moveTo>
                  <a:pt x="53933" y="0"/>
                </a:moveTo>
                <a:lnTo>
                  <a:pt x="26205" y="26608"/>
                </a:lnTo>
                <a:lnTo>
                  <a:pt x="7315" y="66037"/>
                </a:lnTo>
                <a:lnTo>
                  <a:pt x="0" y="118697"/>
                </a:lnTo>
                <a:lnTo>
                  <a:pt x="592" y="134528"/>
                </a:lnTo>
                <a:lnTo>
                  <a:pt x="7538" y="172895"/>
                </a:lnTo>
                <a:lnTo>
                  <a:pt x="26845" y="212254"/>
                </a:lnTo>
                <a:lnTo>
                  <a:pt x="53933" y="237397"/>
                </a:lnTo>
                <a:lnTo>
                  <a:pt x="54395" y="236900"/>
                </a:lnTo>
                <a:lnTo>
                  <a:pt x="54395" y="233920"/>
                </a:lnTo>
                <a:lnTo>
                  <a:pt x="50439" y="229947"/>
                </a:lnTo>
                <a:lnTo>
                  <a:pt x="32354" y="205161"/>
                </a:lnTo>
                <a:lnTo>
                  <a:pt x="20983" y="176929"/>
                </a:lnTo>
                <a:lnTo>
                  <a:pt x="15076" y="147394"/>
                </a:lnTo>
                <a:lnTo>
                  <a:pt x="13384" y="118697"/>
                </a:lnTo>
                <a:lnTo>
                  <a:pt x="15230" y="87960"/>
                </a:lnTo>
                <a:lnTo>
                  <a:pt x="21477" y="58293"/>
                </a:lnTo>
                <a:lnTo>
                  <a:pt x="33189" y="30768"/>
                </a:lnTo>
                <a:lnTo>
                  <a:pt x="51428" y="6454"/>
                </a:lnTo>
                <a:lnTo>
                  <a:pt x="54395" y="3971"/>
                </a:lnTo>
                <a:lnTo>
                  <a:pt x="54395" y="992"/>
                </a:lnTo>
                <a:lnTo>
                  <a:pt x="53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01510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922620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001510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105587" y="5343691"/>
            <a:ext cx="87630" cy="107314"/>
          </a:xfrm>
          <a:custGeom>
            <a:avLst/>
            <a:gdLst/>
            <a:ahLst/>
            <a:cxnLst/>
            <a:rect l="l" t="t" r="r" b="b"/>
            <a:pathLst>
              <a:path w="87629" h="107314">
                <a:moveTo>
                  <a:pt x="18329" y="68533"/>
                </a:moveTo>
                <a:lnTo>
                  <a:pt x="6923" y="68533"/>
                </a:lnTo>
                <a:lnTo>
                  <a:pt x="0" y="73504"/>
                </a:lnTo>
                <a:lnTo>
                  <a:pt x="0" y="84427"/>
                </a:lnTo>
                <a:lnTo>
                  <a:pt x="2407" y="93655"/>
                </a:lnTo>
                <a:lnTo>
                  <a:pt x="9222" y="100880"/>
                </a:lnTo>
                <a:lnTo>
                  <a:pt x="19832" y="105590"/>
                </a:lnTo>
                <a:lnTo>
                  <a:pt x="33626" y="107274"/>
                </a:lnTo>
                <a:lnTo>
                  <a:pt x="57315" y="102610"/>
                </a:lnTo>
                <a:lnTo>
                  <a:pt x="57714" y="102307"/>
                </a:lnTo>
                <a:lnTo>
                  <a:pt x="34153" y="102307"/>
                </a:lnTo>
                <a:lnTo>
                  <a:pt x="29194" y="102105"/>
                </a:lnTo>
                <a:lnTo>
                  <a:pt x="21280" y="100692"/>
                </a:lnTo>
                <a:lnTo>
                  <a:pt x="12995" y="96858"/>
                </a:lnTo>
                <a:lnTo>
                  <a:pt x="6923" y="89392"/>
                </a:lnTo>
                <a:lnTo>
                  <a:pt x="17015" y="89392"/>
                </a:lnTo>
                <a:lnTo>
                  <a:pt x="21758" y="83434"/>
                </a:lnTo>
                <a:lnTo>
                  <a:pt x="21758" y="71518"/>
                </a:lnTo>
                <a:lnTo>
                  <a:pt x="18329" y="68533"/>
                </a:lnTo>
                <a:close/>
              </a:path>
              <a:path w="87629" h="107314">
                <a:moveTo>
                  <a:pt x="58878" y="0"/>
                </a:moveTo>
                <a:lnTo>
                  <a:pt x="39458" y="3895"/>
                </a:lnTo>
                <a:lnTo>
                  <a:pt x="27139" y="13284"/>
                </a:lnTo>
                <a:lnTo>
                  <a:pt x="20669" y="24723"/>
                </a:lnTo>
                <a:lnTo>
                  <a:pt x="18791" y="34766"/>
                </a:lnTo>
                <a:lnTo>
                  <a:pt x="21673" y="45956"/>
                </a:lnTo>
                <a:lnTo>
                  <a:pt x="28499" y="52769"/>
                </a:lnTo>
                <a:lnTo>
                  <a:pt x="36537" y="56416"/>
                </a:lnTo>
                <a:lnTo>
                  <a:pt x="43054" y="58107"/>
                </a:lnTo>
                <a:lnTo>
                  <a:pt x="52119" y="60132"/>
                </a:lnTo>
                <a:lnTo>
                  <a:pt x="60040" y="63135"/>
                </a:lnTo>
                <a:lnTo>
                  <a:pt x="65650" y="68094"/>
                </a:lnTo>
                <a:lnTo>
                  <a:pt x="67779" y="75987"/>
                </a:lnTo>
                <a:lnTo>
                  <a:pt x="66484" y="82822"/>
                </a:lnTo>
                <a:lnTo>
                  <a:pt x="61523" y="91567"/>
                </a:lnTo>
                <a:lnTo>
                  <a:pt x="51285" y="99102"/>
                </a:lnTo>
                <a:lnTo>
                  <a:pt x="34153" y="102307"/>
                </a:lnTo>
                <a:lnTo>
                  <a:pt x="57714" y="102307"/>
                </a:lnTo>
                <a:lnTo>
                  <a:pt x="71826" y="91567"/>
                </a:lnTo>
                <a:lnTo>
                  <a:pt x="79105" y="78569"/>
                </a:lnTo>
                <a:lnTo>
                  <a:pt x="81087" y="68094"/>
                </a:lnTo>
                <a:lnTo>
                  <a:pt x="81098" y="59596"/>
                </a:lnTo>
                <a:lnTo>
                  <a:pt x="76680" y="53639"/>
                </a:lnTo>
                <a:lnTo>
                  <a:pt x="50439" y="40724"/>
                </a:lnTo>
                <a:lnTo>
                  <a:pt x="42065" y="38738"/>
                </a:lnTo>
                <a:lnTo>
                  <a:pt x="32175" y="37248"/>
                </a:lnTo>
                <a:lnTo>
                  <a:pt x="32175" y="26319"/>
                </a:lnTo>
                <a:lnTo>
                  <a:pt x="33427" y="20050"/>
                </a:lnTo>
                <a:lnTo>
                  <a:pt x="37738" y="13035"/>
                </a:lnTo>
                <a:lnTo>
                  <a:pt x="45944" y="7324"/>
                </a:lnTo>
                <a:lnTo>
                  <a:pt x="58878" y="4964"/>
                </a:lnTo>
                <a:lnTo>
                  <a:pt x="77403" y="4964"/>
                </a:lnTo>
                <a:lnTo>
                  <a:pt x="70788" y="1644"/>
                </a:lnTo>
                <a:lnTo>
                  <a:pt x="58878" y="0"/>
                </a:lnTo>
                <a:close/>
              </a:path>
              <a:path w="87629" h="107314">
                <a:moveTo>
                  <a:pt x="17015" y="89392"/>
                </a:moveTo>
                <a:lnTo>
                  <a:pt x="6923" y="89392"/>
                </a:lnTo>
                <a:lnTo>
                  <a:pt x="15824" y="90888"/>
                </a:lnTo>
                <a:lnTo>
                  <a:pt x="17015" y="89392"/>
                </a:lnTo>
                <a:close/>
              </a:path>
              <a:path w="87629" h="107314">
                <a:moveTo>
                  <a:pt x="77403" y="4964"/>
                </a:moveTo>
                <a:lnTo>
                  <a:pt x="64812" y="4964"/>
                </a:lnTo>
                <a:lnTo>
                  <a:pt x="76680" y="6950"/>
                </a:lnTo>
                <a:lnTo>
                  <a:pt x="80109" y="15893"/>
                </a:lnTo>
                <a:lnTo>
                  <a:pt x="73713" y="16390"/>
                </a:lnTo>
                <a:lnTo>
                  <a:pt x="68768" y="21355"/>
                </a:lnTo>
                <a:lnTo>
                  <a:pt x="68768" y="29795"/>
                </a:lnTo>
                <a:lnTo>
                  <a:pt x="70746" y="33773"/>
                </a:lnTo>
                <a:lnTo>
                  <a:pt x="81098" y="33773"/>
                </a:lnTo>
                <a:lnTo>
                  <a:pt x="87032" y="29298"/>
                </a:lnTo>
                <a:lnTo>
                  <a:pt x="87032" y="20362"/>
                </a:lnTo>
                <a:lnTo>
                  <a:pt x="85136" y="12569"/>
                </a:lnTo>
                <a:lnTo>
                  <a:pt x="79631" y="6082"/>
                </a:lnTo>
                <a:lnTo>
                  <a:pt x="77403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236893" y="5270186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397"/>
                </a:lnTo>
              </a:path>
            </a:pathLst>
          </a:custGeom>
          <a:ln w="9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342025" y="5389132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394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565540" y="5343691"/>
            <a:ext cx="194310" cy="107314"/>
          </a:xfrm>
          <a:custGeom>
            <a:avLst/>
            <a:gdLst/>
            <a:ahLst/>
            <a:cxnLst/>
            <a:rect l="l" t="t" r="r" b="b"/>
            <a:pathLst>
              <a:path w="194309" h="107314">
                <a:moveTo>
                  <a:pt x="39122" y="4964"/>
                </a:moveTo>
                <a:lnTo>
                  <a:pt x="28219" y="4964"/>
                </a:lnTo>
                <a:lnTo>
                  <a:pt x="31648" y="6950"/>
                </a:lnTo>
                <a:lnTo>
                  <a:pt x="31648" y="20858"/>
                </a:lnTo>
                <a:lnTo>
                  <a:pt x="31186" y="23837"/>
                </a:lnTo>
                <a:lnTo>
                  <a:pt x="27692" y="35759"/>
                </a:lnTo>
                <a:lnTo>
                  <a:pt x="14373" y="90888"/>
                </a:lnTo>
                <a:lnTo>
                  <a:pt x="13384" y="94363"/>
                </a:lnTo>
                <a:lnTo>
                  <a:pt x="11868" y="99824"/>
                </a:lnTo>
                <a:lnTo>
                  <a:pt x="11868" y="105287"/>
                </a:lnTo>
                <a:lnTo>
                  <a:pt x="15362" y="107274"/>
                </a:lnTo>
                <a:lnTo>
                  <a:pt x="21758" y="107274"/>
                </a:lnTo>
                <a:lnTo>
                  <a:pt x="26241" y="105287"/>
                </a:lnTo>
                <a:lnTo>
                  <a:pt x="27692" y="100817"/>
                </a:lnTo>
                <a:lnTo>
                  <a:pt x="27692" y="100321"/>
                </a:lnTo>
                <a:lnTo>
                  <a:pt x="30659" y="88895"/>
                </a:lnTo>
                <a:lnTo>
                  <a:pt x="32175" y="82937"/>
                </a:lnTo>
                <a:lnTo>
                  <a:pt x="37120" y="61582"/>
                </a:lnTo>
                <a:lnTo>
                  <a:pt x="38571" y="56618"/>
                </a:lnTo>
                <a:lnTo>
                  <a:pt x="40087" y="51150"/>
                </a:lnTo>
                <a:lnTo>
                  <a:pt x="41538" y="45688"/>
                </a:lnTo>
                <a:lnTo>
                  <a:pt x="42527" y="41717"/>
                </a:lnTo>
                <a:lnTo>
                  <a:pt x="44043" y="34766"/>
                </a:lnTo>
                <a:lnTo>
                  <a:pt x="44505" y="34270"/>
                </a:lnTo>
                <a:lnTo>
                  <a:pt x="48807" y="26546"/>
                </a:lnTo>
                <a:lnTo>
                  <a:pt x="53744" y="20362"/>
                </a:lnTo>
                <a:lnTo>
                  <a:pt x="47010" y="20362"/>
                </a:lnTo>
                <a:lnTo>
                  <a:pt x="44426" y="11522"/>
                </a:lnTo>
                <a:lnTo>
                  <a:pt x="39444" y="5151"/>
                </a:lnTo>
                <a:lnTo>
                  <a:pt x="39122" y="4964"/>
                </a:lnTo>
                <a:close/>
              </a:path>
              <a:path w="194309" h="107314">
                <a:moveTo>
                  <a:pt x="101669" y="4964"/>
                </a:moveTo>
                <a:lnTo>
                  <a:pt x="93494" y="4964"/>
                </a:lnTo>
                <a:lnTo>
                  <a:pt x="95933" y="13901"/>
                </a:lnTo>
                <a:lnTo>
                  <a:pt x="95933" y="27809"/>
                </a:lnTo>
                <a:lnTo>
                  <a:pt x="93955" y="34270"/>
                </a:lnTo>
                <a:lnTo>
                  <a:pt x="91977" y="41220"/>
                </a:lnTo>
                <a:lnTo>
                  <a:pt x="85581" y="69029"/>
                </a:lnTo>
                <a:lnTo>
                  <a:pt x="80636" y="86909"/>
                </a:lnTo>
                <a:lnTo>
                  <a:pt x="80109" y="91881"/>
                </a:lnTo>
                <a:lnTo>
                  <a:pt x="77669" y="99824"/>
                </a:lnTo>
                <a:lnTo>
                  <a:pt x="77669" y="105287"/>
                </a:lnTo>
                <a:lnTo>
                  <a:pt x="81098" y="107274"/>
                </a:lnTo>
                <a:lnTo>
                  <a:pt x="91977" y="107274"/>
                </a:lnTo>
                <a:lnTo>
                  <a:pt x="93494" y="101314"/>
                </a:lnTo>
                <a:lnTo>
                  <a:pt x="95472" y="93866"/>
                </a:lnTo>
                <a:lnTo>
                  <a:pt x="98630" y="80455"/>
                </a:lnTo>
                <a:lnTo>
                  <a:pt x="102765" y="63631"/>
                </a:lnTo>
                <a:lnTo>
                  <a:pt x="106737" y="47560"/>
                </a:lnTo>
                <a:lnTo>
                  <a:pt x="109318" y="36752"/>
                </a:lnTo>
                <a:lnTo>
                  <a:pt x="112218" y="30528"/>
                </a:lnTo>
                <a:lnTo>
                  <a:pt x="117449" y="22844"/>
                </a:lnTo>
                <a:lnTo>
                  <a:pt x="110768" y="22844"/>
                </a:lnTo>
                <a:lnTo>
                  <a:pt x="110307" y="19865"/>
                </a:lnTo>
                <a:lnTo>
                  <a:pt x="109779" y="11915"/>
                </a:lnTo>
                <a:lnTo>
                  <a:pt x="102856" y="5957"/>
                </a:lnTo>
                <a:lnTo>
                  <a:pt x="101669" y="4964"/>
                </a:lnTo>
                <a:close/>
              </a:path>
              <a:path w="194309" h="107314">
                <a:moveTo>
                  <a:pt x="166230" y="4964"/>
                </a:moveTo>
                <a:lnTo>
                  <a:pt x="158768" y="4964"/>
                </a:lnTo>
                <a:lnTo>
                  <a:pt x="161170" y="12787"/>
                </a:lnTo>
                <a:lnTo>
                  <a:pt x="161207" y="21851"/>
                </a:lnTo>
                <a:lnTo>
                  <a:pt x="159585" y="33996"/>
                </a:lnTo>
                <a:lnTo>
                  <a:pt x="155644" y="48609"/>
                </a:lnTo>
                <a:lnTo>
                  <a:pt x="150777" y="63128"/>
                </a:lnTo>
                <a:lnTo>
                  <a:pt x="146372" y="74994"/>
                </a:lnTo>
                <a:lnTo>
                  <a:pt x="144360" y="80541"/>
                </a:lnTo>
                <a:lnTo>
                  <a:pt x="143405" y="82937"/>
                </a:lnTo>
                <a:lnTo>
                  <a:pt x="143405" y="87902"/>
                </a:lnTo>
                <a:lnTo>
                  <a:pt x="144894" y="95749"/>
                </a:lnTo>
                <a:lnTo>
                  <a:pt x="148985" y="101873"/>
                </a:lnTo>
                <a:lnTo>
                  <a:pt x="155116" y="105854"/>
                </a:lnTo>
                <a:lnTo>
                  <a:pt x="162724" y="107274"/>
                </a:lnTo>
                <a:lnTo>
                  <a:pt x="175688" y="102307"/>
                </a:lnTo>
                <a:lnTo>
                  <a:pt x="159229" y="102307"/>
                </a:lnTo>
                <a:lnTo>
                  <a:pt x="157779" y="99824"/>
                </a:lnTo>
                <a:lnTo>
                  <a:pt x="157779" y="88399"/>
                </a:lnTo>
                <a:lnTo>
                  <a:pt x="161795" y="77312"/>
                </a:lnTo>
                <a:lnTo>
                  <a:pt x="165917" y="65975"/>
                </a:lnTo>
                <a:lnTo>
                  <a:pt x="170809" y="51774"/>
                </a:lnTo>
                <a:lnTo>
                  <a:pt x="174873" y="37386"/>
                </a:lnTo>
                <a:lnTo>
                  <a:pt x="176570" y="25326"/>
                </a:lnTo>
                <a:lnTo>
                  <a:pt x="174754" y="14873"/>
                </a:lnTo>
                <a:lnTo>
                  <a:pt x="169457" y="6889"/>
                </a:lnTo>
                <a:lnTo>
                  <a:pt x="166230" y="4964"/>
                </a:lnTo>
                <a:close/>
              </a:path>
              <a:path w="194309" h="107314">
                <a:moveTo>
                  <a:pt x="193845" y="68533"/>
                </a:moveTo>
                <a:lnTo>
                  <a:pt x="188438" y="68533"/>
                </a:lnTo>
                <a:lnTo>
                  <a:pt x="188438" y="69029"/>
                </a:lnTo>
                <a:lnTo>
                  <a:pt x="187449" y="72511"/>
                </a:lnTo>
                <a:lnTo>
                  <a:pt x="184066" y="82613"/>
                </a:lnTo>
                <a:lnTo>
                  <a:pt x="179026" y="92250"/>
                </a:lnTo>
                <a:lnTo>
                  <a:pt x="172132" y="99466"/>
                </a:lnTo>
                <a:lnTo>
                  <a:pt x="163185" y="102307"/>
                </a:lnTo>
                <a:lnTo>
                  <a:pt x="175688" y="102307"/>
                </a:lnTo>
                <a:lnTo>
                  <a:pt x="176960" y="101819"/>
                </a:lnTo>
                <a:lnTo>
                  <a:pt x="186617" y="89706"/>
                </a:lnTo>
                <a:lnTo>
                  <a:pt x="192107" y="77312"/>
                </a:lnTo>
                <a:lnTo>
                  <a:pt x="193845" y="71015"/>
                </a:lnTo>
                <a:lnTo>
                  <a:pt x="193845" y="68533"/>
                </a:lnTo>
                <a:close/>
              </a:path>
              <a:path w="194309" h="107314">
                <a:moveTo>
                  <a:pt x="25252" y="0"/>
                </a:moveTo>
                <a:lnTo>
                  <a:pt x="14373" y="0"/>
                </a:lnTo>
                <a:lnTo>
                  <a:pt x="9890" y="8936"/>
                </a:lnTo>
                <a:lnTo>
                  <a:pt x="7450" y="13404"/>
                </a:lnTo>
                <a:lnTo>
                  <a:pt x="3494" y="21851"/>
                </a:lnTo>
                <a:lnTo>
                  <a:pt x="0" y="35759"/>
                </a:lnTo>
                <a:lnTo>
                  <a:pt x="0" y="38738"/>
                </a:lnTo>
                <a:lnTo>
                  <a:pt x="5472" y="38738"/>
                </a:lnTo>
                <a:lnTo>
                  <a:pt x="6923" y="33270"/>
                </a:lnTo>
                <a:lnTo>
                  <a:pt x="10114" y="21726"/>
                </a:lnTo>
                <a:lnTo>
                  <a:pt x="13912" y="12787"/>
                </a:lnTo>
                <a:lnTo>
                  <a:pt x="18550" y="7013"/>
                </a:lnTo>
                <a:lnTo>
                  <a:pt x="24263" y="4964"/>
                </a:lnTo>
                <a:lnTo>
                  <a:pt x="39122" y="4964"/>
                </a:lnTo>
                <a:lnTo>
                  <a:pt x="32806" y="1295"/>
                </a:lnTo>
                <a:lnTo>
                  <a:pt x="25252" y="0"/>
                </a:lnTo>
                <a:close/>
              </a:path>
              <a:path w="194309" h="107314">
                <a:moveTo>
                  <a:pt x="149339" y="0"/>
                </a:moveTo>
                <a:lnTo>
                  <a:pt x="136989" y="1823"/>
                </a:lnTo>
                <a:lnTo>
                  <a:pt x="126543" y="6765"/>
                </a:lnTo>
                <a:lnTo>
                  <a:pt x="117852" y="14035"/>
                </a:lnTo>
                <a:lnTo>
                  <a:pt x="110768" y="22844"/>
                </a:lnTo>
                <a:lnTo>
                  <a:pt x="117449" y="22844"/>
                </a:lnTo>
                <a:lnTo>
                  <a:pt x="119562" y="19741"/>
                </a:lnTo>
                <a:lnTo>
                  <a:pt x="131542" y="9512"/>
                </a:lnTo>
                <a:lnTo>
                  <a:pt x="148350" y="4964"/>
                </a:lnTo>
                <a:lnTo>
                  <a:pt x="166230" y="4964"/>
                </a:lnTo>
                <a:lnTo>
                  <a:pt x="160910" y="1792"/>
                </a:lnTo>
                <a:lnTo>
                  <a:pt x="149339" y="0"/>
                </a:lnTo>
                <a:close/>
              </a:path>
              <a:path w="194309" h="107314">
                <a:moveTo>
                  <a:pt x="89537" y="0"/>
                </a:moveTo>
                <a:lnTo>
                  <a:pt x="51402" y="14876"/>
                </a:lnTo>
                <a:lnTo>
                  <a:pt x="47010" y="20362"/>
                </a:lnTo>
                <a:lnTo>
                  <a:pt x="53744" y="20362"/>
                </a:lnTo>
                <a:lnTo>
                  <a:pt x="56571" y="16822"/>
                </a:lnTo>
                <a:lnTo>
                  <a:pt x="67944" y="8495"/>
                </a:lnTo>
                <a:lnTo>
                  <a:pt x="83076" y="4964"/>
                </a:lnTo>
                <a:lnTo>
                  <a:pt x="101669" y="4964"/>
                </a:lnTo>
                <a:lnTo>
                  <a:pt x="96922" y="992"/>
                </a:lnTo>
                <a:lnTo>
                  <a:pt x="89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780220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1978" y="0"/>
                </a:moveTo>
                <a:lnTo>
                  <a:pt x="989" y="0"/>
                </a:lnTo>
                <a:lnTo>
                  <a:pt x="0" y="992"/>
                </a:lnTo>
                <a:lnTo>
                  <a:pt x="0" y="3971"/>
                </a:lnTo>
                <a:lnTo>
                  <a:pt x="4417" y="7943"/>
                </a:lnTo>
                <a:lnTo>
                  <a:pt x="19954" y="28394"/>
                </a:lnTo>
                <a:lnTo>
                  <a:pt x="31442" y="53825"/>
                </a:lnTo>
                <a:lnTo>
                  <a:pt x="38566" y="84003"/>
                </a:lnTo>
                <a:lnTo>
                  <a:pt x="41010" y="118697"/>
                </a:lnTo>
                <a:lnTo>
                  <a:pt x="39164" y="149233"/>
                </a:lnTo>
                <a:lnTo>
                  <a:pt x="32917" y="178978"/>
                </a:lnTo>
                <a:lnTo>
                  <a:pt x="21205" y="206767"/>
                </a:lnTo>
                <a:lnTo>
                  <a:pt x="2967" y="231437"/>
                </a:lnTo>
                <a:lnTo>
                  <a:pt x="0" y="233920"/>
                </a:lnTo>
                <a:lnTo>
                  <a:pt x="0" y="236900"/>
                </a:lnTo>
                <a:lnTo>
                  <a:pt x="989" y="237397"/>
                </a:lnTo>
                <a:lnTo>
                  <a:pt x="1978" y="237397"/>
                </a:lnTo>
                <a:lnTo>
                  <a:pt x="6932" y="234440"/>
                </a:lnTo>
                <a:lnTo>
                  <a:pt x="39560" y="191208"/>
                </a:lnTo>
                <a:lnTo>
                  <a:pt x="51832" y="152905"/>
                </a:lnTo>
                <a:lnTo>
                  <a:pt x="54856" y="118697"/>
                </a:lnTo>
                <a:lnTo>
                  <a:pt x="54192" y="103154"/>
                </a:lnTo>
                <a:lnTo>
                  <a:pt x="46929" y="64990"/>
                </a:lnTo>
                <a:lnTo>
                  <a:pt x="27549" y="25561"/>
                </a:lnTo>
                <a:lnTo>
                  <a:pt x="6784" y="2933"/>
                </a:lnTo>
                <a:lnTo>
                  <a:pt x="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868242" y="5286577"/>
            <a:ext cx="168910" cy="161925"/>
          </a:xfrm>
          <a:custGeom>
            <a:avLst/>
            <a:gdLst/>
            <a:ahLst/>
            <a:cxnLst/>
            <a:rect l="l" t="t" r="r" b="b"/>
            <a:pathLst>
              <a:path w="168909" h="161925">
                <a:moveTo>
                  <a:pt x="68702" y="154456"/>
                </a:moveTo>
                <a:lnTo>
                  <a:pt x="0" y="154456"/>
                </a:lnTo>
                <a:lnTo>
                  <a:pt x="0" y="161905"/>
                </a:lnTo>
                <a:lnTo>
                  <a:pt x="3428" y="161905"/>
                </a:lnTo>
                <a:lnTo>
                  <a:pt x="33098" y="161408"/>
                </a:lnTo>
                <a:lnTo>
                  <a:pt x="68702" y="161408"/>
                </a:lnTo>
                <a:lnTo>
                  <a:pt x="68702" y="154456"/>
                </a:lnTo>
                <a:close/>
              </a:path>
              <a:path w="168909" h="161925">
                <a:moveTo>
                  <a:pt x="68702" y="161408"/>
                </a:moveTo>
                <a:lnTo>
                  <a:pt x="53867" y="161408"/>
                </a:lnTo>
                <a:lnTo>
                  <a:pt x="58812" y="161905"/>
                </a:lnTo>
                <a:lnTo>
                  <a:pt x="68702" y="161905"/>
                </a:lnTo>
                <a:lnTo>
                  <a:pt x="68702" y="161408"/>
                </a:lnTo>
                <a:close/>
              </a:path>
              <a:path w="168909" h="161925">
                <a:moveTo>
                  <a:pt x="81559" y="6950"/>
                </a:moveTo>
                <a:lnTo>
                  <a:pt x="48461" y="6950"/>
                </a:lnTo>
                <a:lnTo>
                  <a:pt x="52417" y="7447"/>
                </a:lnTo>
                <a:lnTo>
                  <a:pt x="55384" y="7447"/>
                </a:lnTo>
                <a:lnTo>
                  <a:pt x="59340" y="7943"/>
                </a:lnTo>
                <a:lnTo>
                  <a:pt x="60329" y="8936"/>
                </a:lnTo>
                <a:lnTo>
                  <a:pt x="60329" y="12908"/>
                </a:lnTo>
                <a:lnTo>
                  <a:pt x="59340" y="15893"/>
                </a:lnTo>
                <a:lnTo>
                  <a:pt x="27692" y="143527"/>
                </a:lnTo>
                <a:lnTo>
                  <a:pt x="25714" y="152470"/>
                </a:lnTo>
                <a:lnTo>
                  <a:pt x="25186" y="154456"/>
                </a:lnTo>
                <a:lnTo>
                  <a:pt x="46483" y="154456"/>
                </a:lnTo>
                <a:lnTo>
                  <a:pt x="46483" y="148995"/>
                </a:lnTo>
                <a:lnTo>
                  <a:pt x="46944" y="147506"/>
                </a:lnTo>
                <a:lnTo>
                  <a:pt x="47472" y="146010"/>
                </a:lnTo>
                <a:lnTo>
                  <a:pt x="61779" y="86909"/>
                </a:lnTo>
                <a:lnTo>
                  <a:pt x="102329" y="86909"/>
                </a:lnTo>
                <a:lnTo>
                  <a:pt x="126684" y="82618"/>
                </a:lnTo>
                <a:lnTo>
                  <a:pt x="129786" y="80951"/>
                </a:lnTo>
                <a:lnTo>
                  <a:pt x="62768" y="80951"/>
                </a:lnTo>
                <a:lnTo>
                  <a:pt x="79120" y="16390"/>
                </a:lnTo>
                <a:lnTo>
                  <a:pt x="81098" y="7943"/>
                </a:lnTo>
                <a:lnTo>
                  <a:pt x="81559" y="6950"/>
                </a:lnTo>
                <a:close/>
              </a:path>
              <a:path w="168909" h="161925">
                <a:moveTo>
                  <a:pt x="122109" y="0"/>
                </a:moveTo>
                <a:lnTo>
                  <a:pt x="38043" y="0"/>
                </a:lnTo>
                <a:lnTo>
                  <a:pt x="38043" y="6950"/>
                </a:lnTo>
                <a:lnTo>
                  <a:pt x="114197" y="6950"/>
                </a:lnTo>
                <a:lnTo>
                  <a:pt x="127569" y="8215"/>
                </a:lnTo>
                <a:lnTo>
                  <a:pt x="137702" y="12226"/>
                </a:lnTo>
                <a:lnTo>
                  <a:pt x="144126" y="19311"/>
                </a:lnTo>
                <a:lnTo>
                  <a:pt x="146372" y="29795"/>
                </a:lnTo>
                <a:lnTo>
                  <a:pt x="145526" y="38565"/>
                </a:lnTo>
                <a:lnTo>
                  <a:pt x="123339" y="74665"/>
                </a:lnTo>
                <a:lnTo>
                  <a:pt x="96395" y="80951"/>
                </a:lnTo>
                <a:lnTo>
                  <a:pt x="129786" y="80951"/>
                </a:lnTo>
                <a:lnTo>
                  <a:pt x="147930" y="71204"/>
                </a:lnTo>
                <a:lnTo>
                  <a:pt x="162958" y="54855"/>
                </a:lnTo>
                <a:lnTo>
                  <a:pt x="168658" y="35759"/>
                </a:lnTo>
                <a:lnTo>
                  <a:pt x="165705" y="22419"/>
                </a:lnTo>
                <a:lnTo>
                  <a:pt x="156905" y="10988"/>
                </a:lnTo>
                <a:lnTo>
                  <a:pt x="142344" y="3003"/>
                </a:lnTo>
                <a:lnTo>
                  <a:pt x="122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066571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53867" y="0"/>
                </a:moveTo>
                <a:lnTo>
                  <a:pt x="26465" y="26608"/>
                </a:lnTo>
                <a:lnTo>
                  <a:pt x="7510" y="66037"/>
                </a:lnTo>
                <a:lnTo>
                  <a:pt x="0" y="118697"/>
                </a:lnTo>
                <a:lnTo>
                  <a:pt x="590" y="134528"/>
                </a:lnTo>
                <a:lnTo>
                  <a:pt x="7704" y="172895"/>
                </a:lnTo>
                <a:lnTo>
                  <a:pt x="27104" y="212254"/>
                </a:lnTo>
                <a:lnTo>
                  <a:pt x="53867" y="237397"/>
                </a:lnTo>
                <a:lnTo>
                  <a:pt x="54856" y="236900"/>
                </a:lnTo>
                <a:lnTo>
                  <a:pt x="54856" y="233920"/>
                </a:lnTo>
                <a:lnTo>
                  <a:pt x="50900" y="229947"/>
                </a:lnTo>
                <a:lnTo>
                  <a:pt x="32593" y="205161"/>
                </a:lnTo>
                <a:lnTo>
                  <a:pt x="21247" y="176929"/>
                </a:lnTo>
                <a:lnTo>
                  <a:pt x="15463" y="147394"/>
                </a:lnTo>
                <a:lnTo>
                  <a:pt x="13846" y="118697"/>
                </a:lnTo>
                <a:lnTo>
                  <a:pt x="15692" y="87960"/>
                </a:lnTo>
                <a:lnTo>
                  <a:pt x="21939" y="58293"/>
                </a:lnTo>
                <a:lnTo>
                  <a:pt x="33650" y="30768"/>
                </a:lnTo>
                <a:lnTo>
                  <a:pt x="51889" y="6454"/>
                </a:lnTo>
                <a:lnTo>
                  <a:pt x="54856" y="3971"/>
                </a:lnTo>
                <a:lnTo>
                  <a:pt x="54856" y="992"/>
                </a:lnTo>
                <a:lnTo>
                  <a:pt x="5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155054" y="5389132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460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326218" y="5343691"/>
            <a:ext cx="193675" cy="107314"/>
          </a:xfrm>
          <a:custGeom>
            <a:avLst/>
            <a:gdLst/>
            <a:ahLst/>
            <a:cxnLst/>
            <a:rect l="l" t="t" r="r" b="b"/>
            <a:pathLst>
              <a:path w="193675" h="107314">
                <a:moveTo>
                  <a:pt x="38595" y="4964"/>
                </a:moveTo>
                <a:lnTo>
                  <a:pt x="27692" y="4964"/>
                </a:lnTo>
                <a:lnTo>
                  <a:pt x="31120" y="6950"/>
                </a:lnTo>
                <a:lnTo>
                  <a:pt x="31120" y="20858"/>
                </a:lnTo>
                <a:lnTo>
                  <a:pt x="30659" y="23837"/>
                </a:lnTo>
                <a:lnTo>
                  <a:pt x="27692" y="35759"/>
                </a:lnTo>
                <a:lnTo>
                  <a:pt x="13846" y="90888"/>
                </a:lnTo>
                <a:lnTo>
                  <a:pt x="12857" y="94363"/>
                </a:lnTo>
                <a:lnTo>
                  <a:pt x="11932" y="99466"/>
                </a:lnTo>
                <a:lnTo>
                  <a:pt x="11868" y="105287"/>
                </a:lnTo>
                <a:lnTo>
                  <a:pt x="14835" y="107274"/>
                </a:lnTo>
                <a:lnTo>
                  <a:pt x="21230" y="107274"/>
                </a:lnTo>
                <a:lnTo>
                  <a:pt x="25714" y="105287"/>
                </a:lnTo>
                <a:lnTo>
                  <a:pt x="27164" y="100817"/>
                </a:lnTo>
                <a:lnTo>
                  <a:pt x="27692" y="100321"/>
                </a:lnTo>
                <a:lnTo>
                  <a:pt x="30131" y="88895"/>
                </a:lnTo>
                <a:lnTo>
                  <a:pt x="37054" y="61582"/>
                </a:lnTo>
                <a:lnTo>
                  <a:pt x="38571" y="56618"/>
                </a:lnTo>
                <a:lnTo>
                  <a:pt x="39560" y="51150"/>
                </a:lnTo>
                <a:lnTo>
                  <a:pt x="41010" y="45688"/>
                </a:lnTo>
                <a:lnTo>
                  <a:pt x="41999" y="41717"/>
                </a:lnTo>
                <a:lnTo>
                  <a:pt x="43977" y="34766"/>
                </a:lnTo>
                <a:lnTo>
                  <a:pt x="43977" y="34270"/>
                </a:lnTo>
                <a:lnTo>
                  <a:pt x="48354" y="26546"/>
                </a:lnTo>
                <a:lnTo>
                  <a:pt x="53370" y="20362"/>
                </a:lnTo>
                <a:lnTo>
                  <a:pt x="46483" y="20362"/>
                </a:lnTo>
                <a:lnTo>
                  <a:pt x="43899" y="11522"/>
                </a:lnTo>
                <a:lnTo>
                  <a:pt x="38917" y="5151"/>
                </a:lnTo>
                <a:lnTo>
                  <a:pt x="38595" y="4964"/>
                </a:lnTo>
                <a:close/>
              </a:path>
              <a:path w="193675" h="107314">
                <a:moveTo>
                  <a:pt x="101669" y="4964"/>
                </a:moveTo>
                <a:lnTo>
                  <a:pt x="92966" y="4964"/>
                </a:lnTo>
                <a:lnTo>
                  <a:pt x="95406" y="13901"/>
                </a:lnTo>
                <a:lnTo>
                  <a:pt x="95406" y="27809"/>
                </a:lnTo>
                <a:lnTo>
                  <a:pt x="93428" y="34270"/>
                </a:lnTo>
                <a:lnTo>
                  <a:pt x="91977" y="41220"/>
                </a:lnTo>
                <a:lnTo>
                  <a:pt x="85054" y="69029"/>
                </a:lnTo>
                <a:lnTo>
                  <a:pt x="80571" y="86909"/>
                </a:lnTo>
                <a:lnTo>
                  <a:pt x="79582" y="91881"/>
                </a:lnTo>
                <a:lnTo>
                  <a:pt x="77142" y="99824"/>
                </a:lnTo>
                <a:lnTo>
                  <a:pt x="77142" y="105287"/>
                </a:lnTo>
                <a:lnTo>
                  <a:pt x="80571" y="107274"/>
                </a:lnTo>
                <a:lnTo>
                  <a:pt x="91450" y="107274"/>
                </a:lnTo>
                <a:lnTo>
                  <a:pt x="92966" y="101314"/>
                </a:lnTo>
                <a:lnTo>
                  <a:pt x="94944" y="93866"/>
                </a:lnTo>
                <a:lnTo>
                  <a:pt x="98102" y="80455"/>
                </a:lnTo>
                <a:lnTo>
                  <a:pt x="102238" y="63631"/>
                </a:lnTo>
                <a:lnTo>
                  <a:pt x="106209" y="47560"/>
                </a:lnTo>
                <a:lnTo>
                  <a:pt x="108790" y="36752"/>
                </a:lnTo>
                <a:lnTo>
                  <a:pt x="111690" y="30528"/>
                </a:lnTo>
                <a:lnTo>
                  <a:pt x="116922" y="22844"/>
                </a:lnTo>
                <a:lnTo>
                  <a:pt x="110241" y="22844"/>
                </a:lnTo>
                <a:lnTo>
                  <a:pt x="109779" y="19865"/>
                </a:lnTo>
                <a:lnTo>
                  <a:pt x="109252" y="11915"/>
                </a:lnTo>
                <a:lnTo>
                  <a:pt x="102856" y="5957"/>
                </a:lnTo>
                <a:lnTo>
                  <a:pt x="101669" y="4964"/>
                </a:lnTo>
                <a:close/>
              </a:path>
              <a:path w="193675" h="107314">
                <a:moveTo>
                  <a:pt x="165884" y="4964"/>
                </a:moveTo>
                <a:lnTo>
                  <a:pt x="158240" y="4964"/>
                </a:lnTo>
                <a:lnTo>
                  <a:pt x="160643" y="12787"/>
                </a:lnTo>
                <a:lnTo>
                  <a:pt x="160680" y="21851"/>
                </a:lnTo>
                <a:lnTo>
                  <a:pt x="150472" y="63128"/>
                </a:lnTo>
                <a:lnTo>
                  <a:pt x="143833" y="80541"/>
                </a:lnTo>
                <a:lnTo>
                  <a:pt x="142878" y="82937"/>
                </a:lnTo>
                <a:lnTo>
                  <a:pt x="162658" y="107274"/>
                </a:lnTo>
                <a:lnTo>
                  <a:pt x="175379" y="102307"/>
                </a:lnTo>
                <a:lnTo>
                  <a:pt x="158702" y="102307"/>
                </a:lnTo>
                <a:lnTo>
                  <a:pt x="157251" y="99824"/>
                </a:lnTo>
                <a:lnTo>
                  <a:pt x="157251" y="88399"/>
                </a:lnTo>
                <a:lnTo>
                  <a:pt x="159229" y="82937"/>
                </a:lnTo>
                <a:lnTo>
                  <a:pt x="161669" y="77476"/>
                </a:lnTo>
                <a:lnTo>
                  <a:pt x="165806" y="65975"/>
                </a:lnTo>
                <a:lnTo>
                  <a:pt x="170537" y="51774"/>
                </a:lnTo>
                <a:lnTo>
                  <a:pt x="174427" y="37386"/>
                </a:lnTo>
                <a:lnTo>
                  <a:pt x="176043" y="25326"/>
                </a:lnTo>
                <a:lnTo>
                  <a:pt x="174291" y="14873"/>
                </a:lnTo>
                <a:lnTo>
                  <a:pt x="169103" y="6889"/>
                </a:lnTo>
                <a:lnTo>
                  <a:pt x="165884" y="4964"/>
                </a:lnTo>
                <a:close/>
              </a:path>
              <a:path w="193675" h="107314">
                <a:moveTo>
                  <a:pt x="193317" y="68533"/>
                </a:moveTo>
                <a:lnTo>
                  <a:pt x="188372" y="68533"/>
                </a:lnTo>
                <a:lnTo>
                  <a:pt x="188372" y="69029"/>
                </a:lnTo>
                <a:lnTo>
                  <a:pt x="186922" y="72511"/>
                </a:lnTo>
                <a:lnTo>
                  <a:pt x="183538" y="82613"/>
                </a:lnTo>
                <a:lnTo>
                  <a:pt x="178499" y="92250"/>
                </a:lnTo>
                <a:lnTo>
                  <a:pt x="171604" y="99466"/>
                </a:lnTo>
                <a:lnTo>
                  <a:pt x="162658" y="102307"/>
                </a:lnTo>
                <a:lnTo>
                  <a:pt x="175379" y="102307"/>
                </a:lnTo>
                <a:lnTo>
                  <a:pt x="176628" y="101819"/>
                </a:lnTo>
                <a:lnTo>
                  <a:pt x="186147" y="89706"/>
                </a:lnTo>
                <a:lnTo>
                  <a:pt x="191586" y="77312"/>
                </a:lnTo>
                <a:lnTo>
                  <a:pt x="193317" y="71015"/>
                </a:lnTo>
                <a:lnTo>
                  <a:pt x="193317" y="68533"/>
                </a:lnTo>
                <a:close/>
              </a:path>
              <a:path w="193675" h="107314">
                <a:moveTo>
                  <a:pt x="24725" y="0"/>
                </a:moveTo>
                <a:lnTo>
                  <a:pt x="13846" y="0"/>
                </a:lnTo>
                <a:lnTo>
                  <a:pt x="9362" y="8936"/>
                </a:lnTo>
                <a:lnTo>
                  <a:pt x="6923" y="13404"/>
                </a:lnTo>
                <a:lnTo>
                  <a:pt x="2967" y="21851"/>
                </a:lnTo>
                <a:lnTo>
                  <a:pt x="0" y="35759"/>
                </a:lnTo>
                <a:lnTo>
                  <a:pt x="0" y="38738"/>
                </a:lnTo>
                <a:lnTo>
                  <a:pt x="5406" y="38738"/>
                </a:lnTo>
                <a:lnTo>
                  <a:pt x="6923" y="33270"/>
                </a:lnTo>
                <a:lnTo>
                  <a:pt x="10032" y="21726"/>
                </a:lnTo>
                <a:lnTo>
                  <a:pt x="13648" y="12787"/>
                </a:lnTo>
                <a:lnTo>
                  <a:pt x="18104" y="7013"/>
                </a:lnTo>
                <a:lnTo>
                  <a:pt x="23736" y="4964"/>
                </a:lnTo>
                <a:lnTo>
                  <a:pt x="38595" y="4964"/>
                </a:lnTo>
                <a:lnTo>
                  <a:pt x="32278" y="1295"/>
                </a:lnTo>
                <a:lnTo>
                  <a:pt x="24725" y="0"/>
                </a:lnTo>
                <a:close/>
              </a:path>
              <a:path w="193675" h="107314">
                <a:moveTo>
                  <a:pt x="148812" y="0"/>
                </a:moveTo>
                <a:lnTo>
                  <a:pt x="136527" y="1823"/>
                </a:lnTo>
                <a:lnTo>
                  <a:pt x="126188" y="6765"/>
                </a:lnTo>
                <a:lnTo>
                  <a:pt x="117519" y="14035"/>
                </a:lnTo>
                <a:lnTo>
                  <a:pt x="110241" y="22844"/>
                </a:lnTo>
                <a:lnTo>
                  <a:pt x="116922" y="22844"/>
                </a:lnTo>
                <a:lnTo>
                  <a:pt x="119035" y="19741"/>
                </a:lnTo>
                <a:lnTo>
                  <a:pt x="131015" y="9512"/>
                </a:lnTo>
                <a:lnTo>
                  <a:pt x="147823" y="4964"/>
                </a:lnTo>
                <a:lnTo>
                  <a:pt x="165884" y="4964"/>
                </a:lnTo>
                <a:lnTo>
                  <a:pt x="160577" y="1792"/>
                </a:lnTo>
                <a:lnTo>
                  <a:pt x="148812" y="0"/>
                </a:lnTo>
                <a:close/>
              </a:path>
              <a:path w="193675" h="107314">
                <a:moveTo>
                  <a:pt x="89010" y="0"/>
                </a:moveTo>
                <a:lnTo>
                  <a:pt x="50875" y="14876"/>
                </a:lnTo>
                <a:lnTo>
                  <a:pt x="46483" y="20362"/>
                </a:lnTo>
                <a:lnTo>
                  <a:pt x="53370" y="20362"/>
                </a:lnTo>
                <a:lnTo>
                  <a:pt x="56241" y="16822"/>
                </a:lnTo>
                <a:lnTo>
                  <a:pt x="67639" y="8495"/>
                </a:lnTo>
                <a:lnTo>
                  <a:pt x="82549" y="4964"/>
                </a:lnTo>
                <a:lnTo>
                  <a:pt x="101669" y="4964"/>
                </a:lnTo>
                <a:lnTo>
                  <a:pt x="96922" y="992"/>
                </a:lnTo>
                <a:lnTo>
                  <a:pt x="890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540370" y="5270186"/>
            <a:ext cx="55244" cy="237490"/>
          </a:xfrm>
          <a:custGeom>
            <a:avLst/>
            <a:gdLst/>
            <a:ahLst/>
            <a:cxnLst/>
            <a:rect l="l" t="t" r="r" b="b"/>
            <a:pathLst>
              <a:path w="55245" h="237489">
                <a:moveTo>
                  <a:pt x="2439" y="0"/>
                </a:moveTo>
                <a:lnTo>
                  <a:pt x="989" y="0"/>
                </a:lnTo>
                <a:lnTo>
                  <a:pt x="0" y="992"/>
                </a:lnTo>
                <a:lnTo>
                  <a:pt x="0" y="3971"/>
                </a:lnTo>
                <a:lnTo>
                  <a:pt x="4417" y="7943"/>
                </a:lnTo>
                <a:lnTo>
                  <a:pt x="19954" y="28394"/>
                </a:lnTo>
                <a:lnTo>
                  <a:pt x="31442" y="53825"/>
                </a:lnTo>
                <a:lnTo>
                  <a:pt x="38566" y="84003"/>
                </a:lnTo>
                <a:lnTo>
                  <a:pt x="41010" y="118697"/>
                </a:lnTo>
                <a:lnTo>
                  <a:pt x="39164" y="149233"/>
                </a:lnTo>
                <a:lnTo>
                  <a:pt x="32917" y="178978"/>
                </a:lnTo>
                <a:lnTo>
                  <a:pt x="21205" y="206767"/>
                </a:lnTo>
                <a:lnTo>
                  <a:pt x="2967" y="231437"/>
                </a:lnTo>
                <a:lnTo>
                  <a:pt x="0" y="233920"/>
                </a:lnTo>
                <a:lnTo>
                  <a:pt x="0" y="236900"/>
                </a:lnTo>
                <a:lnTo>
                  <a:pt x="989" y="237397"/>
                </a:lnTo>
                <a:lnTo>
                  <a:pt x="2439" y="237397"/>
                </a:lnTo>
                <a:lnTo>
                  <a:pt x="7134" y="234440"/>
                </a:lnTo>
                <a:lnTo>
                  <a:pt x="40021" y="191208"/>
                </a:lnTo>
                <a:lnTo>
                  <a:pt x="51889" y="152905"/>
                </a:lnTo>
                <a:lnTo>
                  <a:pt x="54856" y="118697"/>
                </a:lnTo>
                <a:lnTo>
                  <a:pt x="54266" y="103154"/>
                </a:lnTo>
                <a:lnTo>
                  <a:pt x="47151" y="64990"/>
                </a:lnTo>
                <a:lnTo>
                  <a:pt x="27751" y="25561"/>
                </a:lnTo>
                <a:lnTo>
                  <a:pt x="7044" y="2933"/>
                </a:lnTo>
                <a:lnTo>
                  <a:pt x="2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726303" y="5203387"/>
            <a:ext cx="156845" cy="0"/>
          </a:xfrm>
          <a:custGeom>
            <a:avLst/>
            <a:gdLst/>
            <a:ahLst/>
            <a:cxnLst/>
            <a:rect l="l" t="t" r="r" b="b"/>
            <a:pathLst>
              <a:path w="156845">
                <a:moveTo>
                  <a:pt x="0" y="0"/>
                </a:moveTo>
                <a:lnTo>
                  <a:pt x="156790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8726303" y="5249076"/>
            <a:ext cx="156845" cy="0"/>
          </a:xfrm>
          <a:custGeom>
            <a:avLst/>
            <a:gdLst/>
            <a:ahLst/>
            <a:cxnLst/>
            <a:rect l="l" t="t" r="r" b="b"/>
            <a:pathLst>
              <a:path w="156845">
                <a:moveTo>
                  <a:pt x="0" y="0"/>
                </a:moveTo>
                <a:lnTo>
                  <a:pt x="156790" y="0"/>
                </a:lnTo>
              </a:path>
            </a:pathLst>
          </a:custGeom>
          <a:ln w="9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9827726" y="4966734"/>
            <a:ext cx="100330" cy="163830"/>
          </a:xfrm>
          <a:custGeom>
            <a:avLst/>
            <a:gdLst/>
            <a:ahLst/>
            <a:cxnLst/>
            <a:rect l="l" t="t" r="r" b="b"/>
            <a:pathLst>
              <a:path w="100329" h="163829">
                <a:moveTo>
                  <a:pt x="49911" y="0"/>
                </a:moveTo>
                <a:lnTo>
                  <a:pt x="8901" y="28305"/>
                </a:lnTo>
                <a:lnTo>
                  <a:pt x="343" y="68116"/>
                </a:lnTo>
                <a:lnTo>
                  <a:pt x="0" y="82441"/>
                </a:lnTo>
                <a:lnTo>
                  <a:pt x="309" y="96114"/>
                </a:lnTo>
                <a:lnTo>
                  <a:pt x="10879" y="139555"/>
                </a:lnTo>
                <a:lnTo>
                  <a:pt x="49911" y="163393"/>
                </a:lnTo>
                <a:lnTo>
                  <a:pt x="60289" y="162268"/>
                </a:lnTo>
                <a:lnTo>
                  <a:pt x="71365" y="158117"/>
                </a:lnTo>
                <a:lnTo>
                  <a:pt x="71600" y="157932"/>
                </a:lnTo>
                <a:lnTo>
                  <a:pt x="49911" y="157932"/>
                </a:lnTo>
                <a:lnTo>
                  <a:pt x="42265" y="156721"/>
                </a:lnTo>
                <a:lnTo>
                  <a:pt x="20809" y="117667"/>
                </a:lnTo>
                <a:lnTo>
                  <a:pt x="19814" y="67774"/>
                </a:lnTo>
                <a:lnTo>
                  <a:pt x="20027" y="56677"/>
                </a:lnTo>
                <a:lnTo>
                  <a:pt x="27186" y="19081"/>
                </a:lnTo>
                <a:lnTo>
                  <a:pt x="49911" y="5461"/>
                </a:lnTo>
                <a:lnTo>
                  <a:pt x="70417" y="5461"/>
                </a:lnTo>
                <a:lnTo>
                  <a:pt x="69584" y="4841"/>
                </a:lnTo>
                <a:lnTo>
                  <a:pt x="58818" y="977"/>
                </a:lnTo>
                <a:lnTo>
                  <a:pt x="49911" y="0"/>
                </a:lnTo>
                <a:close/>
              </a:path>
              <a:path w="100329" h="163829">
                <a:moveTo>
                  <a:pt x="70417" y="5461"/>
                </a:moveTo>
                <a:lnTo>
                  <a:pt x="49911" y="5461"/>
                </a:lnTo>
                <a:lnTo>
                  <a:pt x="56955" y="6454"/>
                </a:lnTo>
                <a:lnTo>
                  <a:pt x="65068" y="10427"/>
                </a:lnTo>
                <a:lnTo>
                  <a:pt x="79796" y="55622"/>
                </a:lnTo>
                <a:lnTo>
                  <a:pt x="80070" y="92523"/>
                </a:lnTo>
                <a:lnTo>
                  <a:pt x="79796" y="104978"/>
                </a:lnTo>
                <a:lnTo>
                  <a:pt x="73073" y="142639"/>
                </a:lnTo>
                <a:lnTo>
                  <a:pt x="49911" y="157932"/>
                </a:lnTo>
                <a:lnTo>
                  <a:pt x="71600" y="157932"/>
                </a:lnTo>
                <a:lnTo>
                  <a:pt x="95494" y="123368"/>
                </a:lnTo>
                <a:lnTo>
                  <a:pt x="99889" y="82441"/>
                </a:lnTo>
                <a:lnTo>
                  <a:pt x="99524" y="68116"/>
                </a:lnTo>
                <a:lnTo>
                  <a:pt x="89999" y="26816"/>
                </a:lnTo>
                <a:lnTo>
                  <a:pt x="80537" y="12988"/>
                </a:lnTo>
                <a:lnTo>
                  <a:pt x="70417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9957286" y="5099836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252" y="0"/>
                </a:moveTo>
                <a:lnTo>
                  <a:pt x="5406" y="0"/>
                </a:lnTo>
                <a:lnTo>
                  <a:pt x="0" y="5461"/>
                </a:lnTo>
                <a:lnTo>
                  <a:pt x="0" y="19369"/>
                </a:lnTo>
                <a:lnTo>
                  <a:pt x="5406" y="24830"/>
                </a:lnTo>
                <a:lnTo>
                  <a:pt x="19252" y="24830"/>
                </a:lnTo>
                <a:lnTo>
                  <a:pt x="25186" y="19369"/>
                </a:lnTo>
                <a:lnTo>
                  <a:pt x="25186" y="5461"/>
                </a:lnTo>
                <a:lnTo>
                  <a:pt x="19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0012670" y="4966734"/>
            <a:ext cx="98425" cy="163830"/>
          </a:xfrm>
          <a:custGeom>
            <a:avLst/>
            <a:gdLst/>
            <a:ahLst/>
            <a:cxnLst/>
            <a:rect l="l" t="t" r="r" b="b"/>
            <a:pathLst>
              <a:path w="98425" h="163829">
                <a:moveTo>
                  <a:pt x="48988" y="0"/>
                </a:moveTo>
                <a:lnTo>
                  <a:pt x="32292" y="3135"/>
                </a:lnTo>
                <a:lnTo>
                  <a:pt x="18766" y="11671"/>
                </a:lnTo>
                <a:lnTo>
                  <a:pt x="9703" y="24304"/>
                </a:lnTo>
                <a:lnTo>
                  <a:pt x="6395" y="39731"/>
                </a:lnTo>
                <a:lnTo>
                  <a:pt x="6632" y="44123"/>
                </a:lnTo>
                <a:lnTo>
                  <a:pt x="34153" y="78469"/>
                </a:lnTo>
                <a:lnTo>
                  <a:pt x="22948" y="84948"/>
                </a:lnTo>
                <a:lnTo>
                  <a:pt x="11859" y="94174"/>
                </a:lnTo>
                <a:lnTo>
                  <a:pt x="3380" y="106474"/>
                </a:lnTo>
                <a:lnTo>
                  <a:pt x="0" y="122172"/>
                </a:lnTo>
                <a:lnTo>
                  <a:pt x="4103" y="139300"/>
                </a:lnTo>
                <a:lnTo>
                  <a:pt x="15024" y="152283"/>
                </a:lnTo>
                <a:lnTo>
                  <a:pt x="30680" y="160515"/>
                </a:lnTo>
                <a:lnTo>
                  <a:pt x="48988" y="163393"/>
                </a:lnTo>
                <a:lnTo>
                  <a:pt x="67898" y="159893"/>
                </a:lnTo>
                <a:lnTo>
                  <a:pt x="72689" y="156939"/>
                </a:lnTo>
                <a:lnTo>
                  <a:pt x="48988" y="156939"/>
                </a:lnTo>
                <a:lnTo>
                  <a:pt x="34621" y="154300"/>
                </a:lnTo>
                <a:lnTo>
                  <a:pt x="22813" y="147005"/>
                </a:lnTo>
                <a:lnTo>
                  <a:pt x="14812" y="135985"/>
                </a:lnTo>
                <a:lnTo>
                  <a:pt x="11868" y="122172"/>
                </a:lnTo>
                <a:lnTo>
                  <a:pt x="13348" y="111846"/>
                </a:lnTo>
                <a:lnTo>
                  <a:pt x="18123" y="101378"/>
                </a:lnTo>
                <a:lnTo>
                  <a:pt x="26693" y="91375"/>
                </a:lnTo>
                <a:lnTo>
                  <a:pt x="39560" y="82441"/>
                </a:lnTo>
                <a:lnTo>
                  <a:pt x="78924" y="82441"/>
                </a:lnTo>
                <a:lnTo>
                  <a:pt x="78757" y="82317"/>
                </a:lnTo>
                <a:lnTo>
                  <a:pt x="62834" y="72015"/>
                </a:lnTo>
                <a:lnTo>
                  <a:pt x="68629" y="68533"/>
                </a:lnTo>
                <a:lnTo>
                  <a:pt x="57889" y="68533"/>
                </a:lnTo>
                <a:lnTo>
                  <a:pt x="17802" y="42710"/>
                </a:lnTo>
                <a:lnTo>
                  <a:pt x="16813" y="34270"/>
                </a:lnTo>
                <a:lnTo>
                  <a:pt x="16813" y="30291"/>
                </a:lnTo>
                <a:lnTo>
                  <a:pt x="19476" y="20415"/>
                </a:lnTo>
                <a:lnTo>
                  <a:pt x="26596" y="12725"/>
                </a:lnTo>
                <a:lnTo>
                  <a:pt x="36868" y="7735"/>
                </a:lnTo>
                <a:lnTo>
                  <a:pt x="48988" y="5957"/>
                </a:lnTo>
                <a:lnTo>
                  <a:pt x="71652" y="5957"/>
                </a:lnTo>
                <a:lnTo>
                  <a:pt x="64812" y="2436"/>
                </a:lnTo>
                <a:lnTo>
                  <a:pt x="48988" y="0"/>
                </a:lnTo>
                <a:close/>
              </a:path>
              <a:path w="98425" h="163829">
                <a:moveTo>
                  <a:pt x="78924" y="82441"/>
                </a:moveTo>
                <a:lnTo>
                  <a:pt x="39560" y="82441"/>
                </a:lnTo>
                <a:lnTo>
                  <a:pt x="68241" y="100817"/>
                </a:lnTo>
                <a:lnTo>
                  <a:pt x="73943" y="104712"/>
                </a:lnTo>
                <a:lnTo>
                  <a:pt x="79738" y="110005"/>
                </a:lnTo>
                <a:lnTo>
                  <a:pt x="84235" y="117160"/>
                </a:lnTo>
                <a:lnTo>
                  <a:pt x="86043" y="126640"/>
                </a:lnTo>
                <a:lnTo>
                  <a:pt x="82961" y="138918"/>
                </a:lnTo>
                <a:lnTo>
                  <a:pt x="74735" y="148494"/>
                </a:lnTo>
                <a:lnTo>
                  <a:pt x="62900" y="154719"/>
                </a:lnTo>
                <a:lnTo>
                  <a:pt x="48988" y="156939"/>
                </a:lnTo>
                <a:lnTo>
                  <a:pt x="72689" y="156939"/>
                </a:lnTo>
                <a:lnTo>
                  <a:pt x="83463" y="150294"/>
                </a:lnTo>
                <a:lnTo>
                  <a:pt x="94022" y="135946"/>
                </a:lnTo>
                <a:lnTo>
                  <a:pt x="97911" y="118200"/>
                </a:lnTo>
                <a:lnTo>
                  <a:pt x="97391" y="111458"/>
                </a:lnTo>
                <a:lnTo>
                  <a:pt x="95579" y="104109"/>
                </a:lnTo>
                <a:lnTo>
                  <a:pt x="92098" y="96479"/>
                </a:lnTo>
                <a:lnTo>
                  <a:pt x="86570" y="88895"/>
                </a:lnTo>
                <a:lnTo>
                  <a:pt x="83121" y="85559"/>
                </a:lnTo>
                <a:lnTo>
                  <a:pt x="78924" y="82441"/>
                </a:lnTo>
                <a:close/>
              </a:path>
              <a:path w="98425" h="163829">
                <a:moveTo>
                  <a:pt x="71652" y="5957"/>
                </a:moveTo>
                <a:lnTo>
                  <a:pt x="48988" y="5957"/>
                </a:lnTo>
                <a:lnTo>
                  <a:pt x="61293" y="8161"/>
                </a:lnTo>
                <a:lnTo>
                  <a:pt x="71521" y="14277"/>
                </a:lnTo>
                <a:lnTo>
                  <a:pt x="78510" y="23559"/>
                </a:lnTo>
                <a:lnTo>
                  <a:pt x="81098" y="35262"/>
                </a:lnTo>
                <a:lnTo>
                  <a:pt x="79484" y="45209"/>
                </a:lnTo>
                <a:lnTo>
                  <a:pt x="74859" y="54132"/>
                </a:lnTo>
                <a:lnTo>
                  <a:pt x="67552" y="61938"/>
                </a:lnTo>
                <a:lnTo>
                  <a:pt x="57889" y="68533"/>
                </a:lnTo>
                <a:lnTo>
                  <a:pt x="68629" y="68533"/>
                </a:lnTo>
                <a:lnTo>
                  <a:pt x="74603" y="64943"/>
                </a:lnTo>
                <a:lnTo>
                  <a:pt x="83653" y="56429"/>
                </a:lnTo>
                <a:lnTo>
                  <a:pt x="89463" y="46520"/>
                </a:lnTo>
                <a:lnTo>
                  <a:pt x="91515" y="35262"/>
                </a:lnTo>
                <a:lnTo>
                  <a:pt x="87930" y="20534"/>
                </a:lnTo>
                <a:lnTo>
                  <a:pt x="78411" y="9437"/>
                </a:lnTo>
                <a:lnTo>
                  <a:pt x="71652" y="5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0208031" y="500845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6923" y="0"/>
                </a:moveTo>
                <a:lnTo>
                  <a:pt x="2439" y="0"/>
                </a:lnTo>
                <a:lnTo>
                  <a:pt x="0" y="1985"/>
                </a:lnTo>
                <a:lnTo>
                  <a:pt x="0" y="6454"/>
                </a:lnTo>
                <a:lnTo>
                  <a:pt x="461" y="6950"/>
                </a:lnTo>
                <a:lnTo>
                  <a:pt x="3428" y="9433"/>
                </a:lnTo>
                <a:lnTo>
                  <a:pt x="50439" y="57114"/>
                </a:lnTo>
                <a:lnTo>
                  <a:pt x="3428" y="104796"/>
                </a:lnTo>
                <a:lnTo>
                  <a:pt x="461" y="107278"/>
                </a:lnTo>
                <a:lnTo>
                  <a:pt x="0" y="107774"/>
                </a:lnTo>
                <a:lnTo>
                  <a:pt x="0" y="112243"/>
                </a:lnTo>
                <a:lnTo>
                  <a:pt x="2439" y="114229"/>
                </a:lnTo>
                <a:lnTo>
                  <a:pt x="6923" y="114229"/>
                </a:lnTo>
                <a:lnTo>
                  <a:pt x="7384" y="113732"/>
                </a:lnTo>
                <a:lnTo>
                  <a:pt x="9890" y="110753"/>
                </a:lnTo>
                <a:lnTo>
                  <a:pt x="56834" y="63568"/>
                </a:lnTo>
                <a:lnTo>
                  <a:pt x="70227" y="63568"/>
                </a:lnTo>
                <a:lnTo>
                  <a:pt x="63757" y="57114"/>
                </a:lnTo>
                <a:lnTo>
                  <a:pt x="70268" y="50660"/>
                </a:lnTo>
                <a:lnTo>
                  <a:pt x="57362" y="50660"/>
                </a:lnTo>
                <a:lnTo>
                  <a:pt x="9890" y="2978"/>
                </a:lnTo>
                <a:lnTo>
                  <a:pt x="7384" y="496"/>
                </a:lnTo>
                <a:lnTo>
                  <a:pt x="6923" y="0"/>
                </a:lnTo>
                <a:close/>
              </a:path>
              <a:path w="114300" h="114300">
                <a:moveTo>
                  <a:pt x="70227" y="63568"/>
                </a:moveTo>
                <a:lnTo>
                  <a:pt x="105823" y="112739"/>
                </a:lnTo>
                <a:lnTo>
                  <a:pt x="112285" y="114229"/>
                </a:lnTo>
                <a:lnTo>
                  <a:pt x="114263" y="112243"/>
                </a:lnTo>
                <a:lnTo>
                  <a:pt x="114263" y="108271"/>
                </a:lnTo>
                <a:lnTo>
                  <a:pt x="113735" y="106781"/>
                </a:lnTo>
                <a:lnTo>
                  <a:pt x="70227" y="63568"/>
                </a:lnTo>
                <a:close/>
              </a:path>
              <a:path w="114300" h="114300">
                <a:moveTo>
                  <a:pt x="112285" y="0"/>
                </a:moveTo>
                <a:lnTo>
                  <a:pt x="107801" y="0"/>
                </a:lnTo>
                <a:lnTo>
                  <a:pt x="106812" y="992"/>
                </a:lnTo>
                <a:lnTo>
                  <a:pt x="104373" y="3475"/>
                </a:lnTo>
                <a:lnTo>
                  <a:pt x="57362" y="50660"/>
                </a:lnTo>
                <a:lnTo>
                  <a:pt x="70268" y="50660"/>
                </a:lnTo>
                <a:lnTo>
                  <a:pt x="107340" y="13907"/>
                </a:lnTo>
                <a:lnTo>
                  <a:pt x="108329" y="12418"/>
                </a:lnTo>
                <a:lnTo>
                  <a:pt x="111757" y="8936"/>
                </a:lnTo>
                <a:lnTo>
                  <a:pt x="113274" y="7943"/>
                </a:lnTo>
                <a:lnTo>
                  <a:pt x="113274" y="7447"/>
                </a:lnTo>
                <a:lnTo>
                  <a:pt x="114263" y="6454"/>
                </a:lnTo>
                <a:lnTo>
                  <a:pt x="114263" y="1985"/>
                </a:lnTo>
                <a:lnTo>
                  <a:pt x="112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0419217" y="4966734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11" y="0"/>
                </a:moveTo>
                <a:lnTo>
                  <a:pt x="8901" y="28305"/>
                </a:lnTo>
                <a:lnTo>
                  <a:pt x="278" y="68116"/>
                </a:lnTo>
                <a:lnTo>
                  <a:pt x="0" y="82441"/>
                </a:lnTo>
                <a:lnTo>
                  <a:pt x="300" y="96114"/>
                </a:lnTo>
                <a:lnTo>
                  <a:pt x="10351" y="139555"/>
                </a:lnTo>
                <a:lnTo>
                  <a:pt x="49450" y="163393"/>
                </a:lnTo>
                <a:lnTo>
                  <a:pt x="59826" y="162268"/>
                </a:lnTo>
                <a:lnTo>
                  <a:pt x="70895" y="158117"/>
                </a:lnTo>
                <a:lnTo>
                  <a:pt x="71130" y="157932"/>
                </a:lnTo>
                <a:lnTo>
                  <a:pt x="49450" y="157932"/>
                </a:lnTo>
                <a:lnTo>
                  <a:pt x="41996" y="156721"/>
                </a:lnTo>
                <a:lnTo>
                  <a:pt x="20809" y="117667"/>
                </a:lnTo>
                <a:lnTo>
                  <a:pt x="19805" y="67774"/>
                </a:lnTo>
                <a:lnTo>
                  <a:pt x="19961" y="56677"/>
                </a:lnTo>
                <a:lnTo>
                  <a:pt x="26696" y="19081"/>
                </a:lnTo>
                <a:lnTo>
                  <a:pt x="49450" y="5461"/>
                </a:lnTo>
                <a:lnTo>
                  <a:pt x="70417" y="5461"/>
                </a:lnTo>
                <a:lnTo>
                  <a:pt x="69584" y="4841"/>
                </a:lnTo>
                <a:lnTo>
                  <a:pt x="58818" y="977"/>
                </a:lnTo>
                <a:lnTo>
                  <a:pt x="49911" y="0"/>
                </a:lnTo>
                <a:close/>
              </a:path>
              <a:path w="99695" h="163829">
                <a:moveTo>
                  <a:pt x="70417" y="5461"/>
                </a:moveTo>
                <a:lnTo>
                  <a:pt x="49450" y="5461"/>
                </a:lnTo>
                <a:lnTo>
                  <a:pt x="56565" y="6454"/>
                </a:lnTo>
                <a:lnTo>
                  <a:pt x="64837" y="10427"/>
                </a:lnTo>
                <a:lnTo>
                  <a:pt x="79334" y="55622"/>
                </a:lnTo>
                <a:lnTo>
                  <a:pt x="79551" y="67774"/>
                </a:lnTo>
                <a:lnTo>
                  <a:pt x="79543" y="92523"/>
                </a:lnTo>
                <a:lnTo>
                  <a:pt x="72871" y="142639"/>
                </a:lnTo>
                <a:lnTo>
                  <a:pt x="49450" y="157932"/>
                </a:lnTo>
                <a:lnTo>
                  <a:pt x="71130" y="157932"/>
                </a:lnTo>
                <a:lnTo>
                  <a:pt x="95189" y="123368"/>
                </a:lnTo>
                <a:lnTo>
                  <a:pt x="99362" y="82441"/>
                </a:lnTo>
                <a:lnTo>
                  <a:pt x="99078" y="68116"/>
                </a:lnTo>
                <a:lnTo>
                  <a:pt x="97820" y="53884"/>
                </a:lnTo>
                <a:lnTo>
                  <a:pt x="94995" y="40117"/>
                </a:lnTo>
                <a:lnTo>
                  <a:pt x="89999" y="26816"/>
                </a:lnTo>
                <a:lnTo>
                  <a:pt x="80537" y="12988"/>
                </a:lnTo>
                <a:lnTo>
                  <a:pt x="70417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0548315" y="5099836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780" y="0"/>
                </a:moveTo>
                <a:lnTo>
                  <a:pt x="5934" y="0"/>
                </a:lnTo>
                <a:lnTo>
                  <a:pt x="0" y="5461"/>
                </a:lnTo>
                <a:lnTo>
                  <a:pt x="0" y="19369"/>
                </a:lnTo>
                <a:lnTo>
                  <a:pt x="5934" y="24830"/>
                </a:lnTo>
                <a:lnTo>
                  <a:pt x="19780" y="24830"/>
                </a:lnTo>
                <a:lnTo>
                  <a:pt x="25186" y="19369"/>
                </a:lnTo>
                <a:lnTo>
                  <a:pt x="25186" y="5461"/>
                </a:lnTo>
                <a:lnTo>
                  <a:pt x="19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0603172" y="4966734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77" y="0"/>
                </a:moveTo>
                <a:lnTo>
                  <a:pt x="8439" y="28305"/>
                </a:lnTo>
                <a:lnTo>
                  <a:pt x="270" y="68116"/>
                </a:lnTo>
                <a:lnTo>
                  <a:pt x="0" y="82441"/>
                </a:lnTo>
                <a:lnTo>
                  <a:pt x="301" y="96114"/>
                </a:lnTo>
                <a:lnTo>
                  <a:pt x="10417" y="139555"/>
                </a:lnTo>
                <a:lnTo>
                  <a:pt x="49450" y="163393"/>
                </a:lnTo>
                <a:lnTo>
                  <a:pt x="59827" y="162268"/>
                </a:lnTo>
                <a:lnTo>
                  <a:pt x="70903" y="158117"/>
                </a:lnTo>
                <a:lnTo>
                  <a:pt x="71139" y="157932"/>
                </a:lnTo>
                <a:lnTo>
                  <a:pt x="49450" y="157932"/>
                </a:lnTo>
                <a:lnTo>
                  <a:pt x="42006" y="156721"/>
                </a:lnTo>
                <a:lnTo>
                  <a:pt x="20570" y="117667"/>
                </a:lnTo>
                <a:lnTo>
                  <a:pt x="19352" y="67774"/>
                </a:lnTo>
                <a:lnTo>
                  <a:pt x="19565" y="56677"/>
                </a:lnTo>
                <a:lnTo>
                  <a:pt x="26724" y="19081"/>
                </a:lnTo>
                <a:lnTo>
                  <a:pt x="49450" y="5461"/>
                </a:lnTo>
                <a:lnTo>
                  <a:pt x="70449" y="5461"/>
                </a:lnTo>
                <a:lnTo>
                  <a:pt x="69617" y="4841"/>
                </a:lnTo>
                <a:lnTo>
                  <a:pt x="58873" y="977"/>
                </a:lnTo>
                <a:lnTo>
                  <a:pt x="49977" y="0"/>
                </a:lnTo>
                <a:close/>
              </a:path>
              <a:path w="99695" h="163829">
                <a:moveTo>
                  <a:pt x="70449" y="5461"/>
                </a:moveTo>
                <a:lnTo>
                  <a:pt x="49450" y="5461"/>
                </a:lnTo>
                <a:lnTo>
                  <a:pt x="56502" y="6454"/>
                </a:lnTo>
                <a:lnTo>
                  <a:pt x="64672" y="10427"/>
                </a:lnTo>
                <a:lnTo>
                  <a:pt x="79400" y="55622"/>
                </a:lnTo>
                <a:lnTo>
                  <a:pt x="79617" y="67774"/>
                </a:lnTo>
                <a:lnTo>
                  <a:pt x="79608" y="92523"/>
                </a:lnTo>
                <a:lnTo>
                  <a:pt x="72899" y="142639"/>
                </a:lnTo>
                <a:lnTo>
                  <a:pt x="49450" y="157932"/>
                </a:lnTo>
                <a:lnTo>
                  <a:pt x="71139" y="157932"/>
                </a:lnTo>
                <a:lnTo>
                  <a:pt x="95255" y="123368"/>
                </a:lnTo>
                <a:lnTo>
                  <a:pt x="99428" y="82441"/>
                </a:lnTo>
                <a:lnTo>
                  <a:pt x="99143" y="68116"/>
                </a:lnTo>
                <a:lnTo>
                  <a:pt x="97878" y="53884"/>
                </a:lnTo>
                <a:lnTo>
                  <a:pt x="95033" y="40117"/>
                </a:lnTo>
                <a:lnTo>
                  <a:pt x="89999" y="26816"/>
                </a:lnTo>
                <a:lnTo>
                  <a:pt x="80547" y="12988"/>
                </a:lnTo>
                <a:lnTo>
                  <a:pt x="70449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0721392" y="4966734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11" y="0"/>
                </a:moveTo>
                <a:lnTo>
                  <a:pt x="8901" y="28305"/>
                </a:lnTo>
                <a:lnTo>
                  <a:pt x="278" y="68116"/>
                </a:lnTo>
                <a:lnTo>
                  <a:pt x="0" y="82441"/>
                </a:lnTo>
                <a:lnTo>
                  <a:pt x="300" y="96114"/>
                </a:lnTo>
                <a:lnTo>
                  <a:pt x="10351" y="139555"/>
                </a:lnTo>
                <a:lnTo>
                  <a:pt x="49450" y="163393"/>
                </a:lnTo>
                <a:lnTo>
                  <a:pt x="59827" y="162268"/>
                </a:lnTo>
                <a:lnTo>
                  <a:pt x="70903" y="158117"/>
                </a:lnTo>
                <a:lnTo>
                  <a:pt x="71139" y="157932"/>
                </a:lnTo>
                <a:lnTo>
                  <a:pt x="49450" y="157932"/>
                </a:lnTo>
                <a:lnTo>
                  <a:pt x="41996" y="156721"/>
                </a:lnTo>
                <a:lnTo>
                  <a:pt x="20809" y="117667"/>
                </a:lnTo>
                <a:lnTo>
                  <a:pt x="19805" y="67774"/>
                </a:lnTo>
                <a:lnTo>
                  <a:pt x="19961" y="56677"/>
                </a:lnTo>
                <a:lnTo>
                  <a:pt x="26696" y="19081"/>
                </a:lnTo>
                <a:lnTo>
                  <a:pt x="49450" y="5461"/>
                </a:lnTo>
                <a:lnTo>
                  <a:pt x="70417" y="5461"/>
                </a:lnTo>
                <a:lnTo>
                  <a:pt x="69584" y="4841"/>
                </a:lnTo>
                <a:lnTo>
                  <a:pt x="58818" y="977"/>
                </a:lnTo>
                <a:lnTo>
                  <a:pt x="49911" y="0"/>
                </a:lnTo>
                <a:close/>
              </a:path>
              <a:path w="99695" h="163829">
                <a:moveTo>
                  <a:pt x="70417" y="5461"/>
                </a:moveTo>
                <a:lnTo>
                  <a:pt x="49450" y="5461"/>
                </a:lnTo>
                <a:lnTo>
                  <a:pt x="56567" y="6454"/>
                </a:lnTo>
                <a:lnTo>
                  <a:pt x="64845" y="10427"/>
                </a:lnTo>
                <a:lnTo>
                  <a:pt x="79342" y="55622"/>
                </a:lnTo>
                <a:lnTo>
                  <a:pt x="79552" y="67774"/>
                </a:lnTo>
                <a:lnTo>
                  <a:pt x="79543" y="92523"/>
                </a:lnTo>
                <a:lnTo>
                  <a:pt x="72899" y="142639"/>
                </a:lnTo>
                <a:lnTo>
                  <a:pt x="49450" y="157932"/>
                </a:lnTo>
                <a:lnTo>
                  <a:pt x="71139" y="157932"/>
                </a:lnTo>
                <a:lnTo>
                  <a:pt x="95255" y="123368"/>
                </a:lnTo>
                <a:lnTo>
                  <a:pt x="99428" y="82441"/>
                </a:lnTo>
                <a:lnTo>
                  <a:pt x="99143" y="68116"/>
                </a:lnTo>
                <a:lnTo>
                  <a:pt x="97878" y="53884"/>
                </a:lnTo>
                <a:lnTo>
                  <a:pt x="95033" y="40117"/>
                </a:lnTo>
                <a:lnTo>
                  <a:pt x="89999" y="26816"/>
                </a:lnTo>
                <a:lnTo>
                  <a:pt x="80537" y="12988"/>
                </a:lnTo>
                <a:lnTo>
                  <a:pt x="70417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0839611" y="4966734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11" y="0"/>
                </a:moveTo>
                <a:lnTo>
                  <a:pt x="8901" y="28305"/>
                </a:lnTo>
                <a:lnTo>
                  <a:pt x="278" y="68116"/>
                </a:lnTo>
                <a:lnTo>
                  <a:pt x="0" y="82441"/>
                </a:lnTo>
                <a:lnTo>
                  <a:pt x="309" y="96114"/>
                </a:lnTo>
                <a:lnTo>
                  <a:pt x="10879" y="139555"/>
                </a:lnTo>
                <a:lnTo>
                  <a:pt x="49450" y="163393"/>
                </a:lnTo>
                <a:lnTo>
                  <a:pt x="59899" y="162268"/>
                </a:lnTo>
                <a:lnTo>
                  <a:pt x="71134" y="158117"/>
                </a:lnTo>
                <a:lnTo>
                  <a:pt x="71373" y="157932"/>
                </a:lnTo>
                <a:lnTo>
                  <a:pt x="49450" y="157932"/>
                </a:lnTo>
                <a:lnTo>
                  <a:pt x="42070" y="156721"/>
                </a:lnTo>
                <a:lnTo>
                  <a:pt x="20809" y="117667"/>
                </a:lnTo>
                <a:lnTo>
                  <a:pt x="19805" y="67774"/>
                </a:lnTo>
                <a:lnTo>
                  <a:pt x="19961" y="56677"/>
                </a:lnTo>
                <a:lnTo>
                  <a:pt x="26891" y="19081"/>
                </a:lnTo>
                <a:lnTo>
                  <a:pt x="49450" y="5461"/>
                </a:lnTo>
                <a:lnTo>
                  <a:pt x="70417" y="5461"/>
                </a:lnTo>
                <a:lnTo>
                  <a:pt x="69584" y="4841"/>
                </a:lnTo>
                <a:lnTo>
                  <a:pt x="58818" y="977"/>
                </a:lnTo>
                <a:lnTo>
                  <a:pt x="49911" y="0"/>
                </a:lnTo>
                <a:close/>
              </a:path>
              <a:path w="99695" h="163829">
                <a:moveTo>
                  <a:pt x="70417" y="5461"/>
                </a:moveTo>
                <a:lnTo>
                  <a:pt x="49450" y="5461"/>
                </a:lnTo>
                <a:lnTo>
                  <a:pt x="56565" y="6454"/>
                </a:lnTo>
                <a:lnTo>
                  <a:pt x="64837" y="10427"/>
                </a:lnTo>
                <a:lnTo>
                  <a:pt x="79796" y="55622"/>
                </a:lnTo>
                <a:lnTo>
                  <a:pt x="80070" y="67774"/>
                </a:lnTo>
                <a:lnTo>
                  <a:pt x="80063" y="92523"/>
                </a:lnTo>
                <a:lnTo>
                  <a:pt x="72871" y="142639"/>
                </a:lnTo>
                <a:lnTo>
                  <a:pt x="49450" y="157932"/>
                </a:lnTo>
                <a:lnTo>
                  <a:pt x="71373" y="157932"/>
                </a:lnTo>
                <a:lnTo>
                  <a:pt x="95412" y="123368"/>
                </a:lnTo>
                <a:lnTo>
                  <a:pt x="99362" y="82441"/>
                </a:lnTo>
                <a:lnTo>
                  <a:pt x="99078" y="68116"/>
                </a:lnTo>
                <a:lnTo>
                  <a:pt x="97820" y="53884"/>
                </a:lnTo>
                <a:lnTo>
                  <a:pt x="94995" y="40117"/>
                </a:lnTo>
                <a:lnTo>
                  <a:pt x="89999" y="26816"/>
                </a:lnTo>
                <a:lnTo>
                  <a:pt x="80537" y="12988"/>
                </a:lnTo>
                <a:lnTo>
                  <a:pt x="70417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0969632" y="4966734"/>
            <a:ext cx="78740" cy="158115"/>
          </a:xfrm>
          <a:custGeom>
            <a:avLst/>
            <a:gdLst/>
            <a:ahLst/>
            <a:cxnLst/>
            <a:rect l="l" t="t" r="r" b="b"/>
            <a:pathLst>
              <a:path w="78740" h="158114">
                <a:moveTo>
                  <a:pt x="78131" y="150981"/>
                </a:moveTo>
                <a:lnTo>
                  <a:pt x="1516" y="150981"/>
                </a:lnTo>
                <a:lnTo>
                  <a:pt x="1516" y="157932"/>
                </a:lnTo>
                <a:lnTo>
                  <a:pt x="9676" y="157645"/>
                </a:lnTo>
                <a:lnTo>
                  <a:pt x="20167" y="157497"/>
                </a:lnTo>
                <a:lnTo>
                  <a:pt x="78131" y="157497"/>
                </a:lnTo>
                <a:lnTo>
                  <a:pt x="78131" y="150981"/>
                </a:lnTo>
                <a:close/>
              </a:path>
              <a:path w="78740" h="158114">
                <a:moveTo>
                  <a:pt x="78131" y="157497"/>
                </a:moveTo>
                <a:lnTo>
                  <a:pt x="59241" y="157497"/>
                </a:lnTo>
                <a:lnTo>
                  <a:pt x="69897" y="157645"/>
                </a:lnTo>
                <a:lnTo>
                  <a:pt x="78131" y="157932"/>
                </a:lnTo>
                <a:lnTo>
                  <a:pt x="78131" y="157497"/>
                </a:lnTo>
                <a:close/>
              </a:path>
              <a:path w="78740" h="158114">
                <a:moveTo>
                  <a:pt x="48461" y="16390"/>
                </a:moveTo>
                <a:lnTo>
                  <a:pt x="31186" y="16390"/>
                </a:lnTo>
                <a:lnTo>
                  <a:pt x="31186" y="148002"/>
                </a:lnTo>
                <a:lnTo>
                  <a:pt x="30197" y="150981"/>
                </a:lnTo>
                <a:lnTo>
                  <a:pt x="48988" y="150981"/>
                </a:lnTo>
                <a:lnTo>
                  <a:pt x="48461" y="148002"/>
                </a:lnTo>
                <a:lnTo>
                  <a:pt x="48461" y="16390"/>
                </a:lnTo>
                <a:close/>
              </a:path>
              <a:path w="78740" h="158114">
                <a:moveTo>
                  <a:pt x="48461" y="0"/>
                </a:moveTo>
                <a:lnTo>
                  <a:pt x="43054" y="0"/>
                </a:lnTo>
                <a:lnTo>
                  <a:pt x="31116" y="8901"/>
                </a:lnTo>
                <a:lnTo>
                  <a:pt x="18758" y="13472"/>
                </a:lnTo>
                <a:lnTo>
                  <a:pt x="7784" y="15156"/>
                </a:lnTo>
                <a:lnTo>
                  <a:pt x="0" y="15397"/>
                </a:lnTo>
                <a:lnTo>
                  <a:pt x="0" y="22844"/>
                </a:lnTo>
                <a:lnTo>
                  <a:pt x="5215" y="22743"/>
                </a:lnTo>
                <a:lnTo>
                  <a:pt x="12799" y="22037"/>
                </a:lnTo>
                <a:lnTo>
                  <a:pt x="21779" y="20121"/>
                </a:lnTo>
                <a:lnTo>
                  <a:pt x="31186" y="16390"/>
                </a:lnTo>
                <a:lnTo>
                  <a:pt x="48461" y="16390"/>
                </a:lnTo>
                <a:lnTo>
                  <a:pt x="48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990895" y="5225982"/>
            <a:ext cx="2791460" cy="0"/>
          </a:xfrm>
          <a:custGeom>
            <a:avLst/>
            <a:gdLst/>
            <a:ahLst/>
            <a:cxnLst/>
            <a:rect l="l" t="t" r="r" b="b"/>
            <a:pathLst>
              <a:path w="2791459">
                <a:moveTo>
                  <a:pt x="0" y="0"/>
                </a:moveTo>
                <a:lnTo>
                  <a:pt x="2790973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000258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77" y="0"/>
                </a:moveTo>
                <a:lnTo>
                  <a:pt x="8439" y="28305"/>
                </a:lnTo>
                <a:lnTo>
                  <a:pt x="270" y="67906"/>
                </a:lnTo>
                <a:lnTo>
                  <a:pt x="0" y="81944"/>
                </a:lnTo>
                <a:lnTo>
                  <a:pt x="309" y="95983"/>
                </a:lnTo>
                <a:lnTo>
                  <a:pt x="10417" y="139059"/>
                </a:lnTo>
                <a:lnTo>
                  <a:pt x="49516" y="163397"/>
                </a:lnTo>
                <a:lnTo>
                  <a:pt x="59892" y="162194"/>
                </a:lnTo>
                <a:lnTo>
                  <a:pt x="70802" y="157934"/>
                </a:lnTo>
                <a:lnTo>
                  <a:pt x="49516" y="157934"/>
                </a:lnTo>
                <a:lnTo>
                  <a:pt x="41840" y="156645"/>
                </a:lnTo>
                <a:lnTo>
                  <a:pt x="20570" y="117170"/>
                </a:lnTo>
                <a:lnTo>
                  <a:pt x="19355" y="67348"/>
                </a:lnTo>
                <a:lnTo>
                  <a:pt x="19565" y="56367"/>
                </a:lnTo>
                <a:lnTo>
                  <a:pt x="26762" y="18584"/>
                </a:lnTo>
                <a:lnTo>
                  <a:pt x="49516" y="4964"/>
                </a:lnTo>
                <a:lnTo>
                  <a:pt x="70160" y="4964"/>
                </a:lnTo>
                <a:lnTo>
                  <a:pt x="69650" y="4593"/>
                </a:lnTo>
                <a:lnTo>
                  <a:pt x="58883" y="899"/>
                </a:lnTo>
                <a:lnTo>
                  <a:pt x="49977" y="0"/>
                </a:lnTo>
                <a:close/>
              </a:path>
              <a:path w="99695" h="163829">
                <a:moveTo>
                  <a:pt x="70160" y="4964"/>
                </a:moveTo>
                <a:lnTo>
                  <a:pt x="49516" y="4964"/>
                </a:lnTo>
                <a:lnTo>
                  <a:pt x="56550" y="6027"/>
                </a:lnTo>
                <a:lnTo>
                  <a:pt x="64648" y="10117"/>
                </a:lnTo>
                <a:lnTo>
                  <a:pt x="79342" y="55312"/>
                </a:lnTo>
                <a:lnTo>
                  <a:pt x="79609" y="92096"/>
                </a:lnTo>
                <a:lnTo>
                  <a:pt x="79342" y="104668"/>
                </a:lnTo>
                <a:lnTo>
                  <a:pt x="72937" y="142430"/>
                </a:lnTo>
                <a:lnTo>
                  <a:pt x="49516" y="157934"/>
                </a:lnTo>
                <a:lnTo>
                  <a:pt x="70802" y="157934"/>
                </a:lnTo>
                <a:lnTo>
                  <a:pt x="95060" y="122942"/>
                </a:lnTo>
                <a:lnTo>
                  <a:pt x="99428" y="81944"/>
                </a:lnTo>
                <a:lnTo>
                  <a:pt x="99080" y="67906"/>
                </a:lnTo>
                <a:lnTo>
                  <a:pt x="90065" y="26319"/>
                </a:lnTo>
                <a:lnTo>
                  <a:pt x="80602" y="12569"/>
                </a:lnTo>
                <a:lnTo>
                  <a:pt x="70160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9129356" y="5423154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318" y="0"/>
                </a:moveTo>
                <a:lnTo>
                  <a:pt x="5934" y="0"/>
                </a:lnTo>
                <a:lnTo>
                  <a:pt x="0" y="5957"/>
                </a:lnTo>
                <a:lnTo>
                  <a:pt x="0" y="19865"/>
                </a:lnTo>
                <a:lnTo>
                  <a:pt x="5934" y="25328"/>
                </a:lnTo>
                <a:lnTo>
                  <a:pt x="19318" y="25328"/>
                </a:lnTo>
                <a:lnTo>
                  <a:pt x="25252" y="19865"/>
                </a:lnTo>
                <a:lnTo>
                  <a:pt x="25252" y="5957"/>
                </a:lnTo>
                <a:lnTo>
                  <a:pt x="19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9184740" y="5290549"/>
            <a:ext cx="98425" cy="163830"/>
          </a:xfrm>
          <a:custGeom>
            <a:avLst/>
            <a:gdLst/>
            <a:ahLst/>
            <a:cxnLst/>
            <a:rect l="l" t="t" r="r" b="b"/>
            <a:pathLst>
              <a:path w="98425" h="163829">
                <a:moveTo>
                  <a:pt x="48988" y="0"/>
                </a:moveTo>
                <a:lnTo>
                  <a:pt x="32524" y="3057"/>
                </a:lnTo>
                <a:lnTo>
                  <a:pt x="18997" y="11423"/>
                </a:lnTo>
                <a:lnTo>
                  <a:pt x="9833" y="23885"/>
                </a:lnTo>
                <a:lnTo>
                  <a:pt x="6461" y="39234"/>
                </a:lnTo>
                <a:lnTo>
                  <a:pt x="6688" y="43696"/>
                </a:lnTo>
                <a:lnTo>
                  <a:pt x="34153" y="78469"/>
                </a:lnTo>
                <a:lnTo>
                  <a:pt x="22975" y="84878"/>
                </a:lnTo>
                <a:lnTo>
                  <a:pt x="11884" y="93988"/>
                </a:lnTo>
                <a:lnTo>
                  <a:pt x="3389" y="106265"/>
                </a:lnTo>
                <a:lnTo>
                  <a:pt x="0" y="122172"/>
                </a:lnTo>
                <a:lnTo>
                  <a:pt x="4177" y="139092"/>
                </a:lnTo>
                <a:lnTo>
                  <a:pt x="15222" y="152098"/>
                </a:lnTo>
                <a:lnTo>
                  <a:pt x="30903" y="160448"/>
                </a:lnTo>
                <a:lnTo>
                  <a:pt x="48988" y="163397"/>
                </a:lnTo>
                <a:lnTo>
                  <a:pt x="67908" y="159897"/>
                </a:lnTo>
                <a:lnTo>
                  <a:pt x="73517" y="156444"/>
                </a:lnTo>
                <a:lnTo>
                  <a:pt x="48988" y="156444"/>
                </a:lnTo>
                <a:lnTo>
                  <a:pt x="34621" y="153812"/>
                </a:lnTo>
                <a:lnTo>
                  <a:pt x="22813" y="146571"/>
                </a:lnTo>
                <a:lnTo>
                  <a:pt x="14812" y="135698"/>
                </a:lnTo>
                <a:lnTo>
                  <a:pt x="11868" y="122172"/>
                </a:lnTo>
                <a:lnTo>
                  <a:pt x="13348" y="111559"/>
                </a:lnTo>
                <a:lnTo>
                  <a:pt x="18123" y="100944"/>
                </a:lnTo>
                <a:lnTo>
                  <a:pt x="26693" y="90886"/>
                </a:lnTo>
                <a:lnTo>
                  <a:pt x="39560" y="81944"/>
                </a:lnTo>
                <a:lnTo>
                  <a:pt x="78536" y="81944"/>
                </a:lnTo>
                <a:lnTo>
                  <a:pt x="72561" y="77934"/>
                </a:lnTo>
                <a:lnTo>
                  <a:pt x="63296" y="72015"/>
                </a:lnTo>
                <a:lnTo>
                  <a:pt x="68734" y="68540"/>
                </a:lnTo>
                <a:lnTo>
                  <a:pt x="57889" y="68540"/>
                </a:lnTo>
                <a:lnTo>
                  <a:pt x="28681" y="49667"/>
                </a:lnTo>
                <a:lnTo>
                  <a:pt x="17802" y="42213"/>
                </a:lnTo>
                <a:lnTo>
                  <a:pt x="16813" y="34270"/>
                </a:lnTo>
                <a:lnTo>
                  <a:pt x="16813" y="30298"/>
                </a:lnTo>
                <a:lnTo>
                  <a:pt x="19476" y="20418"/>
                </a:lnTo>
                <a:lnTo>
                  <a:pt x="26596" y="12726"/>
                </a:lnTo>
                <a:lnTo>
                  <a:pt x="36868" y="7735"/>
                </a:lnTo>
                <a:lnTo>
                  <a:pt x="48988" y="5957"/>
                </a:lnTo>
                <a:lnTo>
                  <a:pt x="71652" y="5957"/>
                </a:lnTo>
                <a:lnTo>
                  <a:pt x="64812" y="2436"/>
                </a:lnTo>
                <a:lnTo>
                  <a:pt x="48988" y="0"/>
                </a:lnTo>
                <a:close/>
              </a:path>
              <a:path w="98425" h="163829">
                <a:moveTo>
                  <a:pt x="78536" y="81944"/>
                </a:moveTo>
                <a:lnTo>
                  <a:pt x="39560" y="81944"/>
                </a:lnTo>
                <a:lnTo>
                  <a:pt x="68768" y="100321"/>
                </a:lnTo>
                <a:lnTo>
                  <a:pt x="74166" y="104294"/>
                </a:lnTo>
                <a:lnTo>
                  <a:pt x="79804" y="109758"/>
                </a:lnTo>
                <a:lnTo>
                  <a:pt x="84243" y="117085"/>
                </a:lnTo>
                <a:lnTo>
                  <a:pt x="86043" y="126647"/>
                </a:lnTo>
                <a:lnTo>
                  <a:pt x="83035" y="138636"/>
                </a:lnTo>
                <a:lnTo>
                  <a:pt x="74933" y="148064"/>
                </a:lnTo>
                <a:lnTo>
                  <a:pt x="63123" y="154232"/>
                </a:lnTo>
                <a:lnTo>
                  <a:pt x="48988" y="156444"/>
                </a:lnTo>
                <a:lnTo>
                  <a:pt x="73517" y="156444"/>
                </a:lnTo>
                <a:lnTo>
                  <a:pt x="83496" y="150299"/>
                </a:lnTo>
                <a:lnTo>
                  <a:pt x="94078" y="135950"/>
                </a:lnTo>
                <a:lnTo>
                  <a:pt x="97977" y="118200"/>
                </a:lnTo>
                <a:lnTo>
                  <a:pt x="97446" y="111249"/>
                </a:lnTo>
                <a:lnTo>
                  <a:pt x="78815" y="82131"/>
                </a:lnTo>
                <a:lnTo>
                  <a:pt x="78536" y="81944"/>
                </a:lnTo>
                <a:close/>
              </a:path>
              <a:path w="98425" h="163829">
                <a:moveTo>
                  <a:pt x="71652" y="5957"/>
                </a:moveTo>
                <a:lnTo>
                  <a:pt x="48988" y="5957"/>
                </a:lnTo>
                <a:lnTo>
                  <a:pt x="61293" y="8092"/>
                </a:lnTo>
                <a:lnTo>
                  <a:pt x="71521" y="14091"/>
                </a:lnTo>
                <a:lnTo>
                  <a:pt x="78510" y="23350"/>
                </a:lnTo>
                <a:lnTo>
                  <a:pt x="81098" y="35262"/>
                </a:lnTo>
                <a:lnTo>
                  <a:pt x="79484" y="44929"/>
                </a:lnTo>
                <a:lnTo>
                  <a:pt x="74859" y="53760"/>
                </a:lnTo>
                <a:lnTo>
                  <a:pt x="67552" y="61662"/>
                </a:lnTo>
                <a:lnTo>
                  <a:pt x="57889" y="68540"/>
                </a:lnTo>
                <a:lnTo>
                  <a:pt x="68734" y="68540"/>
                </a:lnTo>
                <a:lnTo>
                  <a:pt x="74798" y="64665"/>
                </a:lnTo>
                <a:lnTo>
                  <a:pt x="83711" y="56059"/>
                </a:lnTo>
                <a:lnTo>
                  <a:pt x="89471" y="46243"/>
                </a:lnTo>
                <a:lnTo>
                  <a:pt x="91515" y="35262"/>
                </a:lnTo>
                <a:lnTo>
                  <a:pt x="87930" y="20534"/>
                </a:lnTo>
                <a:lnTo>
                  <a:pt x="78411" y="9437"/>
                </a:lnTo>
                <a:lnTo>
                  <a:pt x="71652" y="5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380629" y="5331769"/>
            <a:ext cx="114300" cy="114935"/>
          </a:xfrm>
          <a:custGeom>
            <a:avLst/>
            <a:gdLst/>
            <a:ahLst/>
            <a:cxnLst/>
            <a:rect l="l" t="t" r="r" b="b"/>
            <a:pathLst>
              <a:path w="114300" h="114935">
                <a:moveTo>
                  <a:pt x="6395" y="0"/>
                </a:moveTo>
                <a:lnTo>
                  <a:pt x="1978" y="0"/>
                </a:lnTo>
                <a:lnTo>
                  <a:pt x="0" y="2482"/>
                </a:lnTo>
                <a:lnTo>
                  <a:pt x="0" y="6454"/>
                </a:lnTo>
                <a:lnTo>
                  <a:pt x="461" y="6950"/>
                </a:lnTo>
                <a:lnTo>
                  <a:pt x="2967" y="9439"/>
                </a:lnTo>
                <a:lnTo>
                  <a:pt x="49911" y="57114"/>
                </a:lnTo>
                <a:lnTo>
                  <a:pt x="2967" y="105292"/>
                </a:lnTo>
                <a:lnTo>
                  <a:pt x="461" y="107774"/>
                </a:lnTo>
                <a:lnTo>
                  <a:pt x="0" y="108271"/>
                </a:lnTo>
                <a:lnTo>
                  <a:pt x="0" y="112243"/>
                </a:lnTo>
                <a:lnTo>
                  <a:pt x="1978" y="114726"/>
                </a:lnTo>
                <a:lnTo>
                  <a:pt x="6395" y="114726"/>
                </a:lnTo>
                <a:lnTo>
                  <a:pt x="6923" y="114229"/>
                </a:lnTo>
                <a:lnTo>
                  <a:pt x="56834" y="64065"/>
                </a:lnTo>
                <a:lnTo>
                  <a:pt x="70562" y="64065"/>
                </a:lnTo>
                <a:lnTo>
                  <a:pt x="63757" y="57114"/>
                </a:lnTo>
                <a:lnTo>
                  <a:pt x="70189" y="50660"/>
                </a:lnTo>
                <a:lnTo>
                  <a:pt x="56834" y="50660"/>
                </a:lnTo>
                <a:lnTo>
                  <a:pt x="6923" y="496"/>
                </a:lnTo>
                <a:lnTo>
                  <a:pt x="6395" y="0"/>
                </a:lnTo>
                <a:close/>
              </a:path>
              <a:path w="114300" h="114935">
                <a:moveTo>
                  <a:pt x="70562" y="64065"/>
                </a:moveTo>
                <a:lnTo>
                  <a:pt x="56834" y="64065"/>
                </a:lnTo>
                <a:lnTo>
                  <a:pt x="105823" y="113236"/>
                </a:lnTo>
                <a:lnTo>
                  <a:pt x="106285" y="113236"/>
                </a:lnTo>
                <a:lnTo>
                  <a:pt x="107801" y="114726"/>
                </a:lnTo>
                <a:lnTo>
                  <a:pt x="112219" y="114726"/>
                </a:lnTo>
                <a:lnTo>
                  <a:pt x="113735" y="112243"/>
                </a:lnTo>
                <a:lnTo>
                  <a:pt x="113735" y="108271"/>
                </a:lnTo>
                <a:lnTo>
                  <a:pt x="113208" y="107278"/>
                </a:lnTo>
                <a:lnTo>
                  <a:pt x="107150" y="100977"/>
                </a:lnTo>
                <a:lnTo>
                  <a:pt x="76491" y="70121"/>
                </a:lnTo>
                <a:lnTo>
                  <a:pt x="70562" y="64065"/>
                </a:lnTo>
                <a:close/>
              </a:path>
              <a:path w="114300" h="114935">
                <a:moveTo>
                  <a:pt x="112219" y="0"/>
                </a:moveTo>
                <a:lnTo>
                  <a:pt x="107274" y="0"/>
                </a:lnTo>
                <a:lnTo>
                  <a:pt x="106285" y="992"/>
                </a:lnTo>
                <a:lnTo>
                  <a:pt x="103845" y="3475"/>
                </a:lnTo>
                <a:lnTo>
                  <a:pt x="56834" y="50660"/>
                </a:lnTo>
                <a:lnTo>
                  <a:pt x="70189" y="50660"/>
                </a:lnTo>
                <a:lnTo>
                  <a:pt x="106812" y="13907"/>
                </a:lnTo>
                <a:lnTo>
                  <a:pt x="108263" y="12418"/>
                </a:lnTo>
                <a:lnTo>
                  <a:pt x="111757" y="9439"/>
                </a:lnTo>
                <a:lnTo>
                  <a:pt x="112746" y="7950"/>
                </a:lnTo>
                <a:lnTo>
                  <a:pt x="113208" y="7447"/>
                </a:lnTo>
                <a:lnTo>
                  <a:pt x="113735" y="6454"/>
                </a:lnTo>
                <a:lnTo>
                  <a:pt x="113735" y="2482"/>
                </a:lnTo>
                <a:lnTo>
                  <a:pt x="1122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9591288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77" y="0"/>
                </a:moveTo>
                <a:lnTo>
                  <a:pt x="8901" y="28305"/>
                </a:lnTo>
                <a:lnTo>
                  <a:pt x="352" y="67906"/>
                </a:lnTo>
                <a:lnTo>
                  <a:pt x="0" y="81944"/>
                </a:lnTo>
                <a:lnTo>
                  <a:pt x="317" y="95983"/>
                </a:lnTo>
                <a:lnTo>
                  <a:pt x="10879" y="139059"/>
                </a:lnTo>
                <a:lnTo>
                  <a:pt x="49977" y="163397"/>
                </a:lnTo>
                <a:lnTo>
                  <a:pt x="60131" y="162194"/>
                </a:lnTo>
                <a:lnTo>
                  <a:pt x="71065" y="157934"/>
                </a:lnTo>
                <a:lnTo>
                  <a:pt x="49977" y="157934"/>
                </a:lnTo>
                <a:lnTo>
                  <a:pt x="42294" y="156645"/>
                </a:lnTo>
                <a:lnTo>
                  <a:pt x="20837" y="117170"/>
                </a:lnTo>
                <a:lnTo>
                  <a:pt x="19817" y="67348"/>
                </a:lnTo>
                <a:lnTo>
                  <a:pt x="20027" y="56367"/>
                </a:lnTo>
                <a:lnTo>
                  <a:pt x="27224" y="18584"/>
                </a:lnTo>
                <a:lnTo>
                  <a:pt x="49977" y="4964"/>
                </a:lnTo>
                <a:lnTo>
                  <a:pt x="70126" y="4964"/>
                </a:lnTo>
                <a:lnTo>
                  <a:pt x="69617" y="4593"/>
                </a:lnTo>
                <a:lnTo>
                  <a:pt x="58873" y="899"/>
                </a:lnTo>
                <a:lnTo>
                  <a:pt x="49977" y="0"/>
                </a:lnTo>
                <a:close/>
              </a:path>
              <a:path w="99695" h="163829">
                <a:moveTo>
                  <a:pt x="70126" y="4964"/>
                </a:moveTo>
                <a:lnTo>
                  <a:pt x="49977" y="4964"/>
                </a:lnTo>
                <a:lnTo>
                  <a:pt x="56789" y="6027"/>
                </a:lnTo>
                <a:lnTo>
                  <a:pt x="64911" y="10117"/>
                </a:lnTo>
                <a:lnTo>
                  <a:pt x="79804" y="55312"/>
                </a:lnTo>
                <a:lnTo>
                  <a:pt x="80071" y="67348"/>
                </a:lnTo>
                <a:lnTo>
                  <a:pt x="80063" y="92096"/>
                </a:lnTo>
                <a:lnTo>
                  <a:pt x="72907" y="142430"/>
                </a:lnTo>
                <a:lnTo>
                  <a:pt x="49977" y="157934"/>
                </a:lnTo>
                <a:lnTo>
                  <a:pt x="71065" y="157934"/>
                </a:lnTo>
                <a:lnTo>
                  <a:pt x="95450" y="122942"/>
                </a:lnTo>
                <a:lnTo>
                  <a:pt x="99428" y="81944"/>
                </a:lnTo>
                <a:lnTo>
                  <a:pt x="99143" y="67906"/>
                </a:lnTo>
                <a:lnTo>
                  <a:pt x="89999" y="26319"/>
                </a:lnTo>
                <a:lnTo>
                  <a:pt x="80547" y="12569"/>
                </a:lnTo>
                <a:lnTo>
                  <a:pt x="70126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9720847" y="5423154"/>
            <a:ext cx="24765" cy="25400"/>
          </a:xfrm>
          <a:custGeom>
            <a:avLst/>
            <a:gdLst/>
            <a:ahLst/>
            <a:cxnLst/>
            <a:rect l="l" t="t" r="r" b="b"/>
            <a:pathLst>
              <a:path w="24765" h="25400">
                <a:moveTo>
                  <a:pt x="19318" y="0"/>
                </a:moveTo>
                <a:lnTo>
                  <a:pt x="5472" y="0"/>
                </a:lnTo>
                <a:lnTo>
                  <a:pt x="0" y="5957"/>
                </a:lnTo>
                <a:lnTo>
                  <a:pt x="0" y="19865"/>
                </a:lnTo>
                <a:lnTo>
                  <a:pt x="5472" y="25328"/>
                </a:lnTo>
                <a:lnTo>
                  <a:pt x="19318" y="25328"/>
                </a:lnTo>
                <a:lnTo>
                  <a:pt x="24725" y="19865"/>
                </a:lnTo>
                <a:lnTo>
                  <a:pt x="24725" y="5957"/>
                </a:lnTo>
                <a:lnTo>
                  <a:pt x="19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775242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77" y="0"/>
                </a:moveTo>
                <a:lnTo>
                  <a:pt x="8966" y="28305"/>
                </a:lnTo>
                <a:lnTo>
                  <a:pt x="279" y="67906"/>
                </a:lnTo>
                <a:lnTo>
                  <a:pt x="0" y="81944"/>
                </a:lnTo>
                <a:lnTo>
                  <a:pt x="318" y="95983"/>
                </a:lnTo>
                <a:lnTo>
                  <a:pt x="10945" y="139059"/>
                </a:lnTo>
                <a:lnTo>
                  <a:pt x="49516" y="163397"/>
                </a:lnTo>
                <a:lnTo>
                  <a:pt x="59965" y="162194"/>
                </a:lnTo>
                <a:lnTo>
                  <a:pt x="71038" y="157934"/>
                </a:lnTo>
                <a:lnTo>
                  <a:pt x="49516" y="157934"/>
                </a:lnTo>
                <a:lnTo>
                  <a:pt x="42136" y="156645"/>
                </a:lnTo>
                <a:lnTo>
                  <a:pt x="20875" y="117170"/>
                </a:lnTo>
                <a:lnTo>
                  <a:pt x="19883" y="67348"/>
                </a:lnTo>
                <a:lnTo>
                  <a:pt x="20093" y="56367"/>
                </a:lnTo>
                <a:lnTo>
                  <a:pt x="27245" y="18584"/>
                </a:lnTo>
                <a:lnTo>
                  <a:pt x="49516" y="4964"/>
                </a:lnTo>
                <a:lnTo>
                  <a:pt x="70160" y="4964"/>
                </a:lnTo>
                <a:lnTo>
                  <a:pt x="69650" y="4593"/>
                </a:lnTo>
                <a:lnTo>
                  <a:pt x="58883" y="899"/>
                </a:lnTo>
                <a:lnTo>
                  <a:pt x="49977" y="0"/>
                </a:lnTo>
                <a:close/>
              </a:path>
              <a:path w="99695" h="163829">
                <a:moveTo>
                  <a:pt x="70160" y="4964"/>
                </a:moveTo>
                <a:lnTo>
                  <a:pt x="49516" y="4964"/>
                </a:lnTo>
                <a:lnTo>
                  <a:pt x="56631" y="6027"/>
                </a:lnTo>
                <a:lnTo>
                  <a:pt x="64903" y="10117"/>
                </a:lnTo>
                <a:lnTo>
                  <a:pt x="79862" y="55312"/>
                </a:lnTo>
                <a:lnTo>
                  <a:pt x="80136" y="67348"/>
                </a:lnTo>
                <a:lnTo>
                  <a:pt x="80129" y="92096"/>
                </a:lnTo>
                <a:lnTo>
                  <a:pt x="72937" y="142430"/>
                </a:lnTo>
                <a:lnTo>
                  <a:pt x="49516" y="157934"/>
                </a:lnTo>
                <a:lnTo>
                  <a:pt x="71038" y="157934"/>
                </a:lnTo>
                <a:lnTo>
                  <a:pt x="95478" y="122942"/>
                </a:lnTo>
                <a:lnTo>
                  <a:pt x="99428" y="81944"/>
                </a:lnTo>
                <a:lnTo>
                  <a:pt x="99144" y="67906"/>
                </a:lnTo>
                <a:lnTo>
                  <a:pt x="90065" y="26319"/>
                </a:lnTo>
                <a:lnTo>
                  <a:pt x="80602" y="12569"/>
                </a:lnTo>
                <a:lnTo>
                  <a:pt x="70160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9893462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77" y="0"/>
                </a:moveTo>
                <a:lnTo>
                  <a:pt x="8901" y="28305"/>
                </a:lnTo>
                <a:lnTo>
                  <a:pt x="352" y="67906"/>
                </a:lnTo>
                <a:lnTo>
                  <a:pt x="0" y="81944"/>
                </a:lnTo>
                <a:lnTo>
                  <a:pt x="317" y="95983"/>
                </a:lnTo>
                <a:lnTo>
                  <a:pt x="10879" y="139059"/>
                </a:lnTo>
                <a:lnTo>
                  <a:pt x="49977" y="163397"/>
                </a:lnTo>
                <a:lnTo>
                  <a:pt x="60131" y="162194"/>
                </a:lnTo>
                <a:lnTo>
                  <a:pt x="71065" y="157934"/>
                </a:lnTo>
                <a:lnTo>
                  <a:pt x="49977" y="157934"/>
                </a:lnTo>
                <a:lnTo>
                  <a:pt x="42294" y="156645"/>
                </a:lnTo>
                <a:lnTo>
                  <a:pt x="20837" y="117170"/>
                </a:lnTo>
                <a:lnTo>
                  <a:pt x="19817" y="67348"/>
                </a:lnTo>
                <a:lnTo>
                  <a:pt x="20027" y="56367"/>
                </a:lnTo>
                <a:lnTo>
                  <a:pt x="27224" y="18584"/>
                </a:lnTo>
                <a:lnTo>
                  <a:pt x="49977" y="4964"/>
                </a:lnTo>
                <a:lnTo>
                  <a:pt x="70126" y="4964"/>
                </a:lnTo>
                <a:lnTo>
                  <a:pt x="69617" y="4593"/>
                </a:lnTo>
                <a:lnTo>
                  <a:pt x="58873" y="899"/>
                </a:lnTo>
                <a:lnTo>
                  <a:pt x="49977" y="0"/>
                </a:lnTo>
                <a:close/>
              </a:path>
              <a:path w="99695" h="163829">
                <a:moveTo>
                  <a:pt x="70126" y="4964"/>
                </a:moveTo>
                <a:lnTo>
                  <a:pt x="49977" y="4964"/>
                </a:lnTo>
                <a:lnTo>
                  <a:pt x="56789" y="6027"/>
                </a:lnTo>
                <a:lnTo>
                  <a:pt x="64911" y="10117"/>
                </a:lnTo>
                <a:lnTo>
                  <a:pt x="79804" y="55312"/>
                </a:lnTo>
                <a:lnTo>
                  <a:pt x="80071" y="67348"/>
                </a:lnTo>
                <a:lnTo>
                  <a:pt x="80063" y="92096"/>
                </a:lnTo>
                <a:lnTo>
                  <a:pt x="72907" y="142430"/>
                </a:lnTo>
                <a:lnTo>
                  <a:pt x="49977" y="157934"/>
                </a:lnTo>
                <a:lnTo>
                  <a:pt x="71065" y="157934"/>
                </a:lnTo>
                <a:lnTo>
                  <a:pt x="95450" y="122942"/>
                </a:lnTo>
                <a:lnTo>
                  <a:pt x="99428" y="81944"/>
                </a:lnTo>
                <a:lnTo>
                  <a:pt x="99143" y="67906"/>
                </a:lnTo>
                <a:lnTo>
                  <a:pt x="89999" y="26319"/>
                </a:lnTo>
                <a:lnTo>
                  <a:pt x="80547" y="12569"/>
                </a:lnTo>
                <a:lnTo>
                  <a:pt x="70126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0011681" y="5290549"/>
            <a:ext cx="100330" cy="163830"/>
          </a:xfrm>
          <a:custGeom>
            <a:avLst/>
            <a:gdLst/>
            <a:ahLst/>
            <a:cxnLst/>
            <a:rect l="l" t="t" r="r" b="b"/>
            <a:pathLst>
              <a:path w="100329" h="163829">
                <a:moveTo>
                  <a:pt x="49977" y="0"/>
                </a:moveTo>
                <a:lnTo>
                  <a:pt x="8901" y="28305"/>
                </a:lnTo>
                <a:lnTo>
                  <a:pt x="343" y="67906"/>
                </a:lnTo>
                <a:lnTo>
                  <a:pt x="0" y="81944"/>
                </a:lnTo>
                <a:lnTo>
                  <a:pt x="317" y="95983"/>
                </a:lnTo>
                <a:lnTo>
                  <a:pt x="10879" y="139059"/>
                </a:lnTo>
                <a:lnTo>
                  <a:pt x="49977" y="163397"/>
                </a:lnTo>
                <a:lnTo>
                  <a:pt x="60131" y="162194"/>
                </a:lnTo>
                <a:lnTo>
                  <a:pt x="71065" y="157934"/>
                </a:lnTo>
                <a:lnTo>
                  <a:pt x="49977" y="157934"/>
                </a:lnTo>
                <a:lnTo>
                  <a:pt x="42293" y="156645"/>
                </a:lnTo>
                <a:lnTo>
                  <a:pt x="20809" y="117170"/>
                </a:lnTo>
                <a:lnTo>
                  <a:pt x="19817" y="67348"/>
                </a:lnTo>
                <a:lnTo>
                  <a:pt x="20027" y="56367"/>
                </a:lnTo>
                <a:lnTo>
                  <a:pt x="27196" y="18584"/>
                </a:lnTo>
                <a:lnTo>
                  <a:pt x="49977" y="4964"/>
                </a:lnTo>
                <a:lnTo>
                  <a:pt x="70126" y="4964"/>
                </a:lnTo>
                <a:lnTo>
                  <a:pt x="69617" y="4593"/>
                </a:lnTo>
                <a:lnTo>
                  <a:pt x="58873" y="899"/>
                </a:lnTo>
                <a:lnTo>
                  <a:pt x="49977" y="0"/>
                </a:lnTo>
                <a:close/>
              </a:path>
              <a:path w="100329" h="163829">
                <a:moveTo>
                  <a:pt x="70126" y="4964"/>
                </a:moveTo>
                <a:lnTo>
                  <a:pt x="49977" y="4964"/>
                </a:lnTo>
                <a:lnTo>
                  <a:pt x="56789" y="6027"/>
                </a:lnTo>
                <a:lnTo>
                  <a:pt x="64911" y="10117"/>
                </a:lnTo>
                <a:lnTo>
                  <a:pt x="79804" y="55312"/>
                </a:lnTo>
                <a:lnTo>
                  <a:pt x="80071" y="92096"/>
                </a:lnTo>
                <a:lnTo>
                  <a:pt x="79804" y="104668"/>
                </a:lnTo>
                <a:lnTo>
                  <a:pt x="73129" y="142430"/>
                </a:lnTo>
                <a:lnTo>
                  <a:pt x="49977" y="157934"/>
                </a:lnTo>
                <a:lnTo>
                  <a:pt x="71065" y="157934"/>
                </a:lnTo>
                <a:lnTo>
                  <a:pt x="95522" y="122942"/>
                </a:lnTo>
                <a:lnTo>
                  <a:pt x="99889" y="81944"/>
                </a:lnTo>
                <a:lnTo>
                  <a:pt x="99533" y="67906"/>
                </a:lnTo>
                <a:lnTo>
                  <a:pt x="89999" y="26319"/>
                </a:lnTo>
                <a:lnTo>
                  <a:pt x="80547" y="12569"/>
                </a:lnTo>
                <a:lnTo>
                  <a:pt x="70126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0141768" y="5290549"/>
            <a:ext cx="78740" cy="158115"/>
          </a:xfrm>
          <a:custGeom>
            <a:avLst/>
            <a:gdLst/>
            <a:ahLst/>
            <a:cxnLst/>
            <a:rect l="l" t="t" r="r" b="b"/>
            <a:pathLst>
              <a:path w="78740" h="158114">
                <a:moveTo>
                  <a:pt x="78131" y="150484"/>
                </a:moveTo>
                <a:lnTo>
                  <a:pt x="1450" y="150484"/>
                </a:lnTo>
                <a:lnTo>
                  <a:pt x="1450" y="157934"/>
                </a:lnTo>
                <a:lnTo>
                  <a:pt x="9646" y="157646"/>
                </a:lnTo>
                <a:lnTo>
                  <a:pt x="20192" y="157499"/>
                </a:lnTo>
                <a:lnTo>
                  <a:pt x="78131" y="157499"/>
                </a:lnTo>
                <a:lnTo>
                  <a:pt x="78131" y="150484"/>
                </a:lnTo>
                <a:close/>
              </a:path>
              <a:path w="78740" h="158114">
                <a:moveTo>
                  <a:pt x="78131" y="157499"/>
                </a:moveTo>
                <a:lnTo>
                  <a:pt x="59447" y="157499"/>
                </a:lnTo>
                <a:lnTo>
                  <a:pt x="69942" y="157646"/>
                </a:lnTo>
                <a:lnTo>
                  <a:pt x="78131" y="157934"/>
                </a:lnTo>
                <a:lnTo>
                  <a:pt x="78131" y="157499"/>
                </a:lnTo>
                <a:close/>
              </a:path>
              <a:path w="78740" h="158114">
                <a:moveTo>
                  <a:pt x="48461" y="16390"/>
                </a:moveTo>
                <a:lnTo>
                  <a:pt x="31120" y="16390"/>
                </a:lnTo>
                <a:lnTo>
                  <a:pt x="31120" y="147506"/>
                </a:lnTo>
                <a:lnTo>
                  <a:pt x="30131" y="150484"/>
                </a:lnTo>
                <a:lnTo>
                  <a:pt x="49450" y="150484"/>
                </a:lnTo>
                <a:lnTo>
                  <a:pt x="48461" y="148002"/>
                </a:lnTo>
                <a:lnTo>
                  <a:pt x="48461" y="16390"/>
                </a:lnTo>
                <a:close/>
              </a:path>
              <a:path w="78740" h="158114">
                <a:moveTo>
                  <a:pt x="48461" y="0"/>
                </a:moveTo>
                <a:lnTo>
                  <a:pt x="42988" y="0"/>
                </a:lnTo>
                <a:lnTo>
                  <a:pt x="31348" y="8614"/>
                </a:lnTo>
                <a:lnTo>
                  <a:pt x="19096" y="13038"/>
                </a:lnTo>
                <a:lnTo>
                  <a:pt x="8042" y="14668"/>
                </a:lnTo>
                <a:lnTo>
                  <a:pt x="0" y="14900"/>
                </a:lnTo>
                <a:lnTo>
                  <a:pt x="0" y="22348"/>
                </a:lnTo>
                <a:lnTo>
                  <a:pt x="5214" y="22254"/>
                </a:lnTo>
                <a:lnTo>
                  <a:pt x="12791" y="21603"/>
                </a:lnTo>
                <a:lnTo>
                  <a:pt x="21751" y="19834"/>
                </a:lnTo>
                <a:lnTo>
                  <a:pt x="31120" y="16390"/>
                </a:lnTo>
                <a:lnTo>
                  <a:pt x="48461" y="16390"/>
                </a:lnTo>
                <a:lnTo>
                  <a:pt x="48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383613" y="5393849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9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0304954" y="538913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251" y="0"/>
                </a:lnTo>
              </a:path>
            </a:pathLst>
          </a:custGeom>
          <a:ln w="94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0383613" y="5309918"/>
            <a:ext cx="0" cy="74930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497"/>
                </a:lnTo>
              </a:path>
            </a:pathLst>
          </a:custGeom>
          <a:ln w="9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0537370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77" y="0"/>
                </a:moveTo>
                <a:lnTo>
                  <a:pt x="8439" y="28305"/>
                </a:lnTo>
                <a:lnTo>
                  <a:pt x="270" y="67906"/>
                </a:lnTo>
                <a:lnTo>
                  <a:pt x="0" y="81944"/>
                </a:lnTo>
                <a:lnTo>
                  <a:pt x="309" y="95983"/>
                </a:lnTo>
                <a:lnTo>
                  <a:pt x="10417" y="139059"/>
                </a:lnTo>
                <a:lnTo>
                  <a:pt x="49516" y="163397"/>
                </a:lnTo>
                <a:lnTo>
                  <a:pt x="59892" y="162194"/>
                </a:lnTo>
                <a:lnTo>
                  <a:pt x="70802" y="157934"/>
                </a:lnTo>
                <a:lnTo>
                  <a:pt x="49516" y="157934"/>
                </a:lnTo>
                <a:lnTo>
                  <a:pt x="41840" y="156645"/>
                </a:lnTo>
                <a:lnTo>
                  <a:pt x="20570" y="117170"/>
                </a:lnTo>
                <a:lnTo>
                  <a:pt x="19355" y="67348"/>
                </a:lnTo>
                <a:lnTo>
                  <a:pt x="19565" y="56367"/>
                </a:lnTo>
                <a:lnTo>
                  <a:pt x="26762" y="18584"/>
                </a:lnTo>
                <a:lnTo>
                  <a:pt x="49516" y="4964"/>
                </a:lnTo>
                <a:lnTo>
                  <a:pt x="70160" y="4964"/>
                </a:lnTo>
                <a:lnTo>
                  <a:pt x="69650" y="4593"/>
                </a:lnTo>
                <a:lnTo>
                  <a:pt x="58883" y="899"/>
                </a:lnTo>
                <a:lnTo>
                  <a:pt x="49977" y="0"/>
                </a:lnTo>
                <a:close/>
              </a:path>
              <a:path w="99695" h="163829">
                <a:moveTo>
                  <a:pt x="70160" y="4964"/>
                </a:moveTo>
                <a:lnTo>
                  <a:pt x="49516" y="4964"/>
                </a:lnTo>
                <a:lnTo>
                  <a:pt x="56557" y="6027"/>
                </a:lnTo>
                <a:lnTo>
                  <a:pt x="64705" y="10117"/>
                </a:lnTo>
                <a:lnTo>
                  <a:pt x="79400" y="55312"/>
                </a:lnTo>
                <a:lnTo>
                  <a:pt x="79617" y="67348"/>
                </a:lnTo>
                <a:lnTo>
                  <a:pt x="79609" y="92096"/>
                </a:lnTo>
                <a:lnTo>
                  <a:pt x="72937" y="142430"/>
                </a:lnTo>
                <a:lnTo>
                  <a:pt x="49516" y="157934"/>
                </a:lnTo>
                <a:lnTo>
                  <a:pt x="70802" y="157934"/>
                </a:lnTo>
                <a:lnTo>
                  <a:pt x="95255" y="122942"/>
                </a:lnTo>
                <a:lnTo>
                  <a:pt x="99428" y="81944"/>
                </a:lnTo>
                <a:lnTo>
                  <a:pt x="99144" y="67906"/>
                </a:lnTo>
                <a:lnTo>
                  <a:pt x="90065" y="26319"/>
                </a:lnTo>
                <a:lnTo>
                  <a:pt x="80602" y="12569"/>
                </a:lnTo>
                <a:lnTo>
                  <a:pt x="70160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0666996" y="5423154"/>
            <a:ext cx="24765" cy="25400"/>
          </a:xfrm>
          <a:custGeom>
            <a:avLst/>
            <a:gdLst/>
            <a:ahLst/>
            <a:cxnLst/>
            <a:rect l="l" t="t" r="r" b="b"/>
            <a:pathLst>
              <a:path w="24765" h="25400">
                <a:moveTo>
                  <a:pt x="19252" y="0"/>
                </a:moveTo>
                <a:lnTo>
                  <a:pt x="5406" y="0"/>
                </a:lnTo>
                <a:lnTo>
                  <a:pt x="0" y="5957"/>
                </a:lnTo>
                <a:lnTo>
                  <a:pt x="0" y="19865"/>
                </a:lnTo>
                <a:lnTo>
                  <a:pt x="5406" y="25328"/>
                </a:lnTo>
                <a:lnTo>
                  <a:pt x="19252" y="25328"/>
                </a:lnTo>
                <a:lnTo>
                  <a:pt x="24725" y="19865"/>
                </a:lnTo>
                <a:lnTo>
                  <a:pt x="24725" y="5957"/>
                </a:lnTo>
                <a:lnTo>
                  <a:pt x="19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0721392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911" y="0"/>
                </a:moveTo>
                <a:lnTo>
                  <a:pt x="8901" y="28305"/>
                </a:lnTo>
                <a:lnTo>
                  <a:pt x="278" y="67906"/>
                </a:lnTo>
                <a:lnTo>
                  <a:pt x="0" y="81944"/>
                </a:lnTo>
                <a:lnTo>
                  <a:pt x="308" y="95983"/>
                </a:lnTo>
                <a:lnTo>
                  <a:pt x="10351" y="139059"/>
                </a:lnTo>
                <a:lnTo>
                  <a:pt x="49450" y="163397"/>
                </a:lnTo>
                <a:lnTo>
                  <a:pt x="59827" y="162194"/>
                </a:lnTo>
                <a:lnTo>
                  <a:pt x="70744" y="157934"/>
                </a:lnTo>
                <a:lnTo>
                  <a:pt x="49450" y="157934"/>
                </a:lnTo>
                <a:lnTo>
                  <a:pt x="41996" y="156645"/>
                </a:lnTo>
                <a:lnTo>
                  <a:pt x="20809" y="117170"/>
                </a:lnTo>
                <a:lnTo>
                  <a:pt x="19807" y="67348"/>
                </a:lnTo>
                <a:lnTo>
                  <a:pt x="19961" y="56367"/>
                </a:lnTo>
                <a:lnTo>
                  <a:pt x="26891" y="18584"/>
                </a:lnTo>
                <a:lnTo>
                  <a:pt x="49450" y="4964"/>
                </a:lnTo>
                <a:lnTo>
                  <a:pt x="70094" y="4964"/>
                </a:lnTo>
                <a:lnTo>
                  <a:pt x="69584" y="4593"/>
                </a:lnTo>
                <a:lnTo>
                  <a:pt x="58818" y="899"/>
                </a:lnTo>
                <a:lnTo>
                  <a:pt x="49911" y="0"/>
                </a:lnTo>
                <a:close/>
              </a:path>
              <a:path w="99695" h="163829">
                <a:moveTo>
                  <a:pt x="70094" y="4964"/>
                </a:moveTo>
                <a:lnTo>
                  <a:pt x="49450" y="4964"/>
                </a:lnTo>
                <a:lnTo>
                  <a:pt x="56567" y="6027"/>
                </a:lnTo>
                <a:lnTo>
                  <a:pt x="64845" y="10117"/>
                </a:lnTo>
                <a:lnTo>
                  <a:pt x="79342" y="55312"/>
                </a:lnTo>
                <a:lnTo>
                  <a:pt x="79552" y="67348"/>
                </a:lnTo>
                <a:lnTo>
                  <a:pt x="79543" y="92096"/>
                </a:lnTo>
                <a:lnTo>
                  <a:pt x="72899" y="142430"/>
                </a:lnTo>
                <a:lnTo>
                  <a:pt x="49450" y="157934"/>
                </a:lnTo>
                <a:lnTo>
                  <a:pt x="70744" y="157934"/>
                </a:lnTo>
                <a:lnTo>
                  <a:pt x="95255" y="122942"/>
                </a:lnTo>
                <a:lnTo>
                  <a:pt x="99428" y="81944"/>
                </a:lnTo>
                <a:lnTo>
                  <a:pt x="99143" y="67906"/>
                </a:lnTo>
                <a:lnTo>
                  <a:pt x="89999" y="26319"/>
                </a:lnTo>
                <a:lnTo>
                  <a:pt x="80537" y="12569"/>
                </a:lnTo>
                <a:lnTo>
                  <a:pt x="70094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0851479" y="5290549"/>
            <a:ext cx="78740" cy="158115"/>
          </a:xfrm>
          <a:custGeom>
            <a:avLst/>
            <a:gdLst/>
            <a:ahLst/>
            <a:cxnLst/>
            <a:rect l="l" t="t" r="r" b="b"/>
            <a:pathLst>
              <a:path w="78740" h="158114">
                <a:moveTo>
                  <a:pt x="78131" y="150484"/>
                </a:moveTo>
                <a:lnTo>
                  <a:pt x="1450" y="150484"/>
                </a:lnTo>
                <a:lnTo>
                  <a:pt x="1450" y="157934"/>
                </a:lnTo>
                <a:lnTo>
                  <a:pt x="9639" y="157646"/>
                </a:lnTo>
                <a:lnTo>
                  <a:pt x="20134" y="157499"/>
                </a:lnTo>
                <a:lnTo>
                  <a:pt x="78131" y="157499"/>
                </a:lnTo>
                <a:lnTo>
                  <a:pt x="78131" y="150484"/>
                </a:lnTo>
                <a:close/>
              </a:path>
              <a:path w="78740" h="158114">
                <a:moveTo>
                  <a:pt x="78131" y="157499"/>
                </a:moveTo>
                <a:lnTo>
                  <a:pt x="59192" y="157499"/>
                </a:lnTo>
                <a:lnTo>
                  <a:pt x="69860" y="157646"/>
                </a:lnTo>
                <a:lnTo>
                  <a:pt x="78131" y="157934"/>
                </a:lnTo>
                <a:lnTo>
                  <a:pt x="78131" y="157499"/>
                </a:lnTo>
                <a:close/>
              </a:path>
              <a:path w="78740" h="158114">
                <a:moveTo>
                  <a:pt x="48461" y="16390"/>
                </a:moveTo>
                <a:lnTo>
                  <a:pt x="31120" y="16390"/>
                </a:lnTo>
                <a:lnTo>
                  <a:pt x="31120" y="147506"/>
                </a:lnTo>
                <a:lnTo>
                  <a:pt x="30131" y="150484"/>
                </a:lnTo>
                <a:lnTo>
                  <a:pt x="48922" y="150484"/>
                </a:lnTo>
                <a:lnTo>
                  <a:pt x="48461" y="148002"/>
                </a:lnTo>
                <a:lnTo>
                  <a:pt x="48461" y="16390"/>
                </a:lnTo>
                <a:close/>
              </a:path>
              <a:path w="78740" h="158114">
                <a:moveTo>
                  <a:pt x="48461" y="0"/>
                </a:moveTo>
                <a:lnTo>
                  <a:pt x="42988" y="0"/>
                </a:lnTo>
                <a:lnTo>
                  <a:pt x="31051" y="8614"/>
                </a:lnTo>
                <a:lnTo>
                  <a:pt x="18700" y="13038"/>
                </a:lnTo>
                <a:lnTo>
                  <a:pt x="7746" y="14668"/>
                </a:lnTo>
                <a:lnTo>
                  <a:pt x="0" y="14900"/>
                </a:lnTo>
                <a:lnTo>
                  <a:pt x="0" y="22348"/>
                </a:lnTo>
                <a:lnTo>
                  <a:pt x="5214" y="22254"/>
                </a:lnTo>
                <a:lnTo>
                  <a:pt x="12791" y="21603"/>
                </a:lnTo>
                <a:lnTo>
                  <a:pt x="21751" y="19834"/>
                </a:lnTo>
                <a:lnTo>
                  <a:pt x="31120" y="16390"/>
                </a:lnTo>
                <a:lnTo>
                  <a:pt x="48461" y="16390"/>
                </a:lnTo>
                <a:lnTo>
                  <a:pt x="48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1035896" y="5331769"/>
            <a:ext cx="114300" cy="114935"/>
          </a:xfrm>
          <a:custGeom>
            <a:avLst/>
            <a:gdLst/>
            <a:ahLst/>
            <a:cxnLst/>
            <a:rect l="l" t="t" r="r" b="b"/>
            <a:pathLst>
              <a:path w="114300" h="114935">
                <a:moveTo>
                  <a:pt x="6461" y="0"/>
                </a:moveTo>
                <a:lnTo>
                  <a:pt x="2505" y="0"/>
                </a:lnTo>
                <a:lnTo>
                  <a:pt x="0" y="2482"/>
                </a:lnTo>
                <a:lnTo>
                  <a:pt x="0" y="6454"/>
                </a:lnTo>
                <a:lnTo>
                  <a:pt x="527" y="6950"/>
                </a:lnTo>
                <a:lnTo>
                  <a:pt x="2967" y="9439"/>
                </a:lnTo>
                <a:lnTo>
                  <a:pt x="50505" y="57114"/>
                </a:lnTo>
                <a:lnTo>
                  <a:pt x="527" y="107774"/>
                </a:lnTo>
                <a:lnTo>
                  <a:pt x="0" y="108271"/>
                </a:lnTo>
                <a:lnTo>
                  <a:pt x="0" y="112243"/>
                </a:lnTo>
                <a:lnTo>
                  <a:pt x="2505" y="114726"/>
                </a:lnTo>
                <a:lnTo>
                  <a:pt x="6461" y="114726"/>
                </a:lnTo>
                <a:lnTo>
                  <a:pt x="6923" y="114229"/>
                </a:lnTo>
                <a:lnTo>
                  <a:pt x="56900" y="64065"/>
                </a:lnTo>
                <a:lnTo>
                  <a:pt x="70628" y="64065"/>
                </a:lnTo>
                <a:lnTo>
                  <a:pt x="63823" y="57114"/>
                </a:lnTo>
                <a:lnTo>
                  <a:pt x="70324" y="50660"/>
                </a:lnTo>
                <a:lnTo>
                  <a:pt x="57428" y="50660"/>
                </a:lnTo>
                <a:lnTo>
                  <a:pt x="9890" y="3475"/>
                </a:lnTo>
                <a:lnTo>
                  <a:pt x="6923" y="496"/>
                </a:lnTo>
                <a:lnTo>
                  <a:pt x="6461" y="0"/>
                </a:lnTo>
                <a:close/>
              </a:path>
              <a:path w="114300" h="114935">
                <a:moveTo>
                  <a:pt x="70628" y="64065"/>
                </a:moveTo>
                <a:lnTo>
                  <a:pt x="56900" y="64065"/>
                </a:lnTo>
                <a:lnTo>
                  <a:pt x="105889" y="113236"/>
                </a:lnTo>
                <a:lnTo>
                  <a:pt x="106351" y="113236"/>
                </a:lnTo>
                <a:lnTo>
                  <a:pt x="107867" y="114726"/>
                </a:lnTo>
                <a:lnTo>
                  <a:pt x="112285" y="114726"/>
                </a:lnTo>
                <a:lnTo>
                  <a:pt x="114263" y="112243"/>
                </a:lnTo>
                <a:lnTo>
                  <a:pt x="114263" y="108271"/>
                </a:lnTo>
                <a:lnTo>
                  <a:pt x="113274" y="107278"/>
                </a:lnTo>
                <a:lnTo>
                  <a:pt x="107216" y="100977"/>
                </a:lnTo>
                <a:lnTo>
                  <a:pt x="76557" y="70121"/>
                </a:lnTo>
                <a:lnTo>
                  <a:pt x="70628" y="64065"/>
                </a:lnTo>
                <a:close/>
              </a:path>
              <a:path w="114300" h="114935">
                <a:moveTo>
                  <a:pt x="112285" y="0"/>
                </a:moveTo>
                <a:lnTo>
                  <a:pt x="107340" y="0"/>
                </a:lnTo>
                <a:lnTo>
                  <a:pt x="106878" y="992"/>
                </a:lnTo>
                <a:lnTo>
                  <a:pt x="103911" y="3475"/>
                </a:lnTo>
                <a:lnTo>
                  <a:pt x="57428" y="50660"/>
                </a:lnTo>
                <a:lnTo>
                  <a:pt x="70324" y="50660"/>
                </a:lnTo>
                <a:lnTo>
                  <a:pt x="107340" y="13907"/>
                </a:lnTo>
                <a:lnTo>
                  <a:pt x="108329" y="12418"/>
                </a:lnTo>
                <a:lnTo>
                  <a:pt x="111823" y="9439"/>
                </a:lnTo>
                <a:lnTo>
                  <a:pt x="112812" y="7950"/>
                </a:lnTo>
                <a:lnTo>
                  <a:pt x="113274" y="7447"/>
                </a:lnTo>
                <a:lnTo>
                  <a:pt x="114263" y="6454"/>
                </a:lnTo>
                <a:lnTo>
                  <a:pt x="114263" y="2482"/>
                </a:lnTo>
                <a:lnTo>
                  <a:pt x="112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1247081" y="5290549"/>
            <a:ext cx="99695" cy="163830"/>
          </a:xfrm>
          <a:custGeom>
            <a:avLst/>
            <a:gdLst/>
            <a:ahLst/>
            <a:cxnLst/>
            <a:rect l="l" t="t" r="r" b="b"/>
            <a:pathLst>
              <a:path w="99695" h="163829">
                <a:moveTo>
                  <a:pt x="49450" y="0"/>
                </a:moveTo>
                <a:lnTo>
                  <a:pt x="8439" y="28305"/>
                </a:lnTo>
                <a:lnTo>
                  <a:pt x="270" y="67906"/>
                </a:lnTo>
                <a:lnTo>
                  <a:pt x="0" y="81944"/>
                </a:lnTo>
                <a:lnTo>
                  <a:pt x="309" y="95983"/>
                </a:lnTo>
                <a:lnTo>
                  <a:pt x="10417" y="139059"/>
                </a:lnTo>
                <a:lnTo>
                  <a:pt x="49450" y="163397"/>
                </a:lnTo>
                <a:lnTo>
                  <a:pt x="59864" y="162194"/>
                </a:lnTo>
                <a:lnTo>
                  <a:pt x="70793" y="157934"/>
                </a:lnTo>
                <a:lnTo>
                  <a:pt x="49450" y="157934"/>
                </a:lnTo>
                <a:lnTo>
                  <a:pt x="41812" y="156645"/>
                </a:lnTo>
                <a:lnTo>
                  <a:pt x="20570" y="117170"/>
                </a:lnTo>
                <a:lnTo>
                  <a:pt x="19355" y="67348"/>
                </a:lnTo>
                <a:lnTo>
                  <a:pt x="19565" y="56367"/>
                </a:lnTo>
                <a:lnTo>
                  <a:pt x="26724" y="18584"/>
                </a:lnTo>
                <a:lnTo>
                  <a:pt x="49450" y="4964"/>
                </a:lnTo>
                <a:lnTo>
                  <a:pt x="70097" y="4964"/>
                </a:lnTo>
                <a:lnTo>
                  <a:pt x="69584" y="4593"/>
                </a:lnTo>
                <a:lnTo>
                  <a:pt x="58661" y="899"/>
                </a:lnTo>
                <a:lnTo>
                  <a:pt x="49450" y="0"/>
                </a:lnTo>
                <a:close/>
              </a:path>
              <a:path w="99695" h="163829">
                <a:moveTo>
                  <a:pt x="70097" y="4964"/>
                </a:moveTo>
                <a:lnTo>
                  <a:pt x="49450" y="4964"/>
                </a:lnTo>
                <a:lnTo>
                  <a:pt x="56522" y="6027"/>
                </a:lnTo>
                <a:lnTo>
                  <a:pt x="64639" y="10117"/>
                </a:lnTo>
                <a:lnTo>
                  <a:pt x="79342" y="55312"/>
                </a:lnTo>
                <a:lnTo>
                  <a:pt x="79609" y="92096"/>
                </a:lnTo>
                <a:lnTo>
                  <a:pt x="79342" y="104668"/>
                </a:lnTo>
                <a:lnTo>
                  <a:pt x="72861" y="142430"/>
                </a:lnTo>
                <a:lnTo>
                  <a:pt x="49450" y="157934"/>
                </a:lnTo>
                <a:lnTo>
                  <a:pt x="70793" y="157934"/>
                </a:lnTo>
                <a:lnTo>
                  <a:pt x="95060" y="122942"/>
                </a:lnTo>
                <a:lnTo>
                  <a:pt x="99428" y="81944"/>
                </a:lnTo>
                <a:lnTo>
                  <a:pt x="99080" y="67906"/>
                </a:lnTo>
                <a:lnTo>
                  <a:pt x="90065" y="26319"/>
                </a:lnTo>
                <a:lnTo>
                  <a:pt x="80594" y="12569"/>
                </a:lnTo>
                <a:lnTo>
                  <a:pt x="70097" y="4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1376180" y="5423154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318" y="0"/>
                </a:moveTo>
                <a:lnTo>
                  <a:pt x="5934" y="0"/>
                </a:lnTo>
                <a:lnTo>
                  <a:pt x="0" y="5957"/>
                </a:lnTo>
                <a:lnTo>
                  <a:pt x="0" y="19865"/>
                </a:lnTo>
                <a:lnTo>
                  <a:pt x="5934" y="25328"/>
                </a:lnTo>
                <a:lnTo>
                  <a:pt x="19318" y="25328"/>
                </a:lnTo>
                <a:lnTo>
                  <a:pt x="25252" y="19865"/>
                </a:lnTo>
                <a:lnTo>
                  <a:pt x="25252" y="5957"/>
                </a:lnTo>
                <a:lnTo>
                  <a:pt x="19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1431564" y="5290549"/>
            <a:ext cx="98425" cy="163830"/>
          </a:xfrm>
          <a:custGeom>
            <a:avLst/>
            <a:gdLst/>
            <a:ahLst/>
            <a:cxnLst/>
            <a:rect l="l" t="t" r="r" b="b"/>
            <a:pathLst>
              <a:path w="98425" h="163829">
                <a:moveTo>
                  <a:pt x="21758" y="126151"/>
                </a:moveTo>
                <a:lnTo>
                  <a:pt x="12857" y="126151"/>
                </a:lnTo>
                <a:lnTo>
                  <a:pt x="5934" y="128136"/>
                </a:lnTo>
                <a:lnTo>
                  <a:pt x="5934" y="137570"/>
                </a:lnTo>
                <a:lnTo>
                  <a:pt x="8252" y="148310"/>
                </a:lnTo>
                <a:lnTo>
                  <a:pt x="14835" y="156444"/>
                </a:lnTo>
                <a:lnTo>
                  <a:pt x="25126" y="161596"/>
                </a:lnTo>
                <a:lnTo>
                  <a:pt x="38571" y="163397"/>
                </a:lnTo>
                <a:lnTo>
                  <a:pt x="60777" y="157554"/>
                </a:lnTo>
                <a:lnTo>
                  <a:pt x="62038" y="156444"/>
                </a:lnTo>
                <a:lnTo>
                  <a:pt x="34610" y="156443"/>
                </a:lnTo>
                <a:lnTo>
                  <a:pt x="21758" y="155947"/>
                </a:lnTo>
                <a:lnTo>
                  <a:pt x="15362" y="148002"/>
                </a:lnTo>
                <a:lnTo>
                  <a:pt x="25714" y="148002"/>
                </a:lnTo>
                <a:lnTo>
                  <a:pt x="27692" y="141045"/>
                </a:lnTo>
                <a:lnTo>
                  <a:pt x="27692" y="129626"/>
                </a:lnTo>
                <a:lnTo>
                  <a:pt x="21758" y="126151"/>
                </a:lnTo>
                <a:close/>
              </a:path>
              <a:path w="98425" h="163829">
                <a:moveTo>
                  <a:pt x="97555" y="82441"/>
                </a:moveTo>
                <a:lnTo>
                  <a:pt x="76680" y="82441"/>
                </a:lnTo>
                <a:lnTo>
                  <a:pt x="76680" y="89895"/>
                </a:lnTo>
                <a:lnTo>
                  <a:pt x="72673" y="123760"/>
                </a:lnTo>
                <a:lnTo>
                  <a:pt x="62818" y="144028"/>
                </a:lnTo>
                <a:lnTo>
                  <a:pt x="50367" y="153868"/>
                </a:lnTo>
                <a:lnTo>
                  <a:pt x="38571" y="156444"/>
                </a:lnTo>
                <a:lnTo>
                  <a:pt x="62038" y="156443"/>
                </a:lnTo>
                <a:lnTo>
                  <a:pt x="79738" y="140861"/>
                </a:lnTo>
                <a:lnTo>
                  <a:pt x="92951" y="114578"/>
                </a:lnTo>
                <a:lnTo>
                  <a:pt x="97555" y="82441"/>
                </a:lnTo>
                <a:close/>
              </a:path>
              <a:path w="98425" h="163829">
                <a:moveTo>
                  <a:pt x="49977" y="0"/>
                </a:moveTo>
                <a:lnTo>
                  <a:pt x="8789" y="22760"/>
                </a:lnTo>
                <a:lnTo>
                  <a:pt x="0" y="53142"/>
                </a:lnTo>
                <a:lnTo>
                  <a:pt x="3662" y="74016"/>
                </a:lnTo>
                <a:lnTo>
                  <a:pt x="13722" y="90887"/>
                </a:lnTo>
                <a:lnTo>
                  <a:pt x="28789" y="102171"/>
                </a:lnTo>
                <a:lnTo>
                  <a:pt x="47472" y="106285"/>
                </a:lnTo>
                <a:lnTo>
                  <a:pt x="57330" y="104515"/>
                </a:lnTo>
                <a:lnTo>
                  <a:pt x="63386" y="100817"/>
                </a:lnTo>
                <a:lnTo>
                  <a:pt x="47472" y="100817"/>
                </a:lnTo>
                <a:lnTo>
                  <a:pt x="43377" y="100584"/>
                </a:lnTo>
                <a:lnTo>
                  <a:pt x="21365" y="62243"/>
                </a:lnTo>
                <a:lnTo>
                  <a:pt x="21332" y="58107"/>
                </a:lnTo>
                <a:lnTo>
                  <a:pt x="21373" y="44255"/>
                </a:lnTo>
                <a:lnTo>
                  <a:pt x="37343" y="8937"/>
                </a:lnTo>
                <a:lnTo>
                  <a:pt x="49977" y="5957"/>
                </a:lnTo>
                <a:lnTo>
                  <a:pt x="69304" y="5957"/>
                </a:lnTo>
                <a:lnTo>
                  <a:pt x="66229" y="3484"/>
                </a:lnTo>
                <a:lnTo>
                  <a:pt x="49977" y="0"/>
                </a:lnTo>
                <a:close/>
              </a:path>
              <a:path w="98425" h="163829">
                <a:moveTo>
                  <a:pt x="69304" y="5957"/>
                </a:moveTo>
                <a:lnTo>
                  <a:pt x="49977" y="5957"/>
                </a:lnTo>
                <a:lnTo>
                  <a:pt x="57565" y="7362"/>
                </a:lnTo>
                <a:lnTo>
                  <a:pt x="63947" y="11236"/>
                </a:lnTo>
                <a:lnTo>
                  <a:pt x="75960" y="49337"/>
                </a:lnTo>
                <a:lnTo>
                  <a:pt x="76153" y="58107"/>
                </a:lnTo>
                <a:lnTo>
                  <a:pt x="74592" y="72952"/>
                </a:lnTo>
                <a:lnTo>
                  <a:pt x="69601" y="86725"/>
                </a:lnTo>
                <a:lnTo>
                  <a:pt x="60715" y="96867"/>
                </a:lnTo>
                <a:lnTo>
                  <a:pt x="47472" y="100817"/>
                </a:lnTo>
                <a:lnTo>
                  <a:pt x="63386" y="100817"/>
                </a:lnTo>
                <a:lnTo>
                  <a:pt x="65414" y="99578"/>
                </a:lnTo>
                <a:lnTo>
                  <a:pt x="71829" y="92034"/>
                </a:lnTo>
                <a:lnTo>
                  <a:pt x="76680" y="82441"/>
                </a:lnTo>
                <a:lnTo>
                  <a:pt x="97555" y="82441"/>
                </a:lnTo>
                <a:lnTo>
                  <a:pt x="97911" y="79959"/>
                </a:lnTo>
                <a:lnTo>
                  <a:pt x="93342" y="40437"/>
                </a:lnTo>
                <a:lnTo>
                  <a:pt x="81733" y="15955"/>
                </a:lnTo>
                <a:lnTo>
                  <a:pt x="69304" y="5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1549783" y="5290549"/>
            <a:ext cx="98425" cy="163830"/>
          </a:xfrm>
          <a:custGeom>
            <a:avLst/>
            <a:gdLst/>
            <a:ahLst/>
            <a:cxnLst/>
            <a:rect l="l" t="t" r="r" b="b"/>
            <a:pathLst>
              <a:path w="98425" h="163829">
                <a:moveTo>
                  <a:pt x="22285" y="126151"/>
                </a:moveTo>
                <a:lnTo>
                  <a:pt x="12857" y="126151"/>
                </a:lnTo>
                <a:lnTo>
                  <a:pt x="5934" y="128136"/>
                </a:lnTo>
                <a:lnTo>
                  <a:pt x="5934" y="137570"/>
                </a:lnTo>
                <a:lnTo>
                  <a:pt x="8252" y="148310"/>
                </a:lnTo>
                <a:lnTo>
                  <a:pt x="14835" y="156444"/>
                </a:lnTo>
                <a:lnTo>
                  <a:pt x="25126" y="161596"/>
                </a:lnTo>
                <a:lnTo>
                  <a:pt x="38571" y="163397"/>
                </a:lnTo>
                <a:lnTo>
                  <a:pt x="60777" y="157554"/>
                </a:lnTo>
                <a:lnTo>
                  <a:pt x="62038" y="156444"/>
                </a:lnTo>
                <a:lnTo>
                  <a:pt x="34610" y="156443"/>
                </a:lnTo>
                <a:lnTo>
                  <a:pt x="21758" y="155947"/>
                </a:lnTo>
                <a:lnTo>
                  <a:pt x="15362" y="148002"/>
                </a:lnTo>
                <a:lnTo>
                  <a:pt x="25714" y="148002"/>
                </a:lnTo>
                <a:lnTo>
                  <a:pt x="27692" y="141045"/>
                </a:lnTo>
                <a:lnTo>
                  <a:pt x="27692" y="129626"/>
                </a:lnTo>
                <a:lnTo>
                  <a:pt x="22285" y="126151"/>
                </a:lnTo>
                <a:close/>
              </a:path>
              <a:path w="98425" h="163829">
                <a:moveTo>
                  <a:pt x="97555" y="82441"/>
                </a:moveTo>
                <a:lnTo>
                  <a:pt x="76680" y="82441"/>
                </a:lnTo>
                <a:lnTo>
                  <a:pt x="76680" y="89895"/>
                </a:lnTo>
                <a:lnTo>
                  <a:pt x="72673" y="123760"/>
                </a:lnTo>
                <a:lnTo>
                  <a:pt x="62818" y="144028"/>
                </a:lnTo>
                <a:lnTo>
                  <a:pt x="50367" y="153868"/>
                </a:lnTo>
                <a:lnTo>
                  <a:pt x="38571" y="156444"/>
                </a:lnTo>
                <a:lnTo>
                  <a:pt x="62038" y="156443"/>
                </a:lnTo>
                <a:lnTo>
                  <a:pt x="79738" y="140861"/>
                </a:lnTo>
                <a:lnTo>
                  <a:pt x="92951" y="114578"/>
                </a:lnTo>
                <a:lnTo>
                  <a:pt x="97555" y="82441"/>
                </a:lnTo>
                <a:close/>
              </a:path>
              <a:path w="98425" h="163829">
                <a:moveTo>
                  <a:pt x="49977" y="0"/>
                </a:moveTo>
                <a:lnTo>
                  <a:pt x="8789" y="22760"/>
                </a:lnTo>
                <a:lnTo>
                  <a:pt x="0" y="53142"/>
                </a:lnTo>
                <a:lnTo>
                  <a:pt x="3662" y="74016"/>
                </a:lnTo>
                <a:lnTo>
                  <a:pt x="13722" y="90887"/>
                </a:lnTo>
                <a:lnTo>
                  <a:pt x="28789" y="102171"/>
                </a:lnTo>
                <a:lnTo>
                  <a:pt x="47472" y="106285"/>
                </a:lnTo>
                <a:lnTo>
                  <a:pt x="57330" y="104515"/>
                </a:lnTo>
                <a:lnTo>
                  <a:pt x="63386" y="100817"/>
                </a:lnTo>
                <a:lnTo>
                  <a:pt x="47472" y="100817"/>
                </a:lnTo>
                <a:lnTo>
                  <a:pt x="43673" y="100584"/>
                </a:lnTo>
                <a:lnTo>
                  <a:pt x="21365" y="62243"/>
                </a:lnTo>
                <a:lnTo>
                  <a:pt x="21332" y="58107"/>
                </a:lnTo>
                <a:lnTo>
                  <a:pt x="21373" y="44255"/>
                </a:lnTo>
                <a:lnTo>
                  <a:pt x="37343" y="8937"/>
                </a:lnTo>
                <a:lnTo>
                  <a:pt x="49977" y="5957"/>
                </a:lnTo>
                <a:lnTo>
                  <a:pt x="69304" y="5957"/>
                </a:lnTo>
                <a:lnTo>
                  <a:pt x="66229" y="3484"/>
                </a:lnTo>
                <a:lnTo>
                  <a:pt x="49977" y="0"/>
                </a:lnTo>
                <a:close/>
              </a:path>
              <a:path w="98425" h="163829">
                <a:moveTo>
                  <a:pt x="69304" y="5957"/>
                </a:moveTo>
                <a:lnTo>
                  <a:pt x="49977" y="5957"/>
                </a:lnTo>
                <a:lnTo>
                  <a:pt x="57565" y="7362"/>
                </a:lnTo>
                <a:lnTo>
                  <a:pt x="63947" y="11236"/>
                </a:lnTo>
                <a:lnTo>
                  <a:pt x="76034" y="49337"/>
                </a:lnTo>
                <a:lnTo>
                  <a:pt x="76153" y="58107"/>
                </a:lnTo>
                <a:lnTo>
                  <a:pt x="74592" y="72952"/>
                </a:lnTo>
                <a:lnTo>
                  <a:pt x="69601" y="86725"/>
                </a:lnTo>
                <a:lnTo>
                  <a:pt x="60715" y="96867"/>
                </a:lnTo>
                <a:lnTo>
                  <a:pt x="47472" y="100817"/>
                </a:lnTo>
                <a:lnTo>
                  <a:pt x="63386" y="100817"/>
                </a:lnTo>
                <a:lnTo>
                  <a:pt x="65414" y="99578"/>
                </a:lnTo>
                <a:lnTo>
                  <a:pt x="71829" y="92034"/>
                </a:lnTo>
                <a:lnTo>
                  <a:pt x="76680" y="82441"/>
                </a:lnTo>
                <a:lnTo>
                  <a:pt x="97555" y="82441"/>
                </a:lnTo>
                <a:lnTo>
                  <a:pt x="97911" y="79959"/>
                </a:lnTo>
                <a:lnTo>
                  <a:pt x="93342" y="40437"/>
                </a:lnTo>
                <a:lnTo>
                  <a:pt x="81733" y="15955"/>
                </a:lnTo>
                <a:lnTo>
                  <a:pt x="69304" y="5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1668002" y="5290549"/>
            <a:ext cx="98425" cy="163830"/>
          </a:xfrm>
          <a:custGeom>
            <a:avLst/>
            <a:gdLst/>
            <a:ahLst/>
            <a:cxnLst/>
            <a:rect l="l" t="t" r="r" b="b"/>
            <a:pathLst>
              <a:path w="98425" h="163829">
                <a:moveTo>
                  <a:pt x="22219" y="126151"/>
                </a:moveTo>
                <a:lnTo>
                  <a:pt x="12857" y="126151"/>
                </a:lnTo>
                <a:lnTo>
                  <a:pt x="5934" y="128136"/>
                </a:lnTo>
                <a:lnTo>
                  <a:pt x="5934" y="137570"/>
                </a:lnTo>
                <a:lnTo>
                  <a:pt x="8259" y="148310"/>
                </a:lnTo>
                <a:lnTo>
                  <a:pt x="14893" y="156444"/>
                </a:lnTo>
                <a:lnTo>
                  <a:pt x="25321" y="161596"/>
                </a:lnTo>
                <a:lnTo>
                  <a:pt x="39032" y="163397"/>
                </a:lnTo>
                <a:lnTo>
                  <a:pt x="61044" y="157554"/>
                </a:lnTo>
                <a:lnTo>
                  <a:pt x="62306" y="156444"/>
                </a:lnTo>
                <a:lnTo>
                  <a:pt x="34610" y="156443"/>
                </a:lnTo>
                <a:lnTo>
                  <a:pt x="21758" y="155947"/>
                </a:lnTo>
                <a:lnTo>
                  <a:pt x="15296" y="148002"/>
                </a:lnTo>
                <a:lnTo>
                  <a:pt x="25714" y="148002"/>
                </a:lnTo>
                <a:lnTo>
                  <a:pt x="27692" y="141045"/>
                </a:lnTo>
                <a:lnTo>
                  <a:pt x="27692" y="129626"/>
                </a:lnTo>
                <a:lnTo>
                  <a:pt x="22219" y="126151"/>
                </a:lnTo>
                <a:close/>
              </a:path>
              <a:path w="98425" h="163829">
                <a:moveTo>
                  <a:pt x="98012" y="82441"/>
                </a:moveTo>
                <a:lnTo>
                  <a:pt x="77142" y="82441"/>
                </a:lnTo>
                <a:lnTo>
                  <a:pt x="77142" y="89895"/>
                </a:lnTo>
                <a:lnTo>
                  <a:pt x="73062" y="123760"/>
                </a:lnTo>
                <a:lnTo>
                  <a:pt x="63049" y="144028"/>
                </a:lnTo>
                <a:lnTo>
                  <a:pt x="50439" y="153868"/>
                </a:lnTo>
                <a:lnTo>
                  <a:pt x="38571" y="156444"/>
                </a:lnTo>
                <a:lnTo>
                  <a:pt x="62306" y="156443"/>
                </a:lnTo>
                <a:lnTo>
                  <a:pt x="80027" y="140861"/>
                </a:lnTo>
                <a:lnTo>
                  <a:pt x="93347" y="114578"/>
                </a:lnTo>
                <a:lnTo>
                  <a:pt x="98012" y="82441"/>
                </a:lnTo>
                <a:close/>
              </a:path>
              <a:path w="98425" h="163829">
                <a:moveTo>
                  <a:pt x="49911" y="0"/>
                </a:moveTo>
                <a:lnTo>
                  <a:pt x="8734" y="22760"/>
                </a:lnTo>
                <a:lnTo>
                  <a:pt x="0" y="53142"/>
                </a:lnTo>
                <a:lnTo>
                  <a:pt x="3662" y="74016"/>
                </a:lnTo>
                <a:lnTo>
                  <a:pt x="13722" y="90887"/>
                </a:lnTo>
                <a:lnTo>
                  <a:pt x="28789" y="102171"/>
                </a:lnTo>
                <a:lnTo>
                  <a:pt x="47472" y="106285"/>
                </a:lnTo>
                <a:lnTo>
                  <a:pt x="57374" y="104515"/>
                </a:lnTo>
                <a:lnTo>
                  <a:pt x="63551" y="100817"/>
                </a:lnTo>
                <a:lnTo>
                  <a:pt x="47472" y="100817"/>
                </a:lnTo>
                <a:lnTo>
                  <a:pt x="43636" y="100584"/>
                </a:lnTo>
                <a:lnTo>
                  <a:pt x="21300" y="62243"/>
                </a:lnTo>
                <a:lnTo>
                  <a:pt x="21267" y="58107"/>
                </a:lnTo>
                <a:lnTo>
                  <a:pt x="21307" y="44255"/>
                </a:lnTo>
                <a:lnTo>
                  <a:pt x="37326" y="8937"/>
                </a:lnTo>
                <a:lnTo>
                  <a:pt x="49911" y="5957"/>
                </a:lnTo>
                <a:lnTo>
                  <a:pt x="69574" y="5957"/>
                </a:lnTo>
                <a:lnTo>
                  <a:pt x="66468" y="3484"/>
                </a:lnTo>
                <a:lnTo>
                  <a:pt x="49911" y="0"/>
                </a:lnTo>
                <a:close/>
              </a:path>
              <a:path w="98425" h="163829">
                <a:moveTo>
                  <a:pt x="69574" y="5957"/>
                </a:moveTo>
                <a:lnTo>
                  <a:pt x="49911" y="5957"/>
                </a:lnTo>
                <a:lnTo>
                  <a:pt x="57499" y="7362"/>
                </a:lnTo>
                <a:lnTo>
                  <a:pt x="63881" y="11236"/>
                </a:lnTo>
                <a:lnTo>
                  <a:pt x="76414" y="49337"/>
                </a:lnTo>
                <a:lnTo>
                  <a:pt x="76614" y="58107"/>
                </a:lnTo>
                <a:lnTo>
                  <a:pt x="74982" y="72952"/>
                </a:lnTo>
                <a:lnTo>
                  <a:pt x="69832" y="86725"/>
                </a:lnTo>
                <a:lnTo>
                  <a:pt x="60787" y="96867"/>
                </a:lnTo>
                <a:lnTo>
                  <a:pt x="47472" y="100817"/>
                </a:lnTo>
                <a:lnTo>
                  <a:pt x="63551" y="100817"/>
                </a:lnTo>
                <a:lnTo>
                  <a:pt x="65620" y="99578"/>
                </a:lnTo>
                <a:lnTo>
                  <a:pt x="72209" y="92034"/>
                </a:lnTo>
                <a:lnTo>
                  <a:pt x="77142" y="82441"/>
                </a:lnTo>
                <a:lnTo>
                  <a:pt x="98012" y="82441"/>
                </a:lnTo>
                <a:lnTo>
                  <a:pt x="98373" y="79959"/>
                </a:lnTo>
                <a:lnTo>
                  <a:pt x="93795" y="40437"/>
                </a:lnTo>
                <a:lnTo>
                  <a:pt x="82128" y="15955"/>
                </a:lnTo>
                <a:lnTo>
                  <a:pt x="69574" y="5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4911305" y="3503302"/>
            <a:ext cx="219710" cy="212725"/>
          </a:xfrm>
          <a:custGeom>
            <a:avLst/>
            <a:gdLst/>
            <a:ahLst/>
            <a:cxnLst/>
            <a:rect l="l" t="t" r="r" b="b"/>
            <a:pathLst>
              <a:path w="219710" h="212725">
                <a:moveTo>
                  <a:pt x="89389" y="202485"/>
                </a:moveTo>
                <a:lnTo>
                  <a:pt x="0" y="202485"/>
                </a:lnTo>
                <a:lnTo>
                  <a:pt x="0" y="212220"/>
                </a:lnTo>
                <a:lnTo>
                  <a:pt x="4501" y="212220"/>
                </a:lnTo>
                <a:lnTo>
                  <a:pt x="13162" y="212017"/>
                </a:lnTo>
                <a:lnTo>
                  <a:pt x="35068" y="211125"/>
                </a:lnTo>
                <a:lnTo>
                  <a:pt x="43729" y="210922"/>
                </a:lnTo>
                <a:lnTo>
                  <a:pt x="89389" y="210922"/>
                </a:lnTo>
                <a:lnTo>
                  <a:pt x="89389" y="202485"/>
                </a:lnTo>
                <a:close/>
              </a:path>
              <a:path w="219710" h="212725">
                <a:moveTo>
                  <a:pt x="89389" y="210922"/>
                </a:moveTo>
                <a:lnTo>
                  <a:pt x="50161" y="210922"/>
                </a:lnTo>
                <a:lnTo>
                  <a:pt x="56591" y="211571"/>
                </a:lnTo>
                <a:lnTo>
                  <a:pt x="70096" y="211571"/>
                </a:lnTo>
                <a:lnTo>
                  <a:pt x="76527" y="212220"/>
                </a:lnTo>
                <a:lnTo>
                  <a:pt x="89389" y="212220"/>
                </a:lnTo>
                <a:lnTo>
                  <a:pt x="89389" y="210922"/>
                </a:lnTo>
                <a:close/>
              </a:path>
              <a:path w="219710" h="212725">
                <a:moveTo>
                  <a:pt x="106106" y="9740"/>
                </a:moveTo>
                <a:lnTo>
                  <a:pt x="63022" y="9740"/>
                </a:lnTo>
                <a:lnTo>
                  <a:pt x="68809" y="10388"/>
                </a:lnTo>
                <a:lnTo>
                  <a:pt x="72025" y="10388"/>
                </a:lnTo>
                <a:lnTo>
                  <a:pt x="77170" y="11036"/>
                </a:lnTo>
                <a:lnTo>
                  <a:pt x="79101" y="11684"/>
                </a:lnTo>
                <a:lnTo>
                  <a:pt x="79101" y="16878"/>
                </a:lnTo>
                <a:lnTo>
                  <a:pt x="78456" y="17527"/>
                </a:lnTo>
                <a:lnTo>
                  <a:pt x="77813" y="21416"/>
                </a:lnTo>
                <a:lnTo>
                  <a:pt x="36656" y="188208"/>
                </a:lnTo>
                <a:lnTo>
                  <a:pt x="8360" y="202485"/>
                </a:lnTo>
                <a:lnTo>
                  <a:pt x="61093" y="202485"/>
                </a:lnTo>
                <a:lnTo>
                  <a:pt x="61093" y="195346"/>
                </a:lnTo>
                <a:lnTo>
                  <a:pt x="61736" y="193402"/>
                </a:lnTo>
                <a:lnTo>
                  <a:pt x="61736" y="191449"/>
                </a:lnTo>
                <a:lnTo>
                  <a:pt x="81030" y="114219"/>
                </a:lnTo>
                <a:lnTo>
                  <a:pt x="133120" y="114219"/>
                </a:lnTo>
                <a:lnTo>
                  <a:pt x="165034" y="108612"/>
                </a:lnTo>
                <a:lnTo>
                  <a:pt x="170262" y="105784"/>
                </a:lnTo>
                <a:lnTo>
                  <a:pt x="82316" y="105784"/>
                </a:lnTo>
                <a:lnTo>
                  <a:pt x="102891" y="21416"/>
                </a:lnTo>
                <a:lnTo>
                  <a:pt x="105463" y="11036"/>
                </a:lnTo>
                <a:lnTo>
                  <a:pt x="106106" y="9740"/>
                </a:lnTo>
                <a:close/>
              </a:path>
              <a:path w="219710" h="212725">
                <a:moveTo>
                  <a:pt x="158839" y="0"/>
                </a:moveTo>
                <a:lnTo>
                  <a:pt x="50160" y="0"/>
                </a:lnTo>
                <a:lnTo>
                  <a:pt x="50160" y="9740"/>
                </a:lnTo>
                <a:lnTo>
                  <a:pt x="149194" y="9740"/>
                </a:lnTo>
                <a:lnTo>
                  <a:pt x="166308" y="11392"/>
                </a:lnTo>
                <a:lnTo>
                  <a:pt x="179502" y="16634"/>
                </a:lnTo>
                <a:lnTo>
                  <a:pt x="187992" y="25892"/>
                </a:lnTo>
                <a:lnTo>
                  <a:pt x="190996" y="39591"/>
                </a:lnTo>
                <a:lnTo>
                  <a:pt x="189810" y="51050"/>
                </a:lnTo>
                <a:lnTo>
                  <a:pt x="172993" y="89562"/>
                </a:lnTo>
                <a:lnTo>
                  <a:pt x="136365" y="105257"/>
                </a:lnTo>
                <a:lnTo>
                  <a:pt x="125404" y="105784"/>
                </a:lnTo>
                <a:lnTo>
                  <a:pt x="170262" y="105784"/>
                </a:lnTo>
                <a:lnTo>
                  <a:pt x="192607" y="93697"/>
                </a:lnTo>
                <a:lnTo>
                  <a:pt x="211980" y="72333"/>
                </a:lnTo>
                <a:lnTo>
                  <a:pt x="219295" y="47378"/>
                </a:lnTo>
                <a:lnTo>
                  <a:pt x="215547" y="29846"/>
                </a:lnTo>
                <a:lnTo>
                  <a:pt x="204260" y="14685"/>
                </a:lnTo>
                <a:lnTo>
                  <a:pt x="185378" y="4026"/>
                </a:lnTo>
                <a:lnTo>
                  <a:pt x="1588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169823" y="3482534"/>
            <a:ext cx="71755" cy="310515"/>
          </a:xfrm>
          <a:custGeom>
            <a:avLst/>
            <a:gdLst/>
            <a:ahLst/>
            <a:cxnLst/>
            <a:rect l="l" t="t" r="r" b="b"/>
            <a:pathLst>
              <a:path w="71754" h="310514">
                <a:moveTo>
                  <a:pt x="70101" y="0"/>
                </a:moveTo>
                <a:lnTo>
                  <a:pt x="34077" y="34772"/>
                </a:lnTo>
                <a:lnTo>
                  <a:pt x="9497" y="86298"/>
                </a:lnTo>
                <a:lnTo>
                  <a:pt x="753" y="134201"/>
                </a:lnTo>
                <a:lnTo>
                  <a:pt x="0" y="155107"/>
                </a:lnTo>
                <a:lnTo>
                  <a:pt x="763" y="175694"/>
                </a:lnTo>
                <a:lnTo>
                  <a:pt x="9768" y="225383"/>
                </a:lnTo>
                <a:lnTo>
                  <a:pt x="34891" y="277089"/>
                </a:lnTo>
                <a:lnTo>
                  <a:pt x="61902" y="306475"/>
                </a:lnTo>
                <a:lnTo>
                  <a:pt x="70101" y="310217"/>
                </a:lnTo>
                <a:lnTo>
                  <a:pt x="71387" y="309568"/>
                </a:lnTo>
                <a:lnTo>
                  <a:pt x="71387" y="305674"/>
                </a:lnTo>
                <a:lnTo>
                  <a:pt x="65600" y="300483"/>
                </a:lnTo>
                <a:lnTo>
                  <a:pt x="42056" y="268002"/>
                </a:lnTo>
                <a:lnTo>
                  <a:pt x="27255" y="230959"/>
                </a:lnTo>
                <a:lnTo>
                  <a:pt x="19569" y="192334"/>
                </a:lnTo>
                <a:lnTo>
                  <a:pt x="17368" y="155107"/>
                </a:lnTo>
                <a:lnTo>
                  <a:pt x="19770" y="114943"/>
                </a:lnTo>
                <a:lnTo>
                  <a:pt x="27898" y="76178"/>
                </a:lnTo>
                <a:lnTo>
                  <a:pt x="43141" y="40211"/>
                </a:lnTo>
                <a:lnTo>
                  <a:pt x="66886" y="8443"/>
                </a:lnTo>
                <a:lnTo>
                  <a:pt x="71387" y="4545"/>
                </a:lnTo>
                <a:lnTo>
                  <a:pt x="71387" y="1305"/>
                </a:lnTo>
                <a:lnTo>
                  <a:pt x="70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378506" y="3644132"/>
            <a:ext cx="0" cy="97155"/>
          </a:xfrm>
          <a:custGeom>
            <a:avLst/>
            <a:gdLst/>
            <a:ahLst/>
            <a:cxnLst/>
            <a:rect l="l" t="t" r="r" b="b"/>
            <a:pathLst>
              <a:path h="97154">
                <a:moveTo>
                  <a:pt x="0" y="0"/>
                </a:moveTo>
                <a:lnTo>
                  <a:pt x="0" y="96701"/>
                </a:lnTo>
              </a:path>
            </a:pathLst>
          </a:custGeom>
          <a:ln w="1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275931" y="3637970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4">
                <a:moveTo>
                  <a:pt x="0" y="0"/>
                </a:moveTo>
                <a:lnTo>
                  <a:pt x="204508" y="0"/>
                </a:lnTo>
              </a:path>
            </a:pathLst>
          </a:custGeom>
          <a:ln w="1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378506" y="3534459"/>
            <a:ext cx="0" cy="97790"/>
          </a:xfrm>
          <a:custGeom>
            <a:avLst/>
            <a:gdLst/>
            <a:ahLst/>
            <a:cxnLst/>
            <a:rect l="l" t="t" r="r" b="b"/>
            <a:pathLst>
              <a:path h="97789">
                <a:moveTo>
                  <a:pt x="0" y="0"/>
                </a:moveTo>
                <a:lnTo>
                  <a:pt x="0" y="97349"/>
                </a:lnTo>
              </a:path>
            </a:pathLst>
          </a:custGeom>
          <a:ln w="1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506801" y="3578587"/>
            <a:ext cx="252095" cy="140335"/>
          </a:xfrm>
          <a:custGeom>
            <a:avLst/>
            <a:gdLst/>
            <a:ahLst/>
            <a:cxnLst/>
            <a:rect l="l" t="t" r="r" b="b"/>
            <a:pathLst>
              <a:path w="252095" h="140335">
                <a:moveTo>
                  <a:pt x="50704" y="6490"/>
                </a:moveTo>
                <a:lnTo>
                  <a:pt x="36015" y="6490"/>
                </a:lnTo>
                <a:lnTo>
                  <a:pt x="41158" y="9083"/>
                </a:lnTo>
                <a:lnTo>
                  <a:pt x="41093" y="21903"/>
                </a:lnTo>
                <a:lnTo>
                  <a:pt x="18011" y="118765"/>
                </a:lnTo>
                <a:lnTo>
                  <a:pt x="17368" y="123302"/>
                </a:lnTo>
                <a:lnTo>
                  <a:pt x="15431" y="130441"/>
                </a:lnTo>
                <a:lnTo>
                  <a:pt x="15431" y="137584"/>
                </a:lnTo>
                <a:lnTo>
                  <a:pt x="19940" y="140180"/>
                </a:lnTo>
                <a:lnTo>
                  <a:pt x="28299" y="140180"/>
                </a:lnTo>
                <a:lnTo>
                  <a:pt x="33443" y="137584"/>
                </a:lnTo>
                <a:lnTo>
                  <a:pt x="36015" y="131743"/>
                </a:lnTo>
                <a:lnTo>
                  <a:pt x="36015" y="131098"/>
                </a:lnTo>
                <a:lnTo>
                  <a:pt x="39873" y="116164"/>
                </a:lnTo>
                <a:lnTo>
                  <a:pt x="41951" y="107728"/>
                </a:lnTo>
                <a:lnTo>
                  <a:pt x="48231" y="80470"/>
                </a:lnTo>
                <a:lnTo>
                  <a:pt x="50160" y="73979"/>
                </a:lnTo>
                <a:lnTo>
                  <a:pt x="52089" y="66841"/>
                </a:lnTo>
                <a:lnTo>
                  <a:pt x="53375" y="59702"/>
                </a:lnTo>
                <a:lnTo>
                  <a:pt x="54661" y="54517"/>
                </a:lnTo>
                <a:lnTo>
                  <a:pt x="57233" y="45425"/>
                </a:lnTo>
                <a:lnTo>
                  <a:pt x="57317" y="43991"/>
                </a:lnTo>
                <a:lnTo>
                  <a:pt x="63172" y="34415"/>
                </a:lnTo>
                <a:lnTo>
                  <a:pt x="69547" y="26610"/>
                </a:lnTo>
                <a:lnTo>
                  <a:pt x="60448" y="26610"/>
                </a:lnTo>
                <a:lnTo>
                  <a:pt x="57474" y="15058"/>
                </a:lnTo>
                <a:lnTo>
                  <a:pt x="51125" y="6732"/>
                </a:lnTo>
                <a:lnTo>
                  <a:pt x="50704" y="6490"/>
                </a:lnTo>
                <a:close/>
              </a:path>
              <a:path w="252095" h="140335">
                <a:moveTo>
                  <a:pt x="131768" y="6490"/>
                </a:moveTo>
                <a:lnTo>
                  <a:pt x="107393" y="6490"/>
                </a:lnTo>
                <a:lnTo>
                  <a:pt x="115978" y="8478"/>
                </a:lnTo>
                <a:lnTo>
                  <a:pt x="121064" y="13630"/>
                </a:lnTo>
                <a:lnTo>
                  <a:pt x="123496" y="20728"/>
                </a:lnTo>
                <a:lnTo>
                  <a:pt x="123965" y="26610"/>
                </a:lnTo>
                <a:lnTo>
                  <a:pt x="124041" y="29851"/>
                </a:lnTo>
                <a:lnTo>
                  <a:pt x="123778" y="34243"/>
                </a:lnTo>
                <a:lnTo>
                  <a:pt x="122833" y="40479"/>
                </a:lnTo>
                <a:lnTo>
                  <a:pt x="121407" y="47081"/>
                </a:lnTo>
                <a:lnTo>
                  <a:pt x="119619" y="53868"/>
                </a:lnTo>
                <a:lnTo>
                  <a:pt x="111251" y="90210"/>
                </a:lnTo>
                <a:lnTo>
                  <a:pt x="104822" y="113571"/>
                </a:lnTo>
                <a:lnTo>
                  <a:pt x="103536" y="120061"/>
                </a:lnTo>
                <a:lnTo>
                  <a:pt x="100964" y="130441"/>
                </a:lnTo>
                <a:lnTo>
                  <a:pt x="100964" y="137584"/>
                </a:lnTo>
                <a:lnTo>
                  <a:pt x="105465" y="140180"/>
                </a:lnTo>
                <a:lnTo>
                  <a:pt x="119619" y="140180"/>
                </a:lnTo>
                <a:lnTo>
                  <a:pt x="120905" y="132392"/>
                </a:lnTo>
                <a:lnTo>
                  <a:pt x="123476" y="122654"/>
                </a:lnTo>
                <a:lnTo>
                  <a:pt x="127955" y="105136"/>
                </a:lnTo>
                <a:lnTo>
                  <a:pt x="133523" y="83149"/>
                </a:lnTo>
                <a:lnTo>
                  <a:pt x="138757" y="62149"/>
                </a:lnTo>
                <a:lnTo>
                  <a:pt x="142123" y="48026"/>
                </a:lnTo>
                <a:lnTo>
                  <a:pt x="145629" y="39618"/>
                </a:lnTo>
                <a:lnTo>
                  <a:pt x="152292" y="29851"/>
                </a:lnTo>
                <a:lnTo>
                  <a:pt x="143409" y="29851"/>
                </a:lnTo>
                <a:lnTo>
                  <a:pt x="143329" y="25280"/>
                </a:lnTo>
                <a:lnTo>
                  <a:pt x="142123" y="14925"/>
                </a:lnTo>
                <a:lnTo>
                  <a:pt x="133764" y="7786"/>
                </a:lnTo>
                <a:lnTo>
                  <a:pt x="131768" y="6490"/>
                </a:lnTo>
                <a:close/>
              </a:path>
              <a:path w="252095" h="140335">
                <a:moveTo>
                  <a:pt x="215759" y="6490"/>
                </a:moveTo>
                <a:lnTo>
                  <a:pt x="192926" y="6490"/>
                </a:lnTo>
                <a:lnTo>
                  <a:pt x="200963" y="8294"/>
                </a:lnTo>
                <a:lnTo>
                  <a:pt x="206107" y="13140"/>
                </a:lnTo>
                <a:lnTo>
                  <a:pt x="208840" y="20177"/>
                </a:lnTo>
                <a:lnTo>
                  <a:pt x="209644" y="28554"/>
                </a:lnTo>
                <a:lnTo>
                  <a:pt x="207443" y="44425"/>
                </a:lnTo>
                <a:lnTo>
                  <a:pt x="195810" y="82491"/>
                </a:lnTo>
                <a:lnTo>
                  <a:pt x="186497" y="108377"/>
                </a:lnTo>
                <a:lnTo>
                  <a:pt x="186497" y="114867"/>
                </a:lnTo>
                <a:lnTo>
                  <a:pt x="188335" y="124846"/>
                </a:lnTo>
                <a:lnTo>
                  <a:pt x="193489" y="132878"/>
                </a:lnTo>
                <a:lnTo>
                  <a:pt x="201416" y="138233"/>
                </a:lnTo>
                <a:lnTo>
                  <a:pt x="211573" y="140180"/>
                </a:lnTo>
                <a:lnTo>
                  <a:pt x="228428" y="133690"/>
                </a:lnTo>
                <a:lnTo>
                  <a:pt x="207072" y="133690"/>
                </a:lnTo>
                <a:lnTo>
                  <a:pt x="204500" y="130441"/>
                </a:lnTo>
                <a:lnTo>
                  <a:pt x="204500" y="115515"/>
                </a:lnTo>
                <a:lnTo>
                  <a:pt x="207715" y="107729"/>
                </a:lnTo>
                <a:lnTo>
                  <a:pt x="210287" y="101238"/>
                </a:lnTo>
                <a:lnTo>
                  <a:pt x="215646" y="86211"/>
                </a:lnTo>
                <a:lnTo>
                  <a:pt x="221787" y="67655"/>
                </a:lnTo>
                <a:lnTo>
                  <a:pt x="226841" y="48856"/>
                </a:lnTo>
                <a:lnTo>
                  <a:pt x="228941" y="33100"/>
                </a:lnTo>
                <a:lnTo>
                  <a:pt x="226671" y="19440"/>
                </a:lnTo>
                <a:lnTo>
                  <a:pt x="219939" y="9005"/>
                </a:lnTo>
                <a:lnTo>
                  <a:pt x="215759" y="6490"/>
                </a:lnTo>
                <a:close/>
              </a:path>
              <a:path w="252095" h="140335">
                <a:moveTo>
                  <a:pt x="252088" y="89562"/>
                </a:moveTo>
                <a:lnTo>
                  <a:pt x="245016" y="89562"/>
                </a:lnTo>
                <a:lnTo>
                  <a:pt x="245016" y="90210"/>
                </a:lnTo>
                <a:lnTo>
                  <a:pt x="243730" y="94747"/>
                </a:lnTo>
                <a:lnTo>
                  <a:pt x="238988" y="107953"/>
                </a:lnTo>
                <a:lnTo>
                  <a:pt x="232316" y="120548"/>
                </a:lnTo>
                <a:lnTo>
                  <a:pt x="223473" y="129979"/>
                </a:lnTo>
                <a:lnTo>
                  <a:pt x="212216" y="133690"/>
                </a:lnTo>
                <a:lnTo>
                  <a:pt x="228428" y="133690"/>
                </a:lnTo>
                <a:lnTo>
                  <a:pt x="230113" y="133041"/>
                </a:lnTo>
                <a:lnTo>
                  <a:pt x="242684" y="117140"/>
                </a:lnTo>
                <a:lnTo>
                  <a:pt x="249828" y="100753"/>
                </a:lnTo>
                <a:lnTo>
                  <a:pt x="252088" y="92155"/>
                </a:lnTo>
                <a:lnTo>
                  <a:pt x="252088" y="89562"/>
                </a:lnTo>
                <a:close/>
              </a:path>
              <a:path w="252095" h="140335">
                <a:moveTo>
                  <a:pt x="32157" y="0"/>
                </a:moveTo>
                <a:lnTo>
                  <a:pt x="2652" y="36343"/>
                </a:lnTo>
                <a:lnTo>
                  <a:pt x="0" y="50619"/>
                </a:lnTo>
                <a:lnTo>
                  <a:pt x="7072" y="50619"/>
                </a:lnTo>
                <a:lnTo>
                  <a:pt x="7072" y="49971"/>
                </a:lnTo>
                <a:lnTo>
                  <a:pt x="9001" y="43480"/>
                </a:lnTo>
                <a:lnTo>
                  <a:pt x="13152" y="28392"/>
                </a:lnTo>
                <a:lnTo>
                  <a:pt x="18087" y="16711"/>
                </a:lnTo>
                <a:lnTo>
                  <a:pt x="24108" y="9167"/>
                </a:lnTo>
                <a:lnTo>
                  <a:pt x="31514" y="6490"/>
                </a:lnTo>
                <a:lnTo>
                  <a:pt x="50704" y="6490"/>
                </a:lnTo>
                <a:lnTo>
                  <a:pt x="42364" y="1693"/>
                </a:lnTo>
                <a:lnTo>
                  <a:pt x="32157" y="0"/>
                </a:lnTo>
                <a:close/>
              </a:path>
              <a:path w="252095" h="140335">
                <a:moveTo>
                  <a:pt x="193569" y="0"/>
                </a:moveTo>
                <a:lnTo>
                  <a:pt x="177594" y="2383"/>
                </a:lnTo>
                <a:lnTo>
                  <a:pt x="164149" y="8842"/>
                </a:lnTo>
                <a:lnTo>
                  <a:pt x="152874" y="18343"/>
                </a:lnTo>
                <a:lnTo>
                  <a:pt x="143409" y="29851"/>
                </a:lnTo>
                <a:lnTo>
                  <a:pt x="152292" y="29851"/>
                </a:lnTo>
                <a:lnTo>
                  <a:pt x="155224" y="25553"/>
                </a:lnTo>
                <a:lnTo>
                  <a:pt x="170970" y="12341"/>
                </a:lnTo>
                <a:lnTo>
                  <a:pt x="192926" y="6490"/>
                </a:lnTo>
                <a:lnTo>
                  <a:pt x="215759" y="6490"/>
                </a:lnTo>
                <a:lnTo>
                  <a:pt x="208865" y="2342"/>
                </a:lnTo>
                <a:lnTo>
                  <a:pt x="193569" y="0"/>
                </a:lnTo>
                <a:close/>
              </a:path>
              <a:path w="252095" h="140335">
                <a:moveTo>
                  <a:pt x="108679" y="0"/>
                </a:moveTo>
                <a:lnTo>
                  <a:pt x="90202" y="3153"/>
                </a:lnTo>
                <a:lnTo>
                  <a:pt x="76124" y="10628"/>
                </a:lnTo>
                <a:lnTo>
                  <a:pt x="66266" y="19440"/>
                </a:lnTo>
                <a:lnTo>
                  <a:pt x="60448" y="26610"/>
                </a:lnTo>
                <a:lnTo>
                  <a:pt x="69547" y="26610"/>
                </a:lnTo>
                <a:lnTo>
                  <a:pt x="73392" y="21903"/>
                </a:lnTo>
                <a:lnTo>
                  <a:pt x="88073" y="11094"/>
                </a:lnTo>
                <a:lnTo>
                  <a:pt x="107393" y="6490"/>
                </a:lnTo>
                <a:lnTo>
                  <a:pt x="131768" y="6490"/>
                </a:lnTo>
                <a:lnTo>
                  <a:pt x="127676" y="3832"/>
                </a:lnTo>
                <a:lnTo>
                  <a:pt x="121225" y="1459"/>
                </a:lnTo>
                <a:lnTo>
                  <a:pt x="114772" y="303"/>
                </a:lnTo>
                <a:lnTo>
                  <a:pt x="108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785278" y="3482534"/>
            <a:ext cx="71755" cy="310515"/>
          </a:xfrm>
          <a:custGeom>
            <a:avLst/>
            <a:gdLst/>
            <a:ahLst/>
            <a:cxnLst/>
            <a:rect l="l" t="t" r="r" b="b"/>
            <a:pathLst>
              <a:path w="71754" h="310514">
                <a:moveTo>
                  <a:pt x="3172" y="0"/>
                </a:moveTo>
                <a:lnTo>
                  <a:pt x="1285" y="0"/>
                </a:lnTo>
                <a:lnTo>
                  <a:pt x="0" y="1305"/>
                </a:lnTo>
                <a:lnTo>
                  <a:pt x="0" y="4545"/>
                </a:lnTo>
                <a:lnTo>
                  <a:pt x="5743" y="10388"/>
                </a:lnTo>
                <a:lnTo>
                  <a:pt x="25945" y="36741"/>
                </a:lnTo>
                <a:lnTo>
                  <a:pt x="40882" y="69848"/>
                </a:lnTo>
                <a:lnTo>
                  <a:pt x="50145" y="109405"/>
                </a:lnTo>
                <a:lnTo>
                  <a:pt x="53324" y="155107"/>
                </a:lnTo>
                <a:lnTo>
                  <a:pt x="51029" y="195001"/>
                </a:lnTo>
                <a:lnTo>
                  <a:pt x="43133" y="233799"/>
                </a:lnTo>
                <a:lnTo>
                  <a:pt x="28115" y="269919"/>
                </a:lnTo>
                <a:lnTo>
                  <a:pt x="4458" y="301780"/>
                </a:lnTo>
                <a:lnTo>
                  <a:pt x="0" y="305674"/>
                </a:lnTo>
                <a:lnTo>
                  <a:pt x="0" y="308919"/>
                </a:lnTo>
                <a:lnTo>
                  <a:pt x="1286" y="310217"/>
                </a:lnTo>
                <a:lnTo>
                  <a:pt x="3172" y="310217"/>
                </a:lnTo>
                <a:lnTo>
                  <a:pt x="9650" y="306353"/>
                </a:lnTo>
                <a:lnTo>
                  <a:pt x="37266" y="275993"/>
                </a:lnTo>
                <a:lnTo>
                  <a:pt x="61562" y="224470"/>
                </a:lnTo>
                <a:lnTo>
                  <a:pt x="70483" y="176119"/>
                </a:lnTo>
                <a:lnTo>
                  <a:pt x="71327" y="155107"/>
                </a:lnTo>
                <a:lnTo>
                  <a:pt x="70570" y="134798"/>
                </a:lnTo>
                <a:lnTo>
                  <a:pt x="61598" y="84931"/>
                </a:lnTo>
                <a:lnTo>
                  <a:pt x="36470" y="33131"/>
                </a:lnTo>
                <a:lnTo>
                  <a:pt x="9459" y="3742"/>
                </a:lnTo>
                <a:lnTo>
                  <a:pt x="31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990430" y="360746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465" y="0"/>
                </a:lnTo>
              </a:path>
            </a:pathLst>
          </a:custGeom>
          <a:ln w="123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990430" y="366782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465" y="0"/>
                </a:lnTo>
              </a:path>
            </a:pathLst>
          </a:custGeom>
          <a:ln w="123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310031" y="3508497"/>
            <a:ext cx="129539" cy="213995"/>
          </a:xfrm>
          <a:custGeom>
            <a:avLst/>
            <a:gdLst/>
            <a:ahLst/>
            <a:cxnLst/>
            <a:rect l="l" t="t" r="r" b="b"/>
            <a:pathLst>
              <a:path w="129539" h="213995">
                <a:moveTo>
                  <a:pt x="64297" y="0"/>
                </a:moveTo>
                <a:lnTo>
                  <a:pt x="22126" y="19163"/>
                </a:lnTo>
                <a:lnTo>
                  <a:pt x="5135" y="53610"/>
                </a:lnTo>
                <a:lnTo>
                  <a:pt x="0" y="107728"/>
                </a:lnTo>
                <a:lnTo>
                  <a:pt x="304" y="126074"/>
                </a:lnTo>
                <a:lnTo>
                  <a:pt x="5931" y="164134"/>
                </a:lnTo>
                <a:lnTo>
                  <a:pt x="24947" y="197910"/>
                </a:lnTo>
                <a:lnTo>
                  <a:pt x="64297" y="213515"/>
                </a:lnTo>
                <a:lnTo>
                  <a:pt x="77790" y="212045"/>
                </a:lnTo>
                <a:lnTo>
                  <a:pt x="91114" y="207026"/>
                </a:lnTo>
                <a:lnTo>
                  <a:pt x="64297" y="207026"/>
                </a:lnTo>
                <a:lnTo>
                  <a:pt x="54307" y="205342"/>
                </a:lnTo>
                <a:lnTo>
                  <a:pt x="28290" y="169384"/>
                </a:lnTo>
                <a:lnTo>
                  <a:pt x="25121" y="120904"/>
                </a:lnTo>
                <a:lnTo>
                  <a:pt x="25081" y="88658"/>
                </a:lnTo>
                <a:lnTo>
                  <a:pt x="25354" y="74309"/>
                </a:lnTo>
                <a:lnTo>
                  <a:pt x="34712" y="24935"/>
                </a:lnTo>
                <a:lnTo>
                  <a:pt x="64297" y="7138"/>
                </a:lnTo>
                <a:lnTo>
                  <a:pt x="91276" y="7138"/>
                </a:lnTo>
                <a:lnTo>
                  <a:pt x="90177" y="6328"/>
                </a:lnTo>
                <a:lnTo>
                  <a:pt x="75971" y="1278"/>
                </a:lnTo>
                <a:lnTo>
                  <a:pt x="64297" y="0"/>
                </a:lnTo>
                <a:close/>
              </a:path>
              <a:path w="129539" h="213995">
                <a:moveTo>
                  <a:pt x="91276" y="7138"/>
                </a:moveTo>
                <a:lnTo>
                  <a:pt x="64297" y="7138"/>
                </a:lnTo>
                <a:lnTo>
                  <a:pt x="73455" y="8528"/>
                </a:lnTo>
                <a:lnTo>
                  <a:pt x="84004" y="13872"/>
                </a:lnTo>
                <a:lnTo>
                  <a:pt x="102187" y="57567"/>
                </a:lnTo>
                <a:lnTo>
                  <a:pt x="103510" y="120904"/>
                </a:lnTo>
                <a:lnTo>
                  <a:pt x="103154" y="137179"/>
                </a:lnTo>
                <a:lnTo>
                  <a:pt x="94690" y="186492"/>
                </a:lnTo>
                <a:lnTo>
                  <a:pt x="64297" y="207026"/>
                </a:lnTo>
                <a:lnTo>
                  <a:pt x="91114" y="207026"/>
                </a:lnTo>
                <a:lnTo>
                  <a:pt x="117707" y="177819"/>
                </a:lnTo>
                <a:lnTo>
                  <a:pt x="128825" y="125964"/>
                </a:lnTo>
                <a:lnTo>
                  <a:pt x="129280" y="107728"/>
                </a:lnTo>
                <a:lnTo>
                  <a:pt x="128814" y="89285"/>
                </a:lnTo>
                <a:lnTo>
                  <a:pt x="127008" y="70657"/>
                </a:lnTo>
                <a:lnTo>
                  <a:pt x="123276" y="52516"/>
                </a:lnTo>
                <a:lnTo>
                  <a:pt x="117021" y="35045"/>
                </a:lnTo>
                <a:lnTo>
                  <a:pt x="104623" y="16976"/>
                </a:lnTo>
                <a:lnTo>
                  <a:pt x="91276" y="7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477891" y="3682427"/>
            <a:ext cx="33020" cy="33655"/>
          </a:xfrm>
          <a:custGeom>
            <a:avLst/>
            <a:gdLst/>
            <a:ahLst/>
            <a:cxnLst/>
            <a:rect l="l" t="t" r="r" b="b"/>
            <a:pathLst>
              <a:path w="33020" h="33654">
                <a:moveTo>
                  <a:pt x="25033" y="0"/>
                </a:moveTo>
                <a:lnTo>
                  <a:pt x="7029" y="0"/>
                </a:lnTo>
                <a:lnTo>
                  <a:pt x="0" y="7786"/>
                </a:lnTo>
                <a:lnTo>
                  <a:pt x="0" y="25305"/>
                </a:lnTo>
                <a:lnTo>
                  <a:pt x="7029" y="33095"/>
                </a:lnTo>
                <a:lnTo>
                  <a:pt x="25033" y="33095"/>
                </a:lnTo>
                <a:lnTo>
                  <a:pt x="32748" y="25305"/>
                </a:lnTo>
                <a:lnTo>
                  <a:pt x="32748" y="7786"/>
                </a:lnTo>
                <a:lnTo>
                  <a:pt x="250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548618" y="3508497"/>
            <a:ext cx="129539" cy="213995"/>
          </a:xfrm>
          <a:custGeom>
            <a:avLst/>
            <a:gdLst/>
            <a:ahLst/>
            <a:cxnLst/>
            <a:rect l="l" t="t" r="r" b="b"/>
            <a:pathLst>
              <a:path w="129540" h="213995">
                <a:moveTo>
                  <a:pt x="64897" y="0"/>
                </a:moveTo>
                <a:lnTo>
                  <a:pt x="22714" y="19163"/>
                </a:lnTo>
                <a:lnTo>
                  <a:pt x="5678" y="53610"/>
                </a:lnTo>
                <a:lnTo>
                  <a:pt x="0" y="107728"/>
                </a:lnTo>
                <a:lnTo>
                  <a:pt x="412" y="126074"/>
                </a:lnTo>
                <a:lnTo>
                  <a:pt x="6510" y="164134"/>
                </a:lnTo>
                <a:lnTo>
                  <a:pt x="25330" y="197910"/>
                </a:lnTo>
                <a:lnTo>
                  <a:pt x="64897" y="213515"/>
                </a:lnTo>
                <a:lnTo>
                  <a:pt x="78149" y="212045"/>
                </a:lnTo>
                <a:lnTo>
                  <a:pt x="91517" y="207026"/>
                </a:lnTo>
                <a:lnTo>
                  <a:pt x="64897" y="207026"/>
                </a:lnTo>
                <a:lnTo>
                  <a:pt x="54955" y="205342"/>
                </a:lnTo>
                <a:lnTo>
                  <a:pt x="28891" y="169384"/>
                </a:lnTo>
                <a:lnTo>
                  <a:pt x="25804" y="120904"/>
                </a:lnTo>
                <a:lnTo>
                  <a:pt x="25767" y="88658"/>
                </a:lnTo>
                <a:lnTo>
                  <a:pt x="26040" y="74309"/>
                </a:lnTo>
                <a:lnTo>
                  <a:pt x="35348" y="24935"/>
                </a:lnTo>
                <a:lnTo>
                  <a:pt x="64897" y="7138"/>
                </a:lnTo>
                <a:lnTo>
                  <a:pt x="91560" y="7138"/>
                </a:lnTo>
                <a:lnTo>
                  <a:pt x="90477" y="6328"/>
                </a:lnTo>
                <a:lnTo>
                  <a:pt x="76477" y="1278"/>
                </a:lnTo>
                <a:lnTo>
                  <a:pt x="64897" y="0"/>
                </a:lnTo>
                <a:close/>
              </a:path>
              <a:path w="129540" h="213995">
                <a:moveTo>
                  <a:pt x="91560" y="7138"/>
                </a:moveTo>
                <a:lnTo>
                  <a:pt x="64897" y="7138"/>
                </a:lnTo>
                <a:lnTo>
                  <a:pt x="73804" y="8528"/>
                </a:lnTo>
                <a:lnTo>
                  <a:pt x="84390" y="13872"/>
                </a:lnTo>
                <a:lnTo>
                  <a:pt x="102823" y="57567"/>
                </a:lnTo>
                <a:lnTo>
                  <a:pt x="104112" y="120904"/>
                </a:lnTo>
                <a:lnTo>
                  <a:pt x="103765" y="137179"/>
                </a:lnTo>
                <a:lnTo>
                  <a:pt x="95085" y="186492"/>
                </a:lnTo>
                <a:lnTo>
                  <a:pt x="64897" y="207026"/>
                </a:lnTo>
                <a:lnTo>
                  <a:pt x="91517" y="207026"/>
                </a:lnTo>
                <a:lnTo>
                  <a:pt x="118307" y="177819"/>
                </a:lnTo>
                <a:lnTo>
                  <a:pt x="128930" y="125964"/>
                </a:lnTo>
                <a:lnTo>
                  <a:pt x="129280" y="107728"/>
                </a:lnTo>
                <a:lnTo>
                  <a:pt x="128910" y="89285"/>
                </a:lnTo>
                <a:lnTo>
                  <a:pt x="127266" y="70657"/>
                </a:lnTo>
                <a:lnTo>
                  <a:pt x="123566" y="52516"/>
                </a:lnTo>
                <a:lnTo>
                  <a:pt x="117021" y="35045"/>
                </a:lnTo>
                <a:lnTo>
                  <a:pt x="104717" y="16976"/>
                </a:lnTo>
                <a:lnTo>
                  <a:pt x="91560" y="7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702331" y="3508497"/>
            <a:ext cx="130175" cy="213995"/>
          </a:xfrm>
          <a:custGeom>
            <a:avLst/>
            <a:gdLst/>
            <a:ahLst/>
            <a:cxnLst/>
            <a:rect l="l" t="t" r="r" b="b"/>
            <a:pathLst>
              <a:path w="130175" h="213995">
                <a:moveTo>
                  <a:pt x="64897" y="0"/>
                </a:moveTo>
                <a:lnTo>
                  <a:pt x="22798" y="19163"/>
                </a:lnTo>
                <a:lnTo>
                  <a:pt x="5678" y="53610"/>
                </a:lnTo>
                <a:lnTo>
                  <a:pt x="0" y="107728"/>
                </a:lnTo>
                <a:lnTo>
                  <a:pt x="412" y="126074"/>
                </a:lnTo>
                <a:lnTo>
                  <a:pt x="6510" y="164134"/>
                </a:lnTo>
                <a:lnTo>
                  <a:pt x="25330" y="197910"/>
                </a:lnTo>
                <a:lnTo>
                  <a:pt x="64897" y="213515"/>
                </a:lnTo>
                <a:lnTo>
                  <a:pt x="78390" y="212045"/>
                </a:lnTo>
                <a:lnTo>
                  <a:pt x="91714" y="207026"/>
                </a:lnTo>
                <a:lnTo>
                  <a:pt x="64897" y="207026"/>
                </a:lnTo>
                <a:lnTo>
                  <a:pt x="54955" y="205342"/>
                </a:lnTo>
                <a:lnTo>
                  <a:pt x="28891" y="169384"/>
                </a:lnTo>
                <a:lnTo>
                  <a:pt x="25804" y="120904"/>
                </a:lnTo>
                <a:lnTo>
                  <a:pt x="25767" y="88658"/>
                </a:lnTo>
                <a:lnTo>
                  <a:pt x="26040" y="74309"/>
                </a:lnTo>
                <a:lnTo>
                  <a:pt x="35348" y="24935"/>
                </a:lnTo>
                <a:lnTo>
                  <a:pt x="64897" y="7138"/>
                </a:lnTo>
                <a:lnTo>
                  <a:pt x="91560" y="7138"/>
                </a:lnTo>
                <a:lnTo>
                  <a:pt x="90477" y="6328"/>
                </a:lnTo>
                <a:lnTo>
                  <a:pt x="76477" y="1278"/>
                </a:lnTo>
                <a:lnTo>
                  <a:pt x="64897" y="0"/>
                </a:lnTo>
                <a:close/>
              </a:path>
              <a:path w="130175" h="213995">
                <a:moveTo>
                  <a:pt x="91560" y="7138"/>
                </a:moveTo>
                <a:lnTo>
                  <a:pt x="64897" y="7138"/>
                </a:lnTo>
                <a:lnTo>
                  <a:pt x="73802" y="8528"/>
                </a:lnTo>
                <a:lnTo>
                  <a:pt x="84379" y="13872"/>
                </a:lnTo>
                <a:lnTo>
                  <a:pt x="102787" y="57567"/>
                </a:lnTo>
                <a:lnTo>
                  <a:pt x="104111" y="120904"/>
                </a:lnTo>
                <a:lnTo>
                  <a:pt x="103754" y="137179"/>
                </a:lnTo>
                <a:lnTo>
                  <a:pt x="95012" y="186492"/>
                </a:lnTo>
                <a:lnTo>
                  <a:pt x="64897" y="207026"/>
                </a:lnTo>
                <a:lnTo>
                  <a:pt x="91714" y="207026"/>
                </a:lnTo>
                <a:lnTo>
                  <a:pt x="118307" y="177819"/>
                </a:lnTo>
                <a:lnTo>
                  <a:pt x="129425" y="125964"/>
                </a:lnTo>
                <a:lnTo>
                  <a:pt x="129880" y="107728"/>
                </a:lnTo>
                <a:lnTo>
                  <a:pt x="129405" y="89285"/>
                </a:lnTo>
                <a:lnTo>
                  <a:pt x="117021" y="35045"/>
                </a:lnTo>
                <a:lnTo>
                  <a:pt x="104717" y="16976"/>
                </a:lnTo>
                <a:lnTo>
                  <a:pt x="91560" y="7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6855959" y="3508497"/>
            <a:ext cx="130175" cy="213995"/>
          </a:xfrm>
          <a:custGeom>
            <a:avLst/>
            <a:gdLst/>
            <a:ahLst/>
            <a:cxnLst/>
            <a:rect l="l" t="t" r="r" b="b"/>
            <a:pathLst>
              <a:path w="130175" h="213995">
                <a:moveTo>
                  <a:pt x="64983" y="0"/>
                </a:moveTo>
                <a:lnTo>
                  <a:pt x="22812" y="19163"/>
                </a:lnTo>
                <a:lnTo>
                  <a:pt x="5714" y="53610"/>
                </a:lnTo>
                <a:lnTo>
                  <a:pt x="0" y="107728"/>
                </a:lnTo>
                <a:lnTo>
                  <a:pt x="412" y="126074"/>
                </a:lnTo>
                <a:lnTo>
                  <a:pt x="6510" y="164134"/>
                </a:lnTo>
                <a:lnTo>
                  <a:pt x="25344" y="197910"/>
                </a:lnTo>
                <a:lnTo>
                  <a:pt x="64983" y="213515"/>
                </a:lnTo>
                <a:lnTo>
                  <a:pt x="78476" y="212045"/>
                </a:lnTo>
                <a:lnTo>
                  <a:pt x="91800" y="207026"/>
                </a:lnTo>
                <a:lnTo>
                  <a:pt x="64983" y="207026"/>
                </a:lnTo>
                <a:lnTo>
                  <a:pt x="55041" y="205342"/>
                </a:lnTo>
                <a:lnTo>
                  <a:pt x="28976" y="169384"/>
                </a:lnTo>
                <a:lnTo>
                  <a:pt x="25807" y="120904"/>
                </a:lnTo>
                <a:lnTo>
                  <a:pt x="25767" y="88658"/>
                </a:lnTo>
                <a:lnTo>
                  <a:pt x="26040" y="74309"/>
                </a:lnTo>
                <a:lnTo>
                  <a:pt x="35398" y="24935"/>
                </a:lnTo>
                <a:lnTo>
                  <a:pt x="64983" y="7138"/>
                </a:lnTo>
                <a:lnTo>
                  <a:pt x="91962" y="7138"/>
                </a:lnTo>
                <a:lnTo>
                  <a:pt x="90862" y="6328"/>
                </a:lnTo>
                <a:lnTo>
                  <a:pt x="76657" y="1278"/>
                </a:lnTo>
                <a:lnTo>
                  <a:pt x="64983" y="0"/>
                </a:lnTo>
                <a:close/>
              </a:path>
              <a:path w="130175" h="213995">
                <a:moveTo>
                  <a:pt x="91962" y="7138"/>
                </a:moveTo>
                <a:lnTo>
                  <a:pt x="64983" y="7138"/>
                </a:lnTo>
                <a:lnTo>
                  <a:pt x="74141" y="8528"/>
                </a:lnTo>
                <a:lnTo>
                  <a:pt x="84690" y="13872"/>
                </a:lnTo>
                <a:lnTo>
                  <a:pt x="102873" y="57567"/>
                </a:lnTo>
                <a:lnTo>
                  <a:pt x="104196" y="120904"/>
                </a:lnTo>
                <a:lnTo>
                  <a:pt x="103840" y="137179"/>
                </a:lnTo>
                <a:lnTo>
                  <a:pt x="95388" y="186492"/>
                </a:lnTo>
                <a:lnTo>
                  <a:pt x="64983" y="207026"/>
                </a:lnTo>
                <a:lnTo>
                  <a:pt x="91800" y="207026"/>
                </a:lnTo>
                <a:lnTo>
                  <a:pt x="118393" y="177819"/>
                </a:lnTo>
                <a:lnTo>
                  <a:pt x="129511" y="125964"/>
                </a:lnTo>
                <a:lnTo>
                  <a:pt x="129966" y="107728"/>
                </a:lnTo>
                <a:lnTo>
                  <a:pt x="129500" y="89285"/>
                </a:lnTo>
                <a:lnTo>
                  <a:pt x="127694" y="70657"/>
                </a:lnTo>
                <a:lnTo>
                  <a:pt x="123962" y="52516"/>
                </a:lnTo>
                <a:lnTo>
                  <a:pt x="117707" y="35045"/>
                </a:lnTo>
                <a:lnTo>
                  <a:pt x="105309" y="16976"/>
                </a:lnTo>
                <a:lnTo>
                  <a:pt x="91962" y="7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025105" y="3508497"/>
            <a:ext cx="101600" cy="207645"/>
          </a:xfrm>
          <a:custGeom>
            <a:avLst/>
            <a:gdLst/>
            <a:ahLst/>
            <a:cxnLst/>
            <a:rect l="l" t="t" r="r" b="b"/>
            <a:pathLst>
              <a:path w="101600" h="207645">
                <a:moveTo>
                  <a:pt x="101590" y="197291"/>
                </a:moveTo>
                <a:lnTo>
                  <a:pt x="1971" y="197291"/>
                </a:lnTo>
                <a:lnTo>
                  <a:pt x="1971" y="207026"/>
                </a:lnTo>
                <a:lnTo>
                  <a:pt x="12677" y="206275"/>
                </a:lnTo>
                <a:lnTo>
                  <a:pt x="26533" y="205890"/>
                </a:lnTo>
                <a:lnTo>
                  <a:pt x="101590" y="205748"/>
                </a:lnTo>
                <a:lnTo>
                  <a:pt x="101590" y="197291"/>
                </a:lnTo>
                <a:close/>
              </a:path>
              <a:path w="101600" h="207645">
                <a:moveTo>
                  <a:pt x="101590" y="205748"/>
                </a:moveTo>
                <a:lnTo>
                  <a:pt x="63457" y="205748"/>
                </a:lnTo>
                <a:lnTo>
                  <a:pt x="77339" y="205890"/>
                </a:lnTo>
                <a:lnTo>
                  <a:pt x="90979" y="206275"/>
                </a:lnTo>
                <a:lnTo>
                  <a:pt x="101590" y="207026"/>
                </a:lnTo>
                <a:lnTo>
                  <a:pt x="101590" y="205748"/>
                </a:lnTo>
                <a:close/>
              </a:path>
              <a:path w="101600" h="207645">
                <a:moveTo>
                  <a:pt x="63011" y="21416"/>
                </a:moveTo>
                <a:lnTo>
                  <a:pt x="40550" y="21416"/>
                </a:lnTo>
                <a:lnTo>
                  <a:pt x="40550" y="182365"/>
                </a:lnTo>
                <a:lnTo>
                  <a:pt x="40011" y="189350"/>
                </a:lnTo>
                <a:lnTo>
                  <a:pt x="36756" y="193964"/>
                </a:lnTo>
                <a:lnTo>
                  <a:pt x="28325" y="196510"/>
                </a:lnTo>
                <a:lnTo>
                  <a:pt x="12259" y="197291"/>
                </a:lnTo>
                <a:lnTo>
                  <a:pt x="91988" y="197291"/>
                </a:lnTo>
                <a:lnTo>
                  <a:pt x="75778" y="196602"/>
                </a:lnTo>
                <a:lnTo>
                  <a:pt x="67116" y="194210"/>
                </a:lnTo>
                <a:lnTo>
                  <a:pt x="63645" y="189627"/>
                </a:lnTo>
                <a:lnTo>
                  <a:pt x="63011" y="182365"/>
                </a:lnTo>
                <a:lnTo>
                  <a:pt x="63011" y="21416"/>
                </a:lnTo>
                <a:close/>
              </a:path>
              <a:path w="101600" h="207645">
                <a:moveTo>
                  <a:pt x="63011" y="0"/>
                </a:moveTo>
                <a:lnTo>
                  <a:pt x="55981" y="0"/>
                </a:lnTo>
                <a:lnTo>
                  <a:pt x="40796" y="11631"/>
                </a:lnTo>
                <a:lnTo>
                  <a:pt x="24840" y="17604"/>
                </a:lnTo>
                <a:lnTo>
                  <a:pt x="10459" y="19805"/>
                </a:lnTo>
                <a:lnTo>
                  <a:pt x="0" y="20119"/>
                </a:lnTo>
                <a:lnTo>
                  <a:pt x="0" y="29851"/>
                </a:lnTo>
                <a:lnTo>
                  <a:pt x="6782" y="29719"/>
                </a:lnTo>
                <a:lnTo>
                  <a:pt x="16642" y="28796"/>
                </a:lnTo>
                <a:lnTo>
                  <a:pt x="28319" y="26292"/>
                </a:lnTo>
                <a:lnTo>
                  <a:pt x="40550" y="21416"/>
                </a:lnTo>
                <a:lnTo>
                  <a:pt x="63011" y="21416"/>
                </a:lnTo>
                <a:lnTo>
                  <a:pt x="63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4872795" y="3855346"/>
            <a:ext cx="220345" cy="212725"/>
          </a:xfrm>
          <a:custGeom>
            <a:avLst/>
            <a:gdLst/>
            <a:ahLst/>
            <a:cxnLst/>
            <a:rect l="l" t="t" r="r" b="b"/>
            <a:pathLst>
              <a:path w="220345" h="212725">
                <a:moveTo>
                  <a:pt x="89313" y="202485"/>
                </a:moveTo>
                <a:lnTo>
                  <a:pt x="0" y="202485"/>
                </a:lnTo>
                <a:lnTo>
                  <a:pt x="0" y="212220"/>
                </a:lnTo>
                <a:lnTo>
                  <a:pt x="4497" y="212220"/>
                </a:lnTo>
                <a:lnTo>
                  <a:pt x="13242" y="212017"/>
                </a:lnTo>
                <a:lnTo>
                  <a:pt x="35309" y="211125"/>
                </a:lnTo>
                <a:lnTo>
                  <a:pt x="43691" y="210922"/>
                </a:lnTo>
                <a:lnTo>
                  <a:pt x="89313" y="210922"/>
                </a:lnTo>
                <a:lnTo>
                  <a:pt x="89313" y="202485"/>
                </a:lnTo>
                <a:close/>
              </a:path>
              <a:path w="220345" h="212725">
                <a:moveTo>
                  <a:pt x="89313" y="210922"/>
                </a:moveTo>
                <a:lnTo>
                  <a:pt x="50116" y="210922"/>
                </a:lnTo>
                <a:lnTo>
                  <a:pt x="57185" y="211571"/>
                </a:lnTo>
                <a:lnTo>
                  <a:pt x="70035" y="211571"/>
                </a:lnTo>
                <a:lnTo>
                  <a:pt x="77103" y="212220"/>
                </a:lnTo>
                <a:lnTo>
                  <a:pt x="89313" y="212220"/>
                </a:lnTo>
                <a:lnTo>
                  <a:pt x="89313" y="210922"/>
                </a:lnTo>
                <a:close/>
              </a:path>
              <a:path w="220345" h="212725">
                <a:moveTo>
                  <a:pt x="106658" y="9740"/>
                </a:moveTo>
                <a:lnTo>
                  <a:pt x="62967" y="9740"/>
                </a:lnTo>
                <a:lnTo>
                  <a:pt x="68750" y="10388"/>
                </a:lnTo>
                <a:lnTo>
                  <a:pt x="72605" y="10388"/>
                </a:lnTo>
                <a:lnTo>
                  <a:pt x="77103" y="11036"/>
                </a:lnTo>
                <a:lnTo>
                  <a:pt x="79031" y="11684"/>
                </a:lnTo>
                <a:lnTo>
                  <a:pt x="79031" y="17527"/>
                </a:lnTo>
                <a:lnTo>
                  <a:pt x="77746" y="21416"/>
                </a:lnTo>
                <a:lnTo>
                  <a:pt x="36624" y="188208"/>
                </a:lnTo>
                <a:lnTo>
                  <a:pt x="34294" y="195368"/>
                </a:lnTo>
                <a:lnTo>
                  <a:pt x="30520" y="199728"/>
                </a:lnTo>
                <a:lnTo>
                  <a:pt x="22890" y="201897"/>
                </a:lnTo>
                <a:lnTo>
                  <a:pt x="8995" y="202485"/>
                </a:lnTo>
                <a:lnTo>
                  <a:pt x="61039" y="202485"/>
                </a:lnTo>
                <a:lnTo>
                  <a:pt x="61039" y="195346"/>
                </a:lnTo>
                <a:lnTo>
                  <a:pt x="61683" y="193402"/>
                </a:lnTo>
                <a:lnTo>
                  <a:pt x="61683" y="191449"/>
                </a:lnTo>
                <a:lnTo>
                  <a:pt x="80961" y="114219"/>
                </a:lnTo>
                <a:lnTo>
                  <a:pt x="133006" y="114219"/>
                </a:lnTo>
                <a:lnTo>
                  <a:pt x="164989" y="108612"/>
                </a:lnTo>
                <a:lnTo>
                  <a:pt x="170254" y="105784"/>
                </a:lnTo>
                <a:lnTo>
                  <a:pt x="82246" y="105784"/>
                </a:lnTo>
                <a:lnTo>
                  <a:pt x="102804" y="21416"/>
                </a:lnTo>
                <a:lnTo>
                  <a:pt x="106016" y="11036"/>
                </a:lnTo>
                <a:lnTo>
                  <a:pt x="106658" y="9740"/>
                </a:lnTo>
                <a:close/>
              </a:path>
              <a:path w="220345" h="212725">
                <a:moveTo>
                  <a:pt x="158703" y="0"/>
                </a:moveTo>
                <a:lnTo>
                  <a:pt x="50116" y="0"/>
                </a:lnTo>
                <a:lnTo>
                  <a:pt x="50116" y="9740"/>
                </a:lnTo>
                <a:lnTo>
                  <a:pt x="149067" y="9740"/>
                </a:lnTo>
                <a:lnTo>
                  <a:pt x="166434" y="11392"/>
                </a:lnTo>
                <a:lnTo>
                  <a:pt x="179586" y="16634"/>
                </a:lnTo>
                <a:lnTo>
                  <a:pt x="187921" y="25892"/>
                </a:lnTo>
                <a:lnTo>
                  <a:pt x="190833" y="39591"/>
                </a:lnTo>
                <a:lnTo>
                  <a:pt x="189649" y="51050"/>
                </a:lnTo>
                <a:lnTo>
                  <a:pt x="172837" y="89562"/>
                </a:lnTo>
                <a:lnTo>
                  <a:pt x="136245" y="105257"/>
                </a:lnTo>
                <a:lnTo>
                  <a:pt x="125289" y="105784"/>
                </a:lnTo>
                <a:lnTo>
                  <a:pt x="170254" y="105784"/>
                </a:lnTo>
                <a:lnTo>
                  <a:pt x="192756" y="93697"/>
                </a:lnTo>
                <a:lnTo>
                  <a:pt x="212333" y="72333"/>
                </a:lnTo>
                <a:lnTo>
                  <a:pt x="219742" y="47378"/>
                </a:lnTo>
                <a:lnTo>
                  <a:pt x="215898" y="29846"/>
                </a:lnTo>
                <a:lnTo>
                  <a:pt x="204403" y="14685"/>
                </a:lnTo>
                <a:lnTo>
                  <a:pt x="185319" y="4026"/>
                </a:lnTo>
                <a:lnTo>
                  <a:pt x="1587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131093" y="3834578"/>
            <a:ext cx="71755" cy="310515"/>
          </a:xfrm>
          <a:custGeom>
            <a:avLst/>
            <a:gdLst/>
            <a:ahLst/>
            <a:cxnLst/>
            <a:rect l="l" t="t" r="r" b="b"/>
            <a:pathLst>
              <a:path w="71754" h="310514">
                <a:moveTo>
                  <a:pt x="70032" y="0"/>
                </a:moveTo>
                <a:lnTo>
                  <a:pt x="34043" y="34772"/>
                </a:lnTo>
                <a:lnTo>
                  <a:pt x="9756" y="86298"/>
                </a:lnTo>
                <a:lnTo>
                  <a:pt x="843" y="134201"/>
                </a:lnTo>
                <a:lnTo>
                  <a:pt x="0" y="155107"/>
                </a:lnTo>
                <a:lnTo>
                  <a:pt x="762" y="175694"/>
                </a:lnTo>
                <a:lnTo>
                  <a:pt x="9756" y="225383"/>
                </a:lnTo>
                <a:lnTo>
                  <a:pt x="34856" y="277089"/>
                </a:lnTo>
                <a:lnTo>
                  <a:pt x="61842" y="306475"/>
                </a:lnTo>
                <a:lnTo>
                  <a:pt x="70033" y="310217"/>
                </a:lnTo>
                <a:lnTo>
                  <a:pt x="71318" y="309568"/>
                </a:lnTo>
                <a:lnTo>
                  <a:pt x="71318" y="305674"/>
                </a:lnTo>
                <a:lnTo>
                  <a:pt x="66178" y="300483"/>
                </a:lnTo>
                <a:lnTo>
                  <a:pt x="42383" y="268002"/>
                </a:lnTo>
                <a:lnTo>
                  <a:pt x="27625" y="230959"/>
                </a:lnTo>
                <a:lnTo>
                  <a:pt x="20096" y="192334"/>
                </a:lnTo>
                <a:lnTo>
                  <a:pt x="17987" y="155107"/>
                </a:lnTo>
                <a:lnTo>
                  <a:pt x="20388" y="114943"/>
                </a:lnTo>
                <a:lnTo>
                  <a:pt x="28511" y="76178"/>
                </a:lnTo>
                <a:lnTo>
                  <a:pt x="43742" y="40211"/>
                </a:lnTo>
                <a:lnTo>
                  <a:pt x="67463" y="8443"/>
                </a:lnTo>
                <a:lnTo>
                  <a:pt x="71317" y="4545"/>
                </a:lnTo>
                <a:lnTo>
                  <a:pt x="71317" y="1305"/>
                </a:lnTo>
                <a:lnTo>
                  <a:pt x="700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339595" y="3996176"/>
            <a:ext cx="0" cy="97155"/>
          </a:xfrm>
          <a:custGeom>
            <a:avLst/>
            <a:gdLst/>
            <a:ahLst/>
            <a:cxnLst/>
            <a:rect l="l" t="t" r="r" b="b"/>
            <a:pathLst>
              <a:path h="97154">
                <a:moveTo>
                  <a:pt x="0" y="0"/>
                </a:moveTo>
                <a:lnTo>
                  <a:pt x="0" y="96701"/>
                </a:lnTo>
              </a:path>
            </a:pathLst>
          </a:custGeom>
          <a:ln w="12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237110" y="3990014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325" y="0"/>
                </a:lnTo>
              </a:path>
            </a:pathLst>
          </a:custGeom>
          <a:ln w="1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339594" y="3886503"/>
            <a:ext cx="0" cy="97790"/>
          </a:xfrm>
          <a:custGeom>
            <a:avLst/>
            <a:gdLst/>
            <a:ahLst/>
            <a:cxnLst/>
            <a:rect l="l" t="t" r="r" b="b"/>
            <a:pathLst>
              <a:path h="97789">
                <a:moveTo>
                  <a:pt x="0" y="0"/>
                </a:moveTo>
                <a:lnTo>
                  <a:pt x="0" y="97349"/>
                </a:lnTo>
              </a:path>
            </a:pathLst>
          </a:custGeom>
          <a:ln w="12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474842" y="3930631"/>
            <a:ext cx="113664" cy="140335"/>
          </a:xfrm>
          <a:custGeom>
            <a:avLst/>
            <a:gdLst/>
            <a:ahLst/>
            <a:cxnLst/>
            <a:rect l="l" t="t" r="r" b="b"/>
            <a:pathLst>
              <a:path w="113664" h="140335">
                <a:moveTo>
                  <a:pt x="23778" y="89562"/>
                </a:moveTo>
                <a:lnTo>
                  <a:pt x="0" y="110330"/>
                </a:lnTo>
                <a:lnTo>
                  <a:pt x="3223" y="122385"/>
                </a:lnTo>
                <a:lnTo>
                  <a:pt x="12290" y="131824"/>
                </a:lnTo>
                <a:lnTo>
                  <a:pt x="26296" y="137980"/>
                </a:lnTo>
                <a:lnTo>
                  <a:pt x="44335" y="140180"/>
                </a:lnTo>
                <a:lnTo>
                  <a:pt x="74846" y="134086"/>
                </a:lnTo>
                <a:lnTo>
                  <a:pt x="75365" y="133690"/>
                </a:lnTo>
                <a:lnTo>
                  <a:pt x="44335" y="133690"/>
                </a:lnTo>
                <a:lnTo>
                  <a:pt x="38012" y="133426"/>
                </a:lnTo>
                <a:lnTo>
                  <a:pt x="27954" y="131581"/>
                </a:lnTo>
                <a:lnTo>
                  <a:pt x="17414" y="126573"/>
                </a:lnTo>
                <a:lnTo>
                  <a:pt x="9644" y="116820"/>
                </a:lnTo>
                <a:lnTo>
                  <a:pt x="17534" y="116291"/>
                </a:lnTo>
                <a:lnTo>
                  <a:pt x="23617" y="112597"/>
                </a:lnTo>
                <a:lnTo>
                  <a:pt x="27532" y="106958"/>
                </a:lnTo>
                <a:lnTo>
                  <a:pt x="28917" y="100590"/>
                </a:lnTo>
                <a:lnTo>
                  <a:pt x="28917" y="93451"/>
                </a:lnTo>
                <a:lnTo>
                  <a:pt x="23778" y="89562"/>
                </a:lnTo>
                <a:close/>
              </a:path>
              <a:path w="113664" h="140335">
                <a:moveTo>
                  <a:pt x="76465" y="0"/>
                </a:moveTo>
                <a:lnTo>
                  <a:pt x="51355" y="5079"/>
                </a:lnTo>
                <a:lnTo>
                  <a:pt x="35583" y="17277"/>
                </a:lnTo>
                <a:lnTo>
                  <a:pt x="27402" y="32030"/>
                </a:lnTo>
                <a:lnTo>
                  <a:pt x="25063" y="44776"/>
                </a:lnTo>
                <a:lnTo>
                  <a:pt x="28717" y="59776"/>
                </a:lnTo>
                <a:lnTo>
                  <a:pt x="37430" y="68872"/>
                </a:lnTo>
                <a:lnTo>
                  <a:pt x="47832" y="73709"/>
                </a:lnTo>
                <a:lnTo>
                  <a:pt x="56550" y="75933"/>
                </a:lnTo>
                <a:lnTo>
                  <a:pt x="68244" y="78304"/>
                </a:lnTo>
                <a:lnTo>
                  <a:pt x="78312" y="82259"/>
                </a:lnTo>
                <a:lnTo>
                  <a:pt x="85369" y="88891"/>
                </a:lnTo>
                <a:lnTo>
                  <a:pt x="88029" y="99293"/>
                </a:lnTo>
                <a:lnTo>
                  <a:pt x="86353" y="107953"/>
                </a:lnTo>
                <a:lnTo>
                  <a:pt x="79917" y="119412"/>
                </a:lnTo>
                <a:lnTo>
                  <a:pt x="66615" y="129410"/>
                </a:lnTo>
                <a:lnTo>
                  <a:pt x="44335" y="133690"/>
                </a:lnTo>
                <a:lnTo>
                  <a:pt x="75365" y="133690"/>
                </a:lnTo>
                <a:lnTo>
                  <a:pt x="93729" y="119658"/>
                </a:lnTo>
                <a:lnTo>
                  <a:pt x="103337" y="102674"/>
                </a:lnTo>
                <a:lnTo>
                  <a:pt x="106017" y="88914"/>
                </a:lnTo>
                <a:lnTo>
                  <a:pt x="106017" y="77877"/>
                </a:lnTo>
                <a:lnTo>
                  <a:pt x="74879" y="55064"/>
                </a:lnTo>
                <a:lnTo>
                  <a:pt x="65544" y="53220"/>
                </a:lnTo>
                <a:lnTo>
                  <a:pt x="57322" y="51189"/>
                </a:lnTo>
                <a:lnTo>
                  <a:pt x="49881" y="48187"/>
                </a:lnTo>
                <a:lnTo>
                  <a:pt x="44487" y="42995"/>
                </a:lnTo>
                <a:lnTo>
                  <a:pt x="42408" y="34397"/>
                </a:lnTo>
                <a:lnTo>
                  <a:pt x="43934" y="26204"/>
                </a:lnTo>
                <a:lnTo>
                  <a:pt x="49315" y="17037"/>
                </a:lnTo>
                <a:lnTo>
                  <a:pt x="59757" y="9573"/>
                </a:lnTo>
                <a:lnTo>
                  <a:pt x="76465" y="6490"/>
                </a:lnTo>
                <a:lnTo>
                  <a:pt x="100803" y="6490"/>
                </a:lnTo>
                <a:lnTo>
                  <a:pt x="92216" y="2150"/>
                </a:lnTo>
                <a:lnTo>
                  <a:pt x="76465" y="0"/>
                </a:lnTo>
                <a:close/>
              </a:path>
              <a:path w="113664" h="140335">
                <a:moveTo>
                  <a:pt x="100803" y="6490"/>
                </a:moveTo>
                <a:lnTo>
                  <a:pt x="76465" y="6490"/>
                </a:lnTo>
                <a:lnTo>
                  <a:pt x="83401" y="6987"/>
                </a:lnTo>
                <a:lnTo>
                  <a:pt x="91482" y="9004"/>
                </a:lnTo>
                <a:lnTo>
                  <a:pt x="98960" y="13334"/>
                </a:lnTo>
                <a:lnTo>
                  <a:pt x="104090" y="20767"/>
                </a:lnTo>
                <a:lnTo>
                  <a:pt x="95738" y="21416"/>
                </a:lnTo>
                <a:lnTo>
                  <a:pt x="89314" y="27906"/>
                </a:lnTo>
                <a:lnTo>
                  <a:pt x="89314" y="38934"/>
                </a:lnTo>
                <a:lnTo>
                  <a:pt x="92526" y="43480"/>
                </a:lnTo>
                <a:lnTo>
                  <a:pt x="106017" y="43480"/>
                </a:lnTo>
                <a:lnTo>
                  <a:pt x="113092" y="38286"/>
                </a:lnTo>
                <a:lnTo>
                  <a:pt x="113092" y="26610"/>
                </a:lnTo>
                <a:lnTo>
                  <a:pt x="110712" y="16429"/>
                </a:lnTo>
                <a:lnTo>
                  <a:pt x="103692" y="7951"/>
                </a:lnTo>
                <a:lnTo>
                  <a:pt x="100803" y="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645762" y="3834578"/>
            <a:ext cx="0" cy="310515"/>
          </a:xfrm>
          <a:custGeom>
            <a:avLst/>
            <a:gdLst/>
            <a:ahLst/>
            <a:cxnLst/>
            <a:rect l="l" t="t" r="r" b="b"/>
            <a:pathLst>
              <a:path h="310514">
                <a:moveTo>
                  <a:pt x="0" y="0"/>
                </a:moveTo>
                <a:lnTo>
                  <a:pt x="0" y="310217"/>
                </a:lnTo>
              </a:path>
            </a:pathLst>
          </a:custGeom>
          <a:ln w="128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876093" y="3996176"/>
            <a:ext cx="0" cy="97155"/>
          </a:xfrm>
          <a:custGeom>
            <a:avLst/>
            <a:gdLst/>
            <a:ahLst/>
            <a:cxnLst/>
            <a:rect l="l" t="t" r="r" b="b"/>
            <a:pathLst>
              <a:path h="97154">
                <a:moveTo>
                  <a:pt x="0" y="0"/>
                </a:moveTo>
                <a:lnTo>
                  <a:pt x="0" y="96701"/>
                </a:lnTo>
              </a:path>
            </a:pathLst>
          </a:custGeom>
          <a:ln w="121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773647" y="3990014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91" y="0"/>
                </a:lnTo>
              </a:path>
            </a:pathLst>
          </a:custGeom>
          <a:ln w="1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876093" y="3886503"/>
            <a:ext cx="0" cy="97790"/>
          </a:xfrm>
          <a:custGeom>
            <a:avLst/>
            <a:gdLst/>
            <a:ahLst/>
            <a:cxnLst/>
            <a:rect l="l" t="t" r="r" b="b"/>
            <a:pathLst>
              <a:path h="97789">
                <a:moveTo>
                  <a:pt x="0" y="0"/>
                </a:moveTo>
                <a:lnTo>
                  <a:pt x="0" y="97349"/>
                </a:lnTo>
              </a:path>
            </a:pathLst>
          </a:custGeom>
          <a:ln w="121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6073018" y="3930631"/>
            <a:ext cx="251460" cy="140335"/>
          </a:xfrm>
          <a:custGeom>
            <a:avLst/>
            <a:gdLst/>
            <a:ahLst/>
            <a:cxnLst/>
            <a:rect l="l" t="t" r="r" b="b"/>
            <a:pathLst>
              <a:path w="251460" h="140335">
                <a:moveTo>
                  <a:pt x="50426" y="6490"/>
                </a:moveTo>
                <a:lnTo>
                  <a:pt x="35975" y="6490"/>
                </a:lnTo>
                <a:lnTo>
                  <a:pt x="40515" y="9083"/>
                </a:lnTo>
                <a:lnTo>
                  <a:pt x="40473" y="21903"/>
                </a:lnTo>
                <a:lnTo>
                  <a:pt x="17988" y="118765"/>
                </a:lnTo>
                <a:lnTo>
                  <a:pt x="17388" y="123302"/>
                </a:lnTo>
                <a:lnTo>
                  <a:pt x="15418" y="130441"/>
                </a:lnTo>
                <a:lnTo>
                  <a:pt x="15418" y="137584"/>
                </a:lnTo>
                <a:lnTo>
                  <a:pt x="19272" y="140180"/>
                </a:lnTo>
                <a:lnTo>
                  <a:pt x="27667" y="140180"/>
                </a:lnTo>
                <a:lnTo>
                  <a:pt x="33406" y="137584"/>
                </a:lnTo>
                <a:lnTo>
                  <a:pt x="35376" y="131743"/>
                </a:lnTo>
                <a:lnTo>
                  <a:pt x="35975" y="131098"/>
                </a:lnTo>
                <a:lnTo>
                  <a:pt x="39230" y="116164"/>
                </a:lnTo>
                <a:lnTo>
                  <a:pt x="41280" y="107728"/>
                </a:lnTo>
                <a:lnTo>
                  <a:pt x="48224" y="80470"/>
                </a:lnTo>
                <a:lnTo>
                  <a:pt x="50109" y="73979"/>
                </a:lnTo>
                <a:lnTo>
                  <a:pt x="52079" y="66841"/>
                </a:lnTo>
                <a:lnTo>
                  <a:pt x="53364" y="59702"/>
                </a:lnTo>
                <a:lnTo>
                  <a:pt x="54649" y="54517"/>
                </a:lnTo>
                <a:lnTo>
                  <a:pt x="57218" y="45425"/>
                </a:lnTo>
                <a:lnTo>
                  <a:pt x="57298" y="43991"/>
                </a:lnTo>
                <a:lnTo>
                  <a:pt x="62856" y="34415"/>
                </a:lnTo>
                <a:lnTo>
                  <a:pt x="69238" y="26610"/>
                </a:lnTo>
                <a:lnTo>
                  <a:pt x="60388" y="26610"/>
                </a:lnTo>
                <a:lnTo>
                  <a:pt x="57332" y="15058"/>
                </a:lnTo>
                <a:lnTo>
                  <a:pt x="50847" y="6732"/>
                </a:lnTo>
                <a:lnTo>
                  <a:pt x="50426" y="6490"/>
                </a:lnTo>
                <a:close/>
              </a:path>
              <a:path w="251460" h="140335">
                <a:moveTo>
                  <a:pt x="131682" y="6490"/>
                </a:moveTo>
                <a:lnTo>
                  <a:pt x="107327" y="6490"/>
                </a:lnTo>
                <a:lnTo>
                  <a:pt x="115900" y="8478"/>
                </a:lnTo>
                <a:lnTo>
                  <a:pt x="120979" y="13630"/>
                </a:lnTo>
                <a:lnTo>
                  <a:pt x="123408" y="20728"/>
                </a:lnTo>
                <a:lnTo>
                  <a:pt x="123876" y="26610"/>
                </a:lnTo>
                <a:lnTo>
                  <a:pt x="123954" y="29851"/>
                </a:lnTo>
                <a:lnTo>
                  <a:pt x="123696" y="34243"/>
                </a:lnTo>
                <a:lnTo>
                  <a:pt x="122767" y="40479"/>
                </a:lnTo>
                <a:lnTo>
                  <a:pt x="121356" y="47081"/>
                </a:lnTo>
                <a:lnTo>
                  <a:pt x="119576" y="53868"/>
                </a:lnTo>
                <a:lnTo>
                  <a:pt x="110497" y="90210"/>
                </a:lnTo>
                <a:lnTo>
                  <a:pt x="104758" y="113571"/>
                </a:lnTo>
                <a:lnTo>
                  <a:pt x="103473" y="120061"/>
                </a:lnTo>
                <a:lnTo>
                  <a:pt x="100903" y="130441"/>
                </a:lnTo>
                <a:lnTo>
                  <a:pt x="100903" y="137584"/>
                </a:lnTo>
                <a:lnTo>
                  <a:pt x="104758" y="140180"/>
                </a:lnTo>
                <a:lnTo>
                  <a:pt x="118891" y="140180"/>
                </a:lnTo>
                <a:lnTo>
                  <a:pt x="120861" y="132392"/>
                </a:lnTo>
                <a:lnTo>
                  <a:pt x="123431" y="122654"/>
                </a:lnTo>
                <a:lnTo>
                  <a:pt x="127796" y="105136"/>
                </a:lnTo>
                <a:lnTo>
                  <a:pt x="133207" y="83149"/>
                </a:lnTo>
                <a:lnTo>
                  <a:pt x="138403" y="62149"/>
                </a:lnTo>
                <a:lnTo>
                  <a:pt x="142018" y="48026"/>
                </a:lnTo>
                <a:lnTo>
                  <a:pt x="145439" y="39618"/>
                </a:lnTo>
                <a:lnTo>
                  <a:pt x="151942" y="29851"/>
                </a:lnTo>
                <a:lnTo>
                  <a:pt x="143303" y="29851"/>
                </a:lnTo>
                <a:lnTo>
                  <a:pt x="143224" y="25280"/>
                </a:lnTo>
                <a:lnTo>
                  <a:pt x="142018" y="14925"/>
                </a:lnTo>
                <a:lnTo>
                  <a:pt x="133710" y="7786"/>
                </a:lnTo>
                <a:lnTo>
                  <a:pt x="131682" y="6490"/>
                </a:lnTo>
                <a:close/>
              </a:path>
              <a:path w="251460" h="140335">
                <a:moveTo>
                  <a:pt x="215592" y="6490"/>
                </a:moveTo>
                <a:lnTo>
                  <a:pt x="192128" y="6490"/>
                </a:lnTo>
                <a:lnTo>
                  <a:pt x="200447" y="8294"/>
                </a:lnTo>
                <a:lnTo>
                  <a:pt x="205554" y="13140"/>
                </a:lnTo>
                <a:lnTo>
                  <a:pt x="208124" y="20177"/>
                </a:lnTo>
                <a:lnTo>
                  <a:pt x="208831" y="28554"/>
                </a:lnTo>
                <a:lnTo>
                  <a:pt x="206734" y="44425"/>
                </a:lnTo>
                <a:lnTo>
                  <a:pt x="201689" y="63519"/>
                </a:lnTo>
                <a:lnTo>
                  <a:pt x="195569" y="82491"/>
                </a:lnTo>
                <a:lnTo>
                  <a:pt x="190243" y="97997"/>
                </a:lnTo>
                <a:lnTo>
                  <a:pt x="186945" y="105245"/>
                </a:lnTo>
                <a:lnTo>
                  <a:pt x="185704" y="108377"/>
                </a:lnTo>
                <a:lnTo>
                  <a:pt x="211401" y="140180"/>
                </a:lnTo>
                <a:lnTo>
                  <a:pt x="228162" y="133690"/>
                </a:lnTo>
                <a:lnTo>
                  <a:pt x="206261" y="133690"/>
                </a:lnTo>
                <a:lnTo>
                  <a:pt x="204377" y="130441"/>
                </a:lnTo>
                <a:lnTo>
                  <a:pt x="204377" y="115515"/>
                </a:lnTo>
                <a:lnTo>
                  <a:pt x="206946" y="107728"/>
                </a:lnTo>
                <a:lnTo>
                  <a:pt x="210116" y="101238"/>
                </a:lnTo>
                <a:lnTo>
                  <a:pt x="215491" y="86211"/>
                </a:lnTo>
                <a:lnTo>
                  <a:pt x="221636" y="67655"/>
                </a:lnTo>
                <a:lnTo>
                  <a:pt x="226690" y="48856"/>
                </a:lnTo>
                <a:lnTo>
                  <a:pt x="228789" y="33100"/>
                </a:lnTo>
                <a:lnTo>
                  <a:pt x="226514" y="19440"/>
                </a:lnTo>
                <a:lnTo>
                  <a:pt x="219773" y="9005"/>
                </a:lnTo>
                <a:lnTo>
                  <a:pt x="215592" y="6490"/>
                </a:lnTo>
                <a:close/>
              </a:path>
              <a:path w="251460" h="140335">
                <a:moveTo>
                  <a:pt x="251231" y="89562"/>
                </a:moveTo>
                <a:lnTo>
                  <a:pt x="244807" y="89562"/>
                </a:lnTo>
                <a:lnTo>
                  <a:pt x="244807" y="90210"/>
                </a:lnTo>
                <a:lnTo>
                  <a:pt x="242922" y="94747"/>
                </a:lnTo>
                <a:lnTo>
                  <a:pt x="238538" y="107953"/>
                </a:lnTo>
                <a:lnTo>
                  <a:pt x="232065" y="120548"/>
                </a:lnTo>
                <a:lnTo>
                  <a:pt x="223312" y="129979"/>
                </a:lnTo>
                <a:lnTo>
                  <a:pt x="212086" y="133690"/>
                </a:lnTo>
                <a:lnTo>
                  <a:pt x="228162" y="133690"/>
                </a:lnTo>
                <a:lnTo>
                  <a:pt x="229838" y="133041"/>
                </a:lnTo>
                <a:lnTo>
                  <a:pt x="242173" y="117140"/>
                </a:lnTo>
                <a:lnTo>
                  <a:pt x="249079" y="100753"/>
                </a:lnTo>
                <a:lnTo>
                  <a:pt x="251231" y="92155"/>
                </a:lnTo>
                <a:lnTo>
                  <a:pt x="251231" y="89562"/>
                </a:lnTo>
                <a:close/>
              </a:path>
              <a:path w="251460" h="140335">
                <a:moveTo>
                  <a:pt x="32121" y="0"/>
                </a:moveTo>
                <a:lnTo>
                  <a:pt x="2655" y="36343"/>
                </a:lnTo>
                <a:lnTo>
                  <a:pt x="0" y="50619"/>
                </a:lnTo>
                <a:lnTo>
                  <a:pt x="6424" y="50619"/>
                </a:lnTo>
                <a:lnTo>
                  <a:pt x="7109" y="49971"/>
                </a:lnTo>
                <a:lnTo>
                  <a:pt x="8993" y="43480"/>
                </a:lnTo>
                <a:lnTo>
                  <a:pt x="13055" y="28392"/>
                </a:lnTo>
                <a:lnTo>
                  <a:pt x="17848" y="16711"/>
                </a:lnTo>
                <a:lnTo>
                  <a:pt x="23846" y="9167"/>
                </a:lnTo>
                <a:lnTo>
                  <a:pt x="31521" y="6490"/>
                </a:lnTo>
                <a:lnTo>
                  <a:pt x="50426" y="6490"/>
                </a:lnTo>
                <a:lnTo>
                  <a:pt x="42066" y="1693"/>
                </a:lnTo>
                <a:lnTo>
                  <a:pt x="32121" y="0"/>
                </a:lnTo>
                <a:close/>
              </a:path>
              <a:path w="251460" h="140335">
                <a:moveTo>
                  <a:pt x="193412" y="0"/>
                </a:moveTo>
                <a:lnTo>
                  <a:pt x="177452" y="2383"/>
                </a:lnTo>
                <a:lnTo>
                  <a:pt x="164022" y="8842"/>
                </a:lnTo>
                <a:lnTo>
                  <a:pt x="152759" y="18343"/>
                </a:lnTo>
                <a:lnTo>
                  <a:pt x="143303" y="29851"/>
                </a:lnTo>
                <a:lnTo>
                  <a:pt x="151942" y="29851"/>
                </a:lnTo>
                <a:lnTo>
                  <a:pt x="154803" y="25553"/>
                </a:lnTo>
                <a:lnTo>
                  <a:pt x="170301" y="12341"/>
                </a:lnTo>
                <a:lnTo>
                  <a:pt x="192128" y="6490"/>
                </a:lnTo>
                <a:lnTo>
                  <a:pt x="215592" y="6490"/>
                </a:lnTo>
                <a:lnTo>
                  <a:pt x="208697" y="2342"/>
                </a:lnTo>
                <a:lnTo>
                  <a:pt x="193412" y="0"/>
                </a:lnTo>
                <a:close/>
              </a:path>
              <a:path w="251460" h="140335">
                <a:moveTo>
                  <a:pt x="108612" y="0"/>
                </a:moveTo>
                <a:lnTo>
                  <a:pt x="89875" y="3153"/>
                </a:lnTo>
                <a:lnTo>
                  <a:pt x="75827" y="10628"/>
                </a:lnTo>
                <a:lnTo>
                  <a:pt x="66116" y="19440"/>
                </a:lnTo>
                <a:lnTo>
                  <a:pt x="60388" y="26610"/>
                </a:lnTo>
                <a:lnTo>
                  <a:pt x="69238" y="26610"/>
                </a:lnTo>
                <a:lnTo>
                  <a:pt x="73086" y="21903"/>
                </a:lnTo>
                <a:lnTo>
                  <a:pt x="87910" y="11094"/>
                </a:lnTo>
                <a:lnTo>
                  <a:pt x="107327" y="6490"/>
                </a:lnTo>
                <a:lnTo>
                  <a:pt x="131682" y="6490"/>
                </a:lnTo>
                <a:lnTo>
                  <a:pt x="127524" y="3832"/>
                </a:lnTo>
                <a:lnTo>
                  <a:pt x="120904" y="1459"/>
                </a:lnTo>
                <a:lnTo>
                  <a:pt x="114413" y="303"/>
                </a:lnTo>
                <a:lnTo>
                  <a:pt x="108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6351231" y="3834578"/>
            <a:ext cx="71755" cy="310515"/>
          </a:xfrm>
          <a:custGeom>
            <a:avLst/>
            <a:gdLst/>
            <a:ahLst/>
            <a:cxnLst/>
            <a:rect l="l" t="t" r="r" b="b"/>
            <a:pathLst>
              <a:path w="71754" h="310514">
                <a:moveTo>
                  <a:pt x="3254" y="0"/>
                </a:moveTo>
                <a:lnTo>
                  <a:pt x="1284" y="0"/>
                </a:lnTo>
                <a:lnTo>
                  <a:pt x="0" y="1305"/>
                </a:lnTo>
                <a:lnTo>
                  <a:pt x="0" y="4545"/>
                </a:lnTo>
                <a:lnTo>
                  <a:pt x="5824" y="10388"/>
                </a:lnTo>
                <a:lnTo>
                  <a:pt x="25972" y="36741"/>
                </a:lnTo>
                <a:lnTo>
                  <a:pt x="40901" y="69848"/>
                </a:lnTo>
                <a:lnTo>
                  <a:pt x="50176" y="109405"/>
                </a:lnTo>
                <a:lnTo>
                  <a:pt x="53364" y="155107"/>
                </a:lnTo>
                <a:lnTo>
                  <a:pt x="51048" y="195001"/>
                </a:lnTo>
                <a:lnTo>
                  <a:pt x="43064" y="233799"/>
                </a:lnTo>
                <a:lnTo>
                  <a:pt x="27852" y="269919"/>
                </a:lnTo>
                <a:lnTo>
                  <a:pt x="3854" y="301780"/>
                </a:lnTo>
                <a:lnTo>
                  <a:pt x="0" y="305674"/>
                </a:lnTo>
                <a:lnTo>
                  <a:pt x="0" y="308919"/>
                </a:lnTo>
                <a:lnTo>
                  <a:pt x="1285" y="310217"/>
                </a:lnTo>
                <a:lnTo>
                  <a:pt x="3255" y="310217"/>
                </a:lnTo>
                <a:lnTo>
                  <a:pt x="9691" y="306353"/>
                </a:lnTo>
                <a:lnTo>
                  <a:pt x="37307" y="275993"/>
                </a:lnTo>
                <a:lnTo>
                  <a:pt x="61595" y="224470"/>
                </a:lnTo>
                <a:lnTo>
                  <a:pt x="70509" y="176119"/>
                </a:lnTo>
                <a:lnTo>
                  <a:pt x="71352" y="155107"/>
                </a:lnTo>
                <a:lnTo>
                  <a:pt x="70573" y="134798"/>
                </a:lnTo>
                <a:lnTo>
                  <a:pt x="61306" y="84931"/>
                </a:lnTo>
                <a:lnTo>
                  <a:pt x="36223" y="33131"/>
                </a:lnTo>
                <a:lnTo>
                  <a:pt x="9490" y="3742"/>
                </a:lnTo>
                <a:lnTo>
                  <a:pt x="3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6555608" y="3959510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91" y="0"/>
                </a:lnTo>
              </a:path>
            </a:pathLst>
          </a:custGeom>
          <a:ln w="123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6555608" y="4019870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91" y="0"/>
                </a:lnTo>
              </a:path>
            </a:pathLst>
          </a:custGeom>
          <a:ln w="123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6874936" y="3860541"/>
            <a:ext cx="130175" cy="213995"/>
          </a:xfrm>
          <a:custGeom>
            <a:avLst/>
            <a:gdLst/>
            <a:ahLst/>
            <a:cxnLst/>
            <a:rect l="l" t="t" r="r" b="b"/>
            <a:pathLst>
              <a:path w="130175" h="213995">
                <a:moveTo>
                  <a:pt x="64842" y="0"/>
                </a:moveTo>
                <a:lnTo>
                  <a:pt x="22694" y="19163"/>
                </a:lnTo>
                <a:lnTo>
                  <a:pt x="5673" y="53610"/>
                </a:lnTo>
                <a:lnTo>
                  <a:pt x="0" y="107728"/>
                </a:lnTo>
                <a:lnTo>
                  <a:pt x="412" y="126074"/>
                </a:lnTo>
                <a:lnTo>
                  <a:pt x="6504" y="164134"/>
                </a:lnTo>
                <a:lnTo>
                  <a:pt x="25309" y="197910"/>
                </a:lnTo>
                <a:lnTo>
                  <a:pt x="64842" y="213515"/>
                </a:lnTo>
                <a:lnTo>
                  <a:pt x="78070" y="212045"/>
                </a:lnTo>
                <a:lnTo>
                  <a:pt x="91409" y="207026"/>
                </a:lnTo>
                <a:lnTo>
                  <a:pt x="64842" y="207026"/>
                </a:lnTo>
                <a:lnTo>
                  <a:pt x="54908" y="205342"/>
                </a:lnTo>
                <a:lnTo>
                  <a:pt x="28866" y="169384"/>
                </a:lnTo>
                <a:lnTo>
                  <a:pt x="25782" y="120904"/>
                </a:lnTo>
                <a:lnTo>
                  <a:pt x="25745" y="88658"/>
                </a:lnTo>
                <a:lnTo>
                  <a:pt x="26018" y="74309"/>
                </a:lnTo>
                <a:lnTo>
                  <a:pt x="35318" y="24935"/>
                </a:lnTo>
                <a:lnTo>
                  <a:pt x="64842" y="7138"/>
                </a:lnTo>
                <a:lnTo>
                  <a:pt x="91482" y="7138"/>
                </a:lnTo>
                <a:lnTo>
                  <a:pt x="90399" y="6328"/>
                </a:lnTo>
                <a:lnTo>
                  <a:pt x="76412" y="1278"/>
                </a:lnTo>
                <a:lnTo>
                  <a:pt x="64842" y="0"/>
                </a:lnTo>
                <a:close/>
              </a:path>
              <a:path w="130175" h="213995">
                <a:moveTo>
                  <a:pt x="91482" y="7138"/>
                </a:moveTo>
                <a:lnTo>
                  <a:pt x="64842" y="7138"/>
                </a:lnTo>
                <a:lnTo>
                  <a:pt x="73739" y="8528"/>
                </a:lnTo>
                <a:lnTo>
                  <a:pt x="84307" y="13872"/>
                </a:lnTo>
                <a:lnTo>
                  <a:pt x="102699" y="57567"/>
                </a:lnTo>
                <a:lnTo>
                  <a:pt x="104022" y="120904"/>
                </a:lnTo>
                <a:lnTo>
                  <a:pt x="103666" y="137179"/>
                </a:lnTo>
                <a:lnTo>
                  <a:pt x="94931" y="186492"/>
                </a:lnTo>
                <a:lnTo>
                  <a:pt x="64842" y="207026"/>
                </a:lnTo>
                <a:lnTo>
                  <a:pt x="91409" y="207026"/>
                </a:lnTo>
                <a:lnTo>
                  <a:pt x="118206" y="177819"/>
                </a:lnTo>
                <a:lnTo>
                  <a:pt x="129327" y="125964"/>
                </a:lnTo>
                <a:lnTo>
                  <a:pt x="129770" y="107728"/>
                </a:lnTo>
                <a:lnTo>
                  <a:pt x="129307" y="89285"/>
                </a:lnTo>
                <a:lnTo>
                  <a:pt x="116921" y="35045"/>
                </a:lnTo>
                <a:lnTo>
                  <a:pt x="104628" y="16976"/>
                </a:lnTo>
                <a:lnTo>
                  <a:pt x="91482" y="7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7043253" y="4034471"/>
            <a:ext cx="32384" cy="33655"/>
          </a:xfrm>
          <a:custGeom>
            <a:avLst/>
            <a:gdLst/>
            <a:ahLst/>
            <a:cxnLst/>
            <a:rect l="l" t="t" r="r" b="b"/>
            <a:pathLst>
              <a:path w="32384" h="33654">
                <a:moveTo>
                  <a:pt x="25097" y="0"/>
                </a:moveTo>
                <a:lnTo>
                  <a:pt x="7109" y="0"/>
                </a:lnTo>
                <a:lnTo>
                  <a:pt x="0" y="7786"/>
                </a:lnTo>
                <a:lnTo>
                  <a:pt x="0" y="25305"/>
                </a:lnTo>
                <a:lnTo>
                  <a:pt x="7109" y="33095"/>
                </a:lnTo>
                <a:lnTo>
                  <a:pt x="25097" y="33095"/>
                </a:lnTo>
                <a:lnTo>
                  <a:pt x="32121" y="25305"/>
                </a:lnTo>
                <a:lnTo>
                  <a:pt x="32121" y="7786"/>
                </a:lnTo>
                <a:lnTo>
                  <a:pt x="2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7114605" y="3860541"/>
            <a:ext cx="128270" cy="213995"/>
          </a:xfrm>
          <a:custGeom>
            <a:avLst/>
            <a:gdLst/>
            <a:ahLst/>
            <a:cxnLst/>
            <a:rect l="l" t="t" r="r" b="b"/>
            <a:pathLst>
              <a:path w="128270" h="213995">
                <a:moveTo>
                  <a:pt x="64242" y="0"/>
                </a:moveTo>
                <a:lnTo>
                  <a:pt x="42493" y="4096"/>
                </a:lnTo>
                <a:lnTo>
                  <a:pt x="24711" y="15249"/>
                </a:lnTo>
                <a:lnTo>
                  <a:pt x="12711" y="31757"/>
                </a:lnTo>
                <a:lnTo>
                  <a:pt x="8308" y="51915"/>
                </a:lnTo>
                <a:lnTo>
                  <a:pt x="8616" y="57655"/>
                </a:lnTo>
                <a:lnTo>
                  <a:pt x="31617" y="94266"/>
                </a:lnTo>
                <a:lnTo>
                  <a:pt x="44284" y="103191"/>
                </a:lnTo>
                <a:lnTo>
                  <a:pt x="29776" y="111565"/>
                </a:lnTo>
                <a:lnTo>
                  <a:pt x="15396" y="123469"/>
                </a:lnTo>
                <a:lnTo>
                  <a:pt x="4389" y="139511"/>
                </a:lnTo>
                <a:lnTo>
                  <a:pt x="0" y="160301"/>
                </a:lnTo>
                <a:lnTo>
                  <a:pt x="5413" y="182303"/>
                </a:lnTo>
                <a:lnTo>
                  <a:pt x="19733" y="199075"/>
                </a:lnTo>
                <a:lnTo>
                  <a:pt x="40075" y="209763"/>
                </a:lnTo>
                <a:lnTo>
                  <a:pt x="63557" y="213515"/>
                </a:lnTo>
                <a:lnTo>
                  <a:pt x="88230" y="209044"/>
                </a:lnTo>
                <a:lnTo>
                  <a:pt x="94814" y="205079"/>
                </a:lnTo>
                <a:lnTo>
                  <a:pt x="64242" y="205079"/>
                </a:lnTo>
                <a:lnTo>
                  <a:pt x="45483" y="201641"/>
                </a:lnTo>
                <a:lnTo>
                  <a:pt x="29937" y="192179"/>
                </a:lnTo>
                <a:lnTo>
                  <a:pt x="19337" y="177973"/>
                </a:lnTo>
                <a:lnTo>
                  <a:pt x="15418" y="160301"/>
                </a:lnTo>
                <a:lnTo>
                  <a:pt x="17425" y="146427"/>
                </a:lnTo>
                <a:lnTo>
                  <a:pt x="23769" y="132553"/>
                </a:lnTo>
                <a:lnTo>
                  <a:pt x="34931" y="119410"/>
                </a:lnTo>
                <a:lnTo>
                  <a:pt x="51394" y="107728"/>
                </a:lnTo>
                <a:lnTo>
                  <a:pt x="102243" y="107728"/>
                </a:lnTo>
                <a:lnTo>
                  <a:pt x="94518" y="102487"/>
                </a:lnTo>
                <a:lnTo>
                  <a:pt x="82230" y="94747"/>
                </a:lnTo>
                <a:lnTo>
                  <a:pt x="89337" y="90210"/>
                </a:lnTo>
                <a:lnTo>
                  <a:pt x="75120" y="90210"/>
                </a:lnTo>
                <a:lnTo>
                  <a:pt x="37260" y="64896"/>
                </a:lnTo>
                <a:lnTo>
                  <a:pt x="21842" y="40239"/>
                </a:lnTo>
                <a:lnTo>
                  <a:pt x="25288" y="26954"/>
                </a:lnTo>
                <a:lnTo>
                  <a:pt x="34508" y="16711"/>
                </a:lnTo>
                <a:lnTo>
                  <a:pt x="47824" y="10119"/>
                </a:lnTo>
                <a:lnTo>
                  <a:pt x="63557" y="7786"/>
                </a:lnTo>
                <a:lnTo>
                  <a:pt x="93011" y="7786"/>
                </a:lnTo>
                <a:lnTo>
                  <a:pt x="84510" y="3286"/>
                </a:lnTo>
                <a:lnTo>
                  <a:pt x="64242" y="0"/>
                </a:lnTo>
                <a:close/>
              </a:path>
              <a:path w="128270" h="213995">
                <a:moveTo>
                  <a:pt x="102243" y="107728"/>
                </a:moveTo>
                <a:lnTo>
                  <a:pt x="51394" y="107728"/>
                </a:lnTo>
                <a:lnTo>
                  <a:pt x="89254" y="131746"/>
                </a:lnTo>
                <a:lnTo>
                  <a:pt x="96409" y="136938"/>
                </a:lnTo>
                <a:lnTo>
                  <a:pt x="103965" y="144077"/>
                </a:lnTo>
                <a:lnTo>
                  <a:pt x="109948" y="153649"/>
                </a:lnTo>
                <a:lnTo>
                  <a:pt x="112381" y="166143"/>
                </a:lnTo>
                <a:lnTo>
                  <a:pt x="108377" y="181809"/>
                </a:lnTo>
                <a:lnTo>
                  <a:pt x="97691" y="194128"/>
                </a:lnTo>
                <a:lnTo>
                  <a:pt x="82316" y="202189"/>
                </a:lnTo>
                <a:lnTo>
                  <a:pt x="64242" y="205079"/>
                </a:lnTo>
                <a:lnTo>
                  <a:pt x="94814" y="205079"/>
                </a:lnTo>
                <a:lnTo>
                  <a:pt x="108687" y="196724"/>
                </a:lnTo>
                <a:lnTo>
                  <a:pt x="122640" y="178198"/>
                </a:lnTo>
                <a:lnTo>
                  <a:pt x="127799" y="155107"/>
                </a:lnTo>
                <a:lnTo>
                  <a:pt x="127016" y="146019"/>
                </a:lnTo>
                <a:lnTo>
                  <a:pt x="108043" y="112368"/>
                </a:lnTo>
                <a:lnTo>
                  <a:pt x="102606" y="107975"/>
                </a:lnTo>
                <a:lnTo>
                  <a:pt x="102243" y="107728"/>
                </a:lnTo>
                <a:close/>
              </a:path>
              <a:path w="128270" h="213995">
                <a:moveTo>
                  <a:pt x="93011" y="7786"/>
                </a:moveTo>
                <a:lnTo>
                  <a:pt x="63557" y="7786"/>
                </a:lnTo>
                <a:lnTo>
                  <a:pt x="79686" y="10676"/>
                </a:lnTo>
                <a:lnTo>
                  <a:pt x="93205" y="18738"/>
                </a:lnTo>
                <a:lnTo>
                  <a:pt x="102500" y="31059"/>
                </a:lnTo>
                <a:lnTo>
                  <a:pt x="105957" y="46730"/>
                </a:lnTo>
                <a:lnTo>
                  <a:pt x="103765" y="59362"/>
                </a:lnTo>
                <a:lnTo>
                  <a:pt x="97541" y="70901"/>
                </a:lnTo>
                <a:lnTo>
                  <a:pt x="87816" y="81224"/>
                </a:lnTo>
                <a:lnTo>
                  <a:pt x="75120" y="90210"/>
                </a:lnTo>
                <a:lnTo>
                  <a:pt x="89337" y="90210"/>
                </a:lnTo>
                <a:lnTo>
                  <a:pt x="97267" y="85148"/>
                </a:lnTo>
                <a:lnTo>
                  <a:pt x="109051" y="73905"/>
                </a:lnTo>
                <a:lnTo>
                  <a:pt x="116740" y="61078"/>
                </a:lnTo>
                <a:lnTo>
                  <a:pt x="119491" y="46730"/>
                </a:lnTo>
                <a:lnTo>
                  <a:pt x="114737" y="27381"/>
                </a:lnTo>
                <a:lnTo>
                  <a:pt x="102209" y="12656"/>
                </a:lnTo>
                <a:lnTo>
                  <a:pt x="93011" y="7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773438" y="2230312"/>
            <a:ext cx="212725" cy="204470"/>
          </a:xfrm>
          <a:custGeom>
            <a:avLst/>
            <a:gdLst/>
            <a:ahLst/>
            <a:cxnLst/>
            <a:rect l="l" t="t" r="r" b="b"/>
            <a:pathLst>
              <a:path w="212725" h="204469">
                <a:moveTo>
                  <a:pt x="86466" y="194523"/>
                </a:moveTo>
                <a:lnTo>
                  <a:pt x="0" y="194523"/>
                </a:lnTo>
                <a:lnTo>
                  <a:pt x="0" y="203881"/>
                </a:lnTo>
                <a:lnTo>
                  <a:pt x="4354" y="203881"/>
                </a:lnTo>
                <a:lnTo>
                  <a:pt x="41676" y="203257"/>
                </a:lnTo>
                <a:lnTo>
                  <a:pt x="86466" y="203257"/>
                </a:lnTo>
                <a:lnTo>
                  <a:pt x="86466" y="194523"/>
                </a:lnTo>
                <a:close/>
              </a:path>
              <a:path w="212725" h="204469">
                <a:moveTo>
                  <a:pt x="86466" y="203257"/>
                </a:moveTo>
                <a:lnTo>
                  <a:pt x="67801" y="203257"/>
                </a:lnTo>
                <a:lnTo>
                  <a:pt x="74022" y="203881"/>
                </a:lnTo>
                <a:lnTo>
                  <a:pt x="86466" y="203881"/>
                </a:lnTo>
                <a:lnTo>
                  <a:pt x="86466" y="203257"/>
                </a:lnTo>
                <a:close/>
              </a:path>
              <a:path w="212725" h="204469">
                <a:moveTo>
                  <a:pt x="102637" y="9348"/>
                </a:moveTo>
                <a:lnTo>
                  <a:pt x="60959" y="9348"/>
                </a:lnTo>
                <a:lnTo>
                  <a:pt x="65935" y="9972"/>
                </a:lnTo>
                <a:lnTo>
                  <a:pt x="69667" y="9972"/>
                </a:lnTo>
                <a:lnTo>
                  <a:pt x="74643" y="10603"/>
                </a:lnTo>
                <a:lnTo>
                  <a:pt x="75887" y="11850"/>
                </a:lnTo>
                <a:lnTo>
                  <a:pt x="75887" y="16836"/>
                </a:lnTo>
                <a:lnTo>
                  <a:pt x="74643" y="20575"/>
                </a:lnTo>
                <a:lnTo>
                  <a:pt x="34834" y="180812"/>
                </a:lnTo>
                <a:lnTo>
                  <a:pt x="32928" y="187687"/>
                </a:lnTo>
                <a:lnTo>
                  <a:pt x="29391" y="191874"/>
                </a:lnTo>
                <a:lnTo>
                  <a:pt x="21887" y="193959"/>
                </a:lnTo>
                <a:lnTo>
                  <a:pt x="8086" y="194523"/>
                </a:lnTo>
                <a:lnTo>
                  <a:pt x="58471" y="194523"/>
                </a:lnTo>
                <a:lnTo>
                  <a:pt x="58471" y="187667"/>
                </a:lnTo>
                <a:lnTo>
                  <a:pt x="59715" y="183928"/>
                </a:lnTo>
                <a:lnTo>
                  <a:pt x="77751" y="109735"/>
                </a:lnTo>
                <a:lnTo>
                  <a:pt x="128759" y="109735"/>
                </a:lnTo>
                <a:lnTo>
                  <a:pt x="159367" y="104347"/>
                </a:lnTo>
                <a:lnTo>
                  <a:pt x="164439" y="101624"/>
                </a:lnTo>
                <a:lnTo>
                  <a:pt x="78995" y="101624"/>
                </a:lnTo>
                <a:lnTo>
                  <a:pt x="99527" y="20575"/>
                </a:lnTo>
                <a:lnTo>
                  <a:pt x="102015" y="10603"/>
                </a:lnTo>
                <a:lnTo>
                  <a:pt x="102637" y="9348"/>
                </a:lnTo>
                <a:close/>
              </a:path>
              <a:path w="212725" h="204469">
                <a:moveTo>
                  <a:pt x="153645" y="0"/>
                </a:moveTo>
                <a:lnTo>
                  <a:pt x="47896" y="0"/>
                </a:lnTo>
                <a:lnTo>
                  <a:pt x="47896" y="9348"/>
                </a:lnTo>
                <a:lnTo>
                  <a:pt x="143686" y="9348"/>
                </a:lnTo>
                <a:lnTo>
                  <a:pt x="160503" y="10937"/>
                </a:lnTo>
                <a:lnTo>
                  <a:pt x="173236" y="15976"/>
                </a:lnTo>
                <a:lnTo>
                  <a:pt x="181302" y="24872"/>
                </a:lnTo>
                <a:lnTo>
                  <a:pt x="184121" y="38035"/>
                </a:lnTo>
                <a:lnTo>
                  <a:pt x="183062" y="49041"/>
                </a:lnTo>
                <a:lnTo>
                  <a:pt x="166706" y="86043"/>
                </a:lnTo>
                <a:lnTo>
                  <a:pt x="121296" y="101624"/>
                </a:lnTo>
                <a:lnTo>
                  <a:pt x="164439" y="101624"/>
                </a:lnTo>
                <a:lnTo>
                  <a:pt x="186067" y="90015"/>
                </a:lnTo>
                <a:lnTo>
                  <a:pt x="204953" y="69488"/>
                </a:lnTo>
                <a:lnTo>
                  <a:pt x="212117" y="45514"/>
                </a:lnTo>
                <a:lnTo>
                  <a:pt x="208403" y="28670"/>
                </a:lnTo>
                <a:lnTo>
                  <a:pt x="197341" y="14106"/>
                </a:lnTo>
                <a:lnTo>
                  <a:pt x="179049" y="3867"/>
                </a:lnTo>
                <a:lnTo>
                  <a:pt x="153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022872" y="2210359"/>
            <a:ext cx="69215" cy="298450"/>
          </a:xfrm>
          <a:custGeom>
            <a:avLst/>
            <a:gdLst/>
            <a:ahLst/>
            <a:cxnLst/>
            <a:rect l="l" t="t" r="r" b="b"/>
            <a:pathLst>
              <a:path w="69214" h="298450">
                <a:moveTo>
                  <a:pt x="67800" y="0"/>
                </a:moveTo>
                <a:lnTo>
                  <a:pt x="32961" y="33407"/>
                </a:lnTo>
                <a:lnTo>
                  <a:pt x="9449" y="82905"/>
                </a:lnTo>
                <a:lnTo>
                  <a:pt x="816" y="128925"/>
                </a:lnTo>
                <a:lnTo>
                  <a:pt x="0" y="149017"/>
                </a:lnTo>
                <a:lnTo>
                  <a:pt x="748" y="168890"/>
                </a:lnTo>
                <a:lnTo>
                  <a:pt x="9711" y="217049"/>
                </a:lnTo>
                <a:lnTo>
                  <a:pt x="34011" y="266460"/>
                </a:lnTo>
                <a:lnTo>
                  <a:pt x="59880" y="294441"/>
                </a:lnTo>
                <a:lnTo>
                  <a:pt x="67800" y="298026"/>
                </a:lnTo>
                <a:lnTo>
                  <a:pt x="69044" y="297403"/>
                </a:lnTo>
                <a:lnTo>
                  <a:pt x="69044" y="293663"/>
                </a:lnTo>
                <a:lnTo>
                  <a:pt x="64069" y="288669"/>
                </a:lnTo>
                <a:lnTo>
                  <a:pt x="41036" y="257556"/>
                </a:lnTo>
                <a:lnTo>
                  <a:pt x="26748" y="222115"/>
                </a:lnTo>
                <a:lnTo>
                  <a:pt x="19456" y="185039"/>
                </a:lnTo>
                <a:lnTo>
                  <a:pt x="17414" y="149017"/>
                </a:lnTo>
                <a:lnTo>
                  <a:pt x="19738" y="110426"/>
                </a:lnTo>
                <a:lnTo>
                  <a:pt x="27603" y="73182"/>
                </a:lnTo>
                <a:lnTo>
                  <a:pt x="42348" y="38629"/>
                </a:lnTo>
                <a:lnTo>
                  <a:pt x="65312" y="8110"/>
                </a:lnTo>
                <a:lnTo>
                  <a:pt x="69044" y="4986"/>
                </a:lnTo>
                <a:lnTo>
                  <a:pt x="69044" y="1246"/>
                </a:lnTo>
                <a:lnTo>
                  <a:pt x="6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2119291" y="2300765"/>
            <a:ext cx="113664" cy="137160"/>
          </a:xfrm>
          <a:custGeom>
            <a:avLst/>
            <a:gdLst/>
            <a:ahLst/>
            <a:cxnLst/>
            <a:rect l="l" t="t" r="r" b="b"/>
            <a:pathLst>
              <a:path w="113664" h="137160">
                <a:moveTo>
                  <a:pt x="64691" y="0"/>
                </a:moveTo>
                <a:lnTo>
                  <a:pt x="38836" y="5552"/>
                </a:lnTo>
                <a:lnTo>
                  <a:pt x="18348" y="20573"/>
                </a:lnTo>
                <a:lnTo>
                  <a:pt x="4859" y="42609"/>
                </a:lnTo>
                <a:lnTo>
                  <a:pt x="0" y="69206"/>
                </a:lnTo>
                <a:lnTo>
                  <a:pt x="5111" y="95774"/>
                </a:lnTo>
                <a:lnTo>
                  <a:pt x="18970" y="117138"/>
                </a:lnTo>
                <a:lnTo>
                  <a:pt x="39361" y="131371"/>
                </a:lnTo>
                <a:lnTo>
                  <a:pt x="64069" y="136543"/>
                </a:lnTo>
                <a:lnTo>
                  <a:pt x="88543" y="130941"/>
                </a:lnTo>
                <a:lnTo>
                  <a:pt x="90799" y="129056"/>
                </a:lnTo>
                <a:lnTo>
                  <a:pt x="66556" y="129056"/>
                </a:lnTo>
                <a:lnTo>
                  <a:pt x="53484" y="126358"/>
                </a:lnTo>
                <a:lnTo>
                  <a:pt x="39886" y="116822"/>
                </a:lnTo>
                <a:lnTo>
                  <a:pt x="29203" y="98285"/>
                </a:lnTo>
                <a:lnTo>
                  <a:pt x="24877" y="68583"/>
                </a:lnTo>
                <a:lnTo>
                  <a:pt x="28912" y="38519"/>
                </a:lnTo>
                <a:lnTo>
                  <a:pt x="38953" y="19794"/>
                </a:lnTo>
                <a:lnTo>
                  <a:pt x="51910" y="10187"/>
                </a:lnTo>
                <a:lnTo>
                  <a:pt x="64691" y="7479"/>
                </a:lnTo>
                <a:lnTo>
                  <a:pt x="94348" y="7479"/>
                </a:lnTo>
                <a:lnTo>
                  <a:pt x="81494" y="2075"/>
                </a:lnTo>
                <a:lnTo>
                  <a:pt x="64691" y="0"/>
                </a:lnTo>
                <a:close/>
              </a:path>
              <a:path w="113664" h="137160">
                <a:moveTo>
                  <a:pt x="113211" y="94768"/>
                </a:moveTo>
                <a:lnTo>
                  <a:pt x="106991" y="94768"/>
                </a:lnTo>
                <a:lnTo>
                  <a:pt x="106370" y="96015"/>
                </a:lnTo>
                <a:lnTo>
                  <a:pt x="105748" y="97885"/>
                </a:lnTo>
                <a:lnTo>
                  <a:pt x="97521" y="114591"/>
                </a:lnTo>
                <a:lnTo>
                  <a:pt x="87082" y="123991"/>
                </a:lnTo>
                <a:lnTo>
                  <a:pt x="76177" y="128131"/>
                </a:lnTo>
                <a:lnTo>
                  <a:pt x="66556" y="129056"/>
                </a:lnTo>
                <a:lnTo>
                  <a:pt x="90799" y="129056"/>
                </a:lnTo>
                <a:lnTo>
                  <a:pt x="103570" y="118383"/>
                </a:lnTo>
                <a:lnTo>
                  <a:pt x="111131" y="105240"/>
                </a:lnTo>
                <a:lnTo>
                  <a:pt x="113211" y="97885"/>
                </a:lnTo>
                <a:lnTo>
                  <a:pt x="113211" y="94768"/>
                </a:lnTo>
                <a:close/>
              </a:path>
              <a:path w="113664" h="137160">
                <a:moveTo>
                  <a:pt x="94348" y="7479"/>
                </a:moveTo>
                <a:lnTo>
                  <a:pt x="64691" y="7479"/>
                </a:lnTo>
                <a:lnTo>
                  <a:pt x="69559" y="7644"/>
                </a:lnTo>
                <a:lnTo>
                  <a:pt x="77985" y="8804"/>
                </a:lnTo>
                <a:lnTo>
                  <a:pt x="87693" y="11952"/>
                </a:lnTo>
                <a:lnTo>
                  <a:pt x="96410" y="18082"/>
                </a:lnTo>
                <a:lnTo>
                  <a:pt x="84593" y="19329"/>
                </a:lnTo>
                <a:lnTo>
                  <a:pt x="82727" y="28055"/>
                </a:lnTo>
                <a:lnTo>
                  <a:pt x="82727" y="39905"/>
                </a:lnTo>
                <a:lnTo>
                  <a:pt x="88325" y="45514"/>
                </a:lnTo>
                <a:lnTo>
                  <a:pt x="103882" y="45514"/>
                </a:lnTo>
                <a:lnTo>
                  <a:pt x="110101" y="40528"/>
                </a:lnTo>
                <a:lnTo>
                  <a:pt x="110101" y="31794"/>
                </a:lnTo>
                <a:lnTo>
                  <a:pt x="106242" y="18149"/>
                </a:lnTo>
                <a:lnTo>
                  <a:pt x="96025" y="8184"/>
                </a:lnTo>
                <a:lnTo>
                  <a:pt x="94348" y="7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253649" y="2300765"/>
            <a:ext cx="134620" cy="137160"/>
          </a:xfrm>
          <a:custGeom>
            <a:avLst/>
            <a:gdLst/>
            <a:ahLst/>
            <a:cxnLst/>
            <a:rect l="l" t="t" r="r" b="b"/>
            <a:pathLst>
              <a:path w="134619" h="137160">
                <a:moveTo>
                  <a:pt x="80181" y="6232"/>
                </a:moveTo>
                <a:lnTo>
                  <a:pt x="52874" y="6232"/>
                </a:lnTo>
                <a:lnTo>
                  <a:pt x="64127" y="8503"/>
                </a:lnTo>
                <a:lnTo>
                  <a:pt x="74331" y="15508"/>
                </a:lnTo>
                <a:lnTo>
                  <a:pt x="81736" y="27541"/>
                </a:lnTo>
                <a:lnTo>
                  <a:pt x="84593" y="44891"/>
                </a:lnTo>
                <a:lnTo>
                  <a:pt x="84593" y="55486"/>
                </a:lnTo>
                <a:lnTo>
                  <a:pt x="72368" y="56441"/>
                </a:lnTo>
                <a:lnTo>
                  <a:pt x="58627" y="57980"/>
                </a:lnTo>
                <a:lnTo>
                  <a:pt x="15746" y="74856"/>
                </a:lnTo>
                <a:lnTo>
                  <a:pt x="0" y="105364"/>
                </a:lnTo>
                <a:lnTo>
                  <a:pt x="4860" y="120231"/>
                </a:lnTo>
                <a:lnTo>
                  <a:pt x="16952" y="129838"/>
                </a:lnTo>
                <a:lnTo>
                  <a:pt x="32542" y="135003"/>
                </a:lnTo>
                <a:lnTo>
                  <a:pt x="47898" y="136543"/>
                </a:lnTo>
                <a:lnTo>
                  <a:pt x="61270" y="134478"/>
                </a:lnTo>
                <a:lnTo>
                  <a:pt x="69523" y="130311"/>
                </a:lnTo>
                <a:lnTo>
                  <a:pt x="49764" y="130311"/>
                </a:lnTo>
                <a:lnTo>
                  <a:pt x="39549" y="128420"/>
                </a:lnTo>
                <a:lnTo>
                  <a:pt x="31023" y="123138"/>
                </a:lnTo>
                <a:lnTo>
                  <a:pt x="25180" y="115050"/>
                </a:lnTo>
                <a:lnTo>
                  <a:pt x="23012" y="104741"/>
                </a:lnTo>
                <a:lnTo>
                  <a:pt x="25724" y="91446"/>
                </a:lnTo>
                <a:lnTo>
                  <a:pt x="35377" y="77858"/>
                </a:lnTo>
                <a:lnTo>
                  <a:pt x="54242" y="66958"/>
                </a:lnTo>
                <a:lnTo>
                  <a:pt x="84593" y="61727"/>
                </a:lnTo>
                <a:lnTo>
                  <a:pt x="105126" y="61727"/>
                </a:lnTo>
                <a:lnTo>
                  <a:pt x="105050" y="47384"/>
                </a:lnTo>
                <a:lnTo>
                  <a:pt x="85160" y="8680"/>
                </a:lnTo>
                <a:lnTo>
                  <a:pt x="80181" y="6232"/>
                </a:lnTo>
                <a:close/>
              </a:path>
              <a:path w="134619" h="137160">
                <a:moveTo>
                  <a:pt x="105126" y="110981"/>
                </a:moveTo>
                <a:lnTo>
                  <a:pt x="86459" y="110981"/>
                </a:lnTo>
                <a:lnTo>
                  <a:pt x="88666" y="119777"/>
                </a:lnTo>
                <a:lnTo>
                  <a:pt x="93382" y="127580"/>
                </a:lnTo>
                <a:lnTo>
                  <a:pt x="100547" y="133163"/>
                </a:lnTo>
                <a:lnTo>
                  <a:pt x="110101" y="135297"/>
                </a:lnTo>
                <a:lnTo>
                  <a:pt x="116515" y="134235"/>
                </a:lnTo>
                <a:lnTo>
                  <a:pt x="124562" y="130076"/>
                </a:lnTo>
                <a:lnTo>
                  <a:pt x="127826" y="125940"/>
                </a:lnTo>
                <a:lnTo>
                  <a:pt x="106370" y="125940"/>
                </a:lnTo>
                <a:lnTo>
                  <a:pt x="105126" y="112851"/>
                </a:lnTo>
                <a:lnTo>
                  <a:pt x="105126" y="110981"/>
                </a:lnTo>
                <a:close/>
              </a:path>
              <a:path w="134619" h="137160">
                <a:moveTo>
                  <a:pt x="105126" y="61727"/>
                </a:moveTo>
                <a:lnTo>
                  <a:pt x="84593" y="61727"/>
                </a:lnTo>
                <a:lnTo>
                  <a:pt x="84593" y="91652"/>
                </a:lnTo>
                <a:lnTo>
                  <a:pt x="81075" y="109528"/>
                </a:lnTo>
                <a:lnTo>
                  <a:pt x="72309" y="121502"/>
                </a:lnTo>
                <a:lnTo>
                  <a:pt x="60978" y="128216"/>
                </a:lnTo>
                <a:lnTo>
                  <a:pt x="49764" y="130311"/>
                </a:lnTo>
                <a:lnTo>
                  <a:pt x="69523" y="130311"/>
                </a:lnTo>
                <a:lnTo>
                  <a:pt x="72309" y="128904"/>
                </a:lnTo>
                <a:lnTo>
                  <a:pt x="80784" y="120760"/>
                </a:lnTo>
                <a:lnTo>
                  <a:pt x="86459" y="110981"/>
                </a:lnTo>
                <a:lnTo>
                  <a:pt x="105126" y="110981"/>
                </a:lnTo>
                <a:lnTo>
                  <a:pt x="105126" y="61727"/>
                </a:lnTo>
                <a:close/>
              </a:path>
              <a:path w="134619" h="137160">
                <a:moveTo>
                  <a:pt x="134357" y="90406"/>
                </a:moveTo>
                <a:lnTo>
                  <a:pt x="126894" y="90406"/>
                </a:lnTo>
                <a:lnTo>
                  <a:pt x="126894" y="124070"/>
                </a:lnTo>
                <a:lnTo>
                  <a:pt x="119430" y="125940"/>
                </a:lnTo>
                <a:lnTo>
                  <a:pt x="127826" y="125940"/>
                </a:lnTo>
                <a:lnTo>
                  <a:pt x="131442" y="121358"/>
                </a:lnTo>
                <a:lnTo>
                  <a:pt x="134357" y="106619"/>
                </a:lnTo>
                <a:lnTo>
                  <a:pt x="134357" y="90406"/>
                </a:lnTo>
                <a:close/>
              </a:path>
              <a:path w="134619" h="137160">
                <a:moveTo>
                  <a:pt x="53495" y="0"/>
                </a:moveTo>
                <a:lnTo>
                  <a:pt x="36264" y="2455"/>
                </a:lnTo>
                <a:lnTo>
                  <a:pt x="22005" y="9353"/>
                </a:lnTo>
                <a:lnTo>
                  <a:pt x="12294" y="19990"/>
                </a:lnTo>
                <a:lnTo>
                  <a:pt x="8707" y="33664"/>
                </a:lnTo>
                <a:lnTo>
                  <a:pt x="8707" y="42398"/>
                </a:lnTo>
                <a:lnTo>
                  <a:pt x="14926" y="47384"/>
                </a:lnTo>
                <a:lnTo>
                  <a:pt x="31105" y="47384"/>
                </a:lnTo>
                <a:lnTo>
                  <a:pt x="36081" y="41775"/>
                </a:lnTo>
                <a:lnTo>
                  <a:pt x="36081" y="30548"/>
                </a:lnTo>
                <a:lnTo>
                  <a:pt x="34837" y="20575"/>
                </a:lnTo>
                <a:lnTo>
                  <a:pt x="21146" y="19952"/>
                </a:lnTo>
                <a:lnTo>
                  <a:pt x="28206" y="13598"/>
                </a:lnTo>
                <a:lnTo>
                  <a:pt x="36546" y="9349"/>
                </a:lnTo>
                <a:lnTo>
                  <a:pt x="45118" y="6972"/>
                </a:lnTo>
                <a:lnTo>
                  <a:pt x="52874" y="6232"/>
                </a:lnTo>
                <a:lnTo>
                  <a:pt x="80181" y="6232"/>
                </a:lnTo>
                <a:lnTo>
                  <a:pt x="74954" y="3662"/>
                </a:lnTo>
                <a:lnTo>
                  <a:pt x="64283" y="866"/>
                </a:lnTo>
                <a:lnTo>
                  <a:pt x="534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2399823" y="2302635"/>
            <a:ext cx="149860" cy="135255"/>
          </a:xfrm>
          <a:custGeom>
            <a:avLst/>
            <a:gdLst/>
            <a:ahLst/>
            <a:cxnLst/>
            <a:rect l="l" t="t" r="r" b="b"/>
            <a:pathLst>
              <a:path w="149860" h="135255">
                <a:moveTo>
                  <a:pt x="43544" y="0"/>
                </a:moveTo>
                <a:lnTo>
                  <a:pt x="0" y="3116"/>
                </a:lnTo>
                <a:lnTo>
                  <a:pt x="0" y="12473"/>
                </a:lnTo>
                <a:lnTo>
                  <a:pt x="13308" y="12989"/>
                </a:lnTo>
                <a:lnTo>
                  <a:pt x="20142" y="16136"/>
                </a:lnTo>
                <a:lnTo>
                  <a:pt x="22660" y="24309"/>
                </a:lnTo>
                <a:lnTo>
                  <a:pt x="23020" y="39905"/>
                </a:lnTo>
                <a:lnTo>
                  <a:pt x="23020" y="84173"/>
                </a:lnTo>
                <a:lnTo>
                  <a:pt x="23730" y="102059"/>
                </a:lnTo>
                <a:lnTo>
                  <a:pt x="28696" y="118308"/>
                </a:lnTo>
                <a:lnTo>
                  <a:pt x="42178" y="130115"/>
                </a:lnTo>
                <a:lnTo>
                  <a:pt x="68431" y="134674"/>
                </a:lnTo>
                <a:lnTo>
                  <a:pt x="79956" y="133114"/>
                </a:lnTo>
                <a:lnTo>
                  <a:pt x="89860" y="128441"/>
                </a:lnTo>
                <a:lnTo>
                  <a:pt x="69675" y="128441"/>
                </a:lnTo>
                <a:lnTo>
                  <a:pt x="55093" y="125956"/>
                </a:lnTo>
                <a:lnTo>
                  <a:pt x="47277" y="119321"/>
                </a:lnTo>
                <a:lnTo>
                  <a:pt x="44128" y="109762"/>
                </a:lnTo>
                <a:lnTo>
                  <a:pt x="43544" y="98508"/>
                </a:lnTo>
                <a:lnTo>
                  <a:pt x="43544" y="0"/>
                </a:lnTo>
                <a:close/>
              </a:path>
              <a:path w="149860" h="135255">
                <a:moveTo>
                  <a:pt x="126478" y="107865"/>
                </a:moveTo>
                <a:lnTo>
                  <a:pt x="106370" y="107865"/>
                </a:lnTo>
                <a:lnTo>
                  <a:pt x="106370" y="134674"/>
                </a:lnTo>
                <a:lnTo>
                  <a:pt x="149292" y="131557"/>
                </a:lnTo>
                <a:lnTo>
                  <a:pt x="149292" y="122200"/>
                </a:lnTo>
                <a:lnTo>
                  <a:pt x="137038" y="121674"/>
                </a:lnTo>
                <a:lnTo>
                  <a:pt x="130090" y="119395"/>
                </a:lnTo>
                <a:lnTo>
                  <a:pt x="126990" y="114312"/>
                </a:lnTo>
                <a:lnTo>
                  <a:pt x="126478" y="107865"/>
                </a:lnTo>
                <a:close/>
              </a:path>
              <a:path w="149860" h="135255">
                <a:moveTo>
                  <a:pt x="126280" y="0"/>
                </a:moveTo>
                <a:lnTo>
                  <a:pt x="82735" y="3116"/>
                </a:lnTo>
                <a:lnTo>
                  <a:pt x="82735" y="12473"/>
                </a:lnTo>
                <a:lnTo>
                  <a:pt x="94990" y="12999"/>
                </a:lnTo>
                <a:lnTo>
                  <a:pt x="101938" y="15278"/>
                </a:lnTo>
                <a:lnTo>
                  <a:pt x="105038" y="20361"/>
                </a:lnTo>
                <a:lnTo>
                  <a:pt x="105748" y="29301"/>
                </a:lnTo>
                <a:lnTo>
                  <a:pt x="105748" y="82303"/>
                </a:lnTo>
                <a:lnTo>
                  <a:pt x="103172" y="100296"/>
                </a:lnTo>
                <a:lnTo>
                  <a:pt x="95874" y="114958"/>
                </a:lnTo>
                <a:lnTo>
                  <a:pt x="84494" y="124827"/>
                </a:lnTo>
                <a:lnTo>
                  <a:pt x="69675" y="128441"/>
                </a:lnTo>
                <a:lnTo>
                  <a:pt x="89860" y="128441"/>
                </a:lnTo>
                <a:lnTo>
                  <a:pt x="90199" y="128281"/>
                </a:lnTo>
                <a:lnTo>
                  <a:pt x="99042" y="119942"/>
                </a:lnTo>
                <a:lnTo>
                  <a:pt x="106370" y="107865"/>
                </a:lnTo>
                <a:lnTo>
                  <a:pt x="126478" y="107865"/>
                </a:lnTo>
                <a:lnTo>
                  <a:pt x="126280" y="105372"/>
                </a:lnTo>
                <a:lnTo>
                  <a:pt x="1262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2565287" y="2300765"/>
            <a:ext cx="97155" cy="137160"/>
          </a:xfrm>
          <a:custGeom>
            <a:avLst/>
            <a:gdLst/>
            <a:ahLst/>
            <a:cxnLst/>
            <a:rect l="l" t="t" r="r" b="b"/>
            <a:pathLst>
              <a:path w="97155" h="137160">
                <a:moveTo>
                  <a:pt x="6841" y="82926"/>
                </a:moveTo>
                <a:lnTo>
                  <a:pt x="0" y="82926"/>
                </a:lnTo>
                <a:lnTo>
                  <a:pt x="0" y="136543"/>
                </a:lnTo>
                <a:lnTo>
                  <a:pt x="4975" y="136543"/>
                </a:lnTo>
                <a:lnTo>
                  <a:pt x="11195" y="130311"/>
                </a:lnTo>
                <a:lnTo>
                  <a:pt x="11195" y="129679"/>
                </a:lnTo>
                <a:lnTo>
                  <a:pt x="16792" y="124070"/>
                </a:lnTo>
                <a:lnTo>
                  <a:pt x="28858" y="124070"/>
                </a:lnTo>
                <a:lnTo>
                  <a:pt x="21384" y="118464"/>
                </a:lnTo>
                <a:lnTo>
                  <a:pt x="13363" y="105058"/>
                </a:lnTo>
                <a:lnTo>
                  <a:pt x="8085" y="87913"/>
                </a:lnTo>
                <a:lnTo>
                  <a:pt x="6841" y="84173"/>
                </a:lnTo>
                <a:lnTo>
                  <a:pt x="6841" y="82926"/>
                </a:lnTo>
                <a:close/>
              </a:path>
              <a:path w="97155" h="137160">
                <a:moveTo>
                  <a:pt x="28858" y="124070"/>
                </a:moveTo>
                <a:lnTo>
                  <a:pt x="16792" y="124070"/>
                </a:lnTo>
                <a:lnTo>
                  <a:pt x="26487" y="131281"/>
                </a:lnTo>
                <a:lnTo>
                  <a:pt x="35540" y="134984"/>
                </a:lnTo>
                <a:lnTo>
                  <a:pt x="43308" y="136349"/>
                </a:lnTo>
                <a:lnTo>
                  <a:pt x="49150" y="136543"/>
                </a:lnTo>
                <a:lnTo>
                  <a:pt x="71040" y="133095"/>
                </a:lnTo>
                <a:lnTo>
                  <a:pt x="75544" y="130311"/>
                </a:lnTo>
                <a:lnTo>
                  <a:pt x="49150" y="130311"/>
                </a:lnTo>
                <a:lnTo>
                  <a:pt x="33022" y="127193"/>
                </a:lnTo>
                <a:lnTo>
                  <a:pt x="28858" y="124070"/>
                </a:lnTo>
                <a:close/>
              </a:path>
              <a:path w="97155" h="137160">
                <a:moveTo>
                  <a:pt x="47243" y="0"/>
                </a:moveTo>
                <a:lnTo>
                  <a:pt x="24653" y="3380"/>
                </a:lnTo>
                <a:lnTo>
                  <a:pt x="10103" y="12080"/>
                </a:lnTo>
                <a:lnTo>
                  <a:pt x="2312" y="23937"/>
                </a:lnTo>
                <a:lnTo>
                  <a:pt x="0" y="36789"/>
                </a:lnTo>
                <a:lnTo>
                  <a:pt x="894" y="44015"/>
                </a:lnTo>
                <a:lnTo>
                  <a:pt x="38234" y="72858"/>
                </a:lnTo>
                <a:lnTo>
                  <a:pt x="52218" y="75439"/>
                </a:lnTo>
                <a:lnTo>
                  <a:pt x="59611" y="77270"/>
                </a:lnTo>
                <a:lnTo>
                  <a:pt x="69809" y="81673"/>
                </a:lnTo>
                <a:lnTo>
                  <a:pt x="78842" y="89816"/>
                </a:lnTo>
                <a:lnTo>
                  <a:pt x="82735" y="102871"/>
                </a:lnTo>
                <a:lnTo>
                  <a:pt x="80811" y="113735"/>
                </a:lnTo>
                <a:lnTo>
                  <a:pt x="74806" y="122437"/>
                </a:lnTo>
                <a:lnTo>
                  <a:pt x="64368" y="128216"/>
                </a:lnTo>
                <a:lnTo>
                  <a:pt x="49150" y="130311"/>
                </a:lnTo>
                <a:lnTo>
                  <a:pt x="75544" y="130311"/>
                </a:lnTo>
                <a:lnTo>
                  <a:pt x="85887" y="123917"/>
                </a:lnTo>
                <a:lnTo>
                  <a:pt x="94327" y="110765"/>
                </a:lnTo>
                <a:lnTo>
                  <a:pt x="96999" y="95392"/>
                </a:lnTo>
                <a:lnTo>
                  <a:pt x="95580" y="84597"/>
                </a:lnTo>
                <a:lnTo>
                  <a:pt x="68700" y="56968"/>
                </a:lnTo>
                <a:lnTo>
                  <a:pt x="38178" y="49711"/>
                </a:lnTo>
                <a:lnTo>
                  <a:pt x="26358" y="45591"/>
                </a:lnTo>
                <a:lnTo>
                  <a:pt x="17678" y="38781"/>
                </a:lnTo>
                <a:lnTo>
                  <a:pt x="14304" y="28055"/>
                </a:lnTo>
                <a:lnTo>
                  <a:pt x="15870" y="20077"/>
                </a:lnTo>
                <a:lnTo>
                  <a:pt x="21224" y="12858"/>
                </a:lnTo>
                <a:lnTo>
                  <a:pt x="31352" y="7626"/>
                </a:lnTo>
                <a:lnTo>
                  <a:pt x="47243" y="5609"/>
                </a:lnTo>
                <a:lnTo>
                  <a:pt x="70800" y="5609"/>
                </a:lnTo>
                <a:lnTo>
                  <a:pt x="66869" y="3418"/>
                </a:lnTo>
                <a:lnTo>
                  <a:pt x="58925" y="1012"/>
                </a:lnTo>
                <a:lnTo>
                  <a:pt x="52147" y="126"/>
                </a:lnTo>
                <a:lnTo>
                  <a:pt x="47243" y="0"/>
                </a:lnTo>
                <a:close/>
              </a:path>
              <a:path w="97155" h="137160">
                <a:moveTo>
                  <a:pt x="70800" y="5609"/>
                </a:moveTo>
                <a:lnTo>
                  <a:pt x="47243" y="5609"/>
                </a:lnTo>
                <a:lnTo>
                  <a:pt x="66527" y="9944"/>
                </a:lnTo>
                <a:lnTo>
                  <a:pt x="76817" y="20183"/>
                </a:lnTo>
                <a:lnTo>
                  <a:pt x="81026" y="32176"/>
                </a:lnTo>
                <a:lnTo>
                  <a:pt x="82072" y="41775"/>
                </a:lnTo>
                <a:lnTo>
                  <a:pt x="82735" y="44268"/>
                </a:lnTo>
                <a:lnTo>
                  <a:pt x="89535" y="44268"/>
                </a:lnTo>
                <a:lnTo>
                  <a:pt x="89535" y="8102"/>
                </a:lnTo>
                <a:lnTo>
                  <a:pt x="75272" y="8102"/>
                </a:lnTo>
                <a:lnTo>
                  <a:pt x="70800" y="5609"/>
                </a:lnTo>
                <a:close/>
              </a:path>
              <a:path w="97155" h="137160">
                <a:moveTo>
                  <a:pt x="89535" y="0"/>
                </a:moveTo>
                <a:lnTo>
                  <a:pt x="84560" y="0"/>
                </a:lnTo>
                <a:lnTo>
                  <a:pt x="80248" y="3739"/>
                </a:lnTo>
                <a:lnTo>
                  <a:pt x="79584" y="4362"/>
                </a:lnTo>
                <a:lnTo>
                  <a:pt x="76516" y="7479"/>
                </a:lnTo>
                <a:lnTo>
                  <a:pt x="75272" y="8102"/>
                </a:lnTo>
                <a:lnTo>
                  <a:pt x="89535" y="8102"/>
                </a:lnTo>
                <a:lnTo>
                  <a:pt x="89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681028" y="2300765"/>
            <a:ext cx="115570" cy="137160"/>
          </a:xfrm>
          <a:custGeom>
            <a:avLst/>
            <a:gdLst/>
            <a:ahLst/>
            <a:cxnLst/>
            <a:rect l="l" t="t" r="r" b="b"/>
            <a:pathLst>
              <a:path w="115569" h="137160">
                <a:moveTo>
                  <a:pt x="62194" y="0"/>
                </a:moveTo>
                <a:lnTo>
                  <a:pt x="37783" y="5357"/>
                </a:lnTo>
                <a:lnTo>
                  <a:pt x="18036" y="19950"/>
                </a:lnTo>
                <a:lnTo>
                  <a:pt x="4820" y="41558"/>
                </a:lnTo>
                <a:lnTo>
                  <a:pt x="0" y="67960"/>
                </a:lnTo>
                <a:lnTo>
                  <a:pt x="5392" y="95511"/>
                </a:lnTo>
                <a:lnTo>
                  <a:pt x="19819" y="117216"/>
                </a:lnTo>
                <a:lnTo>
                  <a:pt x="40652" y="131439"/>
                </a:lnTo>
                <a:lnTo>
                  <a:pt x="65263" y="136543"/>
                </a:lnTo>
                <a:lnTo>
                  <a:pt x="88535" y="131292"/>
                </a:lnTo>
                <a:lnTo>
                  <a:pt x="91407" y="129056"/>
                </a:lnTo>
                <a:lnTo>
                  <a:pt x="67170" y="129056"/>
                </a:lnTo>
                <a:lnTo>
                  <a:pt x="56581" y="127517"/>
                </a:lnTo>
                <a:lnTo>
                  <a:pt x="28551" y="97634"/>
                </a:lnTo>
                <a:lnTo>
                  <a:pt x="24877" y="64844"/>
                </a:lnTo>
                <a:lnTo>
                  <a:pt x="115019" y="64844"/>
                </a:lnTo>
                <a:lnTo>
                  <a:pt x="115019" y="58611"/>
                </a:lnTo>
                <a:lnTo>
                  <a:pt x="24877" y="58611"/>
                </a:lnTo>
                <a:lnTo>
                  <a:pt x="29985" y="31488"/>
                </a:lnTo>
                <a:lnTo>
                  <a:pt x="40240" y="15587"/>
                </a:lnTo>
                <a:lnTo>
                  <a:pt x="52142" y="8103"/>
                </a:lnTo>
                <a:lnTo>
                  <a:pt x="62194" y="6232"/>
                </a:lnTo>
                <a:lnTo>
                  <a:pt x="87519" y="6232"/>
                </a:lnTo>
                <a:lnTo>
                  <a:pt x="85911" y="4948"/>
                </a:lnTo>
                <a:lnTo>
                  <a:pt x="62194" y="0"/>
                </a:lnTo>
                <a:close/>
              </a:path>
              <a:path w="115569" h="137160">
                <a:moveTo>
                  <a:pt x="112531" y="94145"/>
                </a:moveTo>
                <a:lnTo>
                  <a:pt x="108799" y="94145"/>
                </a:lnTo>
                <a:lnTo>
                  <a:pt x="108219" y="96015"/>
                </a:lnTo>
                <a:lnTo>
                  <a:pt x="107555" y="98508"/>
                </a:lnTo>
                <a:lnTo>
                  <a:pt x="97234" y="116169"/>
                </a:lnTo>
                <a:lnTo>
                  <a:pt x="84564" y="125238"/>
                </a:lnTo>
                <a:lnTo>
                  <a:pt x="73294" y="128579"/>
                </a:lnTo>
                <a:lnTo>
                  <a:pt x="67170" y="129056"/>
                </a:lnTo>
                <a:lnTo>
                  <a:pt x="91407" y="129056"/>
                </a:lnTo>
                <a:lnTo>
                  <a:pt x="103917" y="119318"/>
                </a:lnTo>
                <a:lnTo>
                  <a:pt x="112410" y="106292"/>
                </a:lnTo>
                <a:lnTo>
                  <a:pt x="115019" y="97885"/>
                </a:lnTo>
                <a:lnTo>
                  <a:pt x="115019" y="94768"/>
                </a:lnTo>
                <a:lnTo>
                  <a:pt x="112531" y="94145"/>
                </a:lnTo>
                <a:close/>
              </a:path>
              <a:path w="115569" h="137160">
                <a:moveTo>
                  <a:pt x="87519" y="6232"/>
                </a:moveTo>
                <a:lnTo>
                  <a:pt x="62194" y="6232"/>
                </a:lnTo>
                <a:lnTo>
                  <a:pt x="80282" y="12750"/>
                </a:lnTo>
                <a:lnTo>
                  <a:pt x="90400" y="27978"/>
                </a:lnTo>
                <a:lnTo>
                  <a:pt x="94812" y="45427"/>
                </a:lnTo>
                <a:lnTo>
                  <a:pt x="95780" y="58611"/>
                </a:lnTo>
                <a:lnTo>
                  <a:pt x="115019" y="58611"/>
                </a:lnTo>
                <a:lnTo>
                  <a:pt x="111919" y="36825"/>
                </a:lnTo>
                <a:lnTo>
                  <a:pt x="102352" y="18080"/>
                </a:lnTo>
                <a:lnTo>
                  <a:pt x="87519" y="6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846135" y="2210360"/>
            <a:ext cx="0" cy="298450"/>
          </a:xfrm>
          <a:custGeom>
            <a:avLst/>
            <a:gdLst/>
            <a:ahLst/>
            <a:cxnLst/>
            <a:rect l="l" t="t" r="r" b="b"/>
            <a:pathLst>
              <a:path h="298450">
                <a:moveTo>
                  <a:pt x="0" y="0"/>
                </a:moveTo>
                <a:lnTo>
                  <a:pt x="0" y="298026"/>
                </a:lnTo>
              </a:path>
            </a:pathLst>
          </a:custGeom>
          <a:ln w="117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896222" y="2300765"/>
            <a:ext cx="115570" cy="137160"/>
          </a:xfrm>
          <a:custGeom>
            <a:avLst/>
            <a:gdLst/>
            <a:ahLst/>
            <a:cxnLst/>
            <a:rect l="l" t="t" r="r" b="b"/>
            <a:pathLst>
              <a:path w="115569" h="137160">
                <a:moveTo>
                  <a:pt x="61531" y="0"/>
                </a:moveTo>
                <a:lnTo>
                  <a:pt x="37503" y="5357"/>
                </a:lnTo>
                <a:lnTo>
                  <a:pt x="17953" y="19950"/>
                </a:lnTo>
                <a:lnTo>
                  <a:pt x="4809" y="41558"/>
                </a:lnTo>
                <a:lnTo>
                  <a:pt x="0" y="67960"/>
                </a:lnTo>
                <a:lnTo>
                  <a:pt x="5392" y="95511"/>
                </a:lnTo>
                <a:lnTo>
                  <a:pt x="19819" y="117216"/>
                </a:lnTo>
                <a:lnTo>
                  <a:pt x="40652" y="131439"/>
                </a:lnTo>
                <a:lnTo>
                  <a:pt x="65263" y="136543"/>
                </a:lnTo>
                <a:lnTo>
                  <a:pt x="88303" y="131292"/>
                </a:lnTo>
                <a:lnTo>
                  <a:pt x="91186" y="129056"/>
                </a:lnTo>
                <a:lnTo>
                  <a:pt x="67170" y="129056"/>
                </a:lnTo>
                <a:lnTo>
                  <a:pt x="56581" y="127517"/>
                </a:lnTo>
                <a:lnTo>
                  <a:pt x="28167" y="97634"/>
                </a:lnTo>
                <a:lnTo>
                  <a:pt x="24214" y="64844"/>
                </a:lnTo>
                <a:lnTo>
                  <a:pt x="115102" y="64844"/>
                </a:lnTo>
                <a:lnTo>
                  <a:pt x="115102" y="58611"/>
                </a:lnTo>
                <a:lnTo>
                  <a:pt x="24877" y="58611"/>
                </a:lnTo>
                <a:lnTo>
                  <a:pt x="29975" y="31488"/>
                </a:lnTo>
                <a:lnTo>
                  <a:pt x="40157" y="15587"/>
                </a:lnTo>
                <a:lnTo>
                  <a:pt x="51862" y="8103"/>
                </a:lnTo>
                <a:lnTo>
                  <a:pt x="61531" y="6232"/>
                </a:lnTo>
                <a:lnTo>
                  <a:pt x="87309" y="6232"/>
                </a:lnTo>
                <a:lnTo>
                  <a:pt x="85680" y="4948"/>
                </a:lnTo>
                <a:lnTo>
                  <a:pt x="61531" y="0"/>
                </a:lnTo>
                <a:close/>
              </a:path>
              <a:path w="115569" h="137160">
                <a:moveTo>
                  <a:pt x="112614" y="94145"/>
                </a:moveTo>
                <a:lnTo>
                  <a:pt x="108219" y="94145"/>
                </a:lnTo>
                <a:lnTo>
                  <a:pt x="107638" y="96015"/>
                </a:lnTo>
                <a:lnTo>
                  <a:pt x="106975" y="98508"/>
                </a:lnTo>
                <a:lnTo>
                  <a:pt x="96662" y="116169"/>
                </a:lnTo>
                <a:lnTo>
                  <a:pt x="84056" y="125238"/>
                </a:lnTo>
                <a:lnTo>
                  <a:pt x="72958" y="128579"/>
                </a:lnTo>
                <a:lnTo>
                  <a:pt x="67170" y="129056"/>
                </a:lnTo>
                <a:lnTo>
                  <a:pt x="91186" y="129056"/>
                </a:lnTo>
                <a:lnTo>
                  <a:pt x="103741" y="119318"/>
                </a:lnTo>
                <a:lnTo>
                  <a:pt x="112399" y="106292"/>
                </a:lnTo>
                <a:lnTo>
                  <a:pt x="115102" y="97885"/>
                </a:lnTo>
                <a:lnTo>
                  <a:pt x="115102" y="94768"/>
                </a:lnTo>
                <a:lnTo>
                  <a:pt x="112614" y="94145"/>
                </a:lnTo>
                <a:close/>
              </a:path>
              <a:path w="115569" h="137160">
                <a:moveTo>
                  <a:pt x="87309" y="6232"/>
                </a:moveTo>
                <a:lnTo>
                  <a:pt x="61531" y="6232"/>
                </a:lnTo>
                <a:lnTo>
                  <a:pt x="79666" y="12750"/>
                </a:lnTo>
                <a:lnTo>
                  <a:pt x="89809" y="27978"/>
                </a:lnTo>
                <a:lnTo>
                  <a:pt x="94230" y="45427"/>
                </a:lnTo>
                <a:lnTo>
                  <a:pt x="95199" y="58611"/>
                </a:lnTo>
                <a:lnTo>
                  <a:pt x="115102" y="58611"/>
                </a:lnTo>
                <a:lnTo>
                  <a:pt x="111991" y="36825"/>
                </a:lnTo>
                <a:lnTo>
                  <a:pt x="102341" y="18080"/>
                </a:lnTo>
                <a:lnTo>
                  <a:pt x="87309" y="6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028076" y="2224079"/>
            <a:ext cx="179070" cy="210185"/>
          </a:xfrm>
          <a:custGeom>
            <a:avLst/>
            <a:gdLst/>
            <a:ahLst/>
            <a:cxnLst/>
            <a:rect l="l" t="t" r="r" b="b"/>
            <a:pathLst>
              <a:path w="179069" h="210185">
                <a:moveTo>
                  <a:pt x="42956" y="91029"/>
                </a:moveTo>
                <a:lnTo>
                  <a:pt x="23053" y="91029"/>
                </a:lnTo>
                <a:lnTo>
                  <a:pt x="23053" y="187667"/>
                </a:lnTo>
                <a:lnTo>
                  <a:pt x="22250" y="195234"/>
                </a:lnTo>
                <a:lnTo>
                  <a:pt x="18990" y="199120"/>
                </a:lnTo>
                <a:lnTo>
                  <a:pt x="11998" y="200551"/>
                </a:lnTo>
                <a:lnTo>
                  <a:pt x="0" y="200756"/>
                </a:lnTo>
                <a:lnTo>
                  <a:pt x="0" y="210113"/>
                </a:lnTo>
                <a:lnTo>
                  <a:pt x="8305" y="209753"/>
                </a:lnTo>
                <a:lnTo>
                  <a:pt x="17435" y="209568"/>
                </a:lnTo>
                <a:lnTo>
                  <a:pt x="65926" y="209568"/>
                </a:lnTo>
                <a:lnTo>
                  <a:pt x="65926" y="200756"/>
                </a:lnTo>
                <a:lnTo>
                  <a:pt x="53941" y="200551"/>
                </a:lnTo>
                <a:lnTo>
                  <a:pt x="46977" y="199120"/>
                </a:lnTo>
                <a:lnTo>
                  <a:pt x="43746" y="195234"/>
                </a:lnTo>
                <a:lnTo>
                  <a:pt x="42956" y="187667"/>
                </a:lnTo>
                <a:lnTo>
                  <a:pt x="42956" y="91029"/>
                </a:lnTo>
                <a:close/>
              </a:path>
              <a:path w="179069" h="210185">
                <a:moveTo>
                  <a:pt x="65926" y="209568"/>
                </a:moveTo>
                <a:lnTo>
                  <a:pt x="48066" y="209568"/>
                </a:lnTo>
                <a:lnTo>
                  <a:pt x="57109" y="209753"/>
                </a:lnTo>
                <a:lnTo>
                  <a:pt x="65926" y="210113"/>
                </a:lnTo>
                <a:lnTo>
                  <a:pt x="65926" y="209568"/>
                </a:lnTo>
                <a:close/>
              </a:path>
              <a:path w="179069" h="210185">
                <a:moveTo>
                  <a:pt x="125053" y="91029"/>
                </a:moveTo>
                <a:lnTo>
                  <a:pt x="105151" y="91029"/>
                </a:lnTo>
                <a:lnTo>
                  <a:pt x="105151" y="187667"/>
                </a:lnTo>
                <a:lnTo>
                  <a:pt x="104347" y="195234"/>
                </a:lnTo>
                <a:lnTo>
                  <a:pt x="101087" y="199120"/>
                </a:lnTo>
                <a:lnTo>
                  <a:pt x="94095" y="200551"/>
                </a:lnTo>
                <a:lnTo>
                  <a:pt x="82097" y="200756"/>
                </a:lnTo>
                <a:lnTo>
                  <a:pt x="82097" y="210113"/>
                </a:lnTo>
                <a:lnTo>
                  <a:pt x="91216" y="209753"/>
                </a:lnTo>
                <a:lnTo>
                  <a:pt x="100320" y="209568"/>
                </a:lnTo>
                <a:lnTo>
                  <a:pt x="153663" y="209568"/>
                </a:lnTo>
                <a:lnTo>
                  <a:pt x="153663" y="200756"/>
                </a:lnTo>
                <a:lnTo>
                  <a:pt x="125094" y="187667"/>
                </a:lnTo>
                <a:lnTo>
                  <a:pt x="125053" y="91029"/>
                </a:lnTo>
                <a:close/>
              </a:path>
              <a:path w="179069" h="210185">
                <a:moveTo>
                  <a:pt x="153663" y="209568"/>
                </a:moveTo>
                <a:lnTo>
                  <a:pt x="134890" y="209568"/>
                </a:lnTo>
                <a:lnTo>
                  <a:pt x="144475" y="209753"/>
                </a:lnTo>
                <a:lnTo>
                  <a:pt x="153663" y="210113"/>
                </a:lnTo>
                <a:lnTo>
                  <a:pt x="153663" y="209568"/>
                </a:lnTo>
                <a:close/>
              </a:path>
              <a:path w="179069" h="210185">
                <a:moveTo>
                  <a:pt x="159219" y="81672"/>
                </a:moveTo>
                <a:lnTo>
                  <a:pt x="0" y="81672"/>
                </a:lnTo>
                <a:lnTo>
                  <a:pt x="0" y="91029"/>
                </a:lnTo>
                <a:lnTo>
                  <a:pt x="159219" y="91029"/>
                </a:lnTo>
                <a:lnTo>
                  <a:pt x="159219" y="81672"/>
                </a:lnTo>
                <a:close/>
              </a:path>
              <a:path w="179069" h="210185">
                <a:moveTo>
                  <a:pt x="85829" y="0"/>
                </a:moveTo>
                <a:lnTo>
                  <a:pt x="64230" y="2931"/>
                </a:lnTo>
                <a:lnTo>
                  <a:pt x="43961" y="11766"/>
                </a:lnTo>
                <a:lnTo>
                  <a:pt x="28932" y="26563"/>
                </a:lnTo>
                <a:lnTo>
                  <a:pt x="23053" y="47384"/>
                </a:lnTo>
                <a:lnTo>
                  <a:pt x="23053" y="81672"/>
                </a:lnTo>
                <a:lnTo>
                  <a:pt x="41712" y="81672"/>
                </a:lnTo>
                <a:lnTo>
                  <a:pt x="41712" y="48007"/>
                </a:lnTo>
                <a:lnTo>
                  <a:pt x="45899" y="29381"/>
                </a:lnTo>
                <a:lnTo>
                  <a:pt x="56555" y="16365"/>
                </a:lnTo>
                <a:lnTo>
                  <a:pt x="70827" y="8725"/>
                </a:lnTo>
                <a:lnTo>
                  <a:pt x="85829" y="6232"/>
                </a:lnTo>
                <a:lnTo>
                  <a:pt x="112157" y="6232"/>
                </a:lnTo>
                <a:lnTo>
                  <a:pt x="111636" y="5784"/>
                </a:lnTo>
                <a:lnTo>
                  <a:pt x="102404" y="2025"/>
                </a:lnTo>
                <a:lnTo>
                  <a:pt x="93280" y="370"/>
                </a:lnTo>
                <a:lnTo>
                  <a:pt x="85829" y="0"/>
                </a:lnTo>
                <a:close/>
              </a:path>
              <a:path w="179069" h="210185">
                <a:moveTo>
                  <a:pt x="112157" y="6232"/>
                </a:moveTo>
                <a:lnTo>
                  <a:pt x="100175" y="6232"/>
                </a:lnTo>
                <a:lnTo>
                  <a:pt x="108882" y="12465"/>
                </a:lnTo>
                <a:lnTo>
                  <a:pt x="103907" y="13088"/>
                </a:lnTo>
                <a:lnTo>
                  <a:pt x="97687" y="16836"/>
                </a:lnTo>
                <a:lnTo>
                  <a:pt x="97687" y="26808"/>
                </a:lnTo>
                <a:lnTo>
                  <a:pt x="98268" y="34287"/>
                </a:lnTo>
                <a:lnTo>
                  <a:pt x="106394" y="37403"/>
                </a:lnTo>
                <a:lnTo>
                  <a:pt x="105150" y="41151"/>
                </a:lnTo>
                <a:lnTo>
                  <a:pt x="105150" y="81672"/>
                </a:lnTo>
                <a:lnTo>
                  <a:pt x="123809" y="81672"/>
                </a:lnTo>
                <a:lnTo>
                  <a:pt x="123809" y="46761"/>
                </a:lnTo>
                <a:lnTo>
                  <a:pt x="126251" y="29381"/>
                </a:lnTo>
                <a:lnTo>
                  <a:pt x="132651" y="16677"/>
                </a:lnTo>
                <a:lnTo>
                  <a:pt x="137496" y="12465"/>
                </a:lnTo>
                <a:lnTo>
                  <a:pt x="119414" y="12465"/>
                </a:lnTo>
                <a:lnTo>
                  <a:pt x="112157" y="6232"/>
                </a:lnTo>
                <a:close/>
              </a:path>
              <a:path w="179069" h="210185">
                <a:moveTo>
                  <a:pt x="170991" y="6232"/>
                </a:moveTo>
                <a:lnTo>
                  <a:pt x="156731" y="6232"/>
                </a:lnTo>
                <a:lnTo>
                  <a:pt x="161706" y="8725"/>
                </a:lnTo>
                <a:lnTo>
                  <a:pt x="157975" y="9972"/>
                </a:lnTo>
                <a:lnTo>
                  <a:pt x="152419" y="13711"/>
                </a:lnTo>
                <a:lnTo>
                  <a:pt x="152419" y="28055"/>
                </a:lnTo>
                <a:lnTo>
                  <a:pt x="157394" y="33664"/>
                </a:lnTo>
                <a:lnTo>
                  <a:pt x="174145" y="33664"/>
                </a:lnTo>
                <a:lnTo>
                  <a:pt x="178541" y="28055"/>
                </a:lnTo>
                <a:lnTo>
                  <a:pt x="178541" y="20575"/>
                </a:lnTo>
                <a:lnTo>
                  <a:pt x="176620" y="12887"/>
                </a:lnTo>
                <a:lnTo>
                  <a:pt x="171139" y="6311"/>
                </a:lnTo>
                <a:lnTo>
                  <a:pt x="170991" y="6232"/>
                </a:lnTo>
                <a:close/>
              </a:path>
              <a:path w="179069" h="210185">
                <a:moveTo>
                  <a:pt x="151175" y="0"/>
                </a:moveTo>
                <a:lnTo>
                  <a:pt x="139040" y="1772"/>
                </a:lnTo>
                <a:lnTo>
                  <a:pt x="129199" y="5784"/>
                </a:lnTo>
                <a:lnTo>
                  <a:pt x="122452" y="9991"/>
                </a:lnTo>
                <a:lnTo>
                  <a:pt x="119414" y="12465"/>
                </a:lnTo>
                <a:lnTo>
                  <a:pt x="137496" y="12465"/>
                </a:lnTo>
                <a:lnTo>
                  <a:pt x="141616" y="8882"/>
                </a:lnTo>
                <a:lnTo>
                  <a:pt x="151755" y="6232"/>
                </a:lnTo>
                <a:lnTo>
                  <a:pt x="170991" y="6232"/>
                </a:lnTo>
                <a:lnTo>
                  <a:pt x="162518" y="1723"/>
                </a:lnTo>
                <a:lnTo>
                  <a:pt x="151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3201641" y="2300765"/>
            <a:ext cx="115570" cy="137160"/>
          </a:xfrm>
          <a:custGeom>
            <a:avLst/>
            <a:gdLst/>
            <a:ahLst/>
            <a:cxnLst/>
            <a:rect l="l" t="t" r="r" b="b"/>
            <a:pathLst>
              <a:path w="115570" h="137160">
                <a:moveTo>
                  <a:pt x="61531" y="0"/>
                </a:moveTo>
                <a:lnTo>
                  <a:pt x="37503" y="5357"/>
                </a:lnTo>
                <a:lnTo>
                  <a:pt x="17953" y="19950"/>
                </a:lnTo>
                <a:lnTo>
                  <a:pt x="4809" y="41558"/>
                </a:lnTo>
                <a:lnTo>
                  <a:pt x="0" y="67960"/>
                </a:lnTo>
                <a:lnTo>
                  <a:pt x="5392" y="95511"/>
                </a:lnTo>
                <a:lnTo>
                  <a:pt x="19819" y="117216"/>
                </a:lnTo>
                <a:lnTo>
                  <a:pt x="40652" y="131439"/>
                </a:lnTo>
                <a:lnTo>
                  <a:pt x="65263" y="136543"/>
                </a:lnTo>
                <a:lnTo>
                  <a:pt x="88548" y="131292"/>
                </a:lnTo>
                <a:lnTo>
                  <a:pt x="91426" y="129056"/>
                </a:lnTo>
                <a:lnTo>
                  <a:pt x="67170" y="129056"/>
                </a:lnTo>
                <a:lnTo>
                  <a:pt x="56581" y="127517"/>
                </a:lnTo>
                <a:lnTo>
                  <a:pt x="28551" y="97634"/>
                </a:lnTo>
                <a:lnTo>
                  <a:pt x="24877" y="64844"/>
                </a:lnTo>
                <a:lnTo>
                  <a:pt x="115102" y="64844"/>
                </a:lnTo>
                <a:lnTo>
                  <a:pt x="115102" y="58611"/>
                </a:lnTo>
                <a:lnTo>
                  <a:pt x="24877" y="58611"/>
                </a:lnTo>
                <a:lnTo>
                  <a:pt x="29975" y="31488"/>
                </a:lnTo>
                <a:lnTo>
                  <a:pt x="40157" y="15587"/>
                </a:lnTo>
                <a:lnTo>
                  <a:pt x="51862" y="8103"/>
                </a:lnTo>
                <a:lnTo>
                  <a:pt x="61531" y="6232"/>
                </a:lnTo>
                <a:lnTo>
                  <a:pt x="87309" y="6232"/>
                </a:lnTo>
                <a:lnTo>
                  <a:pt x="85680" y="4948"/>
                </a:lnTo>
                <a:lnTo>
                  <a:pt x="61531" y="0"/>
                </a:lnTo>
                <a:close/>
              </a:path>
              <a:path w="115570" h="137160">
                <a:moveTo>
                  <a:pt x="112614" y="94145"/>
                </a:moveTo>
                <a:lnTo>
                  <a:pt x="108882" y="94145"/>
                </a:lnTo>
                <a:lnTo>
                  <a:pt x="108219" y="96015"/>
                </a:lnTo>
                <a:lnTo>
                  <a:pt x="107638" y="98508"/>
                </a:lnTo>
                <a:lnTo>
                  <a:pt x="97269" y="116169"/>
                </a:lnTo>
                <a:lnTo>
                  <a:pt x="84574" y="125238"/>
                </a:lnTo>
                <a:lnTo>
                  <a:pt x="73295" y="128579"/>
                </a:lnTo>
                <a:lnTo>
                  <a:pt x="67170" y="129056"/>
                </a:lnTo>
                <a:lnTo>
                  <a:pt x="91426" y="129056"/>
                </a:lnTo>
                <a:lnTo>
                  <a:pt x="103958" y="119318"/>
                </a:lnTo>
                <a:lnTo>
                  <a:pt x="112480" y="106292"/>
                </a:lnTo>
                <a:lnTo>
                  <a:pt x="115102" y="97885"/>
                </a:lnTo>
                <a:lnTo>
                  <a:pt x="115102" y="94768"/>
                </a:lnTo>
                <a:lnTo>
                  <a:pt x="112614" y="94145"/>
                </a:lnTo>
                <a:close/>
              </a:path>
              <a:path w="115570" h="137160">
                <a:moveTo>
                  <a:pt x="87309" y="6232"/>
                </a:moveTo>
                <a:lnTo>
                  <a:pt x="61531" y="6232"/>
                </a:lnTo>
                <a:lnTo>
                  <a:pt x="79946" y="12750"/>
                </a:lnTo>
                <a:lnTo>
                  <a:pt x="90058" y="27978"/>
                </a:lnTo>
                <a:lnTo>
                  <a:pt x="94323" y="45427"/>
                </a:lnTo>
                <a:lnTo>
                  <a:pt x="95199" y="58611"/>
                </a:lnTo>
                <a:lnTo>
                  <a:pt x="115102" y="58611"/>
                </a:lnTo>
                <a:lnTo>
                  <a:pt x="111991" y="36825"/>
                </a:lnTo>
                <a:lnTo>
                  <a:pt x="102341" y="18080"/>
                </a:lnTo>
                <a:lnTo>
                  <a:pt x="87309" y="6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3335402" y="2300765"/>
            <a:ext cx="114300" cy="137160"/>
          </a:xfrm>
          <a:custGeom>
            <a:avLst/>
            <a:gdLst/>
            <a:ahLst/>
            <a:cxnLst/>
            <a:rect l="l" t="t" r="r" b="b"/>
            <a:pathLst>
              <a:path w="114300" h="137160">
                <a:moveTo>
                  <a:pt x="64682" y="0"/>
                </a:moveTo>
                <a:lnTo>
                  <a:pt x="38832" y="5552"/>
                </a:lnTo>
                <a:lnTo>
                  <a:pt x="18347" y="20573"/>
                </a:lnTo>
                <a:lnTo>
                  <a:pt x="4858" y="42609"/>
                </a:lnTo>
                <a:lnTo>
                  <a:pt x="0" y="69206"/>
                </a:lnTo>
                <a:lnTo>
                  <a:pt x="5198" y="95774"/>
                </a:lnTo>
                <a:lnTo>
                  <a:pt x="19197" y="117138"/>
                </a:lnTo>
                <a:lnTo>
                  <a:pt x="39602" y="131371"/>
                </a:lnTo>
                <a:lnTo>
                  <a:pt x="64019" y="136543"/>
                </a:lnTo>
                <a:lnTo>
                  <a:pt x="88586" y="130941"/>
                </a:lnTo>
                <a:lnTo>
                  <a:pt x="90873" y="129056"/>
                </a:lnTo>
                <a:lnTo>
                  <a:pt x="66507" y="129056"/>
                </a:lnTo>
                <a:lnTo>
                  <a:pt x="53460" y="126358"/>
                </a:lnTo>
                <a:lnTo>
                  <a:pt x="39877" y="116822"/>
                </a:lnTo>
                <a:lnTo>
                  <a:pt x="29201" y="98285"/>
                </a:lnTo>
                <a:lnTo>
                  <a:pt x="24877" y="68583"/>
                </a:lnTo>
                <a:lnTo>
                  <a:pt x="28914" y="38519"/>
                </a:lnTo>
                <a:lnTo>
                  <a:pt x="39006" y="19794"/>
                </a:lnTo>
                <a:lnTo>
                  <a:pt x="52131" y="10187"/>
                </a:lnTo>
                <a:lnTo>
                  <a:pt x="65263" y="7479"/>
                </a:lnTo>
                <a:lnTo>
                  <a:pt x="94301" y="7479"/>
                </a:lnTo>
                <a:lnTo>
                  <a:pt x="81461" y="2075"/>
                </a:lnTo>
                <a:lnTo>
                  <a:pt x="64682" y="0"/>
                </a:lnTo>
                <a:close/>
              </a:path>
              <a:path w="114300" h="137160">
                <a:moveTo>
                  <a:pt x="113775" y="94768"/>
                </a:moveTo>
                <a:lnTo>
                  <a:pt x="106975" y="94768"/>
                </a:lnTo>
                <a:lnTo>
                  <a:pt x="106311" y="96015"/>
                </a:lnTo>
                <a:lnTo>
                  <a:pt x="105731" y="97885"/>
                </a:lnTo>
                <a:lnTo>
                  <a:pt x="97503" y="114591"/>
                </a:lnTo>
                <a:lnTo>
                  <a:pt x="87052" y="123991"/>
                </a:lnTo>
                <a:lnTo>
                  <a:pt x="76134" y="128131"/>
                </a:lnTo>
                <a:lnTo>
                  <a:pt x="66507" y="129056"/>
                </a:lnTo>
                <a:lnTo>
                  <a:pt x="90873" y="129056"/>
                </a:lnTo>
                <a:lnTo>
                  <a:pt x="103824" y="118383"/>
                </a:lnTo>
                <a:lnTo>
                  <a:pt x="111598" y="105240"/>
                </a:lnTo>
                <a:lnTo>
                  <a:pt x="113775" y="97885"/>
                </a:lnTo>
                <a:lnTo>
                  <a:pt x="113775" y="94768"/>
                </a:lnTo>
                <a:close/>
              </a:path>
              <a:path w="114300" h="137160">
                <a:moveTo>
                  <a:pt x="94301" y="7479"/>
                </a:moveTo>
                <a:lnTo>
                  <a:pt x="65263" y="7479"/>
                </a:lnTo>
                <a:lnTo>
                  <a:pt x="69782" y="7644"/>
                </a:lnTo>
                <a:lnTo>
                  <a:pt x="78096" y="8804"/>
                </a:lnTo>
                <a:lnTo>
                  <a:pt x="87933" y="11952"/>
                </a:lnTo>
                <a:lnTo>
                  <a:pt x="97024" y="18082"/>
                </a:lnTo>
                <a:lnTo>
                  <a:pt x="84585" y="19329"/>
                </a:lnTo>
                <a:lnTo>
                  <a:pt x="82677" y="28055"/>
                </a:lnTo>
                <a:lnTo>
                  <a:pt x="82677" y="39905"/>
                </a:lnTo>
                <a:lnTo>
                  <a:pt x="88316" y="45514"/>
                </a:lnTo>
                <a:lnTo>
                  <a:pt x="104487" y="45514"/>
                </a:lnTo>
                <a:lnTo>
                  <a:pt x="110043" y="40528"/>
                </a:lnTo>
                <a:lnTo>
                  <a:pt x="110043" y="31794"/>
                </a:lnTo>
                <a:lnTo>
                  <a:pt x="106186" y="18149"/>
                </a:lnTo>
                <a:lnTo>
                  <a:pt x="95977" y="8184"/>
                </a:lnTo>
                <a:lnTo>
                  <a:pt x="94301" y="7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3463524" y="2250888"/>
            <a:ext cx="92710" cy="186690"/>
          </a:xfrm>
          <a:custGeom>
            <a:avLst/>
            <a:gdLst/>
            <a:ahLst/>
            <a:cxnLst/>
            <a:rect l="l" t="t" r="r" b="b"/>
            <a:pathLst>
              <a:path w="92710" h="186689">
                <a:moveTo>
                  <a:pt x="45360" y="64220"/>
                </a:moveTo>
                <a:lnTo>
                  <a:pt x="24877" y="64220"/>
                </a:lnTo>
                <a:lnTo>
                  <a:pt x="24878" y="146516"/>
                </a:lnTo>
                <a:lnTo>
                  <a:pt x="29410" y="168008"/>
                </a:lnTo>
                <a:lnTo>
                  <a:pt x="40177" y="180030"/>
                </a:lnTo>
                <a:lnTo>
                  <a:pt x="52935" y="185272"/>
                </a:lnTo>
                <a:lnTo>
                  <a:pt x="63438" y="186421"/>
                </a:lnTo>
                <a:lnTo>
                  <a:pt x="76920" y="182816"/>
                </a:lnTo>
                <a:lnTo>
                  <a:pt x="80682" y="178934"/>
                </a:lnTo>
                <a:lnTo>
                  <a:pt x="65263" y="178934"/>
                </a:lnTo>
                <a:lnTo>
                  <a:pt x="53757" y="174667"/>
                </a:lnTo>
                <a:lnTo>
                  <a:pt x="47848" y="164906"/>
                </a:lnTo>
                <a:lnTo>
                  <a:pt x="45671" y="154210"/>
                </a:lnTo>
                <a:lnTo>
                  <a:pt x="45360" y="147139"/>
                </a:lnTo>
                <a:lnTo>
                  <a:pt x="45360" y="64220"/>
                </a:lnTo>
                <a:close/>
              </a:path>
              <a:path w="92710" h="186689">
                <a:moveTo>
                  <a:pt x="92629" y="129056"/>
                </a:moveTo>
                <a:lnTo>
                  <a:pt x="85165" y="129056"/>
                </a:lnTo>
                <a:lnTo>
                  <a:pt x="85099" y="146516"/>
                </a:lnTo>
                <a:lnTo>
                  <a:pt x="83630" y="160261"/>
                </a:lnTo>
                <a:lnTo>
                  <a:pt x="79412" y="170596"/>
                </a:lnTo>
                <a:lnTo>
                  <a:pt x="73095" y="176840"/>
                </a:lnTo>
                <a:lnTo>
                  <a:pt x="65263" y="178934"/>
                </a:lnTo>
                <a:lnTo>
                  <a:pt x="80682" y="178934"/>
                </a:lnTo>
                <a:lnTo>
                  <a:pt x="85963" y="173483"/>
                </a:lnTo>
                <a:lnTo>
                  <a:pt x="91041" y="160642"/>
                </a:lnTo>
                <a:lnTo>
                  <a:pt x="92559" y="147139"/>
                </a:lnTo>
                <a:lnTo>
                  <a:pt x="92629" y="129056"/>
                </a:lnTo>
                <a:close/>
              </a:path>
              <a:path w="92710" h="186689">
                <a:moveTo>
                  <a:pt x="45360" y="0"/>
                </a:moveTo>
                <a:lnTo>
                  <a:pt x="37897" y="0"/>
                </a:lnTo>
                <a:lnTo>
                  <a:pt x="36080" y="19044"/>
                </a:lnTo>
                <a:lnTo>
                  <a:pt x="29895" y="37329"/>
                </a:lnTo>
                <a:lnTo>
                  <a:pt x="18236" y="51288"/>
                </a:lnTo>
                <a:lnTo>
                  <a:pt x="0" y="57356"/>
                </a:lnTo>
                <a:lnTo>
                  <a:pt x="0" y="64220"/>
                </a:lnTo>
                <a:lnTo>
                  <a:pt x="88316" y="64220"/>
                </a:lnTo>
                <a:lnTo>
                  <a:pt x="88316" y="54863"/>
                </a:lnTo>
                <a:lnTo>
                  <a:pt x="45360" y="54863"/>
                </a:lnTo>
                <a:lnTo>
                  <a:pt x="45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3590401" y="2210360"/>
            <a:ext cx="69215" cy="298450"/>
          </a:xfrm>
          <a:custGeom>
            <a:avLst/>
            <a:gdLst/>
            <a:ahLst/>
            <a:cxnLst/>
            <a:rect l="l" t="t" r="r" b="b"/>
            <a:pathLst>
              <a:path w="69214" h="298450">
                <a:moveTo>
                  <a:pt x="2487" y="0"/>
                </a:moveTo>
                <a:lnTo>
                  <a:pt x="1243" y="0"/>
                </a:lnTo>
                <a:lnTo>
                  <a:pt x="0" y="1246"/>
                </a:lnTo>
                <a:lnTo>
                  <a:pt x="0" y="4986"/>
                </a:lnTo>
                <a:lnTo>
                  <a:pt x="5639" y="9980"/>
                </a:lnTo>
                <a:lnTo>
                  <a:pt x="25144" y="35649"/>
                </a:lnTo>
                <a:lnTo>
                  <a:pt x="39597" y="67572"/>
                </a:lnTo>
                <a:lnTo>
                  <a:pt x="48576" y="105459"/>
                </a:lnTo>
                <a:lnTo>
                  <a:pt x="51663" y="149017"/>
                </a:lnTo>
                <a:lnTo>
                  <a:pt x="49340" y="187350"/>
                </a:lnTo>
                <a:lnTo>
                  <a:pt x="41473" y="224689"/>
                </a:lnTo>
                <a:lnTo>
                  <a:pt x="26719" y="259573"/>
                </a:lnTo>
                <a:lnTo>
                  <a:pt x="3731" y="290539"/>
                </a:lnTo>
                <a:lnTo>
                  <a:pt x="0" y="293663"/>
                </a:lnTo>
                <a:lnTo>
                  <a:pt x="0" y="297403"/>
                </a:lnTo>
                <a:lnTo>
                  <a:pt x="1243" y="298026"/>
                </a:lnTo>
                <a:lnTo>
                  <a:pt x="2487" y="298026"/>
                </a:lnTo>
                <a:lnTo>
                  <a:pt x="8754" y="294314"/>
                </a:lnTo>
                <a:lnTo>
                  <a:pt x="35466" y="265145"/>
                </a:lnTo>
                <a:lnTo>
                  <a:pt x="59352" y="215734"/>
                </a:lnTo>
                <a:lnTo>
                  <a:pt x="68251" y="169464"/>
                </a:lnTo>
                <a:lnTo>
                  <a:pt x="69077" y="149017"/>
                </a:lnTo>
                <a:lnTo>
                  <a:pt x="68242" y="129503"/>
                </a:lnTo>
                <a:lnTo>
                  <a:pt x="59107" y="81591"/>
                </a:lnTo>
                <a:lnTo>
                  <a:pt x="34697" y="32092"/>
                </a:lnTo>
                <a:lnTo>
                  <a:pt x="8569" y="3682"/>
                </a:lnTo>
                <a:lnTo>
                  <a:pt x="24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3788181" y="2331006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0" y="0"/>
                </a:moveTo>
                <a:lnTo>
                  <a:pt x="197863" y="0"/>
                </a:lnTo>
              </a:path>
            </a:pathLst>
          </a:custGeom>
          <a:ln w="118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3788181" y="2388363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0" y="0"/>
                </a:moveTo>
                <a:lnTo>
                  <a:pt x="197863" y="0"/>
                </a:lnTo>
              </a:path>
            </a:pathLst>
          </a:custGeom>
          <a:ln w="118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4133405" y="2028932"/>
            <a:ext cx="212725" cy="203835"/>
          </a:xfrm>
          <a:custGeom>
            <a:avLst/>
            <a:gdLst/>
            <a:ahLst/>
            <a:cxnLst/>
            <a:rect l="l" t="t" r="r" b="b"/>
            <a:pathLst>
              <a:path w="212725" h="203835">
                <a:moveTo>
                  <a:pt x="86492" y="194523"/>
                </a:moveTo>
                <a:lnTo>
                  <a:pt x="0" y="194523"/>
                </a:lnTo>
                <a:lnTo>
                  <a:pt x="0" y="203249"/>
                </a:lnTo>
                <a:lnTo>
                  <a:pt x="4395" y="203249"/>
                </a:lnTo>
                <a:lnTo>
                  <a:pt x="42292" y="202626"/>
                </a:lnTo>
                <a:lnTo>
                  <a:pt x="86492" y="202626"/>
                </a:lnTo>
                <a:lnTo>
                  <a:pt x="86492" y="194523"/>
                </a:lnTo>
                <a:close/>
              </a:path>
              <a:path w="212725" h="203835">
                <a:moveTo>
                  <a:pt x="86492" y="202626"/>
                </a:moveTo>
                <a:lnTo>
                  <a:pt x="48512" y="202626"/>
                </a:lnTo>
                <a:lnTo>
                  <a:pt x="54731" y="203249"/>
                </a:lnTo>
                <a:lnTo>
                  <a:pt x="86492" y="203249"/>
                </a:lnTo>
                <a:lnTo>
                  <a:pt x="86492" y="202626"/>
                </a:lnTo>
                <a:close/>
              </a:path>
              <a:path w="212725" h="203835">
                <a:moveTo>
                  <a:pt x="102663" y="9348"/>
                </a:moveTo>
                <a:lnTo>
                  <a:pt x="66009" y="9348"/>
                </a:lnTo>
                <a:lnTo>
                  <a:pt x="69741" y="9972"/>
                </a:lnTo>
                <a:lnTo>
                  <a:pt x="74716" y="10595"/>
                </a:lnTo>
                <a:lnTo>
                  <a:pt x="76541" y="11218"/>
                </a:lnTo>
                <a:lnTo>
                  <a:pt x="76541" y="15581"/>
                </a:lnTo>
                <a:lnTo>
                  <a:pt x="75960" y="16828"/>
                </a:lnTo>
                <a:lnTo>
                  <a:pt x="75297" y="20567"/>
                </a:lnTo>
                <a:lnTo>
                  <a:pt x="35492" y="180180"/>
                </a:lnTo>
                <a:lnTo>
                  <a:pt x="8126" y="194523"/>
                </a:lnTo>
                <a:lnTo>
                  <a:pt x="58546" y="194523"/>
                </a:lnTo>
                <a:lnTo>
                  <a:pt x="58546" y="187036"/>
                </a:lnTo>
                <a:lnTo>
                  <a:pt x="59126" y="185789"/>
                </a:lnTo>
                <a:lnTo>
                  <a:pt x="59790" y="183920"/>
                </a:lnTo>
                <a:lnTo>
                  <a:pt x="77785" y="109103"/>
                </a:lnTo>
                <a:lnTo>
                  <a:pt x="128785" y="109103"/>
                </a:lnTo>
                <a:lnTo>
                  <a:pt x="159649" y="103804"/>
                </a:lnTo>
                <a:lnTo>
                  <a:pt x="163747" y="101624"/>
                </a:lnTo>
                <a:lnTo>
                  <a:pt x="79029" y="101624"/>
                </a:lnTo>
                <a:lnTo>
                  <a:pt x="99594" y="20567"/>
                </a:lnTo>
                <a:lnTo>
                  <a:pt x="102082" y="9972"/>
                </a:lnTo>
                <a:lnTo>
                  <a:pt x="102663" y="9348"/>
                </a:lnTo>
                <a:close/>
              </a:path>
              <a:path w="212725" h="203835">
                <a:moveTo>
                  <a:pt x="153663" y="0"/>
                </a:moveTo>
                <a:lnTo>
                  <a:pt x="48512" y="0"/>
                </a:lnTo>
                <a:lnTo>
                  <a:pt x="48512" y="9348"/>
                </a:lnTo>
                <a:lnTo>
                  <a:pt x="144375" y="9348"/>
                </a:lnTo>
                <a:lnTo>
                  <a:pt x="160900" y="10936"/>
                </a:lnTo>
                <a:lnTo>
                  <a:pt x="173648" y="15972"/>
                </a:lnTo>
                <a:lnTo>
                  <a:pt x="181855" y="24865"/>
                </a:lnTo>
                <a:lnTo>
                  <a:pt x="184760" y="38027"/>
                </a:lnTo>
                <a:lnTo>
                  <a:pt x="183604" y="48687"/>
                </a:lnTo>
                <a:lnTo>
                  <a:pt x="166765" y="86034"/>
                </a:lnTo>
                <a:lnTo>
                  <a:pt x="121321" y="101624"/>
                </a:lnTo>
                <a:lnTo>
                  <a:pt x="163747" y="101624"/>
                </a:lnTo>
                <a:lnTo>
                  <a:pt x="186315" y="89620"/>
                </a:lnTo>
                <a:lnTo>
                  <a:pt x="205051" y="69123"/>
                </a:lnTo>
                <a:lnTo>
                  <a:pt x="212126" y="44883"/>
                </a:lnTo>
                <a:lnTo>
                  <a:pt x="208507" y="28141"/>
                </a:lnTo>
                <a:lnTo>
                  <a:pt x="197603" y="13793"/>
                </a:lnTo>
                <a:lnTo>
                  <a:pt x="179345" y="3770"/>
                </a:lnTo>
                <a:lnTo>
                  <a:pt x="153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4382849" y="2008980"/>
            <a:ext cx="69215" cy="298450"/>
          </a:xfrm>
          <a:custGeom>
            <a:avLst/>
            <a:gdLst/>
            <a:ahLst/>
            <a:cxnLst/>
            <a:rect l="l" t="t" r="r" b="b"/>
            <a:pathLst>
              <a:path w="69214" h="298450">
                <a:moveTo>
                  <a:pt x="67833" y="0"/>
                </a:moveTo>
                <a:lnTo>
                  <a:pt x="33320" y="32877"/>
                </a:lnTo>
                <a:lnTo>
                  <a:pt x="9445" y="82638"/>
                </a:lnTo>
                <a:lnTo>
                  <a:pt x="816" y="128912"/>
                </a:lnTo>
                <a:lnTo>
                  <a:pt x="0" y="149009"/>
                </a:lnTo>
                <a:lnTo>
                  <a:pt x="835" y="168522"/>
                </a:lnTo>
                <a:lnTo>
                  <a:pt x="9970" y="216434"/>
                </a:lnTo>
                <a:lnTo>
                  <a:pt x="34370" y="266192"/>
                </a:lnTo>
                <a:lnTo>
                  <a:pt x="60228" y="294423"/>
                </a:lnTo>
                <a:lnTo>
                  <a:pt x="67834" y="298018"/>
                </a:lnTo>
                <a:lnTo>
                  <a:pt x="69077" y="297395"/>
                </a:lnTo>
                <a:lnTo>
                  <a:pt x="69077" y="293655"/>
                </a:lnTo>
                <a:lnTo>
                  <a:pt x="64102" y="288669"/>
                </a:lnTo>
                <a:lnTo>
                  <a:pt x="41064" y="257201"/>
                </a:lnTo>
                <a:lnTo>
                  <a:pt x="26764" y="221643"/>
                </a:lnTo>
                <a:lnTo>
                  <a:pt x="19461" y="184683"/>
                </a:lnTo>
                <a:lnTo>
                  <a:pt x="17414" y="149009"/>
                </a:lnTo>
                <a:lnTo>
                  <a:pt x="19737" y="110422"/>
                </a:lnTo>
                <a:lnTo>
                  <a:pt x="27604" y="73180"/>
                </a:lnTo>
                <a:lnTo>
                  <a:pt x="42358" y="38625"/>
                </a:lnTo>
                <a:lnTo>
                  <a:pt x="65346" y="8102"/>
                </a:lnTo>
                <a:lnTo>
                  <a:pt x="69077" y="4362"/>
                </a:lnTo>
                <a:lnTo>
                  <a:pt x="69077" y="623"/>
                </a:lnTo>
                <a:lnTo>
                  <a:pt x="67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4477385" y="2098763"/>
            <a:ext cx="115570" cy="137160"/>
          </a:xfrm>
          <a:custGeom>
            <a:avLst/>
            <a:gdLst/>
            <a:ahLst/>
            <a:cxnLst/>
            <a:rect l="l" t="t" r="r" b="b"/>
            <a:pathLst>
              <a:path w="115570" h="137160">
                <a:moveTo>
                  <a:pt x="62277" y="0"/>
                </a:moveTo>
                <a:lnTo>
                  <a:pt x="37853" y="5445"/>
                </a:lnTo>
                <a:lnTo>
                  <a:pt x="18077" y="20183"/>
                </a:lnTo>
                <a:lnTo>
                  <a:pt x="4833" y="41817"/>
                </a:lnTo>
                <a:lnTo>
                  <a:pt x="0" y="67952"/>
                </a:lnTo>
                <a:lnTo>
                  <a:pt x="5497" y="95600"/>
                </a:lnTo>
                <a:lnTo>
                  <a:pt x="20161" y="117519"/>
                </a:lnTo>
                <a:lnTo>
                  <a:pt x="41246" y="131957"/>
                </a:lnTo>
                <a:lnTo>
                  <a:pt x="66009" y="137158"/>
                </a:lnTo>
                <a:lnTo>
                  <a:pt x="88898" y="131908"/>
                </a:lnTo>
                <a:lnTo>
                  <a:pt x="91725" y="129679"/>
                </a:lnTo>
                <a:lnTo>
                  <a:pt x="67253" y="129679"/>
                </a:lnTo>
                <a:lnTo>
                  <a:pt x="56909" y="128053"/>
                </a:lnTo>
                <a:lnTo>
                  <a:pt x="28634" y="98156"/>
                </a:lnTo>
                <a:lnTo>
                  <a:pt x="24960" y="64835"/>
                </a:lnTo>
                <a:lnTo>
                  <a:pt x="115102" y="64835"/>
                </a:lnTo>
                <a:lnTo>
                  <a:pt x="115102" y="58603"/>
                </a:lnTo>
                <a:lnTo>
                  <a:pt x="25541" y="58603"/>
                </a:lnTo>
                <a:lnTo>
                  <a:pt x="30406" y="31842"/>
                </a:lnTo>
                <a:lnTo>
                  <a:pt x="40644" y="16128"/>
                </a:lnTo>
                <a:lnTo>
                  <a:pt x="52514" y="8716"/>
                </a:lnTo>
                <a:lnTo>
                  <a:pt x="62277" y="6855"/>
                </a:lnTo>
                <a:lnTo>
                  <a:pt x="88523" y="6855"/>
                </a:lnTo>
                <a:lnTo>
                  <a:pt x="86274" y="5036"/>
                </a:lnTo>
                <a:lnTo>
                  <a:pt x="62277" y="0"/>
                </a:lnTo>
                <a:close/>
              </a:path>
              <a:path w="115570" h="137160">
                <a:moveTo>
                  <a:pt x="113277" y="94768"/>
                </a:moveTo>
                <a:lnTo>
                  <a:pt x="108882" y="94768"/>
                </a:lnTo>
                <a:lnTo>
                  <a:pt x="108302" y="96638"/>
                </a:lnTo>
                <a:lnTo>
                  <a:pt x="107638" y="99131"/>
                </a:lnTo>
                <a:lnTo>
                  <a:pt x="97317" y="116792"/>
                </a:lnTo>
                <a:lnTo>
                  <a:pt x="84647" y="125861"/>
                </a:lnTo>
                <a:lnTo>
                  <a:pt x="73377" y="129202"/>
                </a:lnTo>
                <a:lnTo>
                  <a:pt x="67253" y="129679"/>
                </a:lnTo>
                <a:lnTo>
                  <a:pt x="91725" y="129679"/>
                </a:lnTo>
                <a:lnTo>
                  <a:pt x="104083" y="119937"/>
                </a:lnTo>
                <a:lnTo>
                  <a:pt x="112504" y="106914"/>
                </a:lnTo>
                <a:lnTo>
                  <a:pt x="115102" y="98508"/>
                </a:lnTo>
                <a:lnTo>
                  <a:pt x="115102" y="95392"/>
                </a:lnTo>
                <a:lnTo>
                  <a:pt x="113277" y="94768"/>
                </a:lnTo>
                <a:close/>
              </a:path>
              <a:path w="115570" h="137160">
                <a:moveTo>
                  <a:pt x="88523" y="6855"/>
                </a:moveTo>
                <a:lnTo>
                  <a:pt x="62277" y="6855"/>
                </a:lnTo>
                <a:lnTo>
                  <a:pt x="80364" y="13274"/>
                </a:lnTo>
                <a:lnTo>
                  <a:pt x="90483" y="28285"/>
                </a:lnTo>
                <a:lnTo>
                  <a:pt x="94895" y="45518"/>
                </a:lnTo>
                <a:lnTo>
                  <a:pt x="95863" y="58603"/>
                </a:lnTo>
                <a:lnTo>
                  <a:pt x="115102" y="58603"/>
                </a:lnTo>
                <a:lnTo>
                  <a:pt x="112096" y="37084"/>
                </a:lnTo>
                <a:lnTo>
                  <a:pt x="102683" y="18313"/>
                </a:lnTo>
                <a:lnTo>
                  <a:pt x="88523" y="68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4609902" y="2022068"/>
            <a:ext cx="179070" cy="210185"/>
          </a:xfrm>
          <a:custGeom>
            <a:avLst/>
            <a:gdLst/>
            <a:ahLst/>
            <a:cxnLst/>
            <a:rect l="l" t="t" r="r" b="b"/>
            <a:pathLst>
              <a:path w="179070" h="210185">
                <a:moveTo>
                  <a:pt x="42956" y="91029"/>
                </a:moveTo>
                <a:lnTo>
                  <a:pt x="23053" y="91029"/>
                </a:lnTo>
                <a:lnTo>
                  <a:pt x="23053" y="187667"/>
                </a:lnTo>
                <a:lnTo>
                  <a:pt x="22250" y="195599"/>
                </a:lnTo>
                <a:lnTo>
                  <a:pt x="18990" y="199673"/>
                </a:lnTo>
                <a:lnTo>
                  <a:pt x="11998" y="201173"/>
                </a:lnTo>
                <a:lnTo>
                  <a:pt x="0" y="201388"/>
                </a:lnTo>
                <a:lnTo>
                  <a:pt x="0" y="210113"/>
                </a:lnTo>
                <a:lnTo>
                  <a:pt x="8305" y="210016"/>
                </a:lnTo>
                <a:lnTo>
                  <a:pt x="33004" y="209490"/>
                </a:lnTo>
                <a:lnTo>
                  <a:pt x="65926" y="209490"/>
                </a:lnTo>
                <a:lnTo>
                  <a:pt x="65926" y="201388"/>
                </a:lnTo>
                <a:lnTo>
                  <a:pt x="53941" y="201173"/>
                </a:lnTo>
                <a:lnTo>
                  <a:pt x="46977" y="199673"/>
                </a:lnTo>
                <a:lnTo>
                  <a:pt x="43746" y="195599"/>
                </a:lnTo>
                <a:lnTo>
                  <a:pt x="42956" y="187667"/>
                </a:lnTo>
                <a:lnTo>
                  <a:pt x="42956" y="91029"/>
                </a:lnTo>
                <a:close/>
              </a:path>
              <a:path w="179070" h="210185">
                <a:moveTo>
                  <a:pt x="65926" y="209490"/>
                </a:moveTo>
                <a:lnTo>
                  <a:pt x="33004" y="209490"/>
                </a:lnTo>
                <a:lnTo>
                  <a:pt x="39816" y="209587"/>
                </a:lnTo>
                <a:lnTo>
                  <a:pt x="57389" y="210016"/>
                </a:lnTo>
                <a:lnTo>
                  <a:pt x="65926" y="210113"/>
                </a:lnTo>
                <a:lnTo>
                  <a:pt x="65926" y="209490"/>
                </a:lnTo>
                <a:close/>
              </a:path>
              <a:path w="179070" h="210185">
                <a:moveTo>
                  <a:pt x="125053" y="91029"/>
                </a:moveTo>
                <a:lnTo>
                  <a:pt x="105151" y="91029"/>
                </a:lnTo>
                <a:lnTo>
                  <a:pt x="105151" y="187667"/>
                </a:lnTo>
                <a:lnTo>
                  <a:pt x="104347" y="195599"/>
                </a:lnTo>
                <a:lnTo>
                  <a:pt x="101087" y="199673"/>
                </a:lnTo>
                <a:lnTo>
                  <a:pt x="94095" y="201173"/>
                </a:lnTo>
                <a:lnTo>
                  <a:pt x="82097" y="201388"/>
                </a:lnTo>
                <a:lnTo>
                  <a:pt x="82097" y="210113"/>
                </a:lnTo>
                <a:lnTo>
                  <a:pt x="91227" y="210016"/>
                </a:lnTo>
                <a:lnTo>
                  <a:pt x="108988" y="209587"/>
                </a:lnTo>
                <a:lnTo>
                  <a:pt x="116346" y="209490"/>
                </a:lnTo>
                <a:lnTo>
                  <a:pt x="153663" y="209490"/>
                </a:lnTo>
                <a:lnTo>
                  <a:pt x="153663" y="201388"/>
                </a:lnTo>
                <a:lnTo>
                  <a:pt x="147443" y="201388"/>
                </a:lnTo>
                <a:lnTo>
                  <a:pt x="134744" y="200638"/>
                </a:lnTo>
                <a:lnTo>
                  <a:pt x="128069" y="198192"/>
                </a:lnTo>
                <a:lnTo>
                  <a:pt x="125484" y="193759"/>
                </a:lnTo>
                <a:lnTo>
                  <a:pt x="125093" y="187667"/>
                </a:lnTo>
                <a:lnTo>
                  <a:pt x="125053" y="91029"/>
                </a:lnTo>
                <a:close/>
              </a:path>
              <a:path w="179070" h="210185">
                <a:moveTo>
                  <a:pt x="153663" y="209490"/>
                </a:moveTo>
                <a:lnTo>
                  <a:pt x="116346" y="209490"/>
                </a:lnTo>
                <a:lnTo>
                  <a:pt x="134973" y="209568"/>
                </a:lnTo>
                <a:lnTo>
                  <a:pt x="144485" y="209753"/>
                </a:lnTo>
                <a:lnTo>
                  <a:pt x="153663" y="210113"/>
                </a:lnTo>
                <a:lnTo>
                  <a:pt x="153663" y="209490"/>
                </a:lnTo>
                <a:close/>
              </a:path>
              <a:path w="179070" h="210185">
                <a:moveTo>
                  <a:pt x="159219" y="81680"/>
                </a:moveTo>
                <a:lnTo>
                  <a:pt x="0" y="81680"/>
                </a:lnTo>
                <a:lnTo>
                  <a:pt x="0" y="91029"/>
                </a:lnTo>
                <a:lnTo>
                  <a:pt x="159219" y="91029"/>
                </a:lnTo>
                <a:lnTo>
                  <a:pt x="159219" y="81680"/>
                </a:lnTo>
                <a:close/>
              </a:path>
              <a:path w="179070" h="210185">
                <a:moveTo>
                  <a:pt x="85829" y="0"/>
                </a:moveTo>
                <a:lnTo>
                  <a:pt x="64230" y="2942"/>
                </a:lnTo>
                <a:lnTo>
                  <a:pt x="43961" y="11847"/>
                </a:lnTo>
                <a:lnTo>
                  <a:pt x="28932" y="26830"/>
                </a:lnTo>
                <a:lnTo>
                  <a:pt x="23053" y="48007"/>
                </a:lnTo>
                <a:lnTo>
                  <a:pt x="23053" y="81680"/>
                </a:lnTo>
                <a:lnTo>
                  <a:pt x="42292" y="81680"/>
                </a:lnTo>
                <a:lnTo>
                  <a:pt x="42292" y="48007"/>
                </a:lnTo>
                <a:lnTo>
                  <a:pt x="46389" y="29480"/>
                </a:lnTo>
                <a:lnTo>
                  <a:pt x="56846" y="16681"/>
                </a:lnTo>
                <a:lnTo>
                  <a:pt x="70910" y="9259"/>
                </a:lnTo>
                <a:lnTo>
                  <a:pt x="85829" y="6864"/>
                </a:lnTo>
                <a:lnTo>
                  <a:pt x="112267" y="6864"/>
                </a:lnTo>
                <a:lnTo>
                  <a:pt x="111636" y="6314"/>
                </a:lnTo>
                <a:lnTo>
                  <a:pt x="102404" y="2338"/>
                </a:lnTo>
                <a:lnTo>
                  <a:pt x="93280" y="467"/>
                </a:lnTo>
                <a:lnTo>
                  <a:pt x="85829" y="0"/>
                </a:lnTo>
                <a:close/>
              </a:path>
              <a:path w="179070" h="210185">
                <a:moveTo>
                  <a:pt x="112267" y="6864"/>
                </a:moveTo>
                <a:lnTo>
                  <a:pt x="100175" y="6864"/>
                </a:lnTo>
                <a:lnTo>
                  <a:pt x="108882" y="12473"/>
                </a:lnTo>
                <a:lnTo>
                  <a:pt x="108882" y="13096"/>
                </a:lnTo>
                <a:lnTo>
                  <a:pt x="103907" y="13720"/>
                </a:lnTo>
                <a:lnTo>
                  <a:pt x="97687" y="17459"/>
                </a:lnTo>
                <a:lnTo>
                  <a:pt x="97735" y="28055"/>
                </a:lnTo>
                <a:lnTo>
                  <a:pt x="98268" y="34919"/>
                </a:lnTo>
                <a:lnTo>
                  <a:pt x="106394" y="37412"/>
                </a:lnTo>
                <a:lnTo>
                  <a:pt x="105150" y="41151"/>
                </a:lnTo>
                <a:lnTo>
                  <a:pt x="105150" y="81680"/>
                </a:lnTo>
                <a:lnTo>
                  <a:pt x="123809" y="81680"/>
                </a:lnTo>
                <a:lnTo>
                  <a:pt x="123809" y="47384"/>
                </a:lnTo>
                <a:lnTo>
                  <a:pt x="126251" y="29743"/>
                </a:lnTo>
                <a:lnTo>
                  <a:pt x="132651" y="17071"/>
                </a:lnTo>
                <a:lnTo>
                  <a:pt x="137311" y="13096"/>
                </a:lnTo>
                <a:lnTo>
                  <a:pt x="119414" y="13096"/>
                </a:lnTo>
                <a:lnTo>
                  <a:pt x="112267" y="6864"/>
                </a:lnTo>
                <a:close/>
              </a:path>
              <a:path w="179070" h="210185">
                <a:moveTo>
                  <a:pt x="171331" y="6864"/>
                </a:moveTo>
                <a:lnTo>
                  <a:pt x="157394" y="6864"/>
                </a:lnTo>
                <a:lnTo>
                  <a:pt x="161706" y="8733"/>
                </a:lnTo>
                <a:lnTo>
                  <a:pt x="157975" y="9980"/>
                </a:lnTo>
                <a:lnTo>
                  <a:pt x="152419" y="13720"/>
                </a:lnTo>
                <a:lnTo>
                  <a:pt x="152419" y="28055"/>
                </a:lnTo>
                <a:lnTo>
                  <a:pt x="157394" y="34295"/>
                </a:lnTo>
                <a:lnTo>
                  <a:pt x="174145" y="34295"/>
                </a:lnTo>
                <a:lnTo>
                  <a:pt x="178541" y="28055"/>
                </a:lnTo>
                <a:lnTo>
                  <a:pt x="178541" y="21199"/>
                </a:lnTo>
                <a:lnTo>
                  <a:pt x="176620" y="13416"/>
                </a:lnTo>
                <a:lnTo>
                  <a:pt x="171331" y="6864"/>
                </a:lnTo>
                <a:close/>
              </a:path>
              <a:path w="179070" h="210185">
                <a:moveTo>
                  <a:pt x="151175" y="0"/>
                </a:moveTo>
                <a:lnTo>
                  <a:pt x="139040" y="1871"/>
                </a:lnTo>
                <a:lnTo>
                  <a:pt x="129230" y="6080"/>
                </a:lnTo>
                <a:lnTo>
                  <a:pt x="122452" y="10524"/>
                </a:lnTo>
                <a:lnTo>
                  <a:pt x="119414" y="13096"/>
                </a:lnTo>
                <a:lnTo>
                  <a:pt x="137311" y="13096"/>
                </a:lnTo>
                <a:lnTo>
                  <a:pt x="141616" y="9425"/>
                </a:lnTo>
                <a:lnTo>
                  <a:pt x="151755" y="6864"/>
                </a:lnTo>
                <a:lnTo>
                  <a:pt x="171331" y="6864"/>
                </a:lnTo>
                <a:lnTo>
                  <a:pt x="171139" y="6626"/>
                </a:lnTo>
                <a:lnTo>
                  <a:pt x="162518" y="1822"/>
                </a:lnTo>
                <a:lnTo>
                  <a:pt x="151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4783467" y="2098763"/>
            <a:ext cx="115570" cy="137160"/>
          </a:xfrm>
          <a:custGeom>
            <a:avLst/>
            <a:gdLst/>
            <a:ahLst/>
            <a:cxnLst/>
            <a:rect l="l" t="t" r="r" b="b"/>
            <a:pathLst>
              <a:path w="115570" h="137160">
                <a:moveTo>
                  <a:pt x="61614" y="0"/>
                </a:moveTo>
                <a:lnTo>
                  <a:pt x="37538" y="5445"/>
                </a:lnTo>
                <a:lnTo>
                  <a:pt x="17963" y="20183"/>
                </a:lnTo>
                <a:lnTo>
                  <a:pt x="4811" y="41817"/>
                </a:lnTo>
                <a:lnTo>
                  <a:pt x="0" y="67952"/>
                </a:lnTo>
                <a:lnTo>
                  <a:pt x="5394" y="95600"/>
                </a:lnTo>
                <a:lnTo>
                  <a:pt x="19829" y="117519"/>
                </a:lnTo>
                <a:lnTo>
                  <a:pt x="40687" y="131957"/>
                </a:lnTo>
                <a:lnTo>
                  <a:pt x="65346" y="137158"/>
                </a:lnTo>
                <a:lnTo>
                  <a:pt x="88338" y="131908"/>
                </a:lnTo>
                <a:lnTo>
                  <a:pt x="91208" y="129679"/>
                </a:lnTo>
                <a:lnTo>
                  <a:pt x="67170" y="129679"/>
                </a:lnTo>
                <a:lnTo>
                  <a:pt x="56593" y="128053"/>
                </a:lnTo>
                <a:lnTo>
                  <a:pt x="28551" y="98156"/>
                </a:lnTo>
                <a:lnTo>
                  <a:pt x="24877" y="64835"/>
                </a:lnTo>
                <a:lnTo>
                  <a:pt x="115102" y="64835"/>
                </a:lnTo>
                <a:lnTo>
                  <a:pt x="115102" y="58603"/>
                </a:lnTo>
                <a:lnTo>
                  <a:pt x="24877" y="58603"/>
                </a:lnTo>
                <a:lnTo>
                  <a:pt x="30023" y="31842"/>
                </a:lnTo>
                <a:lnTo>
                  <a:pt x="40229" y="16128"/>
                </a:lnTo>
                <a:lnTo>
                  <a:pt x="51944" y="8716"/>
                </a:lnTo>
                <a:lnTo>
                  <a:pt x="61614" y="6855"/>
                </a:lnTo>
                <a:lnTo>
                  <a:pt x="87995" y="6855"/>
                </a:lnTo>
                <a:lnTo>
                  <a:pt x="85715" y="5036"/>
                </a:lnTo>
                <a:lnTo>
                  <a:pt x="61614" y="0"/>
                </a:lnTo>
                <a:close/>
              </a:path>
              <a:path w="115570" h="137160">
                <a:moveTo>
                  <a:pt x="112614" y="94768"/>
                </a:moveTo>
                <a:lnTo>
                  <a:pt x="108219" y="94768"/>
                </a:lnTo>
                <a:lnTo>
                  <a:pt x="107638" y="96638"/>
                </a:lnTo>
                <a:lnTo>
                  <a:pt x="106975" y="99131"/>
                </a:lnTo>
                <a:lnTo>
                  <a:pt x="97000" y="116792"/>
                </a:lnTo>
                <a:lnTo>
                  <a:pt x="84523" y="125861"/>
                </a:lnTo>
                <a:lnTo>
                  <a:pt x="73320" y="129202"/>
                </a:lnTo>
                <a:lnTo>
                  <a:pt x="67170" y="129679"/>
                </a:lnTo>
                <a:lnTo>
                  <a:pt x="91208" y="129679"/>
                </a:lnTo>
                <a:lnTo>
                  <a:pt x="103751" y="119937"/>
                </a:lnTo>
                <a:lnTo>
                  <a:pt x="112400" y="106914"/>
                </a:lnTo>
                <a:lnTo>
                  <a:pt x="115102" y="98508"/>
                </a:lnTo>
                <a:lnTo>
                  <a:pt x="115102" y="95392"/>
                </a:lnTo>
                <a:lnTo>
                  <a:pt x="112614" y="94768"/>
                </a:lnTo>
                <a:close/>
              </a:path>
              <a:path w="115570" h="137160">
                <a:moveTo>
                  <a:pt x="87995" y="6855"/>
                </a:moveTo>
                <a:lnTo>
                  <a:pt x="61614" y="6855"/>
                </a:lnTo>
                <a:lnTo>
                  <a:pt x="79981" y="13274"/>
                </a:lnTo>
                <a:lnTo>
                  <a:pt x="90068" y="28285"/>
                </a:lnTo>
                <a:lnTo>
                  <a:pt x="94325" y="45518"/>
                </a:lnTo>
                <a:lnTo>
                  <a:pt x="95199" y="58603"/>
                </a:lnTo>
                <a:lnTo>
                  <a:pt x="115102" y="58603"/>
                </a:lnTo>
                <a:lnTo>
                  <a:pt x="111992" y="37084"/>
                </a:lnTo>
                <a:lnTo>
                  <a:pt x="102352" y="18313"/>
                </a:lnTo>
                <a:lnTo>
                  <a:pt x="87995" y="68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4917808" y="2098763"/>
            <a:ext cx="113664" cy="137160"/>
          </a:xfrm>
          <a:custGeom>
            <a:avLst/>
            <a:gdLst/>
            <a:ahLst/>
            <a:cxnLst/>
            <a:rect l="l" t="t" r="r" b="b"/>
            <a:pathLst>
              <a:path w="113664" h="137160">
                <a:moveTo>
                  <a:pt x="64102" y="0"/>
                </a:moveTo>
                <a:lnTo>
                  <a:pt x="38343" y="5639"/>
                </a:lnTo>
                <a:lnTo>
                  <a:pt x="18057" y="20806"/>
                </a:lnTo>
                <a:lnTo>
                  <a:pt x="4768" y="42869"/>
                </a:lnTo>
                <a:lnTo>
                  <a:pt x="0" y="69198"/>
                </a:lnTo>
                <a:lnTo>
                  <a:pt x="5107" y="95863"/>
                </a:lnTo>
                <a:lnTo>
                  <a:pt x="18907" y="117442"/>
                </a:lnTo>
                <a:lnTo>
                  <a:pt x="39112" y="131888"/>
                </a:lnTo>
                <a:lnTo>
                  <a:pt x="63438" y="137158"/>
                </a:lnTo>
                <a:lnTo>
                  <a:pt x="88005" y="131470"/>
                </a:lnTo>
                <a:lnTo>
                  <a:pt x="90154" y="129679"/>
                </a:lnTo>
                <a:lnTo>
                  <a:pt x="66590" y="129679"/>
                </a:lnTo>
                <a:lnTo>
                  <a:pt x="53159" y="126883"/>
                </a:lnTo>
                <a:lnTo>
                  <a:pt x="39379" y="117130"/>
                </a:lnTo>
                <a:lnTo>
                  <a:pt x="28631" y="98376"/>
                </a:lnTo>
                <a:lnTo>
                  <a:pt x="24297" y="68575"/>
                </a:lnTo>
                <a:lnTo>
                  <a:pt x="28333" y="38512"/>
                </a:lnTo>
                <a:lnTo>
                  <a:pt x="38426" y="19790"/>
                </a:lnTo>
                <a:lnTo>
                  <a:pt x="51550" y="10186"/>
                </a:lnTo>
                <a:lnTo>
                  <a:pt x="64682" y="7479"/>
                </a:lnTo>
                <a:lnTo>
                  <a:pt x="93224" y="7479"/>
                </a:lnTo>
                <a:lnTo>
                  <a:pt x="80880" y="2162"/>
                </a:lnTo>
                <a:lnTo>
                  <a:pt x="64102" y="0"/>
                </a:lnTo>
                <a:close/>
              </a:path>
              <a:path w="113664" h="137160">
                <a:moveTo>
                  <a:pt x="113194" y="95392"/>
                </a:moveTo>
                <a:lnTo>
                  <a:pt x="106394" y="95392"/>
                </a:lnTo>
                <a:lnTo>
                  <a:pt x="105731" y="96638"/>
                </a:lnTo>
                <a:lnTo>
                  <a:pt x="105151" y="98508"/>
                </a:lnTo>
                <a:lnTo>
                  <a:pt x="96933" y="114951"/>
                </a:lnTo>
                <a:lnTo>
                  <a:pt x="86554" y="124381"/>
                </a:lnTo>
                <a:lnTo>
                  <a:pt x="75833" y="128666"/>
                </a:lnTo>
                <a:lnTo>
                  <a:pt x="66590" y="129679"/>
                </a:lnTo>
                <a:lnTo>
                  <a:pt x="90154" y="129679"/>
                </a:lnTo>
                <a:lnTo>
                  <a:pt x="103243" y="118768"/>
                </a:lnTo>
                <a:lnTo>
                  <a:pt x="111018" y="105599"/>
                </a:lnTo>
                <a:lnTo>
                  <a:pt x="113194" y="98508"/>
                </a:lnTo>
                <a:lnTo>
                  <a:pt x="113194" y="95392"/>
                </a:lnTo>
                <a:close/>
              </a:path>
              <a:path w="113664" h="137160">
                <a:moveTo>
                  <a:pt x="93224" y="7479"/>
                </a:moveTo>
                <a:lnTo>
                  <a:pt x="64682" y="7479"/>
                </a:lnTo>
                <a:lnTo>
                  <a:pt x="69202" y="7742"/>
                </a:lnTo>
                <a:lnTo>
                  <a:pt x="77515" y="9115"/>
                </a:lnTo>
                <a:lnTo>
                  <a:pt x="87352" y="12474"/>
                </a:lnTo>
                <a:lnTo>
                  <a:pt x="96443" y="18697"/>
                </a:lnTo>
                <a:lnTo>
                  <a:pt x="84004" y="19321"/>
                </a:lnTo>
                <a:lnTo>
                  <a:pt x="82097" y="28678"/>
                </a:lnTo>
                <a:lnTo>
                  <a:pt x="82097" y="39896"/>
                </a:lnTo>
                <a:lnTo>
                  <a:pt x="87736" y="46129"/>
                </a:lnTo>
                <a:lnTo>
                  <a:pt x="103907" y="46129"/>
                </a:lnTo>
                <a:lnTo>
                  <a:pt x="109463" y="41143"/>
                </a:lnTo>
                <a:lnTo>
                  <a:pt x="109463" y="31794"/>
                </a:lnTo>
                <a:lnTo>
                  <a:pt x="105605" y="18409"/>
                </a:lnTo>
                <a:lnTo>
                  <a:pt x="95396" y="8415"/>
                </a:lnTo>
                <a:lnTo>
                  <a:pt x="93224" y="7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5045350" y="2049500"/>
            <a:ext cx="93345" cy="186690"/>
          </a:xfrm>
          <a:custGeom>
            <a:avLst/>
            <a:gdLst/>
            <a:ahLst/>
            <a:cxnLst/>
            <a:rect l="l" t="t" r="r" b="b"/>
            <a:pathLst>
              <a:path w="93345" h="186689">
                <a:moveTo>
                  <a:pt x="46024" y="63597"/>
                </a:moveTo>
                <a:lnTo>
                  <a:pt x="25458" y="63597"/>
                </a:lnTo>
                <a:lnTo>
                  <a:pt x="25458" y="145901"/>
                </a:lnTo>
                <a:lnTo>
                  <a:pt x="29900" y="167749"/>
                </a:lnTo>
                <a:lnTo>
                  <a:pt x="40468" y="179954"/>
                </a:lnTo>
                <a:lnTo>
                  <a:pt x="53026" y="185262"/>
                </a:lnTo>
                <a:lnTo>
                  <a:pt x="63438" y="186421"/>
                </a:lnTo>
                <a:lnTo>
                  <a:pt x="77024" y="182807"/>
                </a:lnTo>
                <a:lnTo>
                  <a:pt x="80836" y="178942"/>
                </a:lnTo>
                <a:lnTo>
                  <a:pt x="65926" y="178942"/>
                </a:lnTo>
                <a:lnTo>
                  <a:pt x="54420" y="174578"/>
                </a:lnTo>
                <a:lnTo>
                  <a:pt x="48512" y="164603"/>
                </a:lnTo>
                <a:lnTo>
                  <a:pt x="46335" y="153693"/>
                </a:lnTo>
                <a:lnTo>
                  <a:pt x="46024" y="146524"/>
                </a:lnTo>
                <a:lnTo>
                  <a:pt x="46024" y="63597"/>
                </a:lnTo>
                <a:close/>
              </a:path>
              <a:path w="93345" h="186689">
                <a:moveTo>
                  <a:pt x="93292" y="129064"/>
                </a:moveTo>
                <a:lnTo>
                  <a:pt x="85829" y="129064"/>
                </a:lnTo>
                <a:lnTo>
                  <a:pt x="85760" y="145901"/>
                </a:lnTo>
                <a:lnTo>
                  <a:pt x="84212" y="160007"/>
                </a:lnTo>
                <a:lnTo>
                  <a:pt x="79858" y="170527"/>
                </a:lnTo>
                <a:lnTo>
                  <a:pt x="73514" y="176838"/>
                </a:lnTo>
                <a:lnTo>
                  <a:pt x="65926" y="178942"/>
                </a:lnTo>
                <a:lnTo>
                  <a:pt x="80836" y="178942"/>
                </a:lnTo>
                <a:lnTo>
                  <a:pt x="86295" y="173406"/>
                </a:lnTo>
                <a:lnTo>
                  <a:pt x="91601" y="160383"/>
                </a:lnTo>
                <a:lnTo>
                  <a:pt x="93219" y="146524"/>
                </a:lnTo>
                <a:lnTo>
                  <a:pt x="93292" y="129064"/>
                </a:lnTo>
                <a:close/>
              </a:path>
              <a:path w="93345" h="186689">
                <a:moveTo>
                  <a:pt x="46024" y="0"/>
                </a:moveTo>
                <a:lnTo>
                  <a:pt x="38560" y="0"/>
                </a:lnTo>
                <a:lnTo>
                  <a:pt x="36360" y="19046"/>
                </a:lnTo>
                <a:lnTo>
                  <a:pt x="29977" y="37333"/>
                </a:lnTo>
                <a:lnTo>
                  <a:pt x="18246" y="51295"/>
                </a:lnTo>
                <a:lnTo>
                  <a:pt x="0" y="57364"/>
                </a:lnTo>
                <a:lnTo>
                  <a:pt x="0" y="63597"/>
                </a:lnTo>
                <a:lnTo>
                  <a:pt x="88316" y="63597"/>
                </a:lnTo>
                <a:lnTo>
                  <a:pt x="88316" y="54248"/>
                </a:lnTo>
                <a:lnTo>
                  <a:pt x="46024" y="54248"/>
                </a:lnTo>
                <a:lnTo>
                  <a:pt x="46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5190305" y="2002760"/>
            <a:ext cx="1988581" cy="3104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4121630" y="2359371"/>
            <a:ext cx="3087370" cy="0"/>
          </a:xfrm>
          <a:custGeom>
            <a:avLst/>
            <a:gdLst/>
            <a:ahLst/>
            <a:cxnLst/>
            <a:rect l="l" t="t" r="r" b="b"/>
            <a:pathLst>
              <a:path w="3087370">
                <a:moveTo>
                  <a:pt x="0" y="0"/>
                </a:moveTo>
                <a:lnTo>
                  <a:pt x="3087193" y="0"/>
                </a:lnTo>
              </a:path>
            </a:pathLst>
          </a:custGeom>
          <a:ln w="118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101988" y="2435440"/>
            <a:ext cx="212725" cy="203835"/>
          </a:xfrm>
          <a:custGeom>
            <a:avLst/>
            <a:gdLst/>
            <a:ahLst/>
            <a:cxnLst/>
            <a:rect l="l" t="t" r="r" b="b"/>
            <a:pathLst>
              <a:path w="212725" h="203835">
                <a:moveTo>
                  <a:pt x="86409" y="193900"/>
                </a:moveTo>
                <a:lnTo>
                  <a:pt x="0" y="193900"/>
                </a:lnTo>
                <a:lnTo>
                  <a:pt x="0" y="203251"/>
                </a:lnTo>
                <a:lnTo>
                  <a:pt x="4312" y="203251"/>
                </a:lnTo>
                <a:lnTo>
                  <a:pt x="42292" y="202627"/>
                </a:lnTo>
                <a:lnTo>
                  <a:pt x="86409" y="202627"/>
                </a:lnTo>
                <a:lnTo>
                  <a:pt x="86409" y="193900"/>
                </a:lnTo>
                <a:close/>
              </a:path>
              <a:path w="212725" h="203835">
                <a:moveTo>
                  <a:pt x="86409" y="202627"/>
                </a:moveTo>
                <a:lnTo>
                  <a:pt x="67751" y="202627"/>
                </a:lnTo>
                <a:lnTo>
                  <a:pt x="74633" y="203251"/>
                </a:lnTo>
                <a:lnTo>
                  <a:pt x="86409" y="203251"/>
                </a:lnTo>
                <a:lnTo>
                  <a:pt x="86409" y="202627"/>
                </a:lnTo>
                <a:close/>
              </a:path>
              <a:path w="212725" h="203835">
                <a:moveTo>
                  <a:pt x="103243" y="8725"/>
                </a:moveTo>
                <a:lnTo>
                  <a:pt x="60951" y="8725"/>
                </a:lnTo>
                <a:lnTo>
                  <a:pt x="66507" y="9348"/>
                </a:lnTo>
                <a:lnTo>
                  <a:pt x="70238" y="9348"/>
                </a:lnTo>
                <a:lnTo>
                  <a:pt x="74633" y="9972"/>
                </a:lnTo>
                <a:lnTo>
                  <a:pt x="76458" y="11218"/>
                </a:lnTo>
                <a:lnTo>
                  <a:pt x="76458" y="16204"/>
                </a:lnTo>
                <a:lnTo>
                  <a:pt x="75214" y="19952"/>
                </a:lnTo>
                <a:lnTo>
                  <a:pt x="35409" y="180180"/>
                </a:lnTo>
                <a:lnTo>
                  <a:pt x="33173" y="187060"/>
                </a:lnTo>
                <a:lnTo>
                  <a:pt x="29521" y="191250"/>
                </a:lnTo>
                <a:lnTo>
                  <a:pt x="22138" y="193335"/>
                </a:lnTo>
                <a:lnTo>
                  <a:pt x="8707" y="193900"/>
                </a:lnTo>
                <a:lnTo>
                  <a:pt x="59043" y="193900"/>
                </a:lnTo>
                <a:lnTo>
                  <a:pt x="59043" y="187044"/>
                </a:lnTo>
                <a:lnTo>
                  <a:pt x="59707" y="185174"/>
                </a:lnTo>
                <a:lnTo>
                  <a:pt x="59707" y="183296"/>
                </a:lnTo>
                <a:lnTo>
                  <a:pt x="78365" y="109103"/>
                </a:lnTo>
                <a:lnTo>
                  <a:pt x="128702" y="109103"/>
                </a:lnTo>
                <a:lnTo>
                  <a:pt x="159670" y="103717"/>
                </a:lnTo>
                <a:lnTo>
                  <a:pt x="163597" y="101624"/>
                </a:lnTo>
                <a:lnTo>
                  <a:pt x="79609" y="101624"/>
                </a:lnTo>
                <a:lnTo>
                  <a:pt x="99511" y="20575"/>
                </a:lnTo>
                <a:lnTo>
                  <a:pt x="102580" y="9972"/>
                </a:lnTo>
                <a:lnTo>
                  <a:pt x="103243" y="8725"/>
                </a:lnTo>
                <a:close/>
              </a:path>
              <a:path w="212725" h="203835">
                <a:moveTo>
                  <a:pt x="153580" y="0"/>
                </a:moveTo>
                <a:lnTo>
                  <a:pt x="48512" y="0"/>
                </a:lnTo>
                <a:lnTo>
                  <a:pt x="48512" y="8725"/>
                </a:lnTo>
                <a:lnTo>
                  <a:pt x="144292" y="8725"/>
                </a:lnTo>
                <a:lnTo>
                  <a:pt x="161097" y="10313"/>
                </a:lnTo>
                <a:lnTo>
                  <a:pt x="173814" y="15348"/>
                </a:lnTo>
                <a:lnTo>
                  <a:pt x="181865" y="24242"/>
                </a:lnTo>
                <a:lnTo>
                  <a:pt x="184677" y="37403"/>
                </a:lnTo>
                <a:lnTo>
                  <a:pt x="183624" y="48414"/>
                </a:lnTo>
                <a:lnTo>
                  <a:pt x="167263" y="85411"/>
                </a:lnTo>
                <a:lnTo>
                  <a:pt x="131858" y="101020"/>
                </a:lnTo>
                <a:lnTo>
                  <a:pt x="121238" y="101624"/>
                </a:lnTo>
                <a:lnTo>
                  <a:pt x="163597" y="101624"/>
                </a:lnTo>
                <a:lnTo>
                  <a:pt x="186564" y="89388"/>
                </a:lnTo>
                <a:lnTo>
                  <a:pt x="205528" y="68863"/>
                </a:lnTo>
                <a:lnTo>
                  <a:pt x="212706" y="44891"/>
                </a:lnTo>
                <a:lnTo>
                  <a:pt x="208984" y="28144"/>
                </a:lnTo>
                <a:lnTo>
                  <a:pt x="197852" y="13794"/>
                </a:lnTo>
                <a:lnTo>
                  <a:pt x="179366" y="3770"/>
                </a:lnTo>
                <a:lnTo>
                  <a:pt x="153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5352012" y="2414864"/>
            <a:ext cx="69215" cy="298450"/>
          </a:xfrm>
          <a:custGeom>
            <a:avLst/>
            <a:gdLst/>
            <a:ahLst/>
            <a:cxnLst/>
            <a:rect l="l" t="t" r="r" b="b"/>
            <a:pathLst>
              <a:path w="69214" h="298450">
                <a:moveTo>
                  <a:pt x="67833" y="0"/>
                </a:moveTo>
                <a:lnTo>
                  <a:pt x="32959" y="33403"/>
                </a:lnTo>
                <a:lnTo>
                  <a:pt x="9445" y="82901"/>
                </a:lnTo>
                <a:lnTo>
                  <a:pt x="816" y="128922"/>
                </a:lnTo>
                <a:lnTo>
                  <a:pt x="0" y="149009"/>
                </a:lnTo>
                <a:lnTo>
                  <a:pt x="742" y="168883"/>
                </a:lnTo>
                <a:lnTo>
                  <a:pt x="9690" y="217048"/>
                </a:lnTo>
                <a:lnTo>
                  <a:pt x="34009" y="266458"/>
                </a:lnTo>
                <a:lnTo>
                  <a:pt x="59889" y="294436"/>
                </a:lnTo>
                <a:lnTo>
                  <a:pt x="67834" y="298021"/>
                </a:lnTo>
                <a:lnTo>
                  <a:pt x="69077" y="297398"/>
                </a:lnTo>
                <a:lnTo>
                  <a:pt x="69077" y="293657"/>
                </a:lnTo>
                <a:lnTo>
                  <a:pt x="64102" y="288669"/>
                </a:lnTo>
                <a:lnTo>
                  <a:pt x="41029" y="257553"/>
                </a:lnTo>
                <a:lnTo>
                  <a:pt x="26733" y="222112"/>
                </a:lnTo>
                <a:lnTo>
                  <a:pt x="19450" y="185034"/>
                </a:lnTo>
                <a:lnTo>
                  <a:pt x="17414" y="149009"/>
                </a:lnTo>
                <a:lnTo>
                  <a:pt x="19737" y="110422"/>
                </a:lnTo>
                <a:lnTo>
                  <a:pt x="27604" y="73180"/>
                </a:lnTo>
                <a:lnTo>
                  <a:pt x="42358" y="38625"/>
                </a:lnTo>
                <a:lnTo>
                  <a:pt x="65346" y="8102"/>
                </a:lnTo>
                <a:lnTo>
                  <a:pt x="69077" y="4986"/>
                </a:lnTo>
                <a:lnTo>
                  <a:pt x="69077" y="1246"/>
                </a:lnTo>
                <a:lnTo>
                  <a:pt x="67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5446549" y="2505270"/>
            <a:ext cx="115570" cy="137160"/>
          </a:xfrm>
          <a:custGeom>
            <a:avLst/>
            <a:gdLst/>
            <a:ahLst/>
            <a:cxnLst/>
            <a:rect l="l" t="t" r="r" b="b"/>
            <a:pathLst>
              <a:path w="115570" h="137160">
                <a:moveTo>
                  <a:pt x="61614" y="0"/>
                </a:moveTo>
                <a:lnTo>
                  <a:pt x="37538" y="5357"/>
                </a:lnTo>
                <a:lnTo>
                  <a:pt x="17963" y="19950"/>
                </a:lnTo>
                <a:lnTo>
                  <a:pt x="4811" y="41558"/>
                </a:lnTo>
                <a:lnTo>
                  <a:pt x="0" y="67960"/>
                </a:lnTo>
                <a:lnTo>
                  <a:pt x="5394" y="95507"/>
                </a:lnTo>
                <a:lnTo>
                  <a:pt x="19829" y="117211"/>
                </a:lnTo>
                <a:lnTo>
                  <a:pt x="40687" y="131434"/>
                </a:lnTo>
                <a:lnTo>
                  <a:pt x="65346" y="136538"/>
                </a:lnTo>
                <a:lnTo>
                  <a:pt x="88338" y="131288"/>
                </a:lnTo>
                <a:lnTo>
                  <a:pt x="91211" y="129056"/>
                </a:lnTo>
                <a:lnTo>
                  <a:pt x="67170" y="129056"/>
                </a:lnTo>
                <a:lnTo>
                  <a:pt x="56593" y="127517"/>
                </a:lnTo>
                <a:lnTo>
                  <a:pt x="28551" y="97630"/>
                </a:lnTo>
                <a:lnTo>
                  <a:pt x="24877" y="64835"/>
                </a:lnTo>
                <a:lnTo>
                  <a:pt x="115102" y="64835"/>
                </a:lnTo>
                <a:lnTo>
                  <a:pt x="115102" y="58603"/>
                </a:lnTo>
                <a:lnTo>
                  <a:pt x="24877" y="58603"/>
                </a:lnTo>
                <a:lnTo>
                  <a:pt x="30023" y="31481"/>
                </a:lnTo>
                <a:lnTo>
                  <a:pt x="40229" y="15583"/>
                </a:lnTo>
                <a:lnTo>
                  <a:pt x="51944" y="8102"/>
                </a:lnTo>
                <a:lnTo>
                  <a:pt x="61614" y="6232"/>
                </a:lnTo>
                <a:lnTo>
                  <a:pt x="87341" y="6232"/>
                </a:lnTo>
                <a:lnTo>
                  <a:pt x="85715" y="4948"/>
                </a:lnTo>
                <a:lnTo>
                  <a:pt x="61614" y="0"/>
                </a:lnTo>
                <a:close/>
              </a:path>
              <a:path w="115570" h="137160">
                <a:moveTo>
                  <a:pt x="112614" y="94145"/>
                </a:moveTo>
                <a:lnTo>
                  <a:pt x="108219" y="94145"/>
                </a:lnTo>
                <a:lnTo>
                  <a:pt x="108219" y="96015"/>
                </a:lnTo>
                <a:lnTo>
                  <a:pt x="107638" y="98508"/>
                </a:lnTo>
                <a:lnTo>
                  <a:pt x="97280" y="116169"/>
                </a:lnTo>
                <a:lnTo>
                  <a:pt x="84605" y="125238"/>
                </a:lnTo>
                <a:lnTo>
                  <a:pt x="73330" y="128579"/>
                </a:lnTo>
                <a:lnTo>
                  <a:pt x="67170" y="129056"/>
                </a:lnTo>
                <a:lnTo>
                  <a:pt x="91211" y="129056"/>
                </a:lnTo>
                <a:lnTo>
                  <a:pt x="103751" y="119315"/>
                </a:lnTo>
                <a:lnTo>
                  <a:pt x="112400" y="106291"/>
                </a:lnTo>
                <a:lnTo>
                  <a:pt x="115102" y="97885"/>
                </a:lnTo>
                <a:lnTo>
                  <a:pt x="115102" y="94768"/>
                </a:lnTo>
                <a:lnTo>
                  <a:pt x="112614" y="94145"/>
                </a:lnTo>
                <a:close/>
              </a:path>
              <a:path w="115570" h="137160">
                <a:moveTo>
                  <a:pt x="87341" y="6232"/>
                </a:moveTo>
                <a:lnTo>
                  <a:pt x="61614" y="6232"/>
                </a:lnTo>
                <a:lnTo>
                  <a:pt x="79981" y="12750"/>
                </a:lnTo>
                <a:lnTo>
                  <a:pt x="90068" y="27977"/>
                </a:lnTo>
                <a:lnTo>
                  <a:pt x="94325" y="45424"/>
                </a:lnTo>
                <a:lnTo>
                  <a:pt x="95199" y="58603"/>
                </a:lnTo>
                <a:lnTo>
                  <a:pt x="115102" y="58603"/>
                </a:lnTo>
                <a:lnTo>
                  <a:pt x="111992" y="36821"/>
                </a:lnTo>
                <a:lnTo>
                  <a:pt x="102352" y="18079"/>
                </a:lnTo>
                <a:lnTo>
                  <a:pt x="87341" y="6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5578402" y="2428576"/>
            <a:ext cx="179705" cy="210185"/>
          </a:xfrm>
          <a:custGeom>
            <a:avLst/>
            <a:gdLst/>
            <a:ahLst/>
            <a:cxnLst/>
            <a:rect l="l" t="t" r="r" b="b"/>
            <a:pathLst>
              <a:path w="179704" h="210185">
                <a:moveTo>
                  <a:pt x="43536" y="91029"/>
                </a:moveTo>
                <a:lnTo>
                  <a:pt x="23634" y="91029"/>
                </a:lnTo>
                <a:lnTo>
                  <a:pt x="23634" y="187667"/>
                </a:lnTo>
                <a:lnTo>
                  <a:pt x="22843" y="195239"/>
                </a:lnTo>
                <a:lnTo>
                  <a:pt x="19612" y="199127"/>
                </a:lnTo>
                <a:lnTo>
                  <a:pt x="12648" y="200560"/>
                </a:lnTo>
                <a:lnTo>
                  <a:pt x="663" y="200764"/>
                </a:lnTo>
                <a:lnTo>
                  <a:pt x="663" y="210116"/>
                </a:lnTo>
                <a:lnTo>
                  <a:pt x="8956" y="210018"/>
                </a:lnTo>
                <a:lnTo>
                  <a:pt x="26692" y="209589"/>
                </a:lnTo>
                <a:lnTo>
                  <a:pt x="33585" y="209492"/>
                </a:lnTo>
                <a:lnTo>
                  <a:pt x="66590" y="209492"/>
                </a:lnTo>
                <a:lnTo>
                  <a:pt x="66590" y="200764"/>
                </a:lnTo>
                <a:lnTo>
                  <a:pt x="54591" y="200560"/>
                </a:lnTo>
                <a:lnTo>
                  <a:pt x="47599" y="199127"/>
                </a:lnTo>
                <a:lnTo>
                  <a:pt x="44339" y="195239"/>
                </a:lnTo>
                <a:lnTo>
                  <a:pt x="43536" y="187667"/>
                </a:lnTo>
                <a:lnTo>
                  <a:pt x="43536" y="91029"/>
                </a:lnTo>
                <a:close/>
              </a:path>
              <a:path w="179704" h="210185">
                <a:moveTo>
                  <a:pt x="66590" y="209492"/>
                </a:moveTo>
                <a:lnTo>
                  <a:pt x="33585" y="209492"/>
                </a:lnTo>
                <a:lnTo>
                  <a:pt x="40316" y="209589"/>
                </a:lnTo>
                <a:lnTo>
                  <a:pt x="57759" y="210018"/>
                </a:lnTo>
                <a:lnTo>
                  <a:pt x="66590" y="210116"/>
                </a:lnTo>
                <a:lnTo>
                  <a:pt x="66590" y="209492"/>
                </a:lnTo>
                <a:close/>
              </a:path>
              <a:path w="179704" h="210185">
                <a:moveTo>
                  <a:pt x="125633" y="91029"/>
                </a:moveTo>
                <a:lnTo>
                  <a:pt x="105731" y="91029"/>
                </a:lnTo>
                <a:lnTo>
                  <a:pt x="105731" y="187667"/>
                </a:lnTo>
                <a:lnTo>
                  <a:pt x="104941" y="195239"/>
                </a:lnTo>
                <a:lnTo>
                  <a:pt x="101709" y="199127"/>
                </a:lnTo>
                <a:lnTo>
                  <a:pt x="94746" y="200560"/>
                </a:lnTo>
                <a:lnTo>
                  <a:pt x="82760" y="200764"/>
                </a:lnTo>
                <a:lnTo>
                  <a:pt x="82760" y="210116"/>
                </a:lnTo>
                <a:lnTo>
                  <a:pt x="91588" y="210018"/>
                </a:lnTo>
                <a:lnTo>
                  <a:pt x="109244" y="209589"/>
                </a:lnTo>
                <a:lnTo>
                  <a:pt x="116346" y="209492"/>
                </a:lnTo>
                <a:lnTo>
                  <a:pt x="154326" y="209492"/>
                </a:lnTo>
                <a:lnTo>
                  <a:pt x="154326" y="200764"/>
                </a:lnTo>
                <a:lnTo>
                  <a:pt x="148107" y="200764"/>
                </a:lnTo>
                <a:lnTo>
                  <a:pt x="135114" y="200112"/>
                </a:lnTo>
                <a:lnTo>
                  <a:pt x="128443" y="197881"/>
                </a:lnTo>
                <a:lnTo>
                  <a:pt x="125985" y="193661"/>
                </a:lnTo>
                <a:lnTo>
                  <a:pt x="125666" y="187667"/>
                </a:lnTo>
                <a:lnTo>
                  <a:pt x="125633" y="91029"/>
                </a:lnTo>
                <a:close/>
              </a:path>
              <a:path w="179704" h="210185">
                <a:moveTo>
                  <a:pt x="154326" y="209492"/>
                </a:moveTo>
                <a:lnTo>
                  <a:pt x="116346" y="209492"/>
                </a:lnTo>
                <a:lnTo>
                  <a:pt x="135336" y="209570"/>
                </a:lnTo>
                <a:lnTo>
                  <a:pt x="145056" y="209755"/>
                </a:lnTo>
                <a:lnTo>
                  <a:pt x="154326" y="210116"/>
                </a:lnTo>
                <a:lnTo>
                  <a:pt x="154326" y="209492"/>
                </a:lnTo>
                <a:close/>
              </a:path>
              <a:path w="179704" h="210185">
                <a:moveTo>
                  <a:pt x="159302" y="81680"/>
                </a:moveTo>
                <a:lnTo>
                  <a:pt x="0" y="81680"/>
                </a:lnTo>
                <a:lnTo>
                  <a:pt x="0" y="91029"/>
                </a:lnTo>
                <a:lnTo>
                  <a:pt x="159302" y="91029"/>
                </a:lnTo>
                <a:lnTo>
                  <a:pt x="159302" y="81680"/>
                </a:lnTo>
                <a:close/>
              </a:path>
              <a:path w="179704" h="210185">
                <a:moveTo>
                  <a:pt x="86492" y="0"/>
                </a:moveTo>
                <a:lnTo>
                  <a:pt x="64601" y="2932"/>
                </a:lnTo>
                <a:lnTo>
                  <a:pt x="44334" y="11769"/>
                </a:lnTo>
                <a:lnTo>
                  <a:pt x="29432" y="26567"/>
                </a:lnTo>
                <a:lnTo>
                  <a:pt x="23634" y="47384"/>
                </a:lnTo>
                <a:lnTo>
                  <a:pt x="23634" y="81680"/>
                </a:lnTo>
                <a:lnTo>
                  <a:pt x="42292" y="81680"/>
                </a:lnTo>
                <a:lnTo>
                  <a:pt x="42292" y="48007"/>
                </a:lnTo>
                <a:lnTo>
                  <a:pt x="46389" y="29480"/>
                </a:lnTo>
                <a:lnTo>
                  <a:pt x="56846" y="16681"/>
                </a:lnTo>
                <a:lnTo>
                  <a:pt x="70910" y="9259"/>
                </a:lnTo>
                <a:lnTo>
                  <a:pt x="85829" y="6864"/>
                </a:lnTo>
                <a:lnTo>
                  <a:pt x="113200" y="6864"/>
                </a:lnTo>
                <a:lnTo>
                  <a:pt x="112007" y="5788"/>
                </a:lnTo>
                <a:lnTo>
                  <a:pt x="102953" y="2026"/>
                </a:lnTo>
                <a:lnTo>
                  <a:pt x="93898" y="370"/>
                </a:lnTo>
                <a:lnTo>
                  <a:pt x="86492" y="0"/>
                </a:lnTo>
                <a:close/>
              </a:path>
              <a:path w="179704" h="210185">
                <a:moveTo>
                  <a:pt x="151838" y="0"/>
                </a:moveTo>
                <a:lnTo>
                  <a:pt x="139693" y="1773"/>
                </a:lnTo>
                <a:lnTo>
                  <a:pt x="129780" y="5788"/>
                </a:lnTo>
                <a:lnTo>
                  <a:pt x="122836" y="9998"/>
                </a:lnTo>
                <a:lnTo>
                  <a:pt x="119414" y="12473"/>
                </a:lnTo>
                <a:lnTo>
                  <a:pt x="109463" y="12473"/>
                </a:lnTo>
                <a:lnTo>
                  <a:pt x="104487" y="13096"/>
                </a:lnTo>
                <a:lnTo>
                  <a:pt x="98268" y="16836"/>
                </a:lnTo>
                <a:lnTo>
                  <a:pt x="98268" y="34295"/>
                </a:lnTo>
                <a:lnTo>
                  <a:pt x="106394" y="37412"/>
                </a:lnTo>
                <a:lnTo>
                  <a:pt x="105731" y="41151"/>
                </a:lnTo>
                <a:lnTo>
                  <a:pt x="105731" y="81680"/>
                </a:lnTo>
                <a:lnTo>
                  <a:pt x="124389" y="81680"/>
                </a:lnTo>
                <a:lnTo>
                  <a:pt x="124389" y="47384"/>
                </a:lnTo>
                <a:lnTo>
                  <a:pt x="126845" y="29743"/>
                </a:lnTo>
                <a:lnTo>
                  <a:pt x="133273" y="17071"/>
                </a:lnTo>
                <a:lnTo>
                  <a:pt x="142267" y="9425"/>
                </a:lnTo>
                <a:lnTo>
                  <a:pt x="152419" y="6864"/>
                </a:lnTo>
                <a:lnTo>
                  <a:pt x="172261" y="6864"/>
                </a:lnTo>
                <a:lnTo>
                  <a:pt x="171803" y="6314"/>
                </a:lnTo>
                <a:lnTo>
                  <a:pt x="163181" y="1725"/>
                </a:lnTo>
                <a:lnTo>
                  <a:pt x="151838" y="0"/>
                </a:lnTo>
                <a:close/>
              </a:path>
              <a:path w="179704" h="210185">
                <a:moveTo>
                  <a:pt x="172261" y="6864"/>
                </a:moveTo>
                <a:lnTo>
                  <a:pt x="157394" y="6864"/>
                </a:lnTo>
                <a:lnTo>
                  <a:pt x="161789" y="8733"/>
                </a:lnTo>
                <a:lnTo>
                  <a:pt x="158611" y="9998"/>
                </a:lnTo>
                <a:lnTo>
                  <a:pt x="153082" y="13720"/>
                </a:lnTo>
                <a:lnTo>
                  <a:pt x="153082" y="28063"/>
                </a:lnTo>
                <a:lnTo>
                  <a:pt x="158058" y="33672"/>
                </a:lnTo>
                <a:lnTo>
                  <a:pt x="174228" y="33672"/>
                </a:lnTo>
                <a:lnTo>
                  <a:pt x="179204" y="28063"/>
                </a:lnTo>
                <a:lnTo>
                  <a:pt x="179204" y="20575"/>
                </a:lnTo>
                <a:lnTo>
                  <a:pt x="177284" y="12890"/>
                </a:lnTo>
                <a:lnTo>
                  <a:pt x="172261" y="6864"/>
                </a:lnTo>
                <a:close/>
              </a:path>
              <a:path w="179704" h="210185">
                <a:moveTo>
                  <a:pt x="113200" y="6864"/>
                </a:moveTo>
                <a:lnTo>
                  <a:pt x="100755" y="6864"/>
                </a:lnTo>
                <a:lnTo>
                  <a:pt x="108882" y="12473"/>
                </a:lnTo>
                <a:lnTo>
                  <a:pt x="119414" y="12473"/>
                </a:lnTo>
                <a:lnTo>
                  <a:pt x="113200" y="6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752631" y="2505270"/>
            <a:ext cx="114935" cy="137160"/>
          </a:xfrm>
          <a:custGeom>
            <a:avLst/>
            <a:gdLst/>
            <a:ahLst/>
            <a:cxnLst/>
            <a:rect l="l" t="t" r="r" b="b"/>
            <a:pathLst>
              <a:path w="114935" h="137160">
                <a:moveTo>
                  <a:pt x="61531" y="0"/>
                </a:moveTo>
                <a:lnTo>
                  <a:pt x="37223" y="5357"/>
                </a:lnTo>
                <a:lnTo>
                  <a:pt x="17704" y="19950"/>
                </a:lnTo>
                <a:lnTo>
                  <a:pt x="4716" y="41558"/>
                </a:lnTo>
                <a:lnTo>
                  <a:pt x="0" y="67960"/>
                </a:lnTo>
                <a:lnTo>
                  <a:pt x="5392" y="95507"/>
                </a:lnTo>
                <a:lnTo>
                  <a:pt x="19819" y="117211"/>
                </a:lnTo>
                <a:lnTo>
                  <a:pt x="40652" y="131434"/>
                </a:lnTo>
                <a:lnTo>
                  <a:pt x="65263" y="136538"/>
                </a:lnTo>
                <a:lnTo>
                  <a:pt x="88165" y="131288"/>
                </a:lnTo>
                <a:lnTo>
                  <a:pt x="91000" y="129056"/>
                </a:lnTo>
                <a:lnTo>
                  <a:pt x="67170" y="129056"/>
                </a:lnTo>
                <a:lnTo>
                  <a:pt x="56581" y="127517"/>
                </a:lnTo>
                <a:lnTo>
                  <a:pt x="28167" y="97630"/>
                </a:lnTo>
                <a:lnTo>
                  <a:pt x="24214" y="64835"/>
                </a:lnTo>
                <a:lnTo>
                  <a:pt x="114438" y="64835"/>
                </a:lnTo>
                <a:lnTo>
                  <a:pt x="114438" y="58603"/>
                </a:lnTo>
                <a:lnTo>
                  <a:pt x="24877" y="58603"/>
                </a:lnTo>
                <a:lnTo>
                  <a:pt x="29975" y="31481"/>
                </a:lnTo>
                <a:lnTo>
                  <a:pt x="40157" y="15583"/>
                </a:lnTo>
                <a:lnTo>
                  <a:pt x="51862" y="8102"/>
                </a:lnTo>
                <a:lnTo>
                  <a:pt x="61531" y="6232"/>
                </a:lnTo>
                <a:lnTo>
                  <a:pt x="87148" y="6232"/>
                </a:lnTo>
                <a:lnTo>
                  <a:pt x="85541" y="4948"/>
                </a:lnTo>
                <a:lnTo>
                  <a:pt x="61531" y="0"/>
                </a:lnTo>
                <a:close/>
              </a:path>
              <a:path w="114935" h="137160">
                <a:moveTo>
                  <a:pt x="112531" y="94145"/>
                </a:moveTo>
                <a:lnTo>
                  <a:pt x="108219" y="94145"/>
                </a:lnTo>
                <a:lnTo>
                  <a:pt x="107555" y="96015"/>
                </a:lnTo>
                <a:lnTo>
                  <a:pt x="106975" y="98508"/>
                </a:lnTo>
                <a:lnTo>
                  <a:pt x="96627" y="116169"/>
                </a:lnTo>
                <a:lnTo>
                  <a:pt x="84025" y="125238"/>
                </a:lnTo>
                <a:lnTo>
                  <a:pt x="72946" y="128579"/>
                </a:lnTo>
                <a:lnTo>
                  <a:pt x="67170" y="129056"/>
                </a:lnTo>
                <a:lnTo>
                  <a:pt x="91000" y="129056"/>
                </a:lnTo>
                <a:lnTo>
                  <a:pt x="103378" y="119315"/>
                </a:lnTo>
                <a:lnTo>
                  <a:pt x="111827" y="106291"/>
                </a:lnTo>
                <a:lnTo>
                  <a:pt x="114438" y="97885"/>
                </a:lnTo>
                <a:lnTo>
                  <a:pt x="114438" y="94768"/>
                </a:lnTo>
                <a:lnTo>
                  <a:pt x="112531" y="94145"/>
                </a:lnTo>
                <a:close/>
              </a:path>
              <a:path w="114935" h="137160">
                <a:moveTo>
                  <a:pt x="87148" y="6232"/>
                </a:moveTo>
                <a:lnTo>
                  <a:pt x="61531" y="6232"/>
                </a:lnTo>
                <a:lnTo>
                  <a:pt x="79653" y="12750"/>
                </a:lnTo>
                <a:lnTo>
                  <a:pt x="89768" y="27977"/>
                </a:lnTo>
                <a:lnTo>
                  <a:pt x="94160" y="45424"/>
                </a:lnTo>
                <a:lnTo>
                  <a:pt x="95116" y="58603"/>
                </a:lnTo>
                <a:lnTo>
                  <a:pt x="114438" y="58603"/>
                </a:lnTo>
                <a:lnTo>
                  <a:pt x="111419" y="36821"/>
                </a:lnTo>
                <a:lnTo>
                  <a:pt x="101979" y="18079"/>
                </a:lnTo>
                <a:lnTo>
                  <a:pt x="87148" y="6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5886309" y="2505270"/>
            <a:ext cx="113664" cy="137160"/>
          </a:xfrm>
          <a:custGeom>
            <a:avLst/>
            <a:gdLst/>
            <a:ahLst/>
            <a:cxnLst/>
            <a:rect l="l" t="t" r="r" b="b"/>
            <a:pathLst>
              <a:path w="113664" h="137160">
                <a:moveTo>
                  <a:pt x="64682" y="0"/>
                </a:moveTo>
                <a:lnTo>
                  <a:pt x="38832" y="5552"/>
                </a:lnTo>
                <a:lnTo>
                  <a:pt x="18347" y="20573"/>
                </a:lnTo>
                <a:lnTo>
                  <a:pt x="4858" y="42609"/>
                </a:lnTo>
                <a:lnTo>
                  <a:pt x="0" y="69206"/>
                </a:lnTo>
                <a:lnTo>
                  <a:pt x="5118" y="95770"/>
                </a:lnTo>
                <a:lnTo>
                  <a:pt x="18990" y="117133"/>
                </a:lnTo>
                <a:lnTo>
                  <a:pt x="39392" y="131365"/>
                </a:lnTo>
                <a:lnTo>
                  <a:pt x="64102" y="136538"/>
                </a:lnTo>
                <a:lnTo>
                  <a:pt x="88565" y="130937"/>
                </a:lnTo>
                <a:lnTo>
                  <a:pt x="90814" y="129056"/>
                </a:lnTo>
                <a:lnTo>
                  <a:pt x="66590" y="129056"/>
                </a:lnTo>
                <a:lnTo>
                  <a:pt x="53495" y="126358"/>
                </a:lnTo>
                <a:lnTo>
                  <a:pt x="39887" y="116822"/>
                </a:lnTo>
                <a:lnTo>
                  <a:pt x="29203" y="98285"/>
                </a:lnTo>
                <a:lnTo>
                  <a:pt x="24877" y="68583"/>
                </a:lnTo>
                <a:lnTo>
                  <a:pt x="28916" y="38516"/>
                </a:lnTo>
                <a:lnTo>
                  <a:pt x="38965" y="19791"/>
                </a:lnTo>
                <a:lnTo>
                  <a:pt x="51921" y="10186"/>
                </a:lnTo>
                <a:lnTo>
                  <a:pt x="64682" y="7479"/>
                </a:lnTo>
                <a:lnTo>
                  <a:pt x="94377" y="7479"/>
                </a:lnTo>
                <a:lnTo>
                  <a:pt x="81509" y="2074"/>
                </a:lnTo>
                <a:lnTo>
                  <a:pt x="64682" y="0"/>
                </a:lnTo>
                <a:close/>
              </a:path>
              <a:path w="113664" h="137160">
                <a:moveTo>
                  <a:pt x="113194" y="94768"/>
                </a:moveTo>
                <a:lnTo>
                  <a:pt x="106975" y="94768"/>
                </a:lnTo>
                <a:lnTo>
                  <a:pt x="106394" y="96015"/>
                </a:lnTo>
                <a:lnTo>
                  <a:pt x="105731" y="97885"/>
                </a:lnTo>
                <a:lnTo>
                  <a:pt x="97516" y="114591"/>
                </a:lnTo>
                <a:lnTo>
                  <a:pt x="87093" y="123991"/>
                </a:lnTo>
                <a:lnTo>
                  <a:pt x="76204" y="128131"/>
                </a:lnTo>
                <a:lnTo>
                  <a:pt x="66590" y="129056"/>
                </a:lnTo>
                <a:lnTo>
                  <a:pt x="90814" y="129056"/>
                </a:lnTo>
                <a:lnTo>
                  <a:pt x="103575" y="118380"/>
                </a:lnTo>
                <a:lnTo>
                  <a:pt x="111121" y="105239"/>
                </a:lnTo>
                <a:lnTo>
                  <a:pt x="113194" y="97885"/>
                </a:lnTo>
                <a:lnTo>
                  <a:pt x="113194" y="94768"/>
                </a:lnTo>
                <a:close/>
              </a:path>
              <a:path w="113664" h="137160">
                <a:moveTo>
                  <a:pt x="94377" y="7479"/>
                </a:moveTo>
                <a:lnTo>
                  <a:pt x="64682" y="7479"/>
                </a:lnTo>
                <a:lnTo>
                  <a:pt x="69575" y="7644"/>
                </a:lnTo>
                <a:lnTo>
                  <a:pt x="78013" y="8803"/>
                </a:lnTo>
                <a:lnTo>
                  <a:pt x="87726" y="11949"/>
                </a:lnTo>
                <a:lnTo>
                  <a:pt x="96443" y="18074"/>
                </a:lnTo>
                <a:lnTo>
                  <a:pt x="84585" y="19321"/>
                </a:lnTo>
                <a:lnTo>
                  <a:pt x="82760" y="28055"/>
                </a:lnTo>
                <a:lnTo>
                  <a:pt x="82760" y="39896"/>
                </a:lnTo>
                <a:lnTo>
                  <a:pt x="88316" y="45514"/>
                </a:lnTo>
                <a:lnTo>
                  <a:pt x="103907" y="45514"/>
                </a:lnTo>
                <a:lnTo>
                  <a:pt x="110126" y="40520"/>
                </a:lnTo>
                <a:lnTo>
                  <a:pt x="110126" y="31794"/>
                </a:lnTo>
                <a:lnTo>
                  <a:pt x="106267" y="18146"/>
                </a:lnTo>
                <a:lnTo>
                  <a:pt x="96049" y="8181"/>
                </a:lnTo>
                <a:lnTo>
                  <a:pt x="94377" y="7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6014513" y="2455392"/>
            <a:ext cx="92710" cy="186690"/>
          </a:xfrm>
          <a:custGeom>
            <a:avLst/>
            <a:gdLst/>
            <a:ahLst/>
            <a:cxnLst/>
            <a:rect l="l" t="t" r="r" b="b"/>
            <a:pathLst>
              <a:path w="92710" h="186689">
                <a:moveTo>
                  <a:pt x="45360" y="64212"/>
                </a:moveTo>
                <a:lnTo>
                  <a:pt x="24877" y="64212"/>
                </a:lnTo>
                <a:lnTo>
                  <a:pt x="24878" y="146516"/>
                </a:lnTo>
                <a:lnTo>
                  <a:pt x="29410" y="168268"/>
                </a:lnTo>
                <a:lnTo>
                  <a:pt x="40177" y="180259"/>
                </a:lnTo>
                <a:lnTo>
                  <a:pt x="52935" y="185354"/>
                </a:lnTo>
                <a:lnTo>
                  <a:pt x="63438" y="186416"/>
                </a:lnTo>
                <a:lnTo>
                  <a:pt x="76920" y="182812"/>
                </a:lnTo>
                <a:lnTo>
                  <a:pt x="80679" y="178934"/>
                </a:lnTo>
                <a:lnTo>
                  <a:pt x="65263" y="178934"/>
                </a:lnTo>
                <a:lnTo>
                  <a:pt x="53757" y="174667"/>
                </a:lnTo>
                <a:lnTo>
                  <a:pt x="47848" y="164906"/>
                </a:lnTo>
                <a:lnTo>
                  <a:pt x="45671" y="154210"/>
                </a:lnTo>
                <a:lnTo>
                  <a:pt x="45360" y="147139"/>
                </a:lnTo>
                <a:lnTo>
                  <a:pt x="45360" y="64212"/>
                </a:lnTo>
                <a:close/>
              </a:path>
              <a:path w="92710" h="186689">
                <a:moveTo>
                  <a:pt x="92629" y="129056"/>
                </a:moveTo>
                <a:lnTo>
                  <a:pt x="85165" y="129056"/>
                </a:lnTo>
                <a:lnTo>
                  <a:pt x="85099" y="146516"/>
                </a:lnTo>
                <a:lnTo>
                  <a:pt x="83630" y="160261"/>
                </a:lnTo>
                <a:lnTo>
                  <a:pt x="79412" y="170596"/>
                </a:lnTo>
                <a:lnTo>
                  <a:pt x="73095" y="176840"/>
                </a:lnTo>
                <a:lnTo>
                  <a:pt x="65263" y="178934"/>
                </a:lnTo>
                <a:lnTo>
                  <a:pt x="80679" y="178934"/>
                </a:lnTo>
                <a:lnTo>
                  <a:pt x="85963" y="173481"/>
                </a:lnTo>
                <a:lnTo>
                  <a:pt x="91041" y="160642"/>
                </a:lnTo>
                <a:lnTo>
                  <a:pt x="92559" y="147139"/>
                </a:lnTo>
                <a:lnTo>
                  <a:pt x="92629" y="129056"/>
                </a:lnTo>
                <a:close/>
              </a:path>
              <a:path w="92710" h="186689">
                <a:moveTo>
                  <a:pt x="45360" y="0"/>
                </a:moveTo>
                <a:lnTo>
                  <a:pt x="37897" y="0"/>
                </a:lnTo>
                <a:lnTo>
                  <a:pt x="36080" y="19044"/>
                </a:lnTo>
                <a:lnTo>
                  <a:pt x="29895" y="37329"/>
                </a:lnTo>
                <a:lnTo>
                  <a:pt x="18236" y="51288"/>
                </a:lnTo>
                <a:lnTo>
                  <a:pt x="0" y="57356"/>
                </a:lnTo>
                <a:lnTo>
                  <a:pt x="0" y="64212"/>
                </a:lnTo>
                <a:lnTo>
                  <a:pt x="88316" y="64212"/>
                </a:lnTo>
                <a:lnTo>
                  <a:pt x="88316" y="54863"/>
                </a:lnTo>
                <a:lnTo>
                  <a:pt x="45360" y="54863"/>
                </a:lnTo>
                <a:lnTo>
                  <a:pt x="45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6141391" y="2414864"/>
            <a:ext cx="69215" cy="298450"/>
          </a:xfrm>
          <a:custGeom>
            <a:avLst/>
            <a:gdLst/>
            <a:ahLst/>
            <a:cxnLst/>
            <a:rect l="l" t="t" r="r" b="b"/>
            <a:pathLst>
              <a:path w="69214" h="298450">
                <a:moveTo>
                  <a:pt x="3068" y="0"/>
                </a:moveTo>
                <a:lnTo>
                  <a:pt x="1243" y="0"/>
                </a:lnTo>
                <a:lnTo>
                  <a:pt x="0" y="1246"/>
                </a:lnTo>
                <a:lnTo>
                  <a:pt x="0" y="4986"/>
                </a:lnTo>
                <a:lnTo>
                  <a:pt x="5556" y="9972"/>
                </a:lnTo>
                <a:lnTo>
                  <a:pt x="25096" y="35645"/>
                </a:lnTo>
                <a:lnTo>
                  <a:pt x="39545" y="67570"/>
                </a:lnTo>
                <a:lnTo>
                  <a:pt x="48505" y="105456"/>
                </a:lnTo>
                <a:lnTo>
                  <a:pt x="51580" y="149009"/>
                </a:lnTo>
                <a:lnTo>
                  <a:pt x="49258" y="187343"/>
                </a:lnTo>
                <a:lnTo>
                  <a:pt x="41401" y="224684"/>
                </a:lnTo>
                <a:lnTo>
                  <a:pt x="26671" y="259570"/>
                </a:lnTo>
                <a:lnTo>
                  <a:pt x="3731" y="290540"/>
                </a:lnTo>
                <a:lnTo>
                  <a:pt x="0" y="293657"/>
                </a:lnTo>
                <a:lnTo>
                  <a:pt x="0" y="297398"/>
                </a:lnTo>
                <a:lnTo>
                  <a:pt x="1243" y="298021"/>
                </a:lnTo>
                <a:lnTo>
                  <a:pt x="3068" y="298021"/>
                </a:lnTo>
                <a:lnTo>
                  <a:pt x="8972" y="294310"/>
                </a:lnTo>
                <a:lnTo>
                  <a:pt x="35709" y="265142"/>
                </a:lnTo>
                <a:lnTo>
                  <a:pt x="59549" y="215733"/>
                </a:lnTo>
                <a:lnTo>
                  <a:pt x="68178" y="169457"/>
                </a:lnTo>
                <a:lnTo>
                  <a:pt x="68995" y="149009"/>
                </a:lnTo>
                <a:lnTo>
                  <a:pt x="68159" y="129496"/>
                </a:lnTo>
                <a:lnTo>
                  <a:pt x="59024" y="81587"/>
                </a:lnTo>
                <a:lnTo>
                  <a:pt x="34659" y="32088"/>
                </a:lnTo>
                <a:lnTo>
                  <a:pt x="8778" y="3682"/>
                </a:lnTo>
                <a:lnTo>
                  <a:pt x="3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 txBox="1"/>
          <p:nvPr/>
        </p:nvSpPr>
        <p:spPr>
          <a:xfrm>
            <a:off x="11468227" y="6266992"/>
            <a:ext cx="23876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68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9946" y="174878"/>
            <a:ext cx="391414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Quiz: Bayes’</a:t>
            </a:r>
            <a:r>
              <a:rPr spc="-75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17828"/>
            <a:ext cx="142748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G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i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ven: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3" y="3758945"/>
            <a:ext cx="3723004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What is P(W |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dry)</a:t>
            </a:r>
            <a:r>
              <a:rPr sz="32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17991" y="2249106"/>
          <a:ext cx="1428749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27791" y="1744281"/>
          <a:ext cx="2209800" cy="18479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3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4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922520" y="1307591"/>
            <a:ext cx="1194815" cy="313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3744" y="1871472"/>
            <a:ext cx="851916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9946" y="174878"/>
            <a:ext cx="391414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Quiz: Bayes’</a:t>
            </a:r>
            <a:r>
              <a:rPr spc="-75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417828"/>
            <a:ext cx="142748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G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i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ven: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3" y="3758945"/>
            <a:ext cx="3723004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What is P(W |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dry)</a:t>
            </a:r>
            <a:r>
              <a:rPr sz="3200" spc="-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17991" y="2249106"/>
          <a:ext cx="1428749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27791" y="1744281"/>
          <a:ext cx="2209800" cy="18479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3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wet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4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dry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rain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922520" y="1307591"/>
            <a:ext cx="1194815" cy="313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3744" y="1871472"/>
            <a:ext cx="851916" cy="298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02282" y="4943855"/>
            <a:ext cx="4404995" cy="111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P(sun|dry) </a:t>
            </a:r>
            <a:r>
              <a:rPr sz="1800" dirty="0">
                <a:latin typeface="Arial"/>
                <a:cs typeface="Arial"/>
              </a:rPr>
              <a:t>~ </a:t>
            </a:r>
            <a:r>
              <a:rPr sz="1800" spc="-5" dirty="0">
                <a:latin typeface="Arial"/>
                <a:cs typeface="Arial"/>
              </a:rPr>
              <a:t>P(dry|sun)P(sun)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.9*.8 </a:t>
            </a:r>
            <a:r>
              <a:rPr sz="1800" dirty="0">
                <a:latin typeface="Arial"/>
                <a:cs typeface="Arial"/>
              </a:rPr>
              <a:t>= .72  </a:t>
            </a:r>
            <a:r>
              <a:rPr sz="1800" spc="-10" dirty="0">
                <a:latin typeface="Arial"/>
                <a:cs typeface="Arial"/>
              </a:rPr>
              <a:t>P(rain|dry) </a:t>
            </a:r>
            <a:r>
              <a:rPr sz="1800" dirty="0">
                <a:latin typeface="Arial"/>
                <a:cs typeface="Arial"/>
              </a:rPr>
              <a:t>~ </a:t>
            </a:r>
            <a:r>
              <a:rPr sz="1800" spc="-5" dirty="0">
                <a:latin typeface="Arial"/>
                <a:cs typeface="Arial"/>
              </a:rPr>
              <a:t>P(dry|rain)P(rain)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.3*.2 </a:t>
            </a:r>
            <a:r>
              <a:rPr sz="1800" dirty="0">
                <a:latin typeface="Arial"/>
                <a:cs typeface="Arial"/>
              </a:rPr>
              <a:t>= .06  </a:t>
            </a:r>
            <a:r>
              <a:rPr sz="1800" spc="-5" dirty="0">
                <a:latin typeface="Arial"/>
                <a:cs typeface="Arial"/>
              </a:rPr>
              <a:t>P(sun|dry)=12/13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P(rain|dry)=1/13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26" y="174878"/>
            <a:ext cx="499300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Uncertainty</a:t>
            </a:r>
            <a:r>
              <a:rPr spc="-70" dirty="0"/>
              <a:t> </a:t>
            </a:r>
            <a:r>
              <a:rPr spc="-5"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940308" y="1546860"/>
            <a:ext cx="8468868" cy="4428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1069" y="4013453"/>
            <a:ext cx="8661400" cy="1600200"/>
          </a:xfrm>
          <a:custGeom>
            <a:avLst/>
            <a:gdLst/>
            <a:ahLst/>
            <a:cxnLst/>
            <a:rect l="l" t="t" r="r" b="b"/>
            <a:pathLst>
              <a:path w="8661400" h="16002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8394191" y="0"/>
                </a:lnTo>
                <a:lnTo>
                  <a:pt x="8442138" y="4296"/>
                </a:lnTo>
                <a:lnTo>
                  <a:pt x="8487262" y="16682"/>
                </a:lnTo>
                <a:lnTo>
                  <a:pt x="8528812" y="36406"/>
                </a:lnTo>
                <a:lnTo>
                  <a:pt x="8566033" y="62716"/>
                </a:lnTo>
                <a:lnTo>
                  <a:pt x="8598175" y="94858"/>
                </a:lnTo>
                <a:lnTo>
                  <a:pt x="8624485" y="132080"/>
                </a:lnTo>
                <a:lnTo>
                  <a:pt x="8644209" y="173629"/>
                </a:lnTo>
                <a:lnTo>
                  <a:pt x="8656595" y="218753"/>
                </a:lnTo>
                <a:lnTo>
                  <a:pt x="8660891" y="266700"/>
                </a:lnTo>
                <a:lnTo>
                  <a:pt x="8660891" y="1333500"/>
                </a:lnTo>
                <a:lnTo>
                  <a:pt x="8656595" y="1381446"/>
                </a:lnTo>
                <a:lnTo>
                  <a:pt x="8644209" y="1426570"/>
                </a:lnTo>
                <a:lnTo>
                  <a:pt x="8624485" y="1468120"/>
                </a:lnTo>
                <a:lnTo>
                  <a:pt x="8598175" y="1505341"/>
                </a:lnTo>
                <a:lnTo>
                  <a:pt x="8566033" y="1537483"/>
                </a:lnTo>
                <a:lnTo>
                  <a:pt x="8528812" y="1563793"/>
                </a:lnTo>
                <a:lnTo>
                  <a:pt x="8487262" y="1583517"/>
                </a:lnTo>
                <a:lnTo>
                  <a:pt x="8442138" y="1595903"/>
                </a:lnTo>
                <a:lnTo>
                  <a:pt x="8394191" y="1600200"/>
                </a:lnTo>
                <a:lnTo>
                  <a:pt x="266700" y="1600200"/>
                </a:lnTo>
                <a:lnTo>
                  <a:pt x="218760" y="1595903"/>
                </a:lnTo>
                <a:lnTo>
                  <a:pt x="173639" y="1583517"/>
                </a:lnTo>
                <a:lnTo>
                  <a:pt x="132091" y="1563793"/>
                </a:lnTo>
                <a:lnTo>
                  <a:pt x="94868" y="1537483"/>
                </a:lnTo>
                <a:lnTo>
                  <a:pt x="62724" y="1505341"/>
                </a:lnTo>
                <a:lnTo>
                  <a:pt x="36412" y="1468120"/>
                </a:lnTo>
                <a:lnTo>
                  <a:pt x="16685" y="1426570"/>
                </a:lnTo>
                <a:lnTo>
                  <a:pt x="4296" y="1381446"/>
                </a:lnTo>
                <a:lnTo>
                  <a:pt x="0" y="1333500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88A3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21722" y="4850383"/>
            <a:ext cx="168656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BN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lecture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73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992" y="185546"/>
            <a:ext cx="620776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Bayes</a:t>
            </a:r>
            <a:r>
              <a:rPr dirty="0">
                <a:latin typeface="MS PGothic"/>
                <a:cs typeface="MS PGothic"/>
              </a:rPr>
              <a:t>’ </a:t>
            </a:r>
            <a:r>
              <a:rPr dirty="0"/>
              <a:t>Net</a:t>
            </a:r>
            <a:r>
              <a:rPr spc="-430" dirty="0"/>
              <a:t> </a:t>
            </a:r>
            <a:r>
              <a:rPr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0829"/>
            <a:ext cx="7289800" cy="3823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directed,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acyclic graph,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one node per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random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conditional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probability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table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(CPT) for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1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756285" marR="195580" lvl="1" indent="-286385">
              <a:lnSpc>
                <a:spcPts val="1920"/>
              </a:lnSpc>
              <a:spcBef>
                <a:spcPts val="1914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 collection </a:t>
            </a:r>
            <a:r>
              <a:rPr sz="2000" spc="-5" dirty="0">
                <a:latin typeface="Calibri"/>
                <a:cs typeface="Calibri"/>
              </a:rPr>
              <a:t>of distributions over </a:t>
            </a:r>
            <a:r>
              <a:rPr sz="2000" dirty="0">
                <a:latin typeface="Calibri"/>
                <a:cs typeface="Calibri"/>
              </a:rPr>
              <a:t>X, </a:t>
            </a:r>
            <a:r>
              <a:rPr sz="2000" spc="-5" dirty="0">
                <a:latin typeface="Calibri"/>
                <a:cs typeface="Calibri"/>
              </a:rPr>
              <a:t>one for </a:t>
            </a:r>
            <a:r>
              <a:rPr sz="2000" dirty="0">
                <a:latin typeface="Calibri"/>
                <a:cs typeface="Calibri"/>
              </a:rPr>
              <a:t>each combination  </a:t>
            </a:r>
            <a:r>
              <a:rPr sz="2000" spc="-5" dirty="0">
                <a:latin typeface="Calibri"/>
                <a:cs typeface="Calibri"/>
              </a:rPr>
              <a:t>of parents</a:t>
            </a:r>
            <a:r>
              <a:rPr sz="2000" spc="-5" dirty="0">
                <a:latin typeface="MS PGothic"/>
                <a:cs typeface="MS PGothic"/>
              </a:rPr>
              <a:t>’</a:t>
            </a:r>
            <a:r>
              <a:rPr sz="2000" spc="-210" dirty="0">
                <a:latin typeface="MS PGothic"/>
                <a:cs typeface="MS PGothic"/>
              </a:rPr>
              <a:t> </a:t>
            </a:r>
            <a:r>
              <a:rPr sz="2000" spc="-5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21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Bayes</a:t>
            </a:r>
            <a:r>
              <a:rPr sz="2400" dirty="0">
                <a:solidFill>
                  <a:srgbClr val="333399"/>
                </a:solidFill>
                <a:latin typeface="MS PGothic"/>
                <a:cs typeface="MS PGothic"/>
              </a:rPr>
              <a:t>’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nets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implicitly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encode joint</a:t>
            </a:r>
            <a:r>
              <a:rPr sz="2400" spc="-3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distributions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5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As a </a:t>
            </a:r>
            <a:r>
              <a:rPr sz="2000" spc="-5" dirty="0">
                <a:latin typeface="Calibri"/>
                <a:cs typeface="Calibri"/>
              </a:rPr>
              <a:t>product of </a:t>
            </a:r>
            <a:r>
              <a:rPr sz="2000" dirty="0">
                <a:latin typeface="Calibri"/>
                <a:cs typeface="Calibri"/>
              </a:rPr>
              <a:t>local </a:t>
            </a:r>
            <a:r>
              <a:rPr sz="2000" spc="-5" dirty="0">
                <a:latin typeface="Calibri"/>
                <a:cs typeface="Calibri"/>
              </a:rPr>
              <a:t>conditional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distributions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ts val="2160"/>
              </a:lnSpc>
              <a:spcBef>
                <a:spcPts val="143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To see </a:t>
            </a:r>
            <a:r>
              <a:rPr sz="2000" dirty="0">
                <a:latin typeface="Calibri"/>
                <a:cs typeface="Calibri"/>
              </a:rPr>
              <a:t>what </a:t>
            </a:r>
            <a:r>
              <a:rPr sz="2000" spc="-5" dirty="0">
                <a:latin typeface="Calibri"/>
                <a:cs typeface="Calibri"/>
              </a:rPr>
              <a:t>probability </a:t>
            </a:r>
            <a:r>
              <a:rPr sz="2000" dirty="0">
                <a:latin typeface="Calibri"/>
                <a:cs typeface="Calibri"/>
              </a:rPr>
              <a:t>a BN gives to a </a:t>
            </a:r>
            <a:r>
              <a:rPr sz="2000" spc="-5" dirty="0">
                <a:latin typeface="Calibri"/>
                <a:cs typeface="Calibri"/>
              </a:rPr>
              <a:t>full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assignment,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spc="-5" dirty="0">
                <a:latin typeface="Calibri"/>
                <a:cs typeface="Calibri"/>
              </a:rPr>
              <a:t>multiply </a:t>
            </a:r>
            <a:r>
              <a:rPr sz="2000" dirty="0">
                <a:latin typeface="Calibri"/>
                <a:cs typeface="Calibri"/>
              </a:rPr>
              <a:t>all the relevant </a:t>
            </a:r>
            <a:r>
              <a:rPr sz="2000" spc="-5" dirty="0">
                <a:latin typeface="Calibri"/>
                <a:cs typeface="Calibri"/>
              </a:rPr>
              <a:t>conditionals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together: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0" y="3214116"/>
            <a:ext cx="1927860" cy="301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4600" y="5638800"/>
            <a:ext cx="5535167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96400" y="4494275"/>
            <a:ext cx="2061972" cy="236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49056" y="1524000"/>
            <a:ext cx="3514344" cy="2561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60"/>
              </a:lnSpc>
            </a:pPr>
            <a:r>
              <a:rPr spc="-5" dirty="0"/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1203</TotalTime>
  <Words>2855</Words>
  <Application>Microsoft Office PowerPoint</Application>
  <PresentationFormat>Widescreen</PresentationFormat>
  <Paragraphs>910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MS PGothic</vt:lpstr>
      <vt:lpstr>Arial</vt:lpstr>
      <vt:lpstr>Calibri</vt:lpstr>
      <vt:lpstr>Google Sans</vt:lpstr>
      <vt:lpstr>Palatino-Roman</vt:lpstr>
      <vt:lpstr>Söhne</vt:lpstr>
      <vt:lpstr>Symbol</vt:lpstr>
      <vt:lpstr>Times New Roman</vt:lpstr>
      <vt:lpstr>Wingdings</vt:lpstr>
      <vt:lpstr>Office Theme</vt:lpstr>
      <vt:lpstr>PowerPoint Presentation</vt:lpstr>
      <vt:lpstr>CSP</vt:lpstr>
      <vt:lpstr>Solution </vt:lpstr>
      <vt:lpstr>PowerPoint Presentation</vt:lpstr>
      <vt:lpstr>Bayes nets</vt:lpstr>
      <vt:lpstr>Random Variables</vt:lpstr>
      <vt:lpstr>Probability Distributions</vt:lpstr>
      <vt:lpstr>Probability Distributions</vt:lpstr>
      <vt:lpstr>Joint Distributions</vt:lpstr>
      <vt:lpstr>Events</vt:lpstr>
      <vt:lpstr>Marginal Distributions</vt:lpstr>
      <vt:lpstr> Marginal Distributions</vt:lpstr>
      <vt:lpstr>Quiz: Marginal Distributions</vt:lpstr>
      <vt:lpstr>Conditional Probabilities</vt:lpstr>
      <vt:lpstr>Quiz: Conditional Probabilities</vt:lpstr>
      <vt:lpstr>Conditional Probabilities</vt:lpstr>
      <vt:lpstr>Conditional Distributions</vt:lpstr>
      <vt:lpstr>Conditional Distributions</vt:lpstr>
      <vt:lpstr>The Product Rule</vt:lpstr>
      <vt:lpstr>The Product Rule</vt:lpstr>
      <vt:lpstr>The Chain Rule</vt:lpstr>
      <vt:lpstr>Probabilistic Models</vt:lpstr>
      <vt:lpstr>Independence</vt:lpstr>
      <vt:lpstr>Example: Independence?</vt:lpstr>
      <vt:lpstr>Conditional Independence</vt:lpstr>
      <vt:lpstr>Conditional Independence</vt:lpstr>
      <vt:lpstr>Conditional Independence</vt:lpstr>
      <vt:lpstr>Conditional Independence and the Chain Rule</vt:lpstr>
      <vt:lpstr>Bayes’ Nets: Big Picture</vt:lpstr>
      <vt:lpstr>Example Bayes’ Net: Insurance</vt:lpstr>
      <vt:lpstr>Example Bayes’ Net: Car</vt:lpstr>
      <vt:lpstr>Graphical Model Notation</vt:lpstr>
      <vt:lpstr>Example: Coin Flips</vt:lpstr>
      <vt:lpstr>Example: Traffic</vt:lpstr>
      <vt:lpstr>Example: Traffic II</vt:lpstr>
      <vt:lpstr>Example: Alarm Network</vt:lpstr>
      <vt:lpstr>Example: Alarm Network</vt:lpstr>
      <vt:lpstr>Bayes’ Net Semantics</vt:lpstr>
      <vt:lpstr>Bayes’ Net Semantics</vt:lpstr>
      <vt:lpstr>Probabilities in BNs</vt:lpstr>
      <vt:lpstr>Bayes’ Net Representation</vt:lpstr>
      <vt:lpstr>Example: Coin Flips</vt:lpstr>
      <vt:lpstr>Example: Traffic</vt:lpstr>
      <vt:lpstr>Example: Alarm Network</vt:lpstr>
      <vt:lpstr>Example: Traffic</vt:lpstr>
      <vt:lpstr>Example: Reverse Traffic</vt:lpstr>
      <vt:lpstr>Causality?</vt:lpstr>
      <vt:lpstr>Bayes’ Rule</vt:lpstr>
      <vt:lpstr>Inference with Bayes’ Rule</vt:lpstr>
      <vt:lpstr>Quiz: Bayes’ Rule</vt:lpstr>
      <vt:lpstr>Quiz: Bayes’ Rule</vt:lpstr>
      <vt:lpstr>Uncertainty Summary</vt:lpstr>
      <vt:lpstr>Bayes’ Net Representation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573 8: BNs</dc:title>
  <dc:creator>Preferred Customer</dc:creator>
  <cp:lastModifiedBy>Dr. Khurram Jadoon khan Asstt. Professor FCS</cp:lastModifiedBy>
  <cp:revision>4</cp:revision>
  <dcterms:created xsi:type="dcterms:W3CDTF">2024-04-18T15:18:01Z</dcterms:created>
  <dcterms:modified xsi:type="dcterms:W3CDTF">2024-04-19T06:31:29Z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2024-04-18T00:00:00Z</vt:filetime>
  </property>
</Properties>
</file>