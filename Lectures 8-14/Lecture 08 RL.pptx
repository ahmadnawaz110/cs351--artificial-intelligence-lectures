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336" r:id="rId10"/>
    <p:sldId id="265" r:id="rId11"/>
    <p:sldId id="266" r:id="rId12"/>
    <p:sldId id="267" r:id="rId13"/>
    <p:sldId id="269" r:id="rId14"/>
    <p:sldId id="270" r:id="rId15"/>
    <p:sldId id="273" r:id="rId16"/>
    <p:sldId id="337" r:id="rId17"/>
    <p:sldId id="275" r:id="rId18"/>
    <p:sldId id="276" r:id="rId19"/>
    <p:sldId id="277" r:id="rId20"/>
    <p:sldId id="338" r:id="rId21"/>
    <p:sldId id="341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7" r:id="rId31"/>
    <p:sldId id="288" r:id="rId32"/>
    <p:sldId id="289" r:id="rId33"/>
    <p:sldId id="339" r:id="rId34"/>
    <p:sldId id="340" r:id="rId35"/>
    <p:sldId id="290" r:id="rId36"/>
    <p:sldId id="291" r:id="rId37"/>
    <p:sldId id="292" r:id="rId38"/>
    <p:sldId id="293" r:id="rId39"/>
    <p:sldId id="300" r:id="rId40"/>
    <p:sldId id="335" r:id="rId41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FE86FC-6D8F-4FE7-A444-E0940AEEBE47}" v="10" dt="2024-04-16T11:54:40.61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822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4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Khurram Jadoon khan Asstt. Professor FCS" userId="684a1a15-bea5-4a17-9b67-1313be309245" providerId="ADAL" clId="{D3FE86FC-6D8F-4FE7-A444-E0940AEEBE47}"/>
    <pc:docChg chg="undo custSel addSld delSld modSld sldOrd modMainMaster">
      <pc:chgData name="Dr. Khurram Jadoon khan Asstt. Professor FCS" userId="684a1a15-bea5-4a17-9b67-1313be309245" providerId="ADAL" clId="{D3FE86FC-6D8F-4FE7-A444-E0940AEEBE47}" dt="2024-04-16T11:54:58.648" v="737" actId="313"/>
      <pc:docMkLst>
        <pc:docMk/>
      </pc:docMkLst>
      <pc:sldChg chg="addSp delSp modSp mod">
        <pc:chgData name="Dr. Khurram Jadoon khan Asstt. Professor FCS" userId="684a1a15-bea5-4a17-9b67-1313be309245" providerId="ADAL" clId="{D3FE86FC-6D8F-4FE7-A444-E0940AEEBE47}" dt="2024-04-16T11:48:08.825" v="670" actId="14100"/>
        <pc:sldMkLst>
          <pc:docMk/>
          <pc:sldMk cId="0" sldId="256"/>
        </pc:sldMkLst>
        <pc:spChg chg="del">
          <ac:chgData name="Dr. Khurram Jadoon khan Asstt. Professor FCS" userId="684a1a15-bea5-4a17-9b67-1313be309245" providerId="ADAL" clId="{D3FE86FC-6D8F-4FE7-A444-E0940AEEBE47}" dt="2024-04-16T10:34:59.250" v="530" actId="478"/>
          <ac:spMkLst>
            <pc:docMk/>
            <pc:sldMk cId="0" sldId="256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D3FE86FC-6D8F-4FE7-A444-E0940AEEBE47}" dt="2024-04-16T11:48:08.825" v="670" actId="14100"/>
          <ac:spMkLst>
            <pc:docMk/>
            <pc:sldMk cId="0" sldId="256"/>
            <ac:spMk id="3" creationId="{00000000-0000-0000-0000-000000000000}"/>
          </ac:spMkLst>
        </pc:spChg>
        <pc:spChg chg="del">
          <ac:chgData name="Dr. Khurram Jadoon khan Asstt. Professor FCS" userId="684a1a15-bea5-4a17-9b67-1313be309245" providerId="ADAL" clId="{D3FE86FC-6D8F-4FE7-A444-E0940AEEBE47}" dt="2024-04-16T10:35:06.214" v="533" actId="478"/>
          <ac:spMkLst>
            <pc:docMk/>
            <pc:sldMk cId="0" sldId="256"/>
            <ac:spMk id="4" creationId="{00000000-0000-0000-0000-000000000000}"/>
          </ac:spMkLst>
        </pc:spChg>
        <pc:spChg chg="del">
          <ac:chgData name="Dr. Khurram Jadoon khan Asstt. Professor FCS" userId="684a1a15-bea5-4a17-9b67-1313be309245" providerId="ADAL" clId="{D3FE86FC-6D8F-4FE7-A444-E0940AEEBE47}" dt="2024-04-16T10:35:07.756" v="534" actId="478"/>
          <ac:spMkLst>
            <pc:docMk/>
            <pc:sldMk cId="0" sldId="256"/>
            <ac:spMk id="5" creationId="{00000000-0000-0000-0000-000000000000}"/>
          </ac:spMkLst>
        </pc:spChg>
        <pc:spChg chg="add del mod">
          <ac:chgData name="Dr. Khurram Jadoon khan Asstt. Professor FCS" userId="684a1a15-bea5-4a17-9b67-1313be309245" providerId="ADAL" clId="{D3FE86FC-6D8F-4FE7-A444-E0940AEEBE47}" dt="2024-04-16T10:35:02.189" v="531" actId="478"/>
          <ac:spMkLst>
            <pc:docMk/>
            <pc:sldMk cId="0" sldId="256"/>
            <ac:spMk id="7" creationId="{75A81C7B-ECA3-DD3D-FC11-9E1292653B70}"/>
          </ac:spMkLst>
        </pc:spChg>
      </pc:sldChg>
      <pc:sldChg chg="del">
        <pc:chgData name="Dr. Khurram Jadoon khan Asstt. Professor FCS" userId="684a1a15-bea5-4a17-9b67-1313be309245" providerId="ADAL" clId="{D3FE86FC-6D8F-4FE7-A444-E0940AEEBE47}" dt="2024-04-16T10:37:11.097" v="537" actId="47"/>
        <pc:sldMkLst>
          <pc:docMk/>
          <pc:sldMk cId="0" sldId="257"/>
        </pc:sldMkLst>
      </pc:sldChg>
      <pc:sldChg chg="delSp mod">
        <pc:chgData name="Dr. Khurram Jadoon khan Asstt. Professor FCS" userId="684a1a15-bea5-4a17-9b67-1313be309245" providerId="ADAL" clId="{D3FE86FC-6D8F-4FE7-A444-E0940AEEBE47}" dt="2024-04-16T10:39:29.876" v="540" actId="478"/>
        <pc:sldMkLst>
          <pc:docMk/>
          <pc:sldMk cId="0" sldId="260"/>
        </pc:sldMkLst>
        <pc:spChg chg="del">
          <ac:chgData name="Dr. Khurram Jadoon khan Asstt. Professor FCS" userId="684a1a15-bea5-4a17-9b67-1313be309245" providerId="ADAL" clId="{D3FE86FC-6D8F-4FE7-A444-E0940AEEBE47}" dt="2024-04-16T10:39:28.032" v="539" actId="478"/>
          <ac:spMkLst>
            <pc:docMk/>
            <pc:sldMk cId="0" sldId="260"/>
            <ac:spMk id="4" creationId="{00000000-0000-0000-0000-000000000000}"/>
          </ac:spMkLst>
        </pc:spChg>
        <pc:spChg chg="del">
          <ac:chgData name="Dr. Khurram Jadoon khan Asstt. Professor FCS" userId="684a1a15-bea5-4a17-9b67-1313be309245" providerId="ADAL" clId="{D3FE86FC-6D8F-4FE7-A444-E0940AEEBE47}" dt="2024-04-16T10:39:28.032" v="539" actId="478"/>
          <ac:spMkLst>
            <pc:docMk/>
            <pc:sldMk cId="0" sldId="260"/>
            <ac:spMk id="5" creationId="{00000000-0000-0000-0000-000000000000}"/>
          </ac:spMkLst>
        </pc:spChg>
        <pc:spChg chg="del">
          <ac:chgData name="Dr. Khurram Jadoon khan Asstt. Professor FCS" userId="684a1a15-bea5-4a17-9b67-1313be309245" providerId="ADAL" clId="{D3FE86FC-6D8F-4FE7-A444-E0940AEEBE47}" dt="2024-04-16T10:39:28.032" v="539" actId="478"/>
          <ac:spMkLst>
            <pc:docMk/>
            <pc:sldMk cId="0" sldId="260"/>
            <ac:spMk id="8" creationId="{00000000-0000-0000-0000-000000000000}"/>
          </ac:spMkLst>
        </pc:spChg>
        <pc:spChg chg="del">
          <ac:chgData name="Dr. Khurram Jadoon khan Asstt. Professor FCS" userId="684a1a15-bea5-4a17-9b67-1313be309245" providerId="ADAL" clId="{D3FE86FC-6D8F-4FE7-A444-E0940AEEBE47}" dt="2024-04-16T10:39:28.032" v="539" actId="478"/>
          <ac:spMkLst>
            <pc:docMk/>
            <pc:sldMk cId="0" sldId="260"/>
            <ac:spMk id="9" creationId="{00000000-0000-0000-0000-000000000000}"/>
          </ac:spMkLst>
        </pc:spChg>
        <pc:spChg chg="del">
          <ac:chgData name="Dr. Khurram Jadoon khan Asstt. Professor FCS" userId="684a1a15-bea5-4a17-9b67-1313be309245" providerId="ADAL" clId="{D3FE86FC-6D8F-4FE7-A444-E0940AEEBE47}" dt="2024-04-16T10:39:29.876" v="540" actId="478"/>
          <ac:spMkLst>
            <pc:docMk/>
            <pc:sldMk cId="0" sldId="260"/>
            <ac:spMk id="17" creationId="{00000000-0000-0000-0000-000000000000}"/>
          </ac:spMkLst>
        </pc:spChg>
        <pc:spChg chg="del">
          <ac:chgData name="Dr. Khurram Jadoon khan Asstt. Professor FCS" userId="684a1a15-bea5-4a17-9b67-1313be309245" providerId="ADAL" clId="{D3FE86FC-6D8F-4FE7-A444-E0940AEEBE47}" dt="2024-04-16T10:39:24.456" v="538" actId="478"/>
          <ac:spMkLst>
            <pc:docMk/>
            <pc:sldMk cId="0" sldId="260"/>
            <ac:spMk id="20" creationId="{00000000-0000-0000-0000-000000000000}"/>
          </ac:spMkLst>
        </pc:spChg>
      </pc:sldChg>
      <pc:sldChg chg="addSp delSp modSp mod">
        <pc:chgData name="Dr. Khurram Jadoon khan Asstt. Professor FCS" userId="684a1a15-bea5-4a17-9b67-1313be309245" providerId="ADAL" clId="{D3FE86FC-6D8F-4FE7-A444-E0940AEEBE47}" dt="2024-04-16T10:41:35.243" v="545" actId="20577"/>
        <pc:sldMkLst>
          <pc:docMk/>
          <pc:sldMk cId="0" sldId="264"/>
        </pc:sldMkLst>
        <pc:spChg chg="mod">
          <ac:chgData name="Dr. Khurram Jadoon khan Asstt. Professor FCS" userId="684a1a15-bea5-4a17-9b67-1313be309245" providerId="ADAL" clId="{D3FE86FC-6D8F-4FE7-A444-E0940AEEBE47}" dt="2024-04-15T11:06:32.356" v="157" actId="207"/>
          <ac:spMkLst>
            <pc:docMk/>
            <pc:sldMk cId="0" sldId="264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D3FE86FC-6D8F-4FE7-A444-E0940AEEBE47}" dt="2024-04-15T11:03:34.385" v="9" actId="20577"/>
          <ac:spMkLst>
            <pc:docMk/>
            <pc:sldMk cId="0" sldId="264"/>
            <ac:spMk id="3" creationId="{00000000-0000-0000-0000-000000000000}"/>
          </ac:spMkLst>
        </pc:spChg>
        <pc:spChg chg="del">
          <ac:chgData name="Dr. Khurram Jadoon khan Asstt. Professor FCS" userId="684a1a15-bea5-4a17-9b67-1313be309245" providerId="ADAL" clId="{D3FE86FC-6D8F-4FE7-A444-E0940AEEBE47}" dt="2024-04-15T11:01:29.998" v="3" actId="478"/>
          <ac:spMkLst>
            <pc:docMk/>
            <pc:sldMk cId="0" sldId="264"/>
            <ac:spMk id="4" creationId="{00000000-0000-0000-0000-000000000000}"/>
          </ac:spMkLst>
        </pc:spChg>
        <pc:spChg chg="add mod">
          <ac:chgData name="Dr. Khurram Jadoon khan Asstt. Professor FCS" userId="684a1a15-bea5-4a17-9b67-1313be309245" providerId="ADAL" clId="{D3FE86FC-6D8F-4FE7-A444-E0940AEEBE47}" dt="2024-04-16T10:41:22.658" v="544" actId="20577"/>
          <ac:spMkLst>
            <pc:docMk/>
            <pc:sldMk cId="0" sldId="264"/>
            <ac:spMk id="5" creationId="{F87759FF-6158-F550-9AC5-36D8EC44455A}"/>
          </ac:spMkLst>
        </pc:spChg>
        <pc:spChg chg="add mod">
          <ac:chgData name="Dr. Khurram Jadoon khan Asstt. Professor FCS" userId="684a1a15-bea5-4a17-9b67-1313be309245" providerId="ADAL" clId="{D3FE86FC-6D8F-4FE7-A444-E0940AEEBE47}" dt="2024-04-16T10:41:35.243" v="545" actId="20577"/>
          <ac:spMkLst>
            <pc:docMk/>
            <pc:sldMk cId="0" sldId="264"/>
            <ac:spMk id="6" creationId="{0F7D1672-1340-EBF5-9CBC-B1250FBAF7CA}"/>
          </ac:spMkLst>
        </pc:spChg>
      </pc:sldChg>
      <pc:sldChg chg="addSp modSp mod">
        <pc:chgData name="Dr. Khurram Jadoon khan Asstt. Professor FCS" userId="684a1a15-bea5-4a17-9b67-1313be309245" providerId="ADAL" clId="{D3FE86FC-6D8F-4FE7-A444-E0940AEEBE47}" dt="2024-04-16T11:48:48.332" v="676" actId="1076"/>
        <pc:sldMkLst>
          <pc:docMk/>
          <pc:sldMk cId="0" sldId="266"/>
        </pc:sldMkLst>
        <pc:spChg chg="mod">
          <ac:chgData name="Dr. Khurram Jadoon khan Asstt. Professor FCS" userId="684a1a15-bea5-4a17-9b67-1313be309245" providerId="ADAL" clId="{D3FE86FC-6D8F-4FE7-A444-E0940AEEBE47}" dt="2024-04-15T11:09:40.757" v="190" actId="164"/>
          <ac:spMkLst>
            <pc:docMk/>
            <pc:sldMk cId="0" sldId="266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D3FE86FC-6D8F-4FE7-A444-E0940AEEBE47}" dt="2024-04-15T11:09:40.757" v="190" actId="164"/>
          <ac:spMkLst>
            <pc:docMk/>
            <pc:sldMk cId="0" sldId="266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D3FE86FC-6D8F-4FE7-A444-E0940AEEBE47}" dt="2024-04-15T11:09:40.757" v="190" actId="164"/>
          <ac:spMkLst>
            <pc:docMk/>
            <pc:sldMk cId="0" sldId="266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D3FE86FC-6D8F-4FE7-A444-E0940AEEBE47}" dt="2024-04-15T11:09:40.757" v="190" actId="164"/>
          <ac:spMkLst>
            <pc:docMk/>
            <pc:sldMk cId="0" sldId="266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D3FE86FC-6D8F-4FE7-A444-E0940AEEBE47}" dt="2024-04-15T11:09:17.007" v="185" actId="14100"/>
          <ac:spMkLst>
            <pc:docMk/>
            <pc:sldMk cId="0" sldId="266"/>
            <ac:spMk id="6" creationId="{00000000-0000-0000-0000-000000000000}"/>
          </ac:spMkLst>
        </pc:spChg>
        <pc:spChg chg="mod">
          <ac:chgData name="Dr. Khurram Jadoon khan Asstt. Professor FCS" userId="684a1a15-bea5-4a17-9b67-1313be309245" providerId="ADAL" clId="{D3FE86FC-6D8F-4FE7-A444-E0940AEEBE47}" dt="2024-04-15T11:09:40.757" v="190" actId="164"/>
          <ac:spMkLst>
            <pc:docMk/>
            <pc:sldMk cId="0" sldId="266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D3FE86FC-6D8F-4FE7-A444-E0940AEEBE47}" dt="2024-04-15T11:09:40.757" v="190" actId="164"/>
          <ac:spMkLst>
            <pc:docMk/>
            <pc:sldMk cId="0" sldId="266"/>
            <ac:spMk id="8" creationId="{00000000-0000-0000-0000-000000000000}"/>
          </ac:spMkLst>
        </pc:spChg>
        <pc:spChg chg="mod">
          <ac:chgData name="Dr. Khurram Jadoon khan Asstt. Professor FCS" userId="684a1a15-bea5-4a17-9b67-1313be309245" providerId="ADAL" clId="{D3FE86FC-6D8F-4FE7-A444-E0940AEEBE47}" dt="2024-04-16T11:48:48.332" v="676" actId="1076"/>
          <ac:spMkLst>
            <pc:docMk/>
            <pc:sldMk cId="0" sldId="266"/>
            <ac:spMk id="9" creationId="{00000000-0000-0000-0000-000000000000}"/>
          </ac:spMkLst>
        </pc:spChg>
        <pc:spChg chg="mod">
          <ac:chgData name="Dr. Khurram Jadoon khan Asstt. Professor FCS" userId="684a1a15-bea5-4a17-9b67-1313be309245" providerId="ADAL" clId="{D3FE86FC-6D8F-4FE7-A444-E0940AEEBE47}" dt="2024-04-15T11:09:40.757" v="190" actId="164"/>
          <ac:spMkLst>
            <pc:docMk/>
            <pc:sldMk cId="0" sldId="266"/>
            <ac:spMk id="10" creationId="{00000000-0000-0000-0000-000000000000}"/>
          </ac:spMkLst>
        </pc:spChg>
        <pc:spChg chg="mod">
          <ac:chgData name="Dr. Khurram Jadoon khan Asstt. Professor FCS" userId="684a1a15-bea5-4a17-9b67-1313be309245" providerId="ADAL" clId="{D3FE86FC-6D8F-4FE7-A444-E0940AEEBE47}" dt="2024-04-15T11:09:40.757" v="190" actId="164"/>
          <ac:spMkLst>
            <pc:docMk/>
            <pc:sldMk cId="0" sldId="266"/>
            <ac:spMk id="11" creationId="{00000000-0000-0000-0000-000000000000}"/>
          </ac:spMkLst>
        </pc:spChg>
        <pc:spChg chg="mod">
          <ac:chgData name="Dr. Khurram Jadoon khan Asstt. Professor FCS" userId="684a1a15-bea5-4a17-9b67-1313be309245" providerId="ADAL" clId="{D3FE86FC-6D8F-4FE7-A444-E0940AEEBE47}" dt="2024-04-16T10:44:58.529" v="548" actId="14100"/>
          <ac:spMkLst>
            <pc:docMk/>
            <pc:sldMk cId="0" sldId="266"/>
            <ac:spMk id="12" creationId="{00000000-0000-0000-0000-000000000000}"/>
          </ac:spMkLst>
        </pc:spChg>
        <pc:spChg chg="mod">
          <ac:chgData name="Dr. Khurram Jadoon khan Asstt. Professor FCS" userId="684a1a15-bea5-4a17-9b67-1313be309245" providerId="ADAL" clId="{D3FE86FC-6D8F-4FE7-A444-E0940AEEBE47}" dt="2024-04-15T11:09:40.757" v="190" actId="164"/>
          <ac:spMkLst>
            <pc:docMk/>
            <pc:sldMk cId="0" sldId="266"/>
            <ac:spMk id="13" creationId="{00000000-0000-0000-0000-000000000000}"/>
          </ac:spMkLst>
        </pc:spChg>
        <pc:spChg chg="mod">
          <ac:chgData name="Dr. Khurram Jadoon khan Asstt. Professor FCS" userId="684a1a15-bea5-4a17-9b67-1313be309245" providerId="ADAL" clId="{D3FE86FC-6D8F-4FE7-A444-E0940AEEBE47}" dt="2024-04-15T11:09:40.757" v="190" actId="164"/>
          <ac:spMkLst>
            <pc:docMk/>
            <pc:sldMk cId="0" sldId="266"/>
            <ac:spMk id="14" creationId="{00000000-0000-0000-0000-000000000000}"/>
          </ac:spMkLst>
        </pc:spChg>
        <pc:spChg chg="add mod">
          <ac:chgData name="Dr. Khurram Jadoon khan Asstt. Professor FCS" userId="684a1a15-bea5-4a17-9b67-1313be309245" providerId="ADAL" clId="{D3FE86FC-6D8F-4FE7-A444-E0940AEEBE47}" dt="2024-04-16T10:45:24.542" v="557" actId="15"/>
          <ac:spMkLst>
            <pc:docMk/>
            <pc:sldMk cId="0" sldId="266"/>
            <ac:spMk id="17" creationId="{29CCC865-A763-73C7-79EE-C0BD1C827E75}"/>
          </ac:spMkLst>
        </pc:spChg>
        <pc:spChg chg="add mod">
          <ac:chgData name="Dr. Khurram Jadoon khan Asstt. Professor FCS" userId="684a1a15-bea5-4a17-9b67-1313be309245" providerId="ADAL" clId="{D3FE86FC-6D8F-4FE7-A444-E0940AEEBE47}" dt="2024-04-16T10:45:07.189" v="550" actId="1076"/>
          <ac:spMkLst>
            <pc:docMk/>
            <pc:sldMk cId="0" sldId="266"/>
            <ac:spMk id="18" creationId="{7070AD5A-D388-B54D-AB61-A57C0E7958F5}"/>
          </ac:spMkLst>
        </pc:spChg>
        <pc:grpChg chg="add mod">
          <ac:chgData name="Dr. Khurram Jadoon khan Asstt. Professor FCS" userId="684a1a15-bea5-4a17-9b67-1313be309245" providerId="ADAL" clId="{D3FE86FC-6D8F-4FE7-A444-E0940AEEBE47}" dt="2024-04-15T11:09:29.959" v="189" actId="164"/>
          <ac:grpSpMkLst>
            <pc:docMk/>
            <pc:sldMk cId="0" sldId="266"/>
            <ac:grpSpMk id="15" creationId="{422707FB-E55B-F07C-DA53-891F5DFCE302}"/>
          </ac:grpSpMkLst>
        </pc:grpChg>
        <pc:grpChg chg="add mod">
          <ac:chgData name="Dr. Khurram Jadoon khan Asstt. Professor FCS" userId="684a1a15-bea5-4a17-9b67-1313be309245" providerId="ADAL" clId="{D3FE86FC-6D8F-4FE7-A444-E0940AEEBE47}" dt="2024-04-16T10:45:04.415" v="549" actId="1076"/>
          <ac:grpSpMkLst>
            <pc:docMk/>
            <pc:sldMk cId="0" sldId="266"/>
            <ac:grpSpMk id="16" creationId="{733E5F91-4895-BF97-FA48-379753C5E2FB}"/>
          </ac:grpSpMkLst>
        </pc:grpChg>
      </pc:sldChg>
      <pc:sldChg chg="del">
        <pc:chgData name="Dr. Khurram Jadoon khan Asstt. Professor FCS" userId="684a1a15-bea5-4a17-9b67-1313be309245" providerId="ADAL" clId="{D3FE86FC-6D8F-4FE7-A444-E0940AEEBE47}" dt="2024-04-15T11:17:05.932" v="290" actId="47"/>
        <pc:sldMkLst>
          <pc:docMk/>
          <pc:sldMk cId="0" sldId="268"/>
        </pc:sldMkLst>
      </pc:sldChg>
      <pc:sldChg chg="modSp add del mod">
        <pc:chgData name="Dr. Khurram Jadoon khan Asstt. Professor FCS" userId="684a1a15-bea5-4a17-9b67-1313be309245" providerId="ADAL" clId="{D3FE86FC-6D8F-4FE7-A444-E0940AEEBE47}" dt="2024-04-16T10:46:20.620" v="564" actId="47"/>
        <pc:sldMkLst>
          <pc:docMk/>
          <pc:sldMk cId="0" sldId="269"/>
        </pc:sldMkLst>
        <pc:spChg chg="mod">
          <ac:chgData name="Dr. Khurram Jadoon khan Asstt. Professor FCS" userId="684a1a15-bea5-4a17-9b67-1313be309245" providerId="ADAL" clId="{D3FE86FC-6D8F-4FE7-A444-E0940AEEBE47}" dt="2024-04-15T11:15:59.621" v="289" actId="1038"/>
          <ac:spMkLst>
            <pc:docMk/>
            <pc:sldMk cId="0" sldId="269"/>
            <ac:spMk id="4" creationId="{00000000-0000-0000-0000-000000000000}"/>
          </ac:spMkLst>
        </pc:spChg>
      </pc:sldChg>
      <pc:sldChg chg="del">
        <pc:chgData name="Dr. Khurram Jadoon khan Asstt. Professor FCS" userId="684a1a15-bea5-4a17-9b67-1313be309245" providerId="ADAL" clId="{D3FE86FC-6D8F-4FE7-A444-E0940AEEBE47}" dt="2024-04-15T11:17:24.641" v="291" actId="47"/>
        <pc:sldMkLst>
          <pc:docMk/>
          <pc:sldMk cId="0" sldId="271"/>
        </pc:sldMkLst>
      </pc:sldChg>
      <pc:sldChg chg="del">
        <pc:chgData name="Dr. Khurram Jadoon khan Asstt. Professor FCS" userId="684a1a15-bea5-4a17-9b67-1313be309245" providerId="ADAL" clId="{D3FE86FC-6D8F-4FE7-A444-E0940AEEBE47}" dt="2024-04-15T11:17:26.175" v="292" actId="47"/>
        <pc:sldMkLst>
          <pc:docMk/>
          <pc:sldMk cId="0" sldId="272"/>
        </pc:sldMkLst>
      </pc:sldChg>
      <pc:sldChg chg="delSp modSp mod">
        <pc:chgData name="Dr. Khurram Jadoon khan Asstt. Professor FCS" userId="684a1a15-bea5-4a17-9b67-1313be309245" providerId="ADAL" clId="{D3FE86FC-6D8F-4FE7-A444-E0940AEEBE47}" dt="2024-04-16T10:46:50.537" v="566" actId="12"/>
        <pc:sldMkLst>
          <pc:docMk/>
          <pc:sldMk cId="0" sldId="273"/>
        </pc:sldMkLst>
        <pc:spChg chg="mod">
          <ac:chgData name="Dr. Khurram Jadoon khan Asstt. Professor FCS" userId="684a1a15-bea5-4a17-9b67-1313be309245" providerId="ADAL" clId="{D3FE86FC-6D8F-4FE7-A444-E0940AEEBE47}" dt="2024-04-15T11:26:23.288" v="351" actId="1076"/>
          <ac:spMkLst>
            <pc:docMk/>
            <pc:sldMk cId="0" sldId="273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D3FE86FC-6D8F-4FE7-A444-E0940AEEBE47}" dt="2024-04-16T10:46:50.537" v="566" actId="12"/>
          <ac:spMkLst>
            <pc:docMk/>
            <pc:sldMk cId="0" sldId="273"/>
            <ac:spMk id="3" creationId="{00000000-0000-0000-0000-000000000000}"/>
          </ac:spMkLst>
        </pc:spChg>
        <pc:spChg chg="del mod">
          <ac:chgData name="Dr. Khurram Jadoon khan Asstt. Professor FCS" userId="684a1a15-bea5-4a17-9b67-1313be309245" providerId="ADAL" clId="{D3FE86FC-6D8F-4FE7-A444-E0940AEEBE47}" dt="2024-04-15T11:24:05.012" v="321" actId="478"/>
          <ac:spMkLst>
            <pc:docMk/>
            <pc:sldMk cId="0" sldId="273"/>
            <ac:spMk id="4" creationId="{00000000-0000-0000-0000-000000000000}"/>
          </ac:spMkLst>
        </pc:spChg>
        <pc:spChg chg="del">
          <ac:chgData name="Dr. Khurram Jadoon khan Asstt. Professor FCS" userId="684a1a15-bea5-4a17-9b67-1313be309245" providerId="ADAL" clId="{D3FE86FC-6D8F-4FE7-A444-E0940AEEBE47}" dt="2024-04-15T11:23:56.421" v="317" actId="478"/>
          <ac:spMkLst>
            <pc:docMk/>
            <pc:sldMk cId="0" sldId="273"/>
            <ac:spMk id="5" creationId="{00000000-0000-0000-0000-000000000000}"/>
          </ac:spMkLst>
        </pc:spChg>
        <pc:spChg chg="del">
          <ac:chgData name="Dr. Khurram Jadoon khan Asstt. Professor FCS" userId="684a1a15-bea5-4a17-9b67-1313be309245" providerId="ADAL" clId="{D3FE86FC-6D8F-4FE7-A444-E0940AEEBE47}" dt="2024-04-15T11:25:44.038" v="341" actId="478"/>
          <ac:spMkLst>
            <pc:docMk/>
            <pc:sldMk cId="0" sldId="273"/>
            <ac:spMk id="6" creationId="{00000000-0000-0000-0000-000000000000}"/>
          </ac:spMkLst>
        </pc:spChg>
        <pc:spChg chg="del">
          <ac:chgData name="Dr. Khurram Jadoon khan Asstt. Professor FCS" userId="684a1a15-bea5-4a17-9b67-1313be309245" providerId="ADAL" clId="{D3FE86FC-6D8F-4FE7-A444-E0940AEEBE47}" dt="2024-04-15T11:23:54.302" v="316" actId="478"/>
          <ac:spMkLst>
            <pc:docMk/>
            <pc:sldMk cId="0" sldId="273"/>
            <ac:spMk id="7" creationId="{00000000-0000-0000-0000-000000000000}"/>
          </ac:spMkLst>
        </pc:spChg>
        <pc:spChg chg="del">
          <ac:chgData name="Dr. Khurram Jadoon khan Asstt. Professor FCS" userId="684a1a15-bea5-4a17-9b67-1313be309245" providerId="ADAL" clId="{D3FE86FC-6D8F-4FE7-A444-E0940AEEBE47}" dt="2024-04-15T11:24:02.067" v="319" actId="478"/>
          <ac:spMkLst>
            <pc:docMk/>
            <pc:sldMk cId="0" sldId="273"/>
            <ac:spMk id="8" creationId="{00000000-0000-0000-0000-000000000000}"/>
          </ac:spMkLst>
        </pc:spChg>
        <pc:spChg chg="del">
          <ac:chgData name="Dr. Khurram Jadoon khan Asstt. Professor FCS" userId="684a1a15-bea5-4a17-9b67-1313be309245" providerId="ADAL" clId="{D3FE86FC-6D8F-4FE7-A444-E0940AEEBE47}" dt="2024-04-15T11:25:44.038" v="341" actId="478"/>
          <ac:spMkLst>
            <pc:docMk/>
            <pc:sldMk cId="0" sldId="273"/>
            <ac:spMk id="9" creationId="{00000000-0000-0000-0000-000000000000}"/>
          </ac:spMkLst>
        </pc:spChg>
        <pc:spChg chg="del">
          <ac:chgData name="Dr. Khurram Jadoon khan Asstt. Professor FCS" userId="684a1a15-bea5-4a17-9b67-1313be309245" providerId="ADAL" clId="{D3FE86FC-6D8F-4FE7-A444-E0940AEEBE47}" dt="2024-04-15T11:25:44.038" v="341" actId="478"/>
          <ac:spMkLst>
            <pc:docMk/>
            <pc:sldMk cId="0" sldId="273"/>
            <ac:spMk id="10" creationId="{00000000-0000-0000-0000-000000000000}"/>
          </ac:spMkLst>
        </pc:spChg>
        <pc:spChg chg="del">
          <ac:chgData name="Dr. Khurram Jadoon khan Asstt. Professor FCS" userId="684a1a15-bea5-4a17-9b67-1313be309245" providerId="ADAL" clId="{D3FE86FC-6D8F-4FE7-A444-E0940AEEBE47}" dt="2024-04-15T11:25:44.038" v="341" actId="478"/>
          <ac:spMkLst>
            <pc:docMk/>
            <pc:sldMk cId="0" sldId="273"/>
            <ac:spMk id="11" creationId="{00000000-0000-0000-0000-000000000000}"/>
          </ac:spMkLst>
        </pc:spChg>
        <pc:spChg chg="del">
          <ac:chgData name="Dr. Khurram Jadoon khan Asstt. Professor FCS" userId="684a1a15-bea5-4a17-9b67-1313be309245" providerId="ADAL" clId="{D3FE86FC-6D8F-4FE7-A444-E0940AEEBE47}" dt="2024-04-15T11:25:44.038" v="341" actId="478"/>
          <ac:spMkLst>
            <pc:docMk/>
            <pc:sldMk cId="0" sldId="273"/>
            <ac:spMk id="12" creationId="{00000000-0000-0000-0000-000000000000}"/>
          </ac:spMkLst>
        </pc:spChg>
        <pc:spChg chg="del">
          <ac:chgData name="Dr. Khurram Jadoon khan Asstt. Professor FCS" userId="684a1a15-bea5-4a17-9b67-1313be309245" providerId="ADAL" clId="{D3FE86FC-6D8F-4FE7-A444-E0940AEEBE47}" dt="2024-04-15T11:25:44.038" v="341" actId="478"/>
          <ac:spMkLst>
            <pc:docMk/>
            <pc:sldMk cId="0" sldId="273"/>
            <ac:spMk id="13" creationId="{00000000-0000-0000-0000-000000000000}"/>
          </ac:spMkLst>
        </pc:spChg>
        <pc:spChg chg="del">
          <ac:chgData name="Dr. Khurram Jadoon khan Asstt. Professor FCS" userId="684a1a15-bea5-4a17-9b67-1313be309245" providerId="ADAL" clId="{D3FE86FC-6D8F-4FE7-A444-E0940AEEBE47}" dt="2024-04-15T11:25:44.038" v="341" actId="478"/>
          <ac:spMkLst>
            <pc:docMk/>
            <pc:sldMk cId="0" sldId="273"/>
            <ac:spMk id="14" creationId="{00000000-0000-0000-0000-000000000000}"/>
          </ac:spMkLst>
        </pc:spChg>
        <pc:spChg chg="del">
          <ac:chgData name="Dr. Khurram Jadoon khan Asstt. Professor FCS" userId="684a1a15-bea5-4a17-9b67-1313be309245" providerId="ADAL" clId="{D3FE86FC-6D8F-4FE7-A444-E0940AEEBE47}" dt="2024-04-15T11:25:44.038" v="341" actId="478"/>
          <ac:spMkLst>
            <pc:docMk/>
            <pc:sldMk cId="0" sldId="273"/>
            <ac:spMk id="15" creationId="{00000000-0000-0000-0000-000000000000}"/>
          </ac:spMkLst>
        </pc:spChg>
      </pc:sldChg>
      <pc:sldChg chg="delSp modSp del mod">
        <pc:chgData name="Dr. Khurram Jadoon khan Asstt. Professor FCS" userId="684a1a15-bea5-4a17-9b67-1313be309245" providerId="ADAL" clId="{D3FE86FC-6D8F-4FE7-A444-E0940AEEBE47}" dt="2024-04-15T11:29:30.096" v="360" actId="47"/>
        <pc:sldMkLst>
          <pc:docMk/>
          <pc:sldMk cId="0" sldId="274"/>
        </pc:sldMkLst>
        <pc:spChg chg="mod">
          <ac:chgData name="Dr. Khurram Jadoon khan Asstt. Professor FCS" userId="684a1a15-bea5-4a17-9b67-1313be309245" providerId="ADAL" clId="{D3FE86FC-6D8F-4FE7-A444-E0940AEEBE47}" dt="2024-04-15T11:19:30.024" v="300" actId="404"/>
          <ac:spMkLst>
            <pc:docMk/>
            <pc:sldMk cId="0" sldId="274"/>
            <ac:spMk id="2" creationId="{00000000-0000-0000-0000-000000000000}"/>
          </ac:spMkLst>
        </pc:spChg>
        <pc:spChg chg="del mod">
          <ac:chgData name="Dr. Khurram Jadoon khan Asstt. Professor FCS" userId="684a1a15-bea5-4a17-9b67-1313be309245" providerId="ADAL" clId="{D3FE86FC-6D8F-4FE7-A444-E0940AEEBE47}" dt="2024-04-15T11:19:18.755" v="297" actId="478"/>
          <ac:spMkLst>
            <pc:docMk/>
            <pc:sldMk cId="0" sldId="274"/>
            <ac:spMk id="3" creationId="{00000000-0000-0000-0000-000000000000}"/>
          </ac:spMkLst>
        </pc:spChg>
        <pc:spChg chg="del">
          <ac:chgData name="Dr. Khurram Jadoon khan Asstt. Professor FCS" userId="684a1a15-bea5-4a17-9b67-1313be309245" providerId="ADAL" clId="{D3FE86FC-6D8F-4FE7-A444-E0940AEEBE47}" dt="2024-04-15T11:19:13.606" v="294" actId="478"/>
          <ac:spMkLst>
            <pc:docMk/>
            <pc:sldMk cId="0" sldId="274"/>
            <ac:spMk id="4" creationId="{00000000-0000-0000-0000-000000000000}"/>
          </ac:spMkLst>
        </pc:spChg>
        <pc:spChg chg="del">
          <ac:chgData name="Dr. Khurram Jadoon khan Asstt. Professor FCS" userId="684a1a15-bea5-4a17-9b67-1313be309245" providerId="ADAL" clId="{D3FE86FC-6D8F-4FE7-A444-E0940AEEBE47}" dt="2024-04-15T11:19:15.371" v="295" actId="478"/>
          <ac:spMkLst>
            <pc:docMk/>
            <pc:sldMk cId="0" sldId="274"/>
            <ac:spMk id="5" creationId="{00000000-0000-0000-0000-000000000000}"/>
          </ac:spMkLst>
        </pc:spChg>
        <pc:spChg chg="del">
          <ac:chgData name="Dr. Khurram Jadoon khan Asstt. Professor FCS" userId="684a1a15-bea5-4a17-9b67-1313be309245" providerId="ADAL" clId="{D3FE86FC-6D8F-4FE7-A444-E0940AEEBE47}" dt="2024-04-15T11:19:15.371" v="295" actId="478"/>
          <ac:spMkLst>
            <pc:docMk/>
            <pc:sldMk cId="0" sldId="274"/>
            <ac:spMk id="6" creationId="{00000000-0000-0000-0000-000000000000}"/>
          </ac:spMkLst>
        </pc:spChg>
      </pc:sldChg>
      <pc:sldChg chg="addSp delSp modSp mod">
        <pc:chgData name="Dr. Khurram Jadoon khan Asstt. Professor FCS" userId="684a1a15-bea5-4a17-9b67-1313be309245" providerId="ADAL" clId="{D3FE86FC-6D8F-4FE7-A444-E0940AEEBE47}" dt="2024-04-16T10:50:18.608" v="573" actId="20577"/>
        <pc:sldMkLst>
          <pc:docMk/>
          <pc:sldMk cId="0" sldId="275"/>
        </pc:sldMkLst>
        <pc:spChg chg="mod">
          <ac:chgData name="Dr. Khurram Jadoon khan Asstt. Professor FCS" userId="684a1a15-bea5-4a17-9b67-1313be309245" providerId="ADAL" clId="{D3FE86FC-6D8F-4FE7-A444-E0940AEEBE47}" dt="2024-04-15T11:30:17.871" v="363" actId="14100"/>
          <ac:spMkLst>
            <pc:docMk/>
            <pc:sldMk cId="0" sldId="275"/>
            <ac:spMk id="2" creationId="{00000000-0000-0000-0000-000000000000}"/>
          </ac:spMkLst>
        </pc:spChg>
        <pc:spChg chg="del">
          <ac:chgData name="Dr. Khurram Jadoon khan Asstt. Professor FCS" userId="684a1a15-bea5-4a17-9b67-1313be309245" providerId="ADAL" clId="{D3FE86FC-6D8F-4FE7-A444-E0940AEEBE47}" dt="2024-04-15T11:30:19.076" v="364" actId="478"/>
          <ac:spMkLst>
            <pc:docMk/>
            <pc:sldMk cId="0" sldId="275"/>
            <ac:spMk id="3" creationId="{00000000-0000-0000-0000-000000000000}"/>
          </ac:spMkLst>
        </pc:spChg>
        <pc:spChg chg="add mod">
          <ac:chgData name="Dr. Khurram Jadoon khan Asstt. Professor FCS" userId="684a1a15-bea5-4a17-9b67-1313be309245" providerId="ADAL" clId="{D3FE86FC-6D8F-4FE7-A444-E0940AEEBE47}" dt="2024-04-16T10:50:18.608" v="573" actId="20577"/>
          <ac:spMkLst>
            <pc:docMk/>
            <pc:sldMk cId="0" sldId="275"/>
            <ac:spMk id="5" creationId="{8F5851AC-1A07-70DF-E221-BD7BD35B5DAC}"/>
          </ac:spMkLst>
        </pc:spChg>
      </pc:sldChg>
      <pc:sldChg chg="delSp modSp mod">
        <pc:chgData name="Dr. Khurram Jadoon khan Asstt. Professor FCS" userId="684a1a15-bea5-4a17-9b67-1313be309245" providerId="ADAL" clId="{D3FE86FC-6D8F-4FE7-A444-E0940AEEBE47}" dt="2024-04-16T10:51:29.270" v="580" actId="404"/>
        <pc:sldMkLst>
          <pc:docMk/>
          <pc:sldMk cId="0" sldId="276"/>
        </pc:sldMkLst>
        <pc:spChg chg="mod">
          <ac:chgData name="Dr. Khurram Jadoon khan Asstt. Professor FCS" userId="684a1a15-bea5-4a17-9b67-1313be309245" providerId="ADAL" clId="{D3FE86FC-6D8F-4FE7-A444-E0940AEEBE47}" dt="2024-04-16T10:51:29.270" v="580" actId="404"/>
          <ac:spMkLst>
            <pc:docMk/>
            <pc:sldMk cId="0" sldId="276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D3FE86FC-6D8F-4FE7-A444-E0940AEEBE47}" dt="2024-04-16T10:51:22.899" v="577" actId="1076"/>
          <ac:spMkLst>
            <pc:docMk/>
            <pc:sldMk cId="0" sldId="276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D3FE86FC-6D8F-4FE7-A444-E0940AEEBE47}" dt="2024-04-15T11:37:39.691" v="398" actId="1076"/>
          <ac:spMkLst>
            <pc:docMk/>
            <pc:sldMk cId="0" sldId="276"/>
            <ac:spMk id="6" creationId="{00000000-0000-0000-0000-000000000000}"/>
          </ac:spMkLst>
        </pc:spChg>
        <pc:spChg chg="mod">
          <ac:chgData name="Dr. Khurram Jadoon khan Asstt. Professor FCS" userId="684a1a15-bea5-4a17-9b67-1313be309245" providerId="ADAL" clId="{D3FE86FC-6D8F-4FE7-A444-E0940AEEBE47}" dt="2024-04-15T11:37:35.139" v="397" actId="1076"/>
          <ac:spMkLst>
            <pc:docMk/>
            <pc:sldMk cId="0" sldId="276"/>
            <ac:spMk id="8" creationId="{00000000-0000-0000-0000-000000000000}"/>
          </ac:spMkLst>
        </pc:spChg>
        <pc:spChg chg="del">
          <ac:chgData name="Dr. Khurram Jadoon khan Asstt. Professor FCS" userId="684a1a15-bea5-4a17-9b67-1313be309245" providerId="ADAL" clId="{D3FE86FC-6D8F-4FE7-A444-E0940AEEBE47}" dt="2024-04-15T11:37:28.501" v="395" actId="478"/>
          <ac:spMkLst>
            <pc:docMk/>
            <pc:sldMk cId="0" sldId="276"/>
            <ac:spMk id="10" creationId="{00000000-0000-0000-0000-000000000000}"/>
          </ac:spMkLst>
        </pc:spChg>
        <pc:spChg chg="del">
          <ac:chgData name="Dr. Khurram Jadoon khan Asstt. Professor FCS" userId="684a1a15-bea5-4a17-9b67-1313be309245" providerId="ADAL" clId="{D3FE86FC-6D8F-4FE7-A444-E0940AEEBE47}" dt="2024-04-15T11:37:27.652" v="394" actId="478"/>
          <ac:spMkLst>
            <pc:docMk/>
            <pc:sldMk cId="0" sldId="276"/>
            <ac:spMk id="11" creationId="{00000000-0000-0000-0000-000000000000}"/>
          </ac:spMkLst>
        </pc:spChg>
      </pc:sldChg>
      <pc:sldChg chg="addSp delSp modSp mod">
        <pc:chgData name="Dr. Khurram Jadoon khan Asstt. Professor FCS" userId="684a1a15-bea5-4a17-9b67-1313be309245" providerId="ADAL" clId="{D3FE86FC-6D8F-4FE7-A444-E0940AEEBE47}" dt="2024-04-16T11:01:55.135" v="590" actId="20577"/>
        <pc:sldMkLst>
          <pc:docMk/>
          <pc:sldMk cId="0" sldId="278"/>
        </pc:sldMkLst>
        <pc:spChg chg="del">
          <ac:chgData name="Dr. Khurram Jadoon khan Asstt. Professor FCS" userId="684a1a15-bea5-4a17-9b67-1313be309245" providerId="ADAL" clId="{D3FE86FC-6D8F-4FE7-A444-E0940AEEBE47}" dt="2024-04-15T12:00:54.938" v="493" actId="478"/>
          <ac:spMkLst>
            <pc:docMk/>
            <pc:sldMk cId="0" sldId="278"/>
            <ac:spMk id="3" creationId="{00000000-0000-0000-0000-000000000000}"/>
          </ac:spMkLst>
        </pc:spChg>
        <pc:spChg chg="add mod">
          <ac:chgData name="Dr. Khurram Jadoon khan Asstt. Professor FCS" userId="684a1a15-bea5-4a17-9b67-1313be309245" providerId="ADAL" clId="{D3FE86FC-6D8F-4FE7-A444-E0940AEEBE47}" dt="2024-04-16T11:01:55.135" v="590" actId="20577"/>
          <ac:spMkLst>
            <pc:docMk/>
            <pc:sldMk cId="0" sldId="278"/>
            <ac:spMk id="4" creationId="{541E4550-A935-29D2-11D6-AC07C9B0440C}"/>
          </ac:spMkLst>
        </pc:spChg>
      </pc:sldChg>
      <pc:sldChg chg="modSp mod">
        <pc:chgData name="Dr. Khurram Jadoon khan Asstt. Professor FCS" userId="684a1a15-bea5-4a17-9b67-1313be309245" providerId="ADAL" clId="{D3FE86FC-6D8F-4FE7-A444-E0940AEEBE47}" dt="2024-04-16T11:51:46.587" v="694" actId="20577"/>
        <pc:sldMkLst>
          <pc:docMk/>
          <pc:sldMk cId="0" sldId="279"/>
        </pc:sldMkLst>
        <pc:spChg chg="mod">
          <ac:chgData name="Dr. Khurram Jadoon khan Asstt. Professor FCS" userId="684a1a15-bea5-4a17-9b67-1313be309245" providerId="ADAL" clId="{D3FE86FC-6D8F-4FE7-A444-E0940AEEBE47}" dt="2024-04-16T11:51:46.587" v="694" actId="20577"/>
          <ac:spMkLst>
            <pc:docMk/>
            <pc:sldMk cId="0" sldId="279"/>
            <ac:spMk id="3" creationId="{00000000-0000-0000-0000-000000000000}"/>
          </ac:spMkLst>
        </pc:spChg>
      </pc:sldChg>
      <pc:sldChg chg="addSp delSp modSp mod">
        <pc:chgData name="Dr. Khurram Jadoon khan Asstt. Professor FCS" userId="684a1a15-bea5-4a17-9b67-1313be309245" providerId="ADAL" clId="{D3FE86FC-6D8F-4FE7-A444-E0940AEEBE47}" dt="2024-04-16T11:54:58.648" v="737" actId="313"/>
        <pc:sldMkLst>
          <pc:docMk/>
          <pc:sldMk cId="0" sldId="280"/>
        </pc:sldMkLst>
        <pc:spChg chg="mod">
          <ac:chgData name="Dr. Khurram Jadoon khan Asstt. Professor FCS" userId="684a1a15-bea5-4a17-9b67-1313be309245" providerId="ADAL" clId="{D3FE86FC-6D8F-4FE7-A444-E0940AEEBE47}" dt="2024-04-15T12:12:15.480" v="517" actId="1076"/>
          <ac:spMkLst>
            <pc:docMk/>
            <pc:sldMk cId="0" sldId="280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D3FE86FC-6D8F-4FE7-A444-E0940AEEBE47}" dt="2024-04-15T12:12:13.610" v="516" actId="1076"/>
          <ac:spMkLst>
            <pc:docMk/>
            <pc:sldMk cId="0" sldId="280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D3FE86FC-6D8F-4FE7-A444-E0940AEEBE47}" dt="2024-04-15T12:12:13.610" v="516" actId="1076"/>
          <ac:spMkLst>
            <pc:docMk/>
            <pc:sldMk cId="0" sldId="280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D3FE86FC-6D8F-4FE7-A444-E0940AEEBE47}" dt="2024-04-15T12:13:02.030" v="523" actId="1076"/>
          <ac:spMkLst>
            <pc:docMk/>
            <pc:sldMk cId="0" sldId="280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D3FE86FC-6D8F-4FE7-A444-E0940AEEBE47}" dt="2024-04-15T12:12:13.610" v="516" actId="1076"/>
          <ac:spMkLst>
            <pc:docMk/>
            <pc:sldMk cId="0" sldId="280"/>
            <ac:spMk id="6" creationId="{00000000-0000-0000-0000-000000000000}"/>
          </ac:spMkLst>
        </pc:spChg>
        <pc:spChg chg="mod">
          <ac:chgData name="Dr. Khurram Jadoon khan Asstt. Professor FCS" userId="684a1a15-bea5-4a17-9b67-1313be309245" providerId="ADAL" clId="{D3FE86FC-6D8F-4FE7-A444-E0940AEEBE47}" dt="2024-04-15T12:12:13.610" v="516" actId="1076"/>
          <ac:spMkLst>
            <pc:docMk/>
            <pc:sldMk cId="0" sldId="280"/>
            <ac:spMk id="8" creationId="{00000000-0000-0000-0000-000000000000}"/>
          </ac:spMkLst>
        </pc:spChg>
        <pc:spChg chg="mod">
          <ac:chgData name="Dr. Khurram Jadoon khan Asstt. Professor FCS" userId="684a1a15-bea5-4a17-9b67-1313be309245" providerId="ADAL" clId="{D3FE86FC-6D8F-4FE7-A444-E0940AEEBE47}" dt="2024-04-15T12:12:13.610" v="516" actId="1076"/>
          <ac:spMkLst>
            <pc:docMk/>
            <pc:sldMk cId="0" sldId="280"/>
            <ac:spMk id="9" creationId="{00000000-0000-0000-0000-000000000000}"/>
          </ac:spMkLst>
        </pc:spChg>
        <pc:spChg chg="mod">
          <ac:chgData name="Dr. Khurram Jadoon khan Asstt. Professor FCS" userId="684a1a15-bea5-4a17-9b67-1313be309245" providerId="ADAL" clId="{D3FE86FC-6D8F-4FE7-A444-E0940AEEBE47}" dt="2024-04-15T12:12:13.610" v="516" actId="1076"/>
          <ac:spMkLst>
            <pc:docMk/>
            <pc:sldMk cId="0" sldId="280"/>
            <ac:spMk id="10" creationId="{00000000-0000-0000-0000-000000000000}"/>
          </ac:spMkLst>
        </pc:spChg>
        <pc:spChg chg="mod">
          <ac:chgData name="Dr. Khurram Jadoon khan Asstt. Professor FCS" userId="684a1a15-bea5-4a17-9b67-1313be309245" providerId="ADAL" clId="{D3FE86FC-6D8F-4FE7-A444-E0940AEEBE47}" dt="2024-04-15T12:12:13.610" v="516" actId="1076"/>
          <ac:spMkLst>
            <pc:docMk/>
            <pc:sldMk cId="0" sldId="280"/>
            <ac:spMk id="11" creationId="{00000000-0000-0000-0000-000000000000}"/>
          </ac:spMkLst>
        </pc:spChg>
        <pc:spChg chg="mod">
          <ac:chgData name="Dr. Khurram Jadoon khan Asstt. Professor FCS" userId="684a1a15-bea5-4a17-9b67-1313be309245" providerId="ADAL" clId="{D3FE86FC-6D8F-4FE7-A444-E0940AEEBE47}" dt="2024-04-15T12:12:13.610" v="516" actId="1076"/>
          <ac:spMkLst>
            <pc:docMk/>
            <pc:sldMk cId="0" sldId="280"/>
            <ac:spMk id="12" creationId="{00000000-0000-0000-0000-000000000000}"/>
          </ac:spMkLst>
        </pc:spChg>
        <pc:spChg chg="mod">
          <ac:chgData name="Dr. Khurram Jadoon khan Asstt. Professor FCS" userId="684a1a15-bea5-4a17-9b67-1313be309245" providerId="ADAL" clId="{D3FE86FC-6D8F-4FE7-A444-E0940AEEBE47}" dt="2024-04-15T12:12:13.610" v="516" actId="1076"/>
          <ac:spMkLst>
            <pc:docMk/>
            <pc:sldMk cId="0" sldId="280"/>
            <ac:spMk id="13" creationId="{00000000-0000-0000-0000-000000000000}"/>
          </ac:spMkLst>
        </pc:spChg>
        <pc:spChg chg="mod">
          <ac:chgData name="Dr. Khurram Jadoon khan Asstt. Professor FCS" userId="684a1a15-bea5-4a17-9b67-1313be309245" providerId="ADAL" clId="{D3FE86FC-6D8F-4FE7-A444-E0940AEEBE47}" dt="2024-04-15T12:12:13.610" v="516" actId="1076"/>
          <ac:spMkLst>
            <pc:docMk/>
            <pc:sldMk cId="0" sldId="280"/>
            <ac:spMk id="14" creationId="{00000000-0000-0000-0000-000000000000}"/>
          </ac:spMkLst>
        </pc:spChg>
        <pc:spChg chg="mod">
          <ac:chgData name="Dr. Khurram Jadoon khan Asstt. Professor FCS" userId="684a1a15-bea5-4a17-9b67-1313be309245" providerId="ADAL" clId="{D3FE86FC-6D8F-4FE7-A444-E0940AEEBE47}" dt="2024-04-15T12:12:13.610" v="516" actId="1076"/>
          <ac:spMkLst>
            <pc:docMk/>
            <pc:sldMk cId="0" sldId="280"/>
            <ac:spMk id="15" creationId="{00000000-0000-0000-0000-000000000000}"/>
          </ac:spMkLst>
        </pc:spChg>
        <pc:spChg chg="mod">
          <ac:chgData name="Dr. Khurram Jadoon khan Asstt. Professor FCS" userId="684a1a15-bea5-4a17-9b67-1313be309245" providerId="ADAL" clId="{D3FE86FC-6D8F-4FE7-A444-E0940AEEBE47}" dt="2024-04-15T12:13:02.030" v="523" actId="1076"/>
          <ac:spMkLst>
            <pc:docMk/>
            <pc:sldMk cId="0" sldId="280"/>
            <ac:spMk id="16" creationId="{00000000-0000-0000-0000-000000000000}"/>
          </ac:spMkLst>
        </pc:spChg>
        <pc:spChg chg="mod">
          <ac:chgData name="Dr. Khurram Jadoon khan Asstt. Professor FCS" userId="684a1a15-bea5-4a17-9b67-1313be309245" providerId="ADAL" clId="{D3FE86FC-6D8F-4FE7-A444-E0940AEEBE47}" dt="2024-04-15T12:13:02.030" v="523" actId="1076"/>
          <ac:spMkLst>
            <pc:docMk/>
            <pc:sldMk cId="0" sldId="280"/>
            <ac:spMk id="17" creationId="{00000000-0000-0000-0000-000000000000}"/>
          </ac:spMkLst>
        </pc:spChg>
        <pc:spChg chg="mod">
          <ac:chgData name="Dr. Khurram Jadoon khan Asstt. Professor FCS" userId="684a1a15-bea5-4a17-9b67-1313be309245" providerId="ADAL" clId="{D3FE86FC-6D8F-4FE7-A444-E0940AEEBE47}" dt="2024-04-15T12:13:02.030" v="523" actId="1076"/>
          <ac:spMkLst>
            <pc:docMk/>
            <pc:sldMk cId="0" sldId="280"/>
            <ac:spMk id="18" creationId="{00000000-0000-0000-0000-000000000000}"/>
          </ac:spMkLst>
        </pc:spChg>
        <pc:spChg chg="mod">
          <ac:chgData name="Dr. Khurram Jadoon khan Asstt. Professor FCS" userId="684a1a15-bea5-4a17-9b67-1313be309245" providerId="ADAL" clId="{D3FE86FC-6D8F-4FE7-A444-E0940AEEBE47}" dt="2024-04-15T12:13:02.030" v="523" actId="1076"/>
          <ac:spMkLst>
            <pc:docMk/>
            <pc:sldMk cId="0" sldId="280"/>
            <ac:spMk id="19" creationId="{00000000-0000-0000-0000-000000000000}"/>
          </ac:spMkLst>
        </pc:spChg>
        <pc:spChg chg="mod">
          <ac:chgData name="Dr. Khurram Jadoon khan Asstt. Professor FCS" userId="684a1a15-bea5-4a17-9b67-1313be309245" providerId="ADAL" clId="{D3FE86FC-6D8F-4FE7-A444-E0940AEEBE47}" dt="2024-04-15T12:13:02.030" v="523" actId="1076"/>
          <ac:spMkLst>
            <pc:docMk/>
            <pc:sldMk cId="0" sldId="280"/>
            <ac:spMk id="20" creationId="{00000000-0000-0000-0000-000000000000}"/>
          </ac:spMkLst>
        </pc:spChg>
        <pc:spChg chg="mod">
          <ac:chgData name="Dr. Khurram Jadoon khan Asstt. Professor FCS" userId="684a1a15-bea5-4a17-9b67-1313be309245" providerId="ADAL" clId="{D3FE86FC-6D8F-4FE7-A444-E0940AEEBE47}" dt="2024-04-15T12:13:02.030" v="523" actId="1076"/>
          <ac:spMkLst>
            <pc:docMk/>
            <pc:sldMk cId="0" sldId="280"/>
            <ac:spMk id="21" creationId="{00000000-0000-0000-0000-000000000000}"/>
          </ac:spMkLst>
        </pc:spChg>
        <pc:spChg chg="mod">
          <ac:chgData name="Dr. Khurram Jadoon khan Asstt. Professor FCS" userId="684a1a15-bea5-4a17-9b67-1313be309245" providerId="ADAL" clId="{D3FE86FC-6D8F-4FE7-A444-E0940AEEBE47}" dt="2024-04-15T12:13:02.030" v="523" actId="1076"/>
          <ac:spMkLst>
            <pc:docMk/>
            <pc:sldMk cId="0" sldId="280"/>
            <ac:spMk id="22" creationId="{00000000-0000-0000-0000-000000000000}"/>
          </ac:spMkLst>
        </pc:spChg>
        <pc:spChg chg="mod">
          <ac:chgData name="Dr. Khurram Jadoon khan Asstt. Professor FCS" userId="684a1a15-bea5-4a17-9b67-1313be309245" providerId="ADAL" clId="{D3FE86FC-6D8F-4FE7-A444-E0940AEEBE47}" dt="2024-04-15T12:13:02.030" v="523" actId="1076"/>
          <ac:spMkLst>
            <pc:docMk/>
            <pc:sldMk cId="0" sldId="280"/>
            <ac:spMk id="23" creationId="{00000000-0000-0000-0000-000000000000}"/>
          </ac:spMkLst>
        </pc:spChg>
        <pc:spChg chg="mod">
          <ac:chgData name="Dr. Khurram Jadoon khan Asstt. Professor FCS" userId="684a1a15-bea5-4a17-9b67-1313be309245" providerId="ADAL" clId="{D3FE86FC-6D8F-4FE7-A444-E0940AEEBE47}" dt="2024-04-15T12:13:02.030" v="523" actId="1076"/>
          <ac:spMkLst>
            <pc:docMk/>
            <pc:sldMk cId="0" sldId="280"/>
            <ac:spMk id="24" creationId="{00000000-0000-0000-0000-000000000000}"/>
          </ac:spMkLst>
        </pc:spChg>
        <pc:spChg chg="mod">
          <ac:chgData name="Dr. Khurram Jadoon khan Asstt. Professor FCS" userId="684a1a15-bea5-4a17-9b67-1313be309245" providerId="ADAL" clId="{D3FE86FC-6D8F-4FE7-A444-E0940AEEBE47}" dt="2024-04-15T12:13:02.030" v="523" actId="1076"/>
          <ac:spMkLst>
            <pc:docMk/>
            <pc:sldMk cId="0" sldId="280"/>
            <ac:spMk id="25" creationId="{00000000-0000-0000-0000-000000000000}"/>
          </ac:spMkLst>
        </pc:spChg>
        <pc:spChg chg="mod">
          <ac:chgData name="Dr. Khurram Jadoon khan Asstt. Professor FCS" userId="684a1a15-bea5-4a17-9b67-1313be309245" providerId="ADAL" clId="{D3FE86FC-6D8F-4FE7-A444-E0940AEEBE47}" dt="2024-04-15T12:13:02.030" v="523" actId="1076"/>
          <ac:spMkLst>
            <pc:docMk/>
            <pc:sldMk cId="0" sldId="280"/>
            <ac:spMk id="26" creationId="{00000000-0000-0000-0000-000000000000}"/>
          </ac:spMkLst>
        </pc:spChg>
        <pc:spChg chg="mod">
          <ac:chgData name="Dr. Khurram Jadoon khan Asstt. Professor FCS" userId="684a1a15-bea5-4a17-9b67-1313be309245" providerId="ADAL" clId="{D3FE86FC-6D8F-4FE7-A444-E0940AEEBE47}" dt="2024-04-15T12:13:02.030" v="523" actId="1076"/>
          <ac:spMkLst>
            <pc:docMk/>
            <pc:sldMk cId="0" sldId="280"/>
            <ac:spMk id="27" creationId="{00000000-0000-0000-0000-000000000000}"/>
          </ac:spMkLst>
        </pc:spChg>
        <pc:spChg chg="del mod">
          <ac:chgData name="Dr. Khurram Jadoon khan Asstt. Professor FCS" userId="684a1a15-bea5-4a17-9b67-1313be309245" providerId="ADAL" clId="{D3FE86FC-6D8F-4FE7-A444-E0940AEEBE47}" dt="2024-04-15T12:12:45.281" v="520" actId="478"/>
          <ac:spMkLst>
            <pc:docMk/>
            <pc:sldMk cId="0" sldId="280"/>
            <ac:spMk id="29" creationId="{00000000-0000-0000-0000-000000000000}"/>
          </ac:spMkLst>
        </pc:spChg>
        <pc:spChg chg="add mod">
          <ac:chgData name="Dr. Khurram Jadoon khan Asstt. Professor FCS" userId="684a1a15-bea5-4a17-9b67-1313be309245" providerId="ADAL" clId="{D3FE86FC-6D8F-4FE7-A444-E0940AEEBE47}" dt="2024-04-16T11:54:58.648" v="737" actId="313"/>
          <ac:spMkLst>
            <pc:docMk/>
            <pc:sldMk cId="0" sldId="280"/>
            <ac:spMk id="29" creationId="{5F5D051E-3B13-2D2D-A54B-1B38C1E671CA}"/>
          </ac:spMkLst>
        </pc:spChg>
        <pc:graphicFrameChg chg="mod">
          <ac:chgData name="Dr. Khurram Jadoon khan Asstt. Professor FCS" userId="684a1a15-bea5-4a17-9b67-1313be309245" providerId="ADAL" clId="{D3FE86FC-6D8F-4FE7-A444-E0940AEEBE47}" dt="2024-04-15T12:12:13.610" v="516" actId="1076"/>
          <ac:graphicFrameMkLst>
            <pc:docMk/>
            <pc:sldMk cId="0" sldId="280"/>
            <ac:graphicFrameMk id="7" creationId="{00000000-0000-0000-0000-000000000000}"/>
          </ac:graphicFrameMkLst>
        </pc:graphicFrameChg>
        <pc:graphicFrameChg chg="mod modGraphic">
          <ac:chgData name="Dr. Khurram Jadoon khan Asstt. Professor FCS" userId="684a1a15-bea5-4a17-9b67-1313be309245" providerId="ADAL" clId="{D3FE86FC-6D8F-4FE7-A444-E0940AEEBE47}" dt="2024-04-15T12:12:52.242" v="522" actId="14100"/>
          <ac:graphicFrameMkLst>
            <pc:docMk/>
            <pc:sldMk cId="0" sldId="280"/>
            <ac:graphicFrameMk id="28" creationId="{00000000-0000-0000-0000-000000000000}"/>
          </ac:graphicFrameMkLst>
        </pc:graphicFrameChg>
        <pc:picChg chg="add mod">
          <ac:chgData name="Dr. Khurram Jadoon khan Asstt. Professor FCS" userId="684a1a15-bea5-4a17-9b67-1313be309245" providerId="ADAL" clId="{D3FE86FC-6D8F-4FE7-A444-E0940AEEBE47}" dt="2024-04-15T12:13:21.227" v="529" actId="14100"/>
          <ac:picMkLst>
            <pc:docMk/>
            <pc:sldMk cId="0" sldId="280"/>
            <ac:picMk id="31" creationId="{E27CF79C-0027-B0B6-EFAC-3B79336E5BEF}"/>
          </ac:picMkLst>
        </pc:picChg>
      </pc:sldChg>
      <pc:sldChg chg="modSp mod">
        <pc:chgData name="Dr. Khurram Jadoon khan Asstt. Professor FCS" userId="684a1a15-bea5-4a17-9b67-1313be309245" providerId="ADAL" clId="{D3FE86FC-6D8F-4FE7-A444-E0940AEEBE47}" dt="2024-04-16T11:03:31.046" v="591" actId="20577"/>
        <pc:sldMkLst>
          <pc:docMk/>
          <pc:sldMk cId="0" sldId="281"/>
        </pc:sldMkLst>
        <pc:spChg chg="mod">
          <ac:chgData name="Dr. Khurram Jadoon khan Asstt. Professor FCS" userId="684a1a15-bea5-4a17-9b67-1313be309245" providerId="ADAL" clId="{D3FE86FC-6D8F-4FE7-A444-E0940AEEBE47}" dt="2024-04-16T11:03:31.046" v="591" actId="20577"/>
          <ac:spMkLst>
            <pc:docMk/>
            <pc:sldMk cId="0" sldId="281"/>
            <ac:spMk id="4" creationId="{00000000-0000-0000-0000-000000000000}"/>
          </ac:spMkLst>
        </pc:spChg>
      </pc:sldChg>
      <pc:sldChg chg="addSp modSp mod">
        <pc:chgData name="Dr. Khurram Jadoon khan Asstt. Professor FCS" userId="684a1a15-bea5-4a17-9b67-1313be309245" providerId="ADAL" clId="{D3FE86FC-6D8F-4FE7-A444-E0940AEEBE47}" dt="2024-04-16T11:20:19.247" v="605" actId="20577"/>
        <pc:sldMkLst>
          <pc:docMk/>
          <pc:sldMk cId="0" sldId="285"/>
        </pc:sldMkLst>
        <pc:spChg chg="add mod">
          <ac:chgData name="Dr. Khurram Jadoon khan Asstt. Professor FCS" userId="684a1a15-bea5-4a17-9b67-1313be309245" providerId="ADAL" clId="{D3FE86FC-6D8F-4FE7-A444-E0940AEEBE47}" dt="2024-04-16T11:20:19.247" v="605" actId="20577"/>
          <ac:spMkLst>
            <pc:docMk/>
            <pc:sldMk cId="0" sldId="285"/>
            <ac:spMk id="22" creationId="{ED414BF4-E98C-82B3-49D4-58C69572DF08}"/>
          </ac:spMkLst>
        </pc:spChg>
      </pc:sldChg>
      <pc:sldChg chg="add del">
        <pc:chgData name="Dr. Khurram Jadoon khan Asstt. Professor FCS" userId="684a1a15-bea5-4a17-9b67-1313be309245" providerId="ADAL" clId="{D3FE86FC-6D8F-4FE7-A444-E0940AEEBE47}" dt="2024-04-16T11:35:54.597" v="628" actId="47"/>
        <pc:sldMkLst>
          <pc:docMk/>
          <pc:sldMk cId="0" sldId="286"/>
        </pc:sldMkLst>
      </pc:sldChg>
      <pc:sldChg chg="addSp delSp modSp mod">
        <pc:chgData name="Dr. Khurram Jadoon khan Asstt. Professor FCS" userId="684a1a15-bea5-4a17-9b67-1313be309245" providerId="ADAL" clId="{D3FE86FC-6D8F-4FE7-A444-E0940AEEBE47}" dt="2024-04-16T11:40:02.763" v="655" actId="1076"/>
        <pc:sldMkLst>
          <pc:docMk/>
          <pc:sldMk cId="0" sldId="288"/>
        </pc:sldMkLst>
        <pc:spChg chg="mod">
          <ac:chgData name="Dr. Khurram Jadoon khan Asstt. Professor FCS" userId="684a1a15-bea5-4a17-9b67-1313be309245" providerId="ADAL" clId="{D3FE86FC-6D8F-4FE7-A444-E0940AEEBE47}" dt="2024-04-16T11:35:48.266" v="620" actId="1076"/>
          <ac:spMkLst>
            <pc:docMk/>
            <pc:sldMk cId="0" sldId="288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D3FE86FC-6D8F-4FE7-A444-E0940AEEBE47}" dt="2024-04-16T11:35:47.672" v="618" actId="1076"/>
          <ac:spMkLst>
            <pc:docMk/>
            <pc:sldMk cId="0" sldId="288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D3FE86FC-6D8F-4FE7-A444-E0940AEEBE47}" dt="2024-04-16T11:35:48.019" v="619" actId="1076"/>
          <ac:spMkLst>
            <pc:docMk/>
            <pc:sldMk cId="0" sldId="288"/>
            <ac:spMk id="5" creationId="{00000000-0000-0000-0000-000000000000}"/>
          </ac:spMkLst>
        </pc:spChg>
        <pc:spChg chg="add del">
          <ac:chgData name="Dr. Khurram Jadoon khan Asstt. Professor FCS" userId="684a1a15-bea5-4a17-9b67-1313be309245" providerId="ADAL" clId="{D3FE86FC-6D8F-4FE7-A444-E0940AEEBE47}" dt="2024-04-16T11:37:14.844" v="637" actId="478"/>
          <ac:spMkLst>
            <pc:docMk/>
            <pc:sldMk cId="0" sldId="288"/>
            <ac:spMk id="6" creationId="{00000000-0000-0000-0000-000000000000}"/>
          </ac:spMkLst>
        </pc:spChg>
        <pc:spChg chg="add del">
          <ac:chgData name="Dr. Khurram Jadoon khan Asstt. Professor FCS" userId="684a1a15-bea5-4a17-9b67-1313be309245" providerId="ADAL" clId="{D3FE86FC-6D8F-4FE7-A444-E0940AEEBE47}" dt="2024-04-16T11:37:14.844" v="637" actId="478"/>
          <ac:spMkLst>
            <pc:docMk/>
            <pc:sldMk cId="0" sldId="288"/>
            <ac:spMk id="7" creationId="{00000000-0000-0000-0000-000000000000}"/>
          </ac:spMkLst>
        </pc:spChg>
        <pc:spChg chg="add del">
          <ac:chgData name="Dr. Khurram Jadoon khan Asstt. Professor FCS" userId="684a1a15-bea5-4a17-9b67-1313be309245" providerId="ADAL" clId="{D3FE86FC-6D8F-4FE7-A444-E0940AEEBE47}" dt="2024-04-16T11:37:23.251" v="646" actId="478"/>
          <ac:spMkLst>
            <pc:docMk/>
            <pc:sldMk cId="0" sldId="288"/>
            <ac:spMk id="8" creationId="{00000000-0000-0000-0000-000000000000}"/>
          </ac:spMkLst>
        </pc:spChg>
        <pc:spChg chg="add del">
          <ac:chgData name="Dr. Khurram Jadoon khan Asstt. Professor FCS" userId="684a1a15-bea5-4a17-9b67-1313be309245" providerId="ADAL" clId="{D3FE86FC-6D8F-4FE7-A444-E0940AEEBE47}" dt="2024-04-16T11:37:14.844" v="637" actId="478"/>
          <ac:spMkLst>
            <pc:docMk/>
            <pc:sldMk cId="0" sldId="288"/>
            <ac:spMk id="9" creationId="{00000000-0000-0000-0000-000000000000}"/>
          </ac:spMkLst>
        </pc:spChg>
        <pc:spChg chg="add del">
          <ac:chgData name="Dr. Khurram Jadoon khan Asstt. Professor FCS" userId="684a1a15-bea5-4a17-9b67-1313be309245" providerId="ADAL" clId="{D3FE86FC-6D8F-4FE7-A444-E0940AEEBE47}" dt="2024-04-16T11:37:14.844" v="637" actId="478"/>
          <ac:spMkLst>
            <pc:docMk/>
            <pc:sldMk cId="0" sldId="288"/>
            <ac:spMk id="10" creationId="{00000000-0000-0000-0000-000000000000}"/>
          </ac:spMkLst>
        </pc:spChg>
        <pc:spChg chg="add del">
          <ac:chgData name="Dr. Khurram Jadoon khan Asstt. Professor FCS" userId="684a1a15-bea5-4a17-9b67-1313be309245" providerId="ADAL" clId="{D3FE86FC-6D8F-4FE7-A444-E0940AEEBE47}" dt="2024-04-16T11:37:14.844" v="637" actId="478"/>
          <ac:spMkLst>
            <pc:docMk/>
            <pc:sldMk cId="0" sldId="288"/>
            <ac:spMk id="11" creationId="{00000000-0000-0000-0000-000000000000}"/>
          </ac:spMkLst>
        </pc:spChg>
        <pc:spChg chg="add del">
          <ac:chgData name="Dr. Khurram Jadoon khan Asstt. Professor FCS" userId="684a1a15-bea5-4a17-9b67-1313be309245" providerId="ADAL" clId="{D3FE86FC-6D8F-4FE7-A444-E0940AEEBE47}" dt="2024-04-16T11:37:14.844" v="637" actId="478"/>
          <ac:spMkLst>
            <pc:docMk/>
            <pc:sldMk cId="0" sldId="288"/>
            <ac:spMk id="12" creationId="{00000000-0000-0000-0000-000000000000}"/>
          </ac:spMkLst>
        </pc:spChg>
        <pc:spChg chg="add del">
          <ac:chgData name="Dr. Khurram Jadoon khan Asstt. Professor FCS" userId="684a1a15-bea5-4a17-9b67-1313be309245" providerId="ADAL" clId="{D3FE86FC-6D8F-4FE7-A444-E0940AEEBE47}" dt="2024-04-16T11:37:14.844" v="637" actId="478"/>
          <ac:spMkLst>
            <pc:docMk/>
            <pc:sldMk cId="0" sldId="288"/>
            <ac:spMk id="13" creationId="{00000000-0000-0000-0000-000000000000}"/>
          </ac:spMkLst>
        </pc:spChg>
        <pc:spChg chg="add del">
          <ac:chgData name="Dr. Khurram Jadoon khan Asstt. Professor FCS" userId="684a1a15-bea5-4a17-9b67-1313be309245" providerId="ADAL" clId="{D3FE86FC-6D8F-4FE7-A444-E0940AEEBE47}" dt="2024-04-16T11:37:21.029" v="645" actId="478"/>
          <ac:spMkLst>
            <pc:docMk/>
            <pc:sldMk cId="0" sldId="288"/>
            <ac:spMk id="14" creationId="{00000000-0000-0000-0000-000000000000}"/>
          </ac:spMkLst>
        </pc:spChg>
        <pc:spChg chg="add del">
          <ac:chgData name="Dr. Khurram Jadoon khan Asstt. Professor FCS" userId="684a1a15-bea5-4a17-9b67-1313be309245" providerId="ADAL" clId="{D3FE86FC-6D8F-4FE7-A444-E0940AEEBE47}" dt="2024-04-16T11:37:14.844" v="637" actId="478"/>
          <ac:spMkLst>
            <pc:docMk/>
            <pc:sldMk cId="0" sldId="288"/>
            <ac:spMk id="15" creationId="{00000000-0000-0000-0000-000000000000}"/>
          </ac:spMkLst>
        </pc:spChg>
        <pc:spChg chg="add del">
          <ac:chgData name="Dr. Khurram Jadoon khan Asstt. Professor FCS" userId="684a1a15-bea5-4a17-9b67-1313be309245" providerId="ADAL" clId="{D3FE86FC-6D8F-4FE7-A444-E0940AEEBE47}" dt="2024-04-16T11:37:14.844" v="637" actId="478"/>
          <ac:spMkLst>
            <pc:docMk/>
            <pc:sldMk cId="0" sldId="288"/>
            <ac:spMk id="16" creationId="{00000000-0000-0000-0000-000000000000}"/>
          </ac:spMkLst>
        </pc:spChg>
        <pc:spChg chg="add del">
          <ac:chgData name="Dr. Khurram Jadoon khan Asstt. Professor FCS" userId="684a1a15-bea5-4a17-9b67-1313be309245" providerId="ADAL" clId="{D3FE86FC-6D8F-4FE7-A444-E0940AEEBE47}" dt="2024-04-16T11:37:14.844" v="637" actId="478"/>
          <ac:spMkLst>
            <pc:docMk/>
            <pc:sldMk cId="0" sldId="288"/>
            <ac:spMk id="17" creationId="{00000000-0000-0000-0000-000000000000}"/>
          </ac:spMkLst>
        </pc:spChg>
        <pc:spChg chg="mod">
          <ac:chgData name="Dr. Khurram Jadoon khan Asstt. Professor FCS" userId="684a1a15-bea5-4a17-9b67-1313be309245" providerId="ADAL" clId="{D3FE86FC-6D8F-4FE7-A444-E0940AEEBE47}" dt="2024-04-16T11:37:30.343" v="648" actId="1076"/>
          <ac:spMkLst>
            <pc:docMk/>
            <pc:sldMk cId="0" sldId="288"/>
            <ac:spMk id="18" creationId="{00000000-0000-0000-0000-000000000000}"/>
          </ac:spMkLst>
        </pc:spChg>
        <pc:spChg chg="add del">
          <ac:chgData name="Dr. Khurram Jadoon khan Asstt. Professor FCS" userId="684a1a15-bea5-4a17-9b67-1313be309245" providerId="ADAL" clId="{D3FE86FC-6D8F-4FE7-A444-E0940AEEBE47}" dt="2024-04-16T11:37:14.844" v="637" actId="478"/>
          <ac:spMkLst>
            <pc:docMk/>
            <pc:sldMk cId="0" sldId="288"/>
            <ac:spMk id="19" creationId="{00000000-0000-0000-0000-000000000000}"/>
          </ac:spMkLst>
        </pc:spChg>
        <pc:spChg chg="add del">
          <ac:chgData name="Dr. Khurram Jadoon khan Asstt. Professor FCS" userId="684a1a15-bea5-4a17-9b67-1313be309245" providerId="ADAL" clId="{D3FE86FC-6D8F-4FE7-A444-E0940AEEBE47}" dt="2024-04-16T11:37:14.844" v="637" actId="478"/>
          <ac:spMkLst>
            <pc:docMk/>
            <pc:sldMk cId="0" sldId="288"/>
            <ac:spMk id="20" creationId="{00000000-0000-0000-0000-000000000000}"/>
          </ac:spMkLst>
        </pc:spChg>
        <pc:spChg chg="add del">
          <ac:chgData name="Dr. Khurram Jadoon khan Asstt. Professor FCS" userId="684a1a15-bea5-4a17-9b67-1313be309245" providerId="ADAL" clId="{D3FE86FC-6D8F-4FE7-A444-E0940AEEBE47}" dt="2024-04-16T11:37:14.844" v="637" actId="478"/>
          <ac:spMkLst>
            <pc:docMk/>
            <pc:sldMk cId="0" sldId="288"/>
            <ac:spMk id="21" creationId="{00000000-0000-0000-0000-000000000000}"/>
          </ac:spMkLst>
        </pc:spChg>
        <pc:spChg chg="add del">
          <ac:chgData name="Dr. Khurram Jadoon khan Asstt. Professor FCS" userId="684a1a15-bea5-4a17-9b67-1313be309245" providerId="ADAL" clId="{D3FE86FC-6D8F-4FE7-A444-E0940AEEBE47}" dt="2024-04-16T11:37:14.844" v="637" actId="478"/>
          <ac:spMkLst>
            <pc:docMk/>
            <pc:sldMk cId="0" sldId="288"/>
            <ac:spMk id="22" creationId="{00000000-0000-0000-0000-000000000000}"/>
          </ac:spMkLst>
        </pc:spChg>
        <pc:spChg chg="mod">
          <ac:chgData name="Dr. Khurram Jadoon khan Asstt. Professor FCS" userId="684a1a15-bea5-4a17-9b67-1313be309245" providerId="ADAL" clId="{D3FE86FC-6D8F-4FE7-A444-E0940AEEBE47}" dt="2024-04-16T11:40:00.472" v="654"/>
          <ac:spMkLst>
            <pc:docMk/>
            <pc:sldMk cId="0" sldId="288"/>
            <ac:spMk id="24" creationId="{5A3EEE93-68C5-767F-0395-3FD0274D99F9}"/>
          </ac:spMkLst>
        </pc:spChg>
        <pc:spChg chg="mod">
          <ac:chgData name="Dr. Khurram Jadoon khan Asstt. Professor FCS" userId="684a1a15-bea5-4a17-9b67-1313be309245" providerId="ADAL" clId="{D3FE86FC-6D8F-4FE7-A444-E0940AEEBE47}" dt="2024-04-16T11:40:00.472" v="654"/>
          <ac:spMkLst>
            <pc:docMk/>
            <pc:sldMk cId="0" sldId="288"/>
            <ac:spMk id="25" creationId="{3A42F423-BE77-7D9C-F6A9-EF4705CEDD56}"/>
          </ac:spMkLst>
        </pc:spChg>
        <pc:spChg chg="mod">
          <ac:chgData name="Dr. Khurram Jadoon khan Asstt. Professor FCS" userId="684a1a15-bea5-4a17-9b67-1313be309245" providerId="ADAL" clId="{D3FE86FC-6D8F-4FE7-A444-E0940AEEBE47}" dt="2024-04-16T11:40:00.472" v="654"/>
          <ac:spMkLst>
            <pc:docMk/>
            <pc:sldMk cId="0" sldId="288"/>
            <ac:spMk id="26" creationId="{F4C6183C-23DA-D16B-163A-CAFBFFC920B5}"/>
          </ac:spMkLst>
        </pc:spChg>
        <pc:spChg chg="mod">
          <ac:chgData name="Dr. Khurram Jadoon khan Asstt. Professor FCS" userId="684a1a15-bea5-4a17-9b67-1313be309245" providerId="ADAL" clId="{D3FE86FC-6D8F-4FE7-A444-E0940AEEBE47}" dt="2024-04-16T11:40:00.472" v="654"/>
          <ac:spMkLst>
            <pc:docMk/>
            <pc:sldMk cId="0" sldId="288"/>
            <ac:spMk id="27" creationId="{E70EE11F-927C-BAB7-9681-5B7B7351399D}"/>
          </ac:spMkLst>
        </pc:spChg>
        <pc:spChg chg="mod">
          <ac:chgData name="Dr. Khurram Jadoon khan Asstt. Professor FCS" userId="684a1a15-bea5-4a17-9b67-1313be309245" providerId="ADAL" clId="{D3FE86FC-6D8F-4FE7-A444-E0940AEEBE47}" dt="2024-04-16T11:40:00.472" v="654"/>
          <ac:spMkLst>
            <pc:docMk/>
            <pc:sldMk cId="0" sldId="288"/>
            <ac:spMk id="28" creationId="{4FE83BA9-958A-BFAD-0167-F7450AFBD260}"/>
          </ac:spMkLst>
        </pc:spChg>
        <pc:spChg chg="mod">
          <ac:chgData name="Dr. Khurram Jadoon khan Asstt. Professor FCS" userId="684a1a15-bea5-4a17-9b67-1313be309245" providerId="ADAL" clId="{D3FE86FC-6D8F-4FE7-A444-E0940AEEBE47}" dt="2024-04-16T11:40:00.472" v="654"/>
          <ac:spMkLst>
            <pc:docMk/>
            <pc:sldMk cId="0" sldId="288"/>
            <ac:spMk id="29" creationId="{07B8972B-6E8F-E2E7-5447-9B137747826C}"/>
          </ac:spMkLst>
        </pc:spChg>
        <pc:spChg chg="mod">
          <ac:chgData name="Dr. Khurram Jadoon khan Asstt. Professor FCS" userId="684a1a15-bea5-4a17-9b67-1313be309245" providerId="ADAL" clId="{D3FE86FC-6D8F-4FE7-A444-E0940AEEBE47}" dt="2024-04-16T11:40:00.472" v="654"/>
          <ac:spMkLst>
            <pc:docMk/>
            <pc:sldMk cId="0" sldId="288"/>
            <ac:spMk id="30" creationId="{7636A1B5-9025-D00F-F084-15F8C2AD40D2}"/>
          </ac:spMkLst>
        </pc:spChg>
        <pc:spChg chg="mod">
          <ac:chgData name="Dr. Khurram Jadoon khan Asstt. Professor FCS" userId="684a1a15-bea5-4a17-9b67-1313be309245" providerId="ADAL" clId="{D3FE86FC-6D8F-4FE7-A444-E0940AEEBE47}" dt="2024-04-16T11:40:00.472" v="654"/>
          <ac:spMkLst>
            <pc:docMk/>
            <pc:sldMk cId="0" sldId="288"/>
            <ac:spMk id="31" creationId="{72EA5521-C642-D957-9175-78E1292FFA3F}"/>
          </ac:spMkLst>
        </pc:spChg>
        <pc:spChg chg="mod">
          <ac:chgData name="Dr. Khurram Jadoon khan Asstt. Professor FCS" userId="684a1a15-bea5-4a17-9b67-1313be309245" providerId="ADAL" clId="{D3FE86FC-6D8F-4FE7-A444-E0940AEEBE47}" dt="2024-04-16T11:40:00.472" v="654"/>
          <ac:spMkLst>
            <pc:docMk/>
            <pc:sldMk cId="0" sldId="288"/>
            <ac:spMk id="32" creationId="{C00E0D6D-BE13-7222-A68A-F2171E752E21}"/>
          </ac:spMkLst>
        </pc:spChg>
        <pc:spChg chg="mod">
          <ac:chgData name="Dr. Khurram Jadoon khan Asstt. Professor FCS" userId="684a1a15-bea5-4a17-9b67-1313be309245" providerId="ADAL" clId="{D3FE86FC-6D8F-4FE7-A444-E0940AEEBE47}" dt="2024-04-16T11:40:00.472" v="654"/>
          <ac:spMkLst>
            <pc:docMk/>
            <pc:sldMk cId="0" sldId="288"/>
            <ac:spMk id="33" creationId="{30551F9D-C52A-D21C-B676-30C2BF2CE0E4}"/>
          </ac:spMkLst>
        </pc:spChg>
        <pc:spChg chg="mod">
          <ac:chgData name="Dr. Khurram Jadoon khan Asstt. Professor FCS" userId="684a1a15-bea5-4a17-9b67-1313be309245" providerId="ADAL" clId="{D3FE86FC-6D8F-4FE7-A444-E0940AEEBE47}" dt="2024-04-16T11:40:00.472" v="654"/>
          <ac:spMkLst>
            <pc:docMk/>
            <pc:sldMk cId="0" sldId="288"/>
            <ac:spMk id="34" creationId="{4B3C4CF3-CFA3-0238-8A2B-747B15F61511}"/>
          </ac:spMkLst>
        </pc:spChg>
        <pc:spChg chg="mod">
          <ac:chgData name="Dr. Khurram Jadoon khan Asstt. Professor FCS" userId="684a1a15-bea5-4a17-9b67-1313be309245" providerId="ADAL" clId="{D3FE86FC-6D8F-4FE7-A444-E0940AEEBE47}" dt="2024-04-16T11:40:00.472" v="654"/>
          <ac:spMkLst>
            <pc:docMk/>
            <pc:sldMk cId="0" sldId="288"/>
            <ac:spMk id="35" creationId="{BAA2DE01-31C3-2C9E-71D1-6C9A6603CF16}"/>
          </ac:spMkLst>
        </pc:spChg>
        <pc:spChg chg="mod">
          <ac:chgData name="Dr. Khurram Jadoon khan Asstt. Professor FCS" userId="684a1a15-bea5-4a17-9b67-1313be309245" providerId="ADAL" clId="{D3FE86FC-6D8F-4FE7-A444-E0940AEEBE47}" dt="2024-04-16T11:40:00.472" v="654"/>
          <ac:spMkLst>
            <pc:docMk/>
            <pc:sldMk cId="0" sldId="288"/>
            <ac:spMk id="36" creationId="{3410A583-C675-0940-10FE-127205E8E397}"/>
          </ac:spMkLst>
        </pc:spChg>
        <pc:spChg chg="mod">
          <ac:chgData name="Dr. Khurram Jadoon khan Asstt. Professor FCS" userId="684a1a15-bea5-4a17-9b67-1313be309245" providerId="ADAL" clId="{D3FE86FC-6D8F-4FE7-A444-E0940AEEBE47}" dt="2024-04-16T11:40:00.472" v="654"/>
          <ac:spMkLst>
            <pc:docMk/>
            <pc:sldMk cId="0" sldId="288"/>
            <ac:spMk id="37" creationId="{3F4A9D9C-3DDF-28BC-3868-3F3D552E78B0}"/>
          </ac:spMkLst>
        </pc:spChg>
        <pc:spChg chg="mod">
          <ac:chgData name="Dr. Khurram Jadoon khan Asstt. Professor FCS" userId="684a1a15-bea5-4a17-9b67-1313be309245" providerId="ADAL" clId="{D3FE86FC-6D8F-4FE7-A444-E0940AEEBE47}" dt="2024-04-16T11:40:00.472" v="654"/>
          <ac:spMkLst>
            <pc:docMk/>
            <pc:sldMk cId="0" sldId="288"/>
            <ac:spMk id="38" creationId="{61F8F0F1-C11F-F2A6-44B5-5FBEA0AB38F8}"/>
          </ac:spMkLst>
        </pc:spChg>
        <pc:spChg chg="mod">
          <ac:chgData name="Dr. Khurram Jadoon khan Asstt. Professor FCS" userId="684a1a15-bea5-4a17-9b67-1313be309245" providerId="ADAL" clId="{D3FE86FC-6D8F-4FE7-A444-E0940AEEBE47}" dt="2024-04-16T11:40:00.472" v="654"/>
          <ac:spMkLst>
            <pc:docMk/>
            <pc:sldMk cId="0" sldId="288"/>
            <ac:spMk id="39" creationId="{082278D1-E123-3F85-A644-C2C90A5C57B6}"/>
          </ac:spMkLst>
        </pc:spChg>
        <pc:spChg chg="mod">
          <ac:chgData name="Dr. Khurram Jadoon khan Asstt. Professor FCS" userId="684a1a15-bea5-4a17-9b67-1313be309245" providerId="ADAL" clId="{D3FE86FC-6D8F-4FE7-A444-E0940AEEBE47}" dt="2024-04-16T11:40:00.472" v="654"/>
          <ac:spMkLst>
            <pc:docMk/>
            <pc:sldMk cId="0" sldId="288"/>
            <ac:spMk id="40" creationId="{F26A8AB6-E15D-49D2-AB47-A940931ECC87}"/>
          </ac:spMkLst>
        </pc:spChg>
        <pc:spChg chg="mod">
          <ac:chgData name="Dr. Khurram Jadoon khan Asstt. Professor FCS" userId="684a1a15-bea5-4a17-9b67-1313be309245" providerId="ADAL" clId="{D3FE86FC-6D8F-4FE7-A444-E0940AEEBE47}" dt="2024-04-16T11:40:00.472" v="654"/>
          <ac:spMkLst>
            <pc:docMk/>
            <pc:sldMk cId="0" sldId="288"/>
            <ac:spMk id="41" creationId="{E6A642AB-18D2-D0AF-B1C2-85ECA3BA6A1A}"/>
          </ac:spMkLst>
        </pc:spChg>
        <pc:spChg chg="mod">
          <ac:chgData name="Dr. Khurram Jadoon khan Asstt. Professor FCS" userId="684a1a15-bea5-4a17-9b67-1313be309245" providerId="ADAL" clId="{D3FE86FC-6D8F-4FE7-A444-E0940AEEBE47}" dt="2024-04-16T11:40:00.472" v="654"/>
          <ac:spMkLst>
            <pc:docMk/>
            <pc:sldMk cId="0" sldId="288"/>
            <ac:spMk id="42" creationId="{56CB1F9D-AAEA-3B70-F1A4-2A587A7124A3}"/>
          </ac:spMkLst>
        </pc:spChg>
        <pc:spChg chg="mod">
          <ac:chgData name="Dr. Khurram Jadoon khan Asstt. Professor FCS" userId="684a1a15-bea5-4a17-9b67-1313be309245" providerId="ADAL" clId="{D3FE86FC-6D8F-4FE7-A444-E0940AEEBE47}" dt="2024-04-16T11:40:00.472" v="654"/>
          <ac:spMkLst>
            <pc:docMk/>
            <pc:sldMk cId="0" sldId="288"/>
            <ac:spMk id="43" creationId="{24C5DB03-98F9-7106-FA00-7A040C6F8FC4}"/>
          </ac:spMkLst>
        </pc:spChg>
        <pc:spChg chg="mod">
          <ac:chgData name="Dr. Khurram Jadoon khan Asstt. Professor FCS" userId="684a1a15-bea5-4a17-9b67-1313be309245" providerId="ADAL" clId="{D3FE86FC-6D8F-4FE7-A444-E0940AEEBE47}" dt="2024-04-16T11:40:00.472" v="654"/>
          <ac:spMkLst>
            <pc:docMk/>
            <pc:sldMk cId="0" sldId="288"/>
            <ac:spMk id="44" creationId="{318AF8A8-899E-B4AB-55A2-1CD406BD5B2F}"/>
          </ac:spMkLst>
        </pc:spChg>
        <pc:spChg chg="mod">
          <ac:chgData name="Dr. Khurram Jadoon khan Asstt. Professor FCS" userId="684a1a15-bea5-4a17-9b67-1313be309245" providerId="ADAL" clId="{D3FE86FC-6D8F-4FE7-A444-E0940AEEBE47}" dt="2024-04-16T11:40:00.472" v="654"/>
          <ac:spMkLst>
            <pc:docMk/>
            <pc:sldMk cId="0" sldId="288"/>
            <ac:spMk id="45" creationId="{A79864B7-F39A-2752-13C7-6F07F58AB6F3}"/>
          </ac:spMkLst>
        </pc:spChg>
        <pc:spChg chg="mod">
          <ac:chgData name="Dr. Khurram Jadoon khan Asstt. Professor FCS" userId="684a1a15-bea5-4a17-9b67-1313be309245" providerId="ADAL" clId="{D3FE86FC-6D8F-4FE7-A444-E0940AEEBE47}" dt="2024-04-16T11:40:00.472" v="654"/>
          <ac:spMkLst>
            <pc:docMk/>
            <pc:sldMk cId="0" sldId="288"/>
            <ac:spMk id="46" creationId="{708A981B-159E-1583-9CEE-B556811CE5E6}"/>
          </ac:spMkLst>
        </pc:spChg>
        <pc:spChg chg="mod">
          <ac:chgData name="Dr. Khurram Jadoon khan Asstt. Professor FCS" userId="684a1a15-bea5-4a17-9b67-1313be309245" providerId="ADAL" clId="{D3FE86FC-6D8F-4FE7-A444-E0940AEEBE47}" dt="2024-04-16T11:40:00.472" v="654"/>
          <ac:spMkLst>
            <pc:docMk/>
            <pc:sldMk cId="0" sldId="288"/>
            <ac:spMk id="47" creationId="{12B8C1FD-A956-118E-7FDF-9F88B75D1598}"/>
          </ac:spMkLst>
        </pc:spChg>
        <pc:spChg chg="mod">
          <ac:chgData name="Dr. Khurram Jadoon khan Asstt. Professor FCS" userId="684a1a15-bea5-4a17-9b67-1313be309245" providerId="ADAL" clId="{D3FE86FC-6D8F-4FE7-A444-E0940AEEBE47}" dt="2024-04-16T11:40:00.472" v="654"/>
          <ac:spMkLst>
            <pc:docMk/>
            <pc:sldMk cId="0" sldId="288"/>
            <ac:spMk id="48" creationId="{61B0FD71-1DD1-A5EE-3ECC-E5EC83468C66}"/>
          </ac:spMkLst>
        </pc:spChg>
        <pc:spChg chg="mod">
          <ac:chgData name="Dr. Khurram Jadoon khan Asstt. Professor FCS" userId="684a1a15-bea5-4a17-9b67-1313be309245" providerId="ADAL" clId="{D3FE86FC-6D8F-4FE7-A444-E0940AEEBE47}" dt="2024-04-16T11:40:00.472" v="654"/>
          <ac:spMkLst>
            <pc:docMk/>
            <pc:sldMk cId="0" sldId="288"/>
            <ac:spMk id="49" creationId="{984D02D1-4A47-7BB4-0110-450B08B7ACF3}"/>
          </ac:spMkLst>
        </pc:spChg>
        <pc:grpChg chg="add mod">
          <ac:chgData name="Dr. Khurram Jadoon khan Asstt. Professor FCS" userId="684a1a15-bea5-4a17-9b67-1313be309245" providerId="ADAL" clId="{D3FE86FC-6D8F-4FE7-A444-E0940AEEBE47}" dt="2024-04-16T11:40:02.763" v="655" actId="1076"/>
          <ac:grpSpMkLst>
            <pc:docMk/>
            <pc:sldMk cId="0" sldId="288"/>
            <ac:grpSpMk id="23" creationId="{0071368F-5B95-9F1B-0508-F06030F50B07}"/>
          </ac:grpSpMkLst>
        </pc:grpChg>
      </pc:sldChg>
      <pc:sldChg chg="addSp delSp modSp mod">
        <pc:chgData name="Dr. Khurram Jadoon khan Asstt. Professor FCS" userId="684a1a15-bea5-4a17-9b67-1313be309245" providerId="ADAL" clId="{D3FE86FC-6D8F-4FE7-A444-E0940AEEBE47}" dt="2024-04-16T11:38:44.848" v="653"/>
        <pc:sldMkLst>
          <pc:docMk/>
          <pc:sldMk cId="0" sldId="289"/>
        </pc:sldMkLst>
        <pc:spChg chg="mod">
          <ac:chgData name="Dr. Khurram Jadoon khan Asstt. Professor FCS" userId="684a1a15-bea5-4a17-9b67-1313be309245" providerId="ADAL" clId="{D3FE86FC-6D8F-4FE7-A444-E0940AEEBE47}" dt="2024-04-16T11:38:44.848" v="653"/>
          <ac:spMkLst>
            <pc:docMk/>
            <pc:sldMk cId="0" sldId="289"/>
            <ac:spMk id="2" creationId="{00000000-0000-0000-0000-000000000000}"/>
          </ac:spMkLst>
        </pc:spChg>
        <pc:spChg chg="del">
          <ac:chgData name="Dr. Khurram Jadoon khan Asstt. Professor FCS" userId="684a1a15-bea5-4a17-9b67-1313be309245" providerId="ADAL" clId="{D3FE86FC-6D8F-4FE7-A444-E0940AEEBE47}" dt="2024-04-16T11:38:29.022" v="649" actId="478"/>
          <ac:spMkLst>
            <pc:docMk/>
            <pc:sldMk cId="0" sldId="289"/>
            <ac:spMk id="3" creationId="{00000000-0000-0000-0000-000000000000}"/>
          </ac:spMkLst>
        </pc:spChg>
        <pc:spChg chg="del">
          <ac:chgData name="Dr. Khurram Jadoon khan Asstt. Professor FCS" userId="684a1a15-bea5-4a17-9b67-1313be309245" providerId="ADAL" clId="{D3FE86FC-6D8F-4FE7-A444-E0940AEEBE47}" dt="2024-04-16T11:38:29.022" v="649" actId="478"/>
          <ac:spMkLst>
            <pc:docMk/>
            <pc:sldMk cId="0" sldId="289"/>
            <ac:spMk id="4" creationId="{00000000-0000-0000-0000-000000000000}"/>
          </ac:spMkLst>
        </pc:spChg>
        <pc:spChg chg="del">
          <ac:chgData name="Dr. Khurram Jadoon khan Asstt. Professor FCS" userId="684a1a15-bea5-4a17-9b67-1313be309245" providerId="ADAL" clId="{D3FE86FC-6D8F-4FE7-A444-E0940AEEBE47}" dt="2024-04-16T11:38:29.022" v="649" actId="478"/>
          <ac:spMkLst>
            <pc:docMk/>
            <pc:sldMk cId="0" sldId="289"/>
            <ac:spMk id="5" creationId="{00000000-0000-0000-0000-000000000000}"/>
          </ac:spMkLst>
        </pc:spChg>
        <pc:picChg chg="add mod">
          <ac:chgData name="Dr. Khurram Jadoon khan Asstt. Professor FCS" userId="684a1a15-bea5-4a17-9b67-1313be309245" providerId="ADAL" clId="{D3FE86FC-6D8F-4FE7-A444-E0940AEEBE47}" dt="2024-04-16T11:38:36.159" v="652" actId="14100"/>
          <ac:picMkLst>
            <pc:docMk/>
            <pc:sldMk cId="0" sldId="289"/>
            <ac:picMk id="7" creationId="{1F872BF9-D5AA-DD73-2D1E-5BE4F03DD295}"/>
          </ac:picMkLst>
        </pc:picChg>
      </pc:sldChg>
      <pc:sldChg chg="del">
        <pc:chgData name="Dr. Khurram Jadoon khan Asstt. Professor FCS" userId="684a1a15-bea5-4a17-9b67-1313be309245" providerId="ADAL" clId="{D3FE86FC-6D8F-4FE7-A444-E0940AEEBE47}" dt="2024-04-16T11:46:38.053" v="666" actId="47"/>
        <pc:sldMkLst>
          <pc:docMk/>
          <pc:sldMk cId="0" sldId="294"/>
        </pc:sldMkLst>
      </pc:sldChg>
      <pc:sldChg chg="del">
        <pc:chgData name="Dr. Khurram Jadoon khan Asstt. Professor FCS" userId="684a1a15-bea5-4a17-9b67-1313be309245" providerId="ADAL" clId="{D3FE86FC-6D8F-4FE7-A444-E0940AEEBE47}" dt="2024-04-16T11:46:38.053" v="666" actId="47"/>
        <pc:sldMkLst>
          <pc:docMk/>
          <pc:sldMk cId="0" sldId="295"/>
        </pc:sldMkLst>
      </pc:sldChg>
      <pc:sldChg chg="del">
        <pc:chgData name="Dr. Khurram Jadoon khan Asstt. Professor FCS" userId="684a1a15-bea5-4a17-9b67-1313be309245" providerId="ADAL" clId="{D3FE86FC-6D8F-4FE7-A444-E0940AEEBE47}" dt="2024-04-16T11:46:38.053" v="666" actId="47"/>
        <pc:sldMkLst>
          <pc:docMk/>
          <pc:sldMk cId="0" sldId="296"/>
        </pc:sldMkLst>
      </pc:sldChg>
      <pc:sldChg chg="del">
        <pc:chgData name="Dr. Khurram Jadoon khan Asstt. Professor FCS" userId="684a1a15-bea5-4a17-9b67-1313be309245" providerId="ADAL" clId="{D3FE86FC-6D8F-4FE7-A444-E0940AEEBE47}" dt="2024-04-16T11:46:38.053" v="666" actId="47"/>
        <pc:sldMkLst>
          <pc:docMk/>
          <pc:sldMk cId="0" sldId="297"/>
        </pc:sldMkLst>
      </pc:sldChg>
      <pc:sldChg chg="del">
        <pc:chgData name="Dr. Khurram Jadoon khan Asstt. Professor FCS" userId="684a1a15-bea5-4a17-9b67-1313be309245" providerId="ADAL" clId="{D3FE86FC-6D8F-4FE7-A444-E0940AEEBE47}" dt="2024-04-16T11:46:38.053" v="666" actId="47"/>
        <pc:sldMkLst>
          <pc:docMk/>
          <pc:sldMk cId="0" sldId="298"/>
        </pc:sldMkLst>
      </pc:sldChg>
      <pc:sldChg chg="del">
        <pc:chgData name="Dr. Khurram Jadoon khan Asstt. Professor FCS" userId="684a1a15-bea5-4a17-9b67-1313be309245" providerId="ADAL" clId="{D3FE86FC-6D8F-4FE7-A444-E0940AEEBE47}" dt="2024-04-16T11:46:38.053" v="666" actId="47"/>
        <pc:sldMkLst>
          <pc:docMk/>
          <pc:sldMk cId="0" sldId="299"/>
        </pc:sldMkLst>
      </pc:sldChg>
      <pc:sldChg chg="del">
        <pc:chgData name="Dr. Khurram Jadoon khan Asstt. Professor FCS" userId="684a1a15-bea5-4a17-9b67-1313be309245" providerId="ADAL" clId="{D3FE86FC-6D8F-4FE7-A444-E0940AEEBE47}" dt="2024-04-16T11:47:22.769" v="667" actId="47"/>
        <pc:sldMkLst>
          <pc:docMk/>
          <pc:sldMk cId="0" sldId="301"/>
        </pc:sldMkLst>
      </pc:sldChg>
      <pc:sldChg chg="del">
        <pc:chgData name="Dr. Khurram Jadoon khan Asstt. Professor FCS" userId="684a1a15-bea5-4a17-9b67-1313be309245" providerId="ADAL" clId="{D3FE86FC-6D8F-4FE7-A444-E0940AEEBE47}" dt="2024-04-16T11:47:36.337" v="668" actId="47"/>
        <pc:sldMkLst>
          <pc:docMk/>
          <pc:sldMk cId="0" sldId="302"/>
        </pc:sldMkLst>
      </pc:sldChg>
      <pc:sldChg chg="del">
        <pc:chgData name="Dr. Khurram Jadoon khan Asstt. Professor FCS" userId="684a1a15-bea5-4a17-9b67-1313be309245" providerId="ADAL" clId="{D3FE86FC-6D8F-4FE7-A444-E0940AEEBE47}" dt="2024-04-16T11:47:36.337" v="668" actId="47"/>
        <pc:sldMkLst>
          <pc:docMk/>
          <pc:sldMk cId="0" sldId="303"/>
        </pc:sldMkLst>
      </pc:sldChg>
      <pc:sldChg chg="del">
        <pc:chgData name="Dr. Khurram Jadoon khan Asstt. Professor FCS" userId="684a1a15-bea5-4a17-9b67-1313be309245" providerId="ADAL" clId="{D3FE86FC-6D8F-4FE7-A444-E0940AEEBE47}" dt="2024-04-16T11:47:36.337" v="668" actId="47"/>
        <pc:sldMkLst>
          <pc:docMk/>
          <pc:sldMk cId="0" sldId="304"/>
        </pc:sldMkLst>
      </pc:sldChg>
      <pc:sldChg chg="del">
        <pc:chgData name="Dr. Khurram Jadoon khan Asstt. Professor FCS" userId="684a1a15-bea5-4a17-9b67-1313be309245" providerId="ADAL" clId="{D3FE86FC-6D8F-4FE7-A444-E0940AEEBE47}" dt="2024-04-16T11:47:36.337" v="668" actId="47"/>
        <pc:sldMkLst>
          <pc:docMk/>
          <pc:sldMk cId="0" sldId="305"/>
        </pc:sldMkLst>
      </pc:sldChg>
      <pc:sldChg chg="del">
        <pc:chgData name="Dr. Khurram Jadoon khan Asstt. Professor FCS" userId="684a1a15-bea5-4a17-9b67-1313be309245" providerId="ADAL" clId="{D3FE86FC-6D8F-4FE7-A444-E0940AEEBE47}" dt="2024-04-16T11:47:36.337" v="668" actId="47"/>
        <pc:sldMkLst>
          <pc:docMk/>
          <pc:sldMk cId="0" sldId="306"/>
        </pc:sldMkLst>
      </pc:sldChg>
      <pc:sldChg chg="del">
        <pc:chgData name="Dr. Khurram Jadoon khan Asstt. Professor FCS" userId="684a1a15-bea5-4a17-9b67-1313be309245" providerId="ADAL" clId="{D3FE86FC-6D8F-4FE7-A444-E0940AEEBE47}" dt="2024-04-16T11:47:36.337" v="668" actId="47"/>
        <pc:sldMkLst>
          <pc:docMk/>
          <pc:sldMk cId="0" sldId="307"/>
        </pc:sldMkLst>
      </pc:sldChg>
      <pc:sldChg chg="del">
        <pc:chgData name="Dr. Khurram Jadoon khan Asstt. Professor FCS" userId="684a1a15-bea5-4a17-9b67-1313be309245" providerId="ADAL" clId="{D3FE86FC-6D8F-4FE7-A444-E0940AEEBE47}" dt="2024-04-16T11:47:36.337" v="668" actId="47"/>
        <pc:sldMkLst>
          <pc:docMk/>
          <pc:sldMk cId="0" sldId="308"/>
        </pc:sldMkLst>
      </pc:sldChg>
      <pc:sldChg chg="del">
        <pc:chgData name="Dr. Khurram Jadoon khan Asstt. Professor FCS" userId="684a1a15-bea5-4a17-9b67-1313be309245" providerId="ADAL" clId="{D3FE86FC-6D8F-4FE7-A444-E0940AEEBE47}" dt="2024-04-16T11:47:36.337" v="668" actId="47"/>
        <pc:sldMkLst>
          <pc:docMk/>
          <pc:sldMk cId="0" sldId="309"/>
        </pc:sldMkLst>
      </pc:sldChg>
      <pc:sldChg chg="del">
        <pc:chgData name="Dr. Khurram Jadoon khan Asstt. Professor FCS" userId="684a1a15-bea5-4a17-9b67-1313be309245" providerId="ADAL" clId="{D3FE86FC-6D8F-4FE7-A444-E0940AEEBE47}" dt="2024-04-16T11:47:36.337" v="668" actId="47"/>
        <pc:sldMkLst>
          <pc:docMk/>
          <pc:sldMk cId="0" sldId="310"/>
        </pc:sldMkLst>
      </pc:sldChg>
      <pc:sldChg chg="del">
        <pc:chgData name="Dr. Khurram Jadoon khan Asstt. Professor FCS" userId="684a1a15-bea5-4a17-9b67-1313be309245" providerId="ADAL" clId="{D3FE86FC-6D8F-4FE7-A444-E0940AEEBE47}" dt="2024-04-16T11:47:36.337" v="668" actId="47"/>
        <pc:sldMkLst>
          <pc:docMk/>
          <pc:sldMk cId="0" sldId="311"/>
        </pc:sldMkLst>
      </pc:sldChg>
      <pc:sldChg chg="del">
        <pc:chgData name="Dr. Khurram Jadoon khan Asstt. Professor FCS" userId="684a1a15-bea5-4a17-9b67-1313be309245" providerId="ADAL" clId="{D3FE86FC-6D8F-4FE7-A444-E0940AEEBE47}" dt="2024-04-16T11:47:36.337" v="668" actId="47"/>
        <pc:sldMkLst>
          <pc:docMk/>
          <pc:sldMk cId="0" sldId="312"/>
        </pc:sldMkLst>
      </pc:sldChg>
      <pc:sldChg chg="del">
        <pc:chgData name="Dr. Khurram Jadoon khan Asstt. Professor FCS" userId="684a1a15-bea5-4a17-9b67-1313be309245" providerId="ADAL" clId="{D3FE86FC-6D8F-4FE7-A444-E0940AEEBE47}" dt="2024-04-16T11:47:36.337" v="668" actId="47"/>
        <pc:sldMkLst>
          <pc:docMk/>
          <pc:sldMk cId="0" sldId="313"/>
        </pc:sldMkLst>
      </pc:sldChg>
      <pc:sldChg chg="del">
        <pc:chgData name="Dr. Khurram Jadoon khan Asstt. Professor FCS" userId="684a1a15-bea5-4a17-9b67-1313be309245" providerId="ADAL" clId="{D3FE86FC-6D8F-4FE7-A444-E0940AEEBE47}" dt="2024-04-16T11:47:36.337" v="668" actId="47"/>
        <pc:sldMkLst>
          <pc:docMk/>
          <pc:sldMk cId="0" sldId="314"/>
        </pc:sldMkLst>
      </pc:sldChg>
      <pc:sldChg chg="del">
        <pc:chgData name="Dr. Khurram Jadoon khan Asstt. Professor FCS" userId="684a1a15-bea5-4a17-9b67-1313be309245" providerId="ADAL" clId="{D3FE86FC-6D8F-4FE7-A444-E0940AEEBE47}" dt="2024-04-16T11:47:36.337" v="668" actId="47"/>
        <pc:sldMkLst>
          <pc:docMk/>
          <pc:sldMk cId="0" sldId="315"/>
        </pc:sldMkLst>
      </pc:sldChg>
      <pc:sldChg chg="del">
        <pc:chgData name="Dr. Khurram Jadoon khan Asstt. Professor FCS" userId="684a1a15-bea5-4a17-9b67-1313be309245" providerId="ADAL" clId="{D3FE86FC-6D8F-4FE7-A444-E0940AEEBE47}" dt="2024-04-16T11:47:36.337" v="668" actId="47"/>
        <pc:sldMkLst>
          <pc:docMk/>
          <pc:sldMk cId="0" sldId="316"/>
        </pc:sldMkLst>
      </pc:sldChg>
      <pc:sldChg chg="del">
        <pc:chgData name="Dr. Khurram Jadoon khan Asstt. Professor FCS" userId="684a1a15-bea5-4a17-9b67-1313be309245" providerId="ADAL" clId="{D3FE86FC-6D8F-4FE7-A444-E0940AEEBE47}" dt="2024-04-16T11:47:36.337" v="668" actId="47"/>
        <pc:sldMkLst>
          <pc:docMk/>
          <pc:sldMk cId="0" sldId="317"/>
        </pc:sldMkLst>
      </pc:sldChg>
      <pc:sldChg chg="del">
        <pc:chgData name="Dr. Khurram Jadoon khan Asstt. Professor FCS" userId="684a1a15-bea5-4a17-9b67-1313be309245" providerId="ADAL" clId="{D3FE86FC-6D8F-4FE7-A444-E0940AEEBE47}" dt="2024-04-16T11:47:36.337" v="668" actId="47"/>
        <pc:sldMkLst>
          <pc:docMk/>
          <pc:sldMk cId="0" sldId="318"/>
        </pc:sldMkLst>
      </pc:sldChg>
      <pc:sldChg chg="del">
        <pc:chgData name="Dr. Khurram Jadoon khan Asstt. Professor FCS" userId="684a1a15-bea5-4a17-9b67-1313be309245" providerId="ADAL" clId="{D3FE86FC-6D8F-4FE7-A444-E0940AEEBE47}" dt="2024-04-16T11:47:36.337" v="668" actId="47"/>
        <pc:sldMkLst>
          <pc:docMk/>
          <pc:sldMk cId="0" sldId="319"/>
        </pc:sldMkLst>
      </pc:sldChg>
      <pc:sldChg chg="del">
        <pc:chgData name="Dr. Khurram Jadoon khan Asstt. Professor FCS" userId="684a1a15-bea5-4a17-9b67-1313be309245" providerId="ADAL" clId="{D3FE86FC-6D8F-4FE7-A444-E0940AEEBE47}" dt="2024-04-16T11:47:36.337" v="668" actId="47"/>
        <pc:sldMkLst>
          <pc:docMk/>
          <pc:sldMk cId="0" sldId="320"/>
        </pc:sldMkLst>
      </pc:sldChg>
      <pc:sldChg chg="del">
        <pc:chgData name="Dr. Khurram Jadoon khan Asstt. Professor FCS" userId="684a1a15-bea5-4a17-9b67-1313be309245" providerId="ADAL" clId="{D3FE86FC-6D8F-4FE7-A444-E0940AEEBE47}" dt="2024-04-16T11:47:36.337" v="668" actId="47"/>
        <pc:sldMkLst>
          <pc:docMk/>
          <pc:sldMk cId="0" sldId="321"/>
        </pc:sldMkLst>
      </pc:sldChg>
      <pc:sldChg chg="del">
        <pc:chgData name="Dr. Khurram Jadoon khan Asstt. Professor FCS" userId="684a1a15-bea5-4a17-9b67-1313be309245" providerId="ADAL" clId="{D3FE86FC-6D8F-4FE7-A444-E0940AEEBE47}" dt="2024-04-16T11:47:36.337" v="668" actId="47"/>
        <pc:sldMkLst>
          <pc:docMk/>
          <pc:sldMk cId="0" sldId="322"/>
        </pc:sldMkLst>
      </pc:sldChg>
      <pc:sldChg chg="del">
        <pc:chgData name="Dr. Khurram Jadoon khan Asstt. Professor FCS" userId="684a1a15-bea5-4a17-9b67-1313be309245" providerId="ADAL" clId="{D3FE86FC-6D8F-4FE7-A444-E0940AEEBE47}" dt="2024-04-16T11:47:36.337" v="668" actId="47"/>
        <pc:sldMkLst>
          <pc:docMk/>
          <pc:sldMk cId="0" sldId="323"/>
        </pc:sldMkLst>
      </pc:sldChg>
      <pc:sldChg chg="del">
        <pc:chgData name="Dr. Khurram Jadoon khan Asstt. Professor FCS" userId="684a1a15-bea5-4a17-9b67-1313be309245" providerId="ADAL" clId="{D3FE86FC-6D8F-4FE7-A444-E0940AEEBE47}" dt="2024-04-16T11:47:36.337" v="668" actId="47"/>
        <pc:sldMkLst>
          <pc:docMk/>
          <pc:sldMk cId="0" sldId="324"/>
        </pc:sldMkLst>
      </pc:sldChg>
      <pc:sldChg chg="del">
        <pc:chgData name="Dr. Khurram Jadoon khan Asstt. Professor FCS" userId="684a1a15-bea5-4a17-9b67-1313be309245" providerId="ADAL" clId="{D3FE86FC-6D8F-4FE7-A444-E0940AEEBE47}" dt="2024-04-16T11:47:36.337" v="668" actId="47"/>
        <pc:sldMkLst>
          <pc:docMk/>
          <pc:sldMk cId="0" sldId="325"/>
        </pc:sldMkLst>
      </pc:sldChg>
      <pc:sldChg chg="del">
        <pc:chgData name="Dr. Khurram Jadoon khan Asstt. Professor FCS" userId="684a1a15-bea5-4a17-9b67-1313be309245" providerId="ADAL" clId="{D3FE86FC-6D8F-4FE7-A444-E0940AEEBE47}" dt="2024-04-16T11:47:36.337" v="668" actId="47"/>
        <pc:sldMkLst>
          <pc:docMk/>
          <pc:sldMk cId="0" sldId="326"/>
        </pc:sldMkLst>
      </pc:sldChg>
      <pc:sldChg chg="del">
        <pc:chgData name="Dr. Khurram Jadoon khan Asstt. Professor FCS" userId="684a1a15-bea5-4a17-9b67-1313be309245" providerId="ADAL" clId="{D3FE86FC-6D8F-4FE7-A444-E0940AEEBE47}" dt="2024-04-16T11:47:36.337" v="668" actId="47"/>
        <pc:sldMkLst>
          <pc:docMk/>
          <pc:sldMk cId="0" sldId="327"/>
        </pc:sldMkLst>
      </pc:sldChg>
      <pc:sldChg chg="del">
        <pc:chgData name="Dr. Khurram Jadoon khan Asstt. Professor FCS" userId="684a1a15-bea5-4a17-9b67-1313be309245" providerId="ADAL" clId="{D3FE86FC-6D8F-4FE7-A444-E0940AEEBE47}" dt="2024-04-16T11:47:36.337" v="668" actId="47"/>
        <pc:sldMkLst>
          <pc:docMk/>
          <pc:sldMk cId="0" sldId="328"/>
        </pc:sldMkLst>
      </pc:sldChg>
      <pc:sldChg chg="del">
        <pc:chgData name="Dr. Khurram Jadoon khan Asstt. Professor FCS" userId="684a1a15-bea5-4a17-9b67-1313be309245" providerId="ADAL" clId="{D3FE86FC-6D8F-4FE7-A444-E0940AEEBE47}" dt="2024-04-16T11:47:36.337" v="668" actId="47"/>
        <pc:sldMkLst>
          <pc:docMk/>
          <pc:sldMk cId="0" sldId="329"/>
        </pc:sldMkLst>
      </pc:sldChg>
      <pc:sldChg chg="del">
        <pc:chgData name="Dr. Khurram Jadoon khan Asstt. Professor FCS" userId="684a1a15-bea5-4a17-9b67-1313be309245" providerId="ADAL" clId="{D3FE86FC-6D8F-4FE7-A444-E0940AEEBE47}" dt="2024-04-16T11:47:36.337" v="668" actId="47"/>
        <pc:sldMkLst>
          <pc:docMk/>
          <pc:sldMk cId="0" sldId="330"/>
        </pc:sldMkLst>
      </pc:sldChg>
      <pc:sldChg chg="del">
        <pc:chgData name="Dr. Khurram Jadoon khan Asstt. Professor FCS" userId="684a1a15-bea5-4a17-9b67-1313be309245" providerId="ADAL" clId="{D3FE86FC-6D8F-4FE7-A444-E0940AEEBE47}" dt="2024-04-16T11:47:36.337" v="668" actId="47"/>
        <pc:sldMkLst>
          <pc:docMk/>
          <pc:sldMk cId="0" sldId="331"/>
        </pc:sldMkLst>
      </pc:sldChg>
      <pc:sldChg chg="del">
        <pc:chgData name="Dr. Khurram Jadoon khan Asstt. Professor FCS" userId="684a1a15-bea5-4a17-9b67-1313be309245" providerId="ADAL" clId="{D3FE86FC-6D8F-4FE7-A444-E0940AEEBE47}" dt="2024-04-16T11:47:36.337" v="668" actId="47"/>
        <pc:sldMkLst>
          <pc:docMk/>
          <pc:sldMk cId="0" sldId="332"/>
        </pc:sldMkLst>
      </pc:sldChg>
      <pc:sldChg chg="del">
        <pc:chgData name="Dr. Khurram Jadoon khan Asstt. Professor FCS" userId="684a1a15-bea5-4a17-9b67-1313be309245" providerId="ADAL" clId="{D3FE86FC-6D8F-4FE7-A444-E0940AEEBE47}" dt="2024-04-16T11:47:36.337" v="668" actId="47"/>
        <pc:sldMkLst>
          <pc:docMk/>
          <pc:sldMk cId="0" sldId="333"/>
        </pc:sldMkLst>
      </pc:sldChg>
      <pc:sldChg chg="del">
        <pc:chgData name="Dr. Khurram Jadoon khan Asstt. Professor FCS" userId="684a1a15-bea5-4a17-9b67-1313be309245" providerId="ADAL" clId="{D3FE86FC-6D8F-4FE7-A444-E0940AEEBE47}" dt="2024-04-16T11:47:48.666" v="669" actId="47"/>
        <pc:sldMkLst>
          <pc:docMk/>
          <pc:sldMk cId="0" sldId="334"/>
        </pc:sldMkLst>
      </pc:sldChg>
      <pc:sldChg chg="add ord">
        <pc:chgData name="Dr. Khurram Jadoon khan Asstt. Professor FCS" userId="684a1a15-bea5-4a17-9b67-1313be309245" providerId="ADAL" clId="{D3FE86FC-6D8F-4FE7-A444-E0940AEEBE47}" dt="2024-04-15T11:03:09.030" v="5"/>
        <pc:sldMkLst>
          <pc:docMk/>
          <pc:sldMk cId="3057620254" sldId="335"/>
        </pc:sldMkLst>
      </pc:sldChg>
      <pc:sldChg chg="addSp delSp modSp new mod modClrScheme chgLayout">
        <pc:chgData name="Dr. Khurram Jadoon khan Asstt. Professor FCS" userId="684a1a15-bea5-4a17-9b67-1313be309245" providerId="ADAL" clId="{D3FE86FC-6D8F-4FE7-A444-E0940AEEBE47}" dt="2024-04-15T11:07:49.854" v="176" actId="14100"/>
        <pc:sldMkLst>
          <pc:docMk/>
          <pc:sldMk cId="2273381624" sldId="336"/>
        </pc:sldMkLst>
        <pc:spChg chg="del">
          <ac:chgData name="Dr. Khurram Jadoon khan Asstt. Professor FCS" userId="684a1a15-bea5-4a17-9b67-1313be309245" providerId="ADAL" clId="{D3FE86FC-6D8F-4FE7-A444-E0940AEEBE47}" dt="2024-04-15T11:07:31.127" v="171" actId="700"/>
          <ac:spMkLst>
            <pc:docMk/>
            <pc:sldMk cId="2273381624" sldId="336"/>
            <ac:spMk id="2" creationId="{9C9930CE-3717-39BC-62E0-28788C0ACF3C}"/>
          </ac:spMkLst>
        </pc:spChg>
        <pc:spChg chg="del">
          <ac:chgData name="Dr. Khurram Jadoon khan Asstt. Professor FCS" userId="684a1a15-bea5-4a17-9b67-1313be309245" providerId="ADAL" clId="{D3FE86FC-6D8F-4FE7-A444-E0940AEEBE47}" dt="2024-04-15T11:07:31.127" v="171" actId="700"/>
          <ac:spMkLst>
            <pc:docMk/>
            <pc:sldMk cId="2273381624" sldId="336"/>
            <ac:spMk id="3" creationId="{F373692C-D8D4-798B-20A5-83A194CCD32C}"/>
          </ac:spMkLst>
        </pc:spChg>
        <pc:picChg chg="add mod">
          <ac:chgData name="Dr. Khurram Jadoon khan Asstt. Professor FCS" userId="684a1a15-bea5-4a17-9b67-1313be309245" providerId="ADAL" clId="{D3FE86FC-6D8F-4FE7-A444-E0940AEEBE47}" dt="2024-04-15T11:07:40.358" v="173" actId="1076"/>
          <ac:picMkLst>
            <pc:docMk/>
            <pc:sldMk cId="2273381624" sldId="336"/>
            <ac:picMk id="5" creationId="{E153E317-83F0-D238-BBFB-5EF5760EE477}"/>
          </ac:picMkLst>
        </pc:picChg>
        <pc:picChg chg="add mod">
          <ac:chgData name="Dr. Khurram Jadoon khan Asstt. Professor FCS" userId="684a1a15-bea5-4a17-9b67-1313be309245" providerId="ADAL" clId="{D3FE86FC-6D8F-4FE7-A444-E0940AEEBE47}" dt="2024-04-15T11:07:49.854" v="176" actId="14100"/>
          <ac:picMkLst>
            <pc:docMk/>
            <pc:sldMk cId="2273381624" sldId="336"/>
            <ac:picMk id="7" creationId="{B1D5C1F9-AB78-C472-4BEC-AD0A6E87CAE6}"/>
          </ac:picMkLst>
        </pc:picChg>
      </pc:sldChg>
      <pc:sldChg chg="modSp add mod">
        <pc:chgData name="Dr. Khurram Jadoon khan Asstt. Professor FCS" userId="684a1a15-bea5-4a17-9b67-1313be309245" providerId="ADAL" clId="{D3FE86FC-6D8F-4FE7-A444-E0940AEEBE47}" dt="2024-04-16T10:47:15.669" v="567" actId="1076"/>
        <pc:sldMkLst>
          <pc:docMk/>
          <pc:sldMk cId="1071448232" sldId="337"/>
        </pc:sldMkLst>
        <pc:spChg chg="mod">
          <ac:chgData name="Dr. Khurram Jadoon khan Asstt. Professor FCS" userId="684a1a15-bea5-4a17-9b67-1313be309245" providerId="ADAL" clId="{D3FE86FC-6D8F-4FE7-A444-E0940AEEBE47}" dt="2024-04-16T10:47:15.669" v="567" actId="1076"/>
          <ac:spMkLst>
            <pc:docMk/>
            <pc:sldMk cId="1071448232" sldId="337"/>
            <ac:spMk id="3" creationId="{00000000-0000-0000-0000-000000000000}"/>
          </ac:spMkLst>
        </pc:spChg>
      </pc:sldChg>
      <pc:sldChg chg="addSp delSp modSp add mod">
        <pc:chgData name="Dr. Khurram Jadoon khan Asstt. Professor FCS" userId="684a1a15-bea5-4a17-9b67-1313be309245" providerId="ADAL" clId="{D3FE86FC-6D8F-4FE7-A444-E0940AEEBE47}" dt="2024-04-16T11:50:24.446" v="680" actId="14100"/>
        <pc:sldMkLst>
          <pc:docMk/>
          <pc:sldMk cId="1741727001" sldId="338"/>
        </pc:sldMkLst>
        <pc:spChg chg="mod">
          <ac:chgData name="Dr. Khurram Jadoon khan Asstt. Professor FCS" userId="684a1a15-bea5-4a17-9b67-1313be309245" providerId="ADAL" clId="{D3FE86FC-6D8F-4FE7-A444-E0940AEEBE47}" dt="2024-04-16T10:54:15.750" v="582" actId="1076"/>
          <ac:spMkLst>
            <pc:docMk/>
            <pc:sldMk cId="1741727001" sldId="338"/>
            <ac:spMk id="2" creationId="{00000000-0000-0000-0000-000000000000}"/>
          </ac:spMkLst>
        </pc:spChg>
        <pc:spChg chg="add del">
          <ac:chgData name="Dr. Khurram Jadoon khan Asstt. Professor FCS" userId="684a1a15-bea5-4a17-9b67-1313be309245" providerId="ADAL" clId="{D3FE86FC-6D8F-4FE7-A444-E0940AEEBE47}" dt="2024-04-15T11:53:50.444" v="444" actId="478"/>
          <ac:spMkLst>
            <pc:docMk/>
            <pc:sldMk cId="1741727001" sldId="338"/>
            <ac:spMk id="3" creationId="{00000000-0000-0000-0000-000000000000}"/>
          </ac:spMkLst>
        </pc:spChg>
        <pc:spChg chg="add del">
          <ac:chgData name="Dr. Khurram Jadoon khan Asstt. Professor FCS" userId="684a1a15-bea5-4a17-9b67-1313be309245" providerId="ADAL" clId="{D3FE86FC-6D8F-4FE7-A444-E0940AEEBE47}" dt="2024-04-15T11:53:50.444" v="444" actId="478"/>
          <ac:spMkLst>
            <pc:docMk/>
            <pc:sldMk cId="1741727001" sldId="338"/>
            <ac:spMk id="4" creationId="{00000000-0000-0000-0000-000000000000}"/>
          </ac:spMkLst>
        </pc:spChg>
        <pc:spChg chg="add del">
          <ac:chgData name="Dr. Khurram Jadoon khan Asstt. Professor FCS" userId="684a1a15-bea5-4a17-9b67-1313be309245" providerId="ADAL" clId="{D3FE86FC-6D8F-4FE7-A444-E0940AEEBE47}" dt="2024-04-15T11:53:50.444" v="444" actId="478"/>
          <ac:spMkLst>
            <pc:docMk/>
            <pc:sldMk cId="1741727001" sldId="338"/>
            <ac:spMk id="5" creationId="{00000000-0000-0000-0000-000000000000}"/>
          </ac:spMkLst>
        </pc:spChg>
        <pc:spChg chg="add del">
          <ac:chgData name="Dr. Khurram Jadoon khan Asstt. Professor FCS" userId="684a1a15-bea5-4a17-9b67-1313be309245" providerId="ADAL" clId="{D3FE86FC-6D8F-4FE7-A444-E0940AEEBE47}" dt="2024-04-15T11:53:50.444" v="444" actId="478"/>
          <ac:spMkLst>
            <pc:docMk/>
            <pc:sldMk cId="1741727001" sldId="338"/>
            <ac:spMk id="6" creationId="{00000000-0000-0000-0000-000000000000}"/>
          </ac:spMkLst>
        </pc:spChg>
        <pc:spChg chg="add del">
          <ac:chgData name="Dr. Khurram Jadoon khan Asstt. Professor FCS" userId="684a1a15-bea5-4a17-9b67-1313be309245" providerId="ADAL" clId="{D3FE86FC-6D8F-4FE7-A444-E0940AEEBE47}" dt="2024-04-15T11:53:50.444" v="444" actId="478"/>
          <ac:spMkLst>
            <pc:docMk/>
            <pc:sldMk cId="1741727001" sldId="338"/>
            <ac:spMk id="8" creationId="{00000000-0000-0000-0000-000000000000}"/>
          </ac:spMkLst>
        </pc:spChg>
        <pc:spChg chg="add del">
          <ac:chgData name="Dr. Khurram Jadoon khan Asstt. Professor FCS" userId="684a1a15-bea5-4a17-9b67-1313be309245" providerId="ADAL" clId="{D3FE86FC-6D8F-4FE7-A444-E0940AEEBE47}" dt="2024-04-15T11:53:50.444" v="444" actId="478"/>
          <ac:spMkLst>
            <pc:docMk/>
            <pc:sldMk cId="1741727001" sldId="338"/>
            <ac:spMk id="9" creationId="{00000000-0000-0000-0000-000000000000}"/>
          </ac:spMkLst>
        </pc:spChg>
        <pc:spChg chg="add del">
          <ac:chgData name="Dr. Khurram Jadoon khan Asstt. Professor FCS" userId="684a1a15-bea5-4a17-9b67-1313be309245" providerId="ADAL" clId="{D3FE86FC-6D8F-4FE7-A444-E0940AEEBE47}" dt="2024-04-15T11:53:50.444" v="444" actId="478"/>
          <ac:spMkLst>
            <pc:docMk/>
            <pc:sldMk cId="1741727001" sldId="338"/>
            <ac:spMk id="10" creationId="{00000000-0000-0000-0000-000000000000}"/>
          </ac:spMkLst>
        </pc:spChg>
        <pc:spChg chg="add del">
          <ac:chgData name="Dr. Khurram Jadoon khan Asstt. Professor FCS" userId="684a1a15-bea5-4a17-9b67-1313be309245" providerId="ADAL" clId="{D3FE86FC-6D8F-4FE7-A444-E0940AEEBE47}" dt="2024-04-15T11:53:50.444" v="444" actId="478"/>
          <ac:spMkLst>
            <pc:docMk/>
            <pc:sldMk cId="1741727001" sldId="338"/>
            <ac:spMk id="11" creationId="{00000000-0000-0000-0000-000000000000}"/>
          </ac:spMkLst>
        </pc:spChg>
        <pc:spChg chg="add del">
          <ac:chgData name="Dr. Khurram Jadoon khan Asstt. Professor FCS" userId="684a1a15-bea5-4a17-9b67-1313be309245" providerId="ADAL" clId="{D3FE86FC-6D8F-4FE7-A444-E0940AEEBE47}" dt="2024-04-15T11:53:50.444" v="444" actId="478"/>
          <ac:spMkLst>
            <pc:docMk/>
            <pc:sldMk cId="1741727001" sldId="338"/>
            <ac:spMk id="12" creationId="{00000000-0000-0000-0000-000000000000}"/>
          </ac:spMkLst>
        </pc:spChg>
        <pc:spChg chg="add del">
          <ac:chgData name="Dr. Khurram Jadoon khan Asstt. Professor FCS" userId="684a1a15-bea5-4a17-9b67-1313be309245" providerId="ADAL" clId="{D3FE86FC-6D8F-4FE7-A444-E0940AEEBE47}" dt="2024-04-15T11:53:50.444" v="444" actId="478"/>
          <ac:spMkLst>
            <pc:docMk/>
            <pc:sldMk cId="1741727001" sldId="338"/>
            <ac:spMk id="13" creationId="{00000000-0000-0000-0000-000000000000}"/>
          </ac:spMkLst>
        </pc:spChg>
        <pc:spChg chg="add del">
          <ac:chgData name="Dr. Khurram Jadoon khan Asstt. Professor FCS" userId="684a1a15-bea5-4a17-9b67-1313be309245" providerId="ADAL" clId="{D3FE86FC-6D8F-4FE7-A444-E0940AEEBE47}" dt="2024-04-15T11:53:50.444" v="444" actId="478"/>
          <ac:spMkLst>
            <pc:docMk/>
            <pc:sldMk cId="1741727001" sldId="338"/>
            <ac:spMk id="14" creationId="{00000000-0000-0000-0000-000000000000}"/>
          </ac:spMkLst>
        </pc:spChg>
        <pc:spChg chg="add del">
          <ac:chgData name="Dr. Khurram Jadoon khan Asstt. Professor FCS" userId="684a1a15-bea5-4a17-9b67-1313be309245" providerId="ADAL" clId="{D3FE86FC-6D8F-4FE7-A444-E0940AEEBE47}" dt="2024-04-15T11:53:50.444" v="444" actId="478"/>
          <ac:spMkLst>
            <pc:docMk/>
            <pc:sldMk cId="1741727001" sldId="338"/>
            <ac:spMk id="15" creationId="{00000000-0000-0000-0000-000000000000}"/>
          </ac:spMkLst>
        </pc:spChg>
        <pc:spChg chg="add del">
          <ac:chgData name="Dr. Khurram Jadoon khan Asstt. Professor FCS" userId="684a1a15-bea5-4a17-9b67-1313be309245" providerId="ADAL" clId="{D3FE86FC-6D8F-4FE7-A444-E0940AEEBE47}" dt="2024-04-15T11:53:50.444" v="444" actId="478"/>
          <ac:spMkLst>
            <pc:docMk/>
            <pc:sldMk cId="1741727001" sldId="338"/>
            <ac:spMk id="16" creationId="{00000000-0000-0000-0000-000000000000}"/>
          </ac:spMkLst>
        </pc:spChg>
        <pc:spChg chg="add del">
          <ac:chgData name="Dr. Khurram Jadoon khan Asstt. Professor FCS" userId="684a1a15-bea5-4a17-9b67-1313be309245" providerId="ADAL" clId="{D3FE86FC-6D8F-4FE7-A444-E0940AEEBE47}" dt="2024-04-15T11:53:50.444" v="444" actId="478"/>
          <ac:spMkLst>
            <pc:docMk/>
            <pc:sldMk cId="1741727001" sldId="338"/>
            <ac:spMk id="17" creationId="{00000000-0000-0000-0000-000000000000}"/>
          </ac:spMkLst>
        </pc:spChg>
        <pc:spChg chg="add del">
          <ac:chgData name="Dr. Khurram Jadoon khan Asstt. Professor FCS" userId="684a1a15-bea5-4a17-9b67-1313be309245" providerId="ADAL" clId="{D3FE86FC-6D8F-4FE7-A444-E0940AEEBE47}" dt="2024-04-15T11:53:50.444" v="444" actId="478"/>
          <ac:spMkLst>
            <pc:docMk/>
            <pc:sldMk cId="1741727001" sldId="338"/>
            <ac:spMk id="18" creationId="{00000000-0000-0000-0000-000000000000}"/>
          </ac:spMkLst>
        </pc:spChg>
        <pc:spChg chg="add del">
          <ac:chgData name="Dr. Khurram Jadoon khan Asstt. Professor FCS" userId="684a1a15-bea5-4a17-9b67-1313be309245" providerId="ADAL" clId="{D3FE86FC-6D8F-4FE7-A444-E0940AEEBE47}" dt="2024-04-15T11:53:50.444" v="444" actId="478"/>
          <ac:spMkLst>
            <pc:docMk/>
            <pc:sldMk cId="1741727001" sldId="338"/>
            <ac:spMk id="19" creationId="{00000000-0000-0000-0000-000000000000}"/>
          </ac:spMkLst>
        </pc:spChg>
        <pc:spChg chg="add del">
          <ac:chgData name="Dr. Khurram Jadoon khan Asstt. Professor FCS" userId="684a1a15-bea5-4a17-9b67-1313be309245" providerId="ADAL" clId="{D3FE86FC-6D8F-4FE7-A444-E0940AEEBE47}" dt="2024-04-15T11:53:50.444" v="444" actId="478"/>
          <ac:spMkLst>
            <pc:docMk/>
            <pc:sldMk cId="1741727001" sldId="338"/>
            <ac:spMk id="20" creationId="{00000000-0000-0000-0000-000000000000}"/>
          </ac:spMkLst>
        </pc:spChg>
        <pc:spChg chg="add del">
          <ac:chgData name="Dr. Khurram Jadoon khan Asstt. Professor FCS" userId="684a1a15-bea5-4a17-9b67-1313be309245" providerId="ADAL" clId="{D3FE86FC-6D8F-4FE7-A444-E0940AEEBE47}" dt="2024-04-15T11:53:50.444" v="444" actId="478"/>
          <ac:spMkLst>
            <pc:docMk/>
            <pc:sldMk cId="1741727001" sldId="338"/>
            <ac:spMk id="21" creationId="{00000000-0000-0000-0000-000000000000}"/>
          </ac:spMkLst>
        </pc:spChg>
        <pc:spChg chg="add del">
          <ac:chgData name="Dr. Khurram Jadoon khan Asstt. Professor FCS" userId="684a1a15-bea5-4a17-9b67-1313be309245" providerId="ADAL" clId="{D3FE86FC-6D8F-4FE7-A444-E0940AEEBE47}" dt="2024-04-15T11:53:50.444" v="444" actId="478"/>
          <ac:spMkLst>
            <pc:docMk/>
            <pc:sldMk cId="1741727001" sldId="338"/>
            <ac:spMk id="22" creationId="{00000000-0000-0000-0000-000000000000}"/>
          </ac:spMkLst>
        </pc:spChg>
        <pc:spChg chg="add del">
          <ac:chgData name="Dr. Khurram Jadoon khan Asstt. Professor FCS" userId="684a1a15-bea5-4a17-9b67-1313be309245" providerId="ADAL" clId="{D3FE86FC-6D8F-4FE7-A444-E0940AEEBE47}" dt="2024-04-15T11:53:50.444" v="444" actId="478"/>
          <ac:spMkLst>
            <pc:docMk/>
            <pc:sldMk cId="1741727001" sldId="338"/>
            <ac:spMk id="23" creationId="{00000000-0000-0000-0000-000000000000}"/>
          </ac:spMkLst>
        </pc:spChg>
        <pc:spChg chg="add del">
          <ac:chgData name="Dr. Khurram Jadoon khan Asstt. Professor FCS" userId="684a1a15-bea5-4a17-9b67-1313be309245" providerId="ADAL" clId="{D3FE86FC-6D8F-4FE7-A444-E0940AEEBE47}" dt="2024-04-15T11:53:50.444" v="444" actId="478"/>
          <ac:spMkLst>
            <pc:docMk/>
            <pc:sldMk cId="1741727001" sldId="338"/>
            <ac:spMk id="24" creationId="{00000000-0000-0000-0000-000000000000}"/>
          </ac:spMkLst>
        </pc:spChg>
        <pc:spChg chg="add del">
          <ac:chgData name="Dr. Khurram Jadoon khan Asstt. Professor FCS" userId="684a1a15-bea5-4a17-9b67-1313be309245" providerId="ADAL" clId="{D3FE86FC-6D8F-4FE7-A444-E0940AEEBE47}" dt="2024-04-15T11:53:50.444" v="444" actId="478"/>
          <ac:spMkLst>
            <pc:docMk/>
            <pc:sldMk cId="1741727001" sldId="338"/>
            <ac:spMk id="25" creationId="{00000000-0000-0000-0000-000000000000}"/>
          </ac:spMkLst>
        </pc:spChg>
        <pc:spChg chg="add del">
          <ac:chgData name="Dr. Khurram Jadoon khan Asstt. Professor FCS" userId="684a1a15-bea5-4a17-9b67-1313be309245" providerId="ADAL" clId="{D3FE86FC-6D8F-4FE7-A444-E0940AEEBE47}" dt="2024-04-15T11:53:50.444" v="444" actId="478"/>
          <ac:spMkLst>
            <pc:docMk/>
            <pc:sldMk cId="1741727001" sldId="338"/>
            <ac:spMk id="26" creationId="{00000000-0000-0000-0000-000000000000}"/>
          </ac:spMkLst>
        </pc:spChg>
        <pc:spChg chg="add del">
          <ac:chgData name="Dr. Khurram Jadoon khan Asstt. Professor FCS" userId="684a1a15-bea5-4a17-9b67-1313be309245" providerId="ADAL" clId="{D3FE86FC-6D8F-4FE7-A444-E0940AEEBE47}" dt="2024-04-15T11:53:50.444" v="444" actId="478"/>
          <ac:spMkLst>
            <pc:docMk/>
            <pc:sldMk cId="1741727001" sldId="338"/>
            <ac:spMk id="27" creationId="{00000000-0000-0000-0000-000000000000}"/>
          </ac:spMkLst>
        </pc:spChg>
        <pc:spChg chg="add del">
          <ac:chgData name="Dr. Khurram Jadoon khan Asstt. Professor FCS" userId="684a1a15-bea5-4a17-9b67-1313be309245" providerId="ADAL" clId="{D3FE86FC-6D8F-4FE7-A444-E0940AEEBE47}" dt="2024-04-15T11:53:50.444" v="444" actId="478"/>
          <ac:spMkLst>
            <pc:docMk/>
            <pc:sldMk cId="1741727001" sldId="338"/>
            <ac:spMk id="28" creationId="{00000000-0000-0000-0000-000000000000}"/>
          </ac:spMkLst>
        </pc:spChg>
        <pc:spChg chg="add del">
          <ac:chgData name="Dr. Khurram Jadoon khan Asstt. Professor FCS" userId="684a1a15-bea5-4a17-9b67-1313be309245" providerId="ADAL" clId="{D3FE86FC-6D8F-4FE7-A444-E0940AEEBE47}" dt="2024-04-15T11:53:50.444" v="444" actId="478"/>
          <ac:spMkLst>
            <pc:docMk/>
            <pc:sldMk cId="1741727001" sldId="338"/>
            <ac:spMk id="29" creationId="{00000000-0000-0000-0000-000000000000}"/>
          </ac:spMkLst>
        </pc:spChg>
        <pc:spChg chg="add del">
          <ac:chgData name="Dr. Khurram Jadoon khan Asstt. Professor FCS" userId="684a1a15-bea5-4a17-9b67-1313be309245" providerId="ADAL" clId="{D3FE86FC-6D8F-4FE7-A444-E0940AEEBE47}" dt="2024-04-15T11:53:50.444" v="444" actId="478"/>
          <ac:spMkLst>
            <pc:docMk/>
            <pc:sldMk cId="1741727001" sldId="338"/>
            <ac:spMk id="30" creationId="{00000000-0000-0000-0000-000000000000}"/>
          </ac:spMkLst>
        </pc:spChg>
        <pc:spChg chg="add del">
          <ac:chgData name="Dr. Khurram Jadoon khan Asstt. Professor FCS" userId="684a1a15-bea5-4a17-9b67-1313be309245" providerId="ADAL" clId="{D3FE86FC-6D8F-4FE7-A444-E0940AEEBE47}" dt="2024-04-15T11:53:50.444" v="444" actId="478"/>
          <ac:spMkLst>
            <pc:docMk/>
            <pc:sldMk cId="1741727001" sldId="338"/>
            <ac:spMk id="31" creationId="{00000000-0000-0000-0000-000000000000}"/>
          </ac:spMkLst>
        </pc:spChg>
        <pc:spChg chg="add del">
          <ac:chgData name="Dr. Khurram Jadoon khan Asstt. Professor FCS" userId="684a1a15-bea5-4a17-9b67-1313be309245" providerId="ADAL" clId="{D3FE86FC-6D8F-4FE7-A444-E0940AEEBE47}" dt="2024-04-15T11:53:50.444" v="444" actId="478"/>
          <ac:spMkLst>
            <pc:docMk/>
            <pc:sldMk cId="1741727001" sldId="338"/>
            <ac:spMk id="32" creationId="{00000000-0000-0000-0000-000000000000}"/>
          </ac:spMkLst>
        </pc:spChg>
        <pc:spChg chg="add del">
          <ac:chgData name="Dr. Khurram Jadoon khan Asstt. Professor FCS" userId="684a1a15-bea5-4a17-9b67-1313be309245" providerId="ADAL" clId="{D3FE86FC-6D8F-4FE7-A444-E0940AEEBE47}" dt="2024-04-15T11:53:50.444" v="444" actId="478"/>
          <ac:spMkLst>
            <pc:docMk/>
            <pc:sldMk cId="1741727001" sldId="338"/>
            <ac:spMk id="33" creationId="{00000000-0000-0000-0000-000000000000}"/>
          </ac:spMkLst>
        </pc:spChg>
        <pc:spChg chg="add del mod">
          <ac:chgData name="Dr. Khurram Jadoon khan Asstt. Professor FCS" userId="684a1a15-bea5-4a17-9b67-1313be309245" providerId="ADAL" clId="{D3FE86FC-6D8F-4FE7-A444-E0940AEEBE47}" dt="2024-04-16T11:50:20.816" v="678" actId="478"/>
          <ac:spMkLst>
            <pc:docMk/>
            <pc:sldMk cId="1741727001" sldId="338"/>
            <ac:spMk id="41" creationId="{6543C638-48D0-1470-B3E2-CB563455B7EA}"/>
          </ac:spMkLst>
        </pc:spChg>
        <pc:graphicFrameChg chg="add del">
          <ac:chgData name="Dr. Khurram Jadoon khan Asstt. Professor FCS" userId="684a1a15-bea5-4a17-9b67-1313be309245" providerId="ADAL" clId="{D3FE86FC-6D8F-4FE7-A444-E0940AEEBE47}" dt="2024-04-15T11:53:50.444" v="444" actId="478"/>
          <ac:graphicFrameMkLst>
            <pc:docMk/>
            <pc:sldMk cId="1741727001" sldId="338"/>
            <ac:graphicFrameMk id="7" creationId="{00000000-0000-0000-0000-000000000000}"/>
          </ac:graphicFrameMkLst>
        </pc:graphicFrameChg>
        <pc:picChg chg="add mod">
          <ac:chgData name="Dr. Khurram Jadoon khan Asstt. Professor FCS" userId="684a1a15-bea5-4a17-9b67-1313be309245" providerId="ADAL" clId="{D3FE86FC-6D8F-4FE7-A444-E0940AEEBE47}" dt="2024-04-16T10:54:26.449" v="586" actId="1076"/>
          <ac:picMkLst>
            <pc:docMk/>
            <pc:sldMk cId="1741727001" sldId="338"/>
            <ac:picMk id="35" creationId="{0CB4328E-372F-781E-72AA-CDA2E7FEFF91}"/>
          </ac:picMkLst>
        </pc:picChg>
        <pc:picChg chg="add mod">
          <ac:chgData name="Dr. Khurram Jadoon khan Asstt. Professor FCS" userId="684a1a15-bea5-4a17-9b67-1313be309245" providerId="ADAL" clId="{D3FE86FC-6D8F-4FE7-A444-E0940AEEBE47}" dt="2024-04-16T11:50:24.446" v="680" actId="14100"/>
          <ac:picMkLst>
            <pc:docMk/>
            <pc:sldMk cId="1741727001" sldId="338"/>
            <ac:picMk id="37" creationId="{C291C060-8933-2260-6018-4B084E6CB010}"/>
          </ac:picMkLst>
        </pc:picChg>
        <pc:picChg chg="add del">
          <ac:chgData name="Dr. Khurram Jadoon khan Asstt. Professor FCS" userId="684a1a15-bea5-4a17-9b67-1313be309245" providerId="ADAL" clId="{D3FE86FC-6D8F-4FE7-A444-E0940AEEBE47}" dt="2024-04-15T11:56:08.493" v="453" actId="478"/>
          <ac:picMkLst>
            <pc:docMk/>
            <pc:sldMk cId="1741727001" sldId="338"/>
            <ac:picMk id="39" creationId="{42E25099-DB2D-5E49-1472-32B310B01A2B}"/>
          </ac:picMkLst>
        </pc:picChg>
      </pc:sldChg>
      <pc:sldChg chg="addSp modSp new mod">
        <pc:chgData name="Dr. Khurram Jadoon khan Asstt. Professor FCS" userId="684a1a15-bea5-4a17-9b67-1313be309245" providerId="ADAL" clId="{D3FE86FC-6D8F-4FE7-A444-E0940AEEBE47}" dt="2024-04-16T11:42:58.755" v="660"/>
        <pc:sldMkLst>
          <pc:docMk/>
          <pc:sldMk cId="71172922" sldId="339"/>
        </pc:sldMkLst>
        <pc:spChg chg="mod">
          <ac:chgData name="Dr. Khurram Jadoon khan Asstt. Professor FCS" userId="684a1a15-bea5-4a17-9b67-1313be309245" providerId="ADAL" clId="{D3FE86FC-6D8F-4FE7-A444-E0940AEEBE47}" dt="2024-04-16T11:42:58.755" v="660"/>
          <ac:spMkLst>
            <pc:docMk/>
            <pc:sldMk cId="71172922" sldId="339"/>
            <ac:spMk id="2" creationId="{17103374-B8C5-4783-A96D-D66B0BC81B79}"/>
          </ac:spMkLst>
        </pc:spChg>
        <pc:picChg chg="add mod">
          <ac:chgData name="Dr. Khurram Jadoon khan Asstt. Professor FCS" userId="684a1a15-bea5-4a17-9b67-1313be309245" providerId="ADAL" clId="{D3FE86FC-6D8F-4FE7-A444-E0940AEEBE47}" dt="2024-04-16T11:42:53.242" v="659" actId="14100"/>
          <ac:picMkLst>
            <pc:docMk/>
            <pc:sldMk cId="71172922" sldId="339"/>
            <ac:picMk id="4" creationId="{069EEE2F-804C-AD01-B8DC-035D64FBFB93}"/>
          </ac:picMkLst>
        </pc:picChg>
      </pc:sldChg>
      <pc:sldChg chg="addSp delSp modSp add mod">
        <pc:chgData name="Dr. Khurram Jadoon khan Asstt. Professor FCS" userId="684a1a15-bea5-4a17-9b67-1313be309245" providerId="ADAL" clId="{D3FE86FC-6D8F-4FE7-A444-E0940AEEBE47}" dt="2024-04-16T11:43:44.971" v="665" actId="1076"/>
        <pc:sldMkLst>
          <pc:docMk/>
          <pc:sldMk cId="3136026510" sldId="340"/>
        </pc:sldMkLst>
        <pc:picChg chg="del">
          <ac:chgData name="Dr. Khurram Jadoon khan Asstt. Professor FCS" userId="684a1a15-bea5-4a17-9b67-1313be309245" providerId="ADAL" clId="{D3FE86FC-6D8F-4FE7-A444-E0940AEEBE47}" dt="2024-04-16T11:43:33.060" v="662" actId="478"/>
          <ac:picMkLst>
            <pc:docMk/>
            <pc:sldMk cId="3136026510" sldId="340"/>
            <ac:picMk id="4" creationId="{069EEE2F-804C-AD01-B8DC-035D64FBFB93}"/>
          </ac:picMkLst>
        </pc:picChg>
        <pc:picChg chg="add mod">
          <ac:chgData name="Dr. Khurram Jadoon khan Asstt. Professor FCS" userId="684a1a15-bea5-4a17-9b67-1313be309245" providerId="ADAL" clId="{D3FE86FC-6D8F-4FE7-A444-E0940AEEBE47}" dt="2024-04-16T11:43:44.971" v="665" actId="1076"/>
          <ac:picMkLst>
            <pc:docMk/>
            <pc:sldMk cId="3136026510" sldId="340"/>
            <ac:picMk id="5" creationId="{69E9AF8D-8568-33BD-CDB1-5F8548D8E1E0}"/>
          </ac:picMkLst>
        </pc:picChg>
      </pc:sldChg>
      <pc:sldChg chg="delSp modSp add mod">
        <pc:chgData name="Dr. Khurram Jadoon khan Asstt. Professor FCS" userId="684a1a15-bea5-4a17-9b67-1313be309245" providerId="ADAL" clId="{D3FE86FC-6D8F-4FE7-A444-E0940AEEBE47}" dt="2024-04-16T11:50:39.303" v="687" actId="20577"/>
        <pc:sldMkLst>
          <pc:docMk/>
          <pc:sldMk cId="2982109733" sldId="341"/>
        </pc:sldMkLst>
        <pc:spChg chg="mod">
          <ac:chgData name="Dr. Khurram Jadoon khan Asstt. Professor FCS" userId="684a1a15-bea5-4a17-9b67-1313be309245" providerId="ADAL" clId="{D3FE86FC-6D8F-4FE7-A444-E0940AEEBE47}" dt="2024-04-16T11:50:31.272" v="683" actId="1076"/>
          <ac:spMkLst>
            <pc:docMk/>
            <pc:sldMk cId="2982109733" sldId="341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D3FE86FC-6D8F-4FE7-A444-E0940AEEBE47}" dt="2024-04-16T11:50:39.303" v="687" actId="20577"/>
          <ac:spMkLst>
            <pc:docMk/>
            <pc:sldMk cId="2982109733" sldId="341"/>
            <ac:spMk id="41" creationId="{6543C638-48D0-1470-B3E2-CB563455B7EA}"/>
          </ac:spMkLst>
        </pc:spChg>
        <pc:picChg chg="del">
          <ac:chgData name="Dr. Khurram Jadoon khan Asstt. Professor FCS" userId="684a1a15-bea5-4a17-9b67-1313be309245" providerId="ADAL" clId="{D3FE86FC-6D8F-4FE7-A444-E0940AEEBE47}" dt="2024-04-16T11:50:28.782" v="682" actId="478"/>
          <ac:picMkLst>
            <pc:docMk/>
            <pc:sldMk cId="2982109733" sldId="341"/>
            <ac:picMk id="35" creationId="{0CB4328E-372F-781E-72AA-CDA2E7FEFF91}"/>
          </ac:picMkLst>
        </pc:picChg>
        <pc:picChg chg="del">
          <ac:chgData name="Dr. Khurram Jadoon khan Asstt. Professor FCS" userId="684a1a15-bea5-4a17-9b67-1313be309245" providerId="ADAL" clId="{D3FE86FC-6D8F-4FE7-A444-E0940AEEBE47}" dt="2024-04-16T11:50:27.224" v="681" actId="478"/>
          <ac:picMkLst>
            <pc:docMk/>
            <pc:sldMk cId="2982109733" sldId="341"/>
            <ac:picMk id="37" creationId="{C291C060-8933-2260-6018-4B084E6CB010}"/>
          </ac:picMkLst>
        </pc:picChg>
      </pc:sldChg>
      <pc:sldMasterChg chg="delSp mod">
        <pc:chgData name="Dr. Khurram Jadoon khan Asstt. Professor FCS" userId="684a1a15-bea5-4a17-9b67-1313be309245" providerId="ADAL" clId="{D3FE86FC-6D8F-4FE7-A444-E0940AEEBE47}" dt="2024-04-15T11:01:23.411" v="1" actId="478"/>
        <pc:sldMasterMkLst>
          <pc:docMk/>
          <pc:sldMasterMk cId="0" sldId="2147483648"/>
        </pc:sldMasterMkLst>
        <pc:spChg chg="del">
          <ac:chgData name="Dr. Khurram Jadoon khan Asstt. Professor FCS" userId="684a1a15-bea5-4a17-9b67-1313be309245" providerId="ADAL" clId="{D3FE86FC-6D8F-4FE7-A444-E0940AEEBE47}" dt="2024-04-15T11:01:23.411" v="1" actId="478"/>
          <ac:spMkLst>
            <pc:docMk/>
            <pc:sldMasterMk cId="0" sldId="2147483648"/>
            <ac:spMk id="16" creationId="{00000000-0000-0000-0000-000000000000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4A70E5-1719-40BD-86F0-34C7B9C0F5E7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69979D-DCA3-4E08-B0CB-69FD912EB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63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9979D-DCA3-4E08-B0CB-69FD912EBA3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034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5415" y="196215"/>
            <a:ext cx="5281168" cy="6902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373753" y="196215"/>
            <a:ext cx="3444493" cy="6902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255521"/>
            <a:ext cx="7649845" cy="43503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hyperlink" Target="https://www.youtube.com/watch?v=x4O8pojMF0w" TargetMode="Externa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g"/><Relationship Id="rId3" Type="http://schemas.openxmlformats.org/officeDocument/2006/relationships/image" Target="../media/image23.jpg"/><Relationship Id="rId7" Type="http://schemas.openxmlformats.org/officeDocument/2006/relationships/image" Target="../media/image20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jpg"/><Relationship Id="rId4" Type="http://schemas.openxmlformats.org/officeDocument/2006/relationships/image" Target="../media/image24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jp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jpg"/><Relationship Id="rId4" Type="http://schemas.openxmlformats.org/officeDocument/2006/relationships/image" Target="../media/image40.jp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1.jpg"/><Relationship Id="rId4" Type="http://schemas.openxmlformats.org/officeDocument/2006/relationships/image" Target="../media/image44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505200" y="1981200"/>
            <a:ext cx="624840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65"/>
              </a:spcBef>
            </a:pPr>
            <a:r>
              <a:rPr sz="3600" spc="-5" dirty="0">
                <a:latin typeface="Arial"/>
                <a:cs typeface="Arial"/>
              </a:rPr>
              <a:t>Reinforcement</a:t>
            </a:r>
            <a:r>
              <a:rPr sz="3600" spc="-65" dirty="0">
                <a:latin typeface="Arial"/>
                <a:cs typeface="Arial"/>
              </a:rPr>
              <a:t> </a:t>
            </a:r>
            <a:r>
              <a:rPr sz="3600" spc="-5" dirty="0">
                <a:latin typeface="Arial"/>
                <a:cs typeface="Arial"/>
              </a:rPr>
              <a:t>Learning</a:t>
            </a:r>
            <a:endParaRPr sz="36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85665" y="196215"/>
            <a:ext cx="3820160" cy="690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Double</a:t>
            </a:r>
            <a:r>
              <a:rPr spc="-65" dirty="0"/>
              <a:t> </a:t>
            </a:r>
            <a:r>
              <a:rPr dirty="0"/>
              <a:t>Bandits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6900" y="1307223"/>
            <a:ext cx="10826115" cy="27616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  <a:buChar char="•"/>
              <a:tabLst>
                <a:tab pos="300355" algn="l"/>
              </a:tabLst>
            </a:pPr>
            <a:r>
              <a:rPr sz="3600" dirty="0">
                <a:latin typeface="Arial"/>
                <a:cs typeface="Arial"/>
              </a:rPr>
              <a:t>This MDP </a:t>
            </a:r>
            <a:r>
              <a:rPr sz="3600" spc="-5" dirty="0">
                <a:latin typeface="Arial"/>
                <a:cs typeface="Arial"/>
              </a:rPr>
              <a:t>problem </a:t>
            </a:r>
            <a:r>
              <a:rPr sz="3600" dirty="0">
                <a:latin typeface="Arial"/>
                <a:cs typeface="Arial"/>
              </a:rPr>
              <a:t>consists of two states, "</a:t>
            </a:r>
            <a:r>
              <a:rPr sz="3600" dirty="0">
                <a:solidFill>
                  <a:srgbClr val="FF0000"/>
                </a:solidFill>
                <a:latin typeface="Arial"/>
                <a:cs typeface="Arial"/>
              </a:rPr>
              <a:t>Win</a:t>
            </a:r>
            <a:r>
              <a:rPr sz="3600" dirty="0">
                <a:latin typeface="Arial"/>
                <a:cs typeface="Arial"/>
              </a:rPr>
              <a:t>"</a:t>
            </a:r>
            <a:r>
              <a:rPr sz="3600" spc="-50" dirty="0">
                <a:latin typeface="Arial"/>
                <a:cs typeface="Arial"/>
              </a:rPr>
              <a:t> </a:t>
            </a:r>
            <a:r>
              <a:rPr sz="3600" spc="-5" dirty="0">
                <a:latin typeface="Arial"/>
                <a:cs typeface="Arial"/>
              </a:rPr>
              <a:t>and  "</a:t>
            </a:r>
            <a:r>
              <a:rPr sz="3600" spc="-5" dirty="0">
                <a:solidFill>
                  <a:srgbClr val="FF0000"/>
                </a:solidFill>
                <a:latin typeface="Arial"/>
                <a:cs typeface="Arial"/>
              </a:rPr>
              <a:t>Lose</a:t>
            </a:r>
            <a:r>
              <a:rPr sz="3600" spc="-5" dirty="0">
                <a:latin typeface="Arial"/>
                <a:cs typeface="Arial"/>
              </a:rPr>
              <a:t>", and </a:t>
            </a:r>
            <a:r>
              <a:rPr sz="3600" dirty="0">
                <a:latin typeface="Arial"/>
                <a:cs typeface="Arial"/>
              </a:rPr>
              <a:t>two actions, </a:t>
            </a:r>
            <a:r>
              <a:rPr sz="3600" spc="-5" dirty="0">
                <a:latin typeface="Arial"/>
                <a:cs typeface="Arial"/>
              </a:rPr>
              <a:t>"</a:t>
            </a:r>
            <a:r>
              <a:rPr sz="3600" spc="-5" dirty="0">
                <a:solidFill>
                  <a:srgbClr val="FF0000"/>
                </a:solidFill>
                <a:latin typeface="Arial"/>
                <a:cs typeface="Arial"/>
              </a:rPr>
              <a:t>Play Red</a:t>
            </a:r>
            <a:r>
              <a:rPr sz="3600" spc="-5" dirty="0">
                <a:latin typeface="Arial"/>
                <a:cs typeface="Arial"/>
              </a:rPr>
              <a:t>" and "</a:t>
            </a:r>
            <a:r>
              <a:rPr sz="3600" spc="-5" dirty="0">
                <a:solidFill>
                  <a:srgbClr val="FF0000"/>
                </a:solidFill>
                <a:latin typeface="Arial"/>
                <a:cs typeface="Arial"/>
              </a:rPr>
              <a:t>Play</a:t>
            </a:r>
            <a:r>
              <a:rPr sz="3600" spc="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600" spc="-5" dirty="0">
                <a:solidFill>
                  <a:srgbClr val="FF0000"/>
                </a:solidFill>
                <a:latin typeface="Arial"/>
                <a:cs typeface="Arial"/>
              </a:rPr>
              <a:t>Blue</a:t>
            </a:r>
            <a:r>
              <a:rPr sz="3600" spc="-5" dirty="0">
                <a:latin typeface="Arial"/>
                <a:cs typeface="Arial"/>
              </a:rPr>
              <a:t>".</a:t>
            </a:r>
            <a:endParaRPr sz="3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3750">
              <a:latin typeface="Times New Roman"/>
              <a:cs typeface="Times New Roman"/>
            </a:endParaRPr>
          </a:p>
          <a:p>
            <a:pPr marL="12700" marR="234315">
              <a:lnSpc>
                <a:spcPct val="100000"/>
              </a:lnSpc>
              <a:buChar char="•"/>
              <a:tabLst>
                <a:tab pos="300355" algn="l"/>
              </a:tabLst>
            </a:pPr>
            <a:r>
              <a:rPr sz="3600" dirty="0">
                <a:latin typeface="Arial"/>
                <a:cs typeface="Arial"/>
              </a:rPr>
              <a:t>The </a:t>
            </a:r>
            <a:r>
              <a:rPr sz="3600" spc="-5" dirty="0">
                <a:latin typeface="Arial"/>
                <a:cs typeface="Arial"/>
              </a:rPr>
              <a:t>agent transitions between </a:t>
            </a:r>
            <a:r>
              <a:rPr sz="3600" dirty="0">
                <a:latin typeface="Arial"/>
                <a:cs typeface="Arial"/>
              </a:rPr>
              <a:t>states </a:t>
            </a:r>
            <a:r>
              <a:rPr sz="3600" spc="-5" dirty="0">
                <a:latin typeface="Arial"/>
                <a:cs typeface="Arial"/>
              </a:rPr>
              <a:t>based on </a:t>
            </a:r>
            <a:r>
              <a:rPr sz="3600" dirty="0">
                <a:latin typeface="Arial"/>
                <a:cs typeface="Arial"/>
              </a:rPr>
              <a:t>the  </a:t>
            </a:r>
            <a:r>
              <a:rPr sz="3600" spc="-5" dirty="0">
                <a:latin typeface="Arial"/>
                <a:cs typeface="Arial"/>
              </a:rPr>
              <a:t>action </a:t>
            </a:r>
            <a:r>
              <a:rPr sz="3600" dirty="0">
                <a:latin typeface="Arial"/>
                <a:cs typeface="Arial"/>
              </a:rPr>
              <a:t>it takes </a:t>
            </a:r>
            <a:r>
              <a:rPr sz="3600" spc="-5" dirty="0">
                <a:latin typeface="Arial"/>
                <a:cs typeface="Arial"/>
              </a:rPr>
              <a:t>and receives a corresponding</a:t>
            </a:r>
            <a:r>
              <a:rPr sz="3600" spc="95" dirty="0">
                <a:latin typeface="Arial"/>
                <a:cs typeface="Arial"/>
              </a:rPr>
              <a:t> </a:t>
            </a:r>
            <a:r>
              <a:rPr sz="3600" spc="-5" dirty="0">
                <a:latin typeface="Arial"/>
                <a:cs typeface="Arial"/>
              </a:rPr>
              <a:t>reward.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12641" y="196215"/>
            <a:ext cx="4970780" cy="690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Double-Bandit</a:t>
            </a:r>
            <a:r>
              <a:rPr spc="-55" dirty="0"/>
              <a:t> </a:t>
            </a:r>
            <a:r>
              <a:rPr dirty="0"/>
              <a:t>MDP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5343" y="1409953"/>
            <a:ext cx="2874645" cy="848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333399"/>
              </a:buClr>
              <a:buFont typeface="Courier New"/>
              <a:buChar char="o"/>
              <a:tabLst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Actions: </a:t>
            </a:r>
            <a:r>
              <a:rPr sz="2400" i="1" spc="-5" dirty="0">
                <a:solidFill>
                  <a:srgbClr val="3333FF"/>
                </a:solidFill>
                <a:latin typeface="Arial"/>
                <a:cs typeface="Arial"/>
              </a:rPr>
              <a:t>Blue</a:t>
            </a:r>
            <a:r>
              <a:rPr sz="2400" i="1" spc="-5" dirty="0">
                <a:latin typeface="Arial"/>
                <a:cs typeface="Arial"/>
              </a:rPr>
              <a:t>,</a:t>
            </a:r>
            <a:r>
              <a:rPr sz="2400" i="1" spc="-40" dirty="0">
                <a:latin typeface="Arial"/>
                <a:cs typeface="Arial"/>
              </a:rPr>
              <a:t> </a:t>
            </a:r>
            <a:r>
              <a:rPr sz="2400" i="1" spc="-5" dirty="0">
                <a:solidFill>
                  <a:srgbClr val="C00000"/>
                </a:solidFill>
                <a:latin typeface="Arial"/>
                <a:cs typeface="Arial"/>
              </a:rPr>
              <a:t>Red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lr>
                <a:srgbClr val="333399"/>
              </a:buClr>
              <a:buFont typeface="Courier New"/>
              <a:buChar char="o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States: </a:t>
            </a:r>
            <a:r>
              <a:rPr sz="2400" spc="-5" dirty="0">
                <a:solidFill>
                  <a:srgbClr val="008000"/>
                </a:solidFill>
                <a:latin typeface="Arial"/>
                <a:cs typeface="Arial"/>
              </a:rPr>
              <a:t>Win</a:t>
            </a:r>
            <a:r>
              <a:rPr sz="2400" spc="-5" dirty="0">
                <a:latin typeface="Arial"/>
                <a:cs typeface="Arial"/>
              </a:rPr>
              <a:t>,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Lose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65857" y="2421254"/>
            <a:ext cx="7184898" cy="32475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439795" y="3397122"/>
            <a:ext cx="361315" cy="443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5" dirty="0">
                <a:solidFill>
                  <a:srgbClr val="008000"/>
                </a:solidFill>
                <a:latin typeface="Arial"/>
                <a:cs typeface="Arial"/>
              </a:rPr>
              <a:t>W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62009" y="3397122"/>
            <a:ext cx="223520" cy="443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5" dirty="0">
                <a:latin typeface="Arial"/>
                <a:cs typeface="Arial"/>
              </a:rPr>
              <a:t>L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79194" y="4001389"/>
            <a:ext cx="363855" cy="382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solidFill>
                  <a:srgbClr val="008000"/>
                </a:solidFill>
                <a:latin typeface="Arial"/>
                <a:cs typeface="Arial"/>
              </a:rPr>
              <a:t>$1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79194" y="4732908"/>
            <a:ext cx="449580" cy="382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1.0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528809" y="3925189"/>
            <a:ext cx="363855" cy="382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solidFill>
                  <a:srgbClr val="008000"/>
                </a:solidFill>
                <a:latin typeface="Arial"/>
                <a:cs typeface="Arial"/>
              </a:rPr>
              <a:t>$1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528809" y="4656708"/>
            <a:ext cx="449580" cy="382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1.0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13375" y="2015363"/>
            <a:ext cx="1278890" cy="382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927100" algn="l"/>
              </a:tabLst>
            </a:pPr>
            <a:r>
              <a:rPr sz="2400" spc="-5" dirty="0">
                <a:latin typeface="Arial"/>
                <a:cs typeface="Arial"/>
              </a:rPr>
              <a:t>0.25	</a:t>
            </a:r>
            <a:r>
              <a:rPr sz="2400" spc="-10" dirty="0">
                <a:solidFill>
                  <a:srgbClr val="008000"/>
                </a:solidFill>
                <a:latin typeface="Arial"/>
                <a:cs typeface="Arial"/>
              </a:rPr>
              <a:t>$0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79975" y="2865373"/>
            <a:ext cx="619125" cy="748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0.75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solidFill>
                  <a:srgbClr val="008000"/>
                </a:solidFill>
                <a:latin typeface="Arial"/>
                <a:cs typeface="Arial"/>
              </a:rPr>
              <a:t>$2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65775" y="4382389"/>
            <a:ext cx="1278890" cy="382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927100" algn="l"/>
              </a:tabLst>
            </a:pPr>
            <a:r>
              <a:rPr sz="2400" spc="-5" dirty="0">
                <a:latin typeface="Arial"/>
                <a:cs typeface="Arial"/>
              </a:rPr>
              <a:t>0.75	</a:t>
            </a:r>
            <a:r>
              <a:rPr sz="2400" spc="-10" dirty="0">
                <a:solidFill>
                  <a:srgbClr val="008000"/>
                </a:solidFill>
                <a:latin typeface="Arial"/>
                <a:cs typeface="Arial"/>
              </a:rPr>
              <a:t>$2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937629" y="3391534"/>
            <a:ext cx="619125" cy="748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0.25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solidFill>
                  <a:srgbClr val="008000"/>
                </a:solidFill>
                <a:latin typeface="Arial"/>
                <a:cs typeface="Arial"/>
              </a:rPr>
              <a:t>$0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525761" y="1372361"/>
            <a:ext cx="2209800" cy="1752600"/>
          </a:xfrm>
          <a:custGeom>
            <a:avLst/>
            <a:gdLst/>
            <a:ahLst/>
            <a:cxnLst/>
            <a:rect l="l" t="t" r="r" b="b"/>
            <a:pathLst>
              <a:path w="2209800" h="1752600">
                <a:moveTo>
                  <a:pt x="0" y="292100"/>
                </a:moveTo>
                <a:lnTo>
                  <a:pt x="3823" y="244727"/>
                </a:lnTo>
                <a:lnTo>
                  <a:pt x="14894" y="199786"/>
                </a:lnTo>
                <a:lnTo>
                  <a:pt x="32609" y="157877"/>
                </a:lnTo>
                <a:lnTo>
                  <a:pt x="56367" y="119603"/>
                </a:lnTo>
                <a:lnTo>
                  <a:pt x="85566" y="85566"/>
                </a:lnTo>
                <a:lnTo>
                  <a:pt x="119603" y="56367"/>
                </a:lnTo>
                <a:lnTo>
                  <a:pt x="157877" y="32609"/>
                </a:lnTo>
                <a:lnTo>
                  <a:pt x="199786" y="14894"/>
                </a:lnTo>
                <a:lnTo>
                  <a:pt x="244727" y="3823"/>
                </a:lnTo>
                <a:lnTo>
                  <a:pt x="292100" y="0"/>
                </a:lnTo>
                <a:lnTo>
                  <a:pt x="1917700" y="0"/>
                </a:lnTo>
                <a:lnTo>
                  <a:pt x="1965072" y="3823"/>
                </a:lnTo>
                <a:lnTo>
                  <a:pt x="2010013" y="14894"/>
                </a:lnTo>
                <a:lnTo>
                  <a:pt x="2051922" y="32609"/>
                </a:lnTo>
                <a:lnTo>
                  <a:pt x="2090196" y="56367"/>
                </a:lnTo>
                <a:lnTo>
                  <a:pt x="2124233" y="85566"/>
                </a:lnTo>
                <a:lnTo>
                  <a:pt x="2153432" y="119603"/>
                </a:lnTo>
                <a:lnTo>
                  <a:pt x="2177190" y="157877"/>
                </a:lnTo>
                <a:lnTo>
                  <a:pt x="2194905" y="199786"/>
                </a:lnTo>
                <a:lnTo>
                  <a:pt x="2205976" y="244727"/>
                </a:lnTo>
                <a:lnTo>
                  <a:pt x="2209800" y="292100"/>
                </a:lnTo>
                <a:lnTo>
                  <a:pt x="2209800" y="1460500"/>
                </a:lnTo>
                <a:lnTo>
                  <a:pt x="2205976" y="1507872"/>
                </a:lnTo>
                <a:lnTo>
                  <a:pt x="2194905" y="1552813"/>
                </a:lnTo>
                <a:lnTo>
                  <a:pt x="2177190" y="1594722"/>
                </a:lnTo>
                <a:lnTo>
                  <a:pt x="2153432" y="1632996"/>
                </a:lnTo>
                <a:lnTo>
                  <a:pt x="2124233" y="1667033"/>
                </a:lnTo>
                <a:lnTo>
                  <a:pt x="2090196" y="1696232"/>
                </a:lnTo>
                <a:lnTo>
                  <a:pt x="2051922" y="1719990"/>
                </a:lnTo>
                <a:lnTo>
                  <a:pt x="2010013" y="1737705"/>
                </a:lnTo>
                <a:lnTo>
                  <a:pt x="1965072" y="1748776"/>
                </a:lnTo>
                <a:lnTo>
                  <a:pt x="1917700" y="1752600"/>
                </a:lnTo>
                <a:lnTo>
                  <a:pt x="292100" y="1752600"/>
                </a:lnTo>
                <a:lnTo>
                  <a:pt x="244727" y="1748776"/>
                </a:lnTo>
                <a:lnTo>
                  <a:pt x="199786" y="1737705"/>
                </a:lnTo>
                <a:lnTo>
                  <a:pt x="157877" y="1719990"/>
                </a:lnTo>
                <a:lnTo>
                  <a:pt x="119603" y="1696232"/>
                </a:lnTo>
                <a:lnTo>
                  <a:pt x="85566" y="1667033"/>
                </a:lnTo>
                <a:lnTo>
                  <a:pt x="56367" y="1632996"/>
                </a:lnTo>
                <a:lnTo>
                  <a:pt x="32609" y="1594722"/>
                </a:lnTo>
                <a:lnTo>
                  <a:pt x="14894" y="1552813"/>
                </a:lnTo>
                <a:lnTo>
                  <a:pt x="3823" y="1507872"/>
                </a:lnTo>
                <a:lnTo>
                  <a:pt x="0" y="1460500"/>
                </a:lnTo>
                <a:lnTo>
                  <a:pt x="0" y="29210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9786619" y="1418082"/>
            <a:ext cx="1689100" cy="1601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i="1" dirty="0">
                <a:latin typeface="Arial"/>
                <a:cs typeface="Arial"/>
              </a:rPr>
              <a:t>No</a:t>
            </a:r>
            <a:r>
              <a:rPr sz="2000" i="1" spc="-9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discount</a:t>
            </a:r>
            <a:endParaRPr sz="2000">
              <a:latin typeface="Arial"/>
              <a:cs typeface="Arial"/>
            </a:endParaRPr>
          </a:p>
          <a:p>
            <a:pPr marL="12065" marR="5080" indent="-635" algn="ctr">
              <a:lnSpc>
                <a:spcPct val="100000"/>
              </a:lnSpc>
              <a:spcBef>
                <a:spcPts val="480"/>
              </a:spcBef>
            </a:pPr>
            <a:r>
              <a:rPr sz="2000" i="1" dirty="0">
                <a:latin typeface="Arial"/>
                <a:cs typeface="Arial"/>
              </a:rPr>
              <a:t>10 </a:t>
            </a:r>
            <a:r>
              <a:rPr sz="2000" i="1" spc="-5" dirty="0">
                <a:latin typeface="Arial"/>
                <a:cs typeface="Arial"/>
              </a:rPr>
              <a:t>time </a:t>
            </a:r>
            <a:r>
              <a:rPr sz="2000" i="1" dirty="0">
                <a:latin typeface="Arial"/>
                <a:cs typeface="Arial"/>
              </a:rPr>
              <a:t>steps  </a:t>
            </a:r>
            <a:r>
              <a:rPr sz="2000" i="1" spc="-5" dirty="0">
                <a:latin typeface="Arial"/>
                <a:cs typeface="Arial"/>
              </a:rPr>
              <a:t>Both </a:t>
            </a:r>
            <a:r>
              <a:rPr sz="2000" i="1" dirty="0">
                <a:latin typeface="Arial"/>
                <a:cs typeface="Arial"/>
              </a:rPr>
              <a:t>states  have the</a:t>
            </a:r>
            <a:r>
              <a:rPr sz="2000" i="1" spc="-114" dirty="0">
                <a:latin typeface="Arial"/>
                <a:cs typeface="Arial"/>
              </a:rPr>
              <a:t> </a:t>
            </a:r>
            <a:r>
              <a:rPr sz="2000" i="1" spc="-5" dirty="0">
                <a:latin typeface="Arial"/>
                <a:cs typeface="Arial"/>
              </a:rPr>
              <a:t>same  </a:t>
            </a:r>
            <a:r>
              <a:rPr sz="2000" i="1" dirty="0">
                <a:latin typeface="Arial"/>
                <a:cs typeface="Arial"/>
              </a:rPr>
              <a:t>value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7941" y="196215"/>
            <a:ext cx="3975735" cy="690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Offline</a:t>
            </a:r>
            <a:r>
              <a:rPr spc="-65" dirty="0"/>
              <a:t> </a:t>
            </a:r>
            <a:r>
              <a:rPr dirty="0"/>
              <a:t>Planning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5343" y="1331721"/>
            <a:ext cx="7397115" cy="1789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333399"/>
              </a:buClr>
              <a:buFont typeface="Courier New"/>
              <a:buChar char="o"/>
              <a:tabLst>
                <a:tab pos="355600" algn="l"/>
              </a:tabLst>
            </a:pPr>
            <a:r>
              <a:rPr sz="2800" spc="-5" dirty="0">
                <a:latin typeface="Arial"/>
                <a:cs typeface="Arial"/>
              </a:rPr>
              <a:t>Solving MDPs is offline</a:t>
            </a:r>
            <a:r>
              <a:rPr sz="2800" spc="3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planning</a:t>
            </a:r>
            <a:endParaRPr sz="28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90"/>
              </a:spcBef>
              <a:buClr>
                <a:srgbClr val="000000"/>
              </a:buClr>
              <a:buFont typeface="Courier New"/>
              <a:buChar char="o"/>
              <a:tabLst>
                <a:tab pos="756920" algn="l"/>
              </a:tabLst>
            </a:pP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You determine all quantities </a:t>
            </a: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through</a:t>
            </a:r>
            <a:r>
              <a:rPr sz="2400" spc="4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computation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75"/>
              </a:spcBef>
              <a:buClr>
                <a:srgbClr val="000000"/>
              </a:buClr>
              <a:buFont typeface="Courier New"/>
              <a:buChar char="o"/>
              <a:tabLst>
                <a:tab pos="756920" algn="l"/>
              </a:tabLst>
            </a:pP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You need </a:t>
            </a: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to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know </a:t>
            </a: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the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details </a:t>
            </a: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of the</a:t>
            </a:r>
            <a:r>
              <a:rPr sz="2400" spc="-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MDP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75"/>
              </a:spcBef>
              <a:buClr>
                <a:srgbClr val="000000"/>
              </a:buClr>
              <a:buFont typeface="Courier New"/>
              <a:buChar char="o"/>
              <a:tabLst>
                <a:tab pos="756920" algn="l"/>
              </a:tabLst>
            </a:pP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You do </a:t>
            </a: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not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actually play </a:t>
            </a: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the</a:t>
            </a:r>
            <a:r>
              <a:rPr sz="2400" spc="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game!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25761" y="1372361"/>
            <a:ext cx="2209800" cy="1752600"/>
          </a:xfrm>
          <a:custGeom>
            <a:avLst/>
            <a:gdLst/>
            <a:ahLst/>
            <a:cxnLst/>
            <a:rect l="l" t="t" r="r" b="b"/>
            <a:pathLst>
              <a:path w="2209800" h="1752600">
                <a:moveTo>
                  <a:pt x="0" y="292100"/>
                </a:moveTo>
                <a:lnTo>
                  <a:pt x="3823" y="244727"/>
                </a:lnTo>
                <a:lnTo>
                  <a:pt x="14894" y="199786"/>
                </a:lnTo>
                <a:lnTo>
                  <a:pt x="32609" y="157877"/>
                </a:lnTo>
                <a:lnTo>
                  <a:pt x="56367" y="119603"/>
                </a:lnTo>
                <a:lnTo>
                  <a:pt x="85566" y="85566"/>
                </a:lnTo>
                <a:lnTo>
                  <a:pt x="119603" y="56367"/>
                </a:lnTo>
                <a:lnTo>
                  <a:pt x="157877" y="32609"/>
                </a:lnTo>
                <a:lnTo>
                  <a:pt x="199786" y="14894"/>
                </a:lnTo>
                <a:lnTo>
                  <a:pt x="244727" y="3823"/>
                </a:lnTo>
                <a:lnTo>
                  <a:pt x="292100" y="0"/>
                </a:lnTo>
                <a:lnTo>
                  <a:pt x="1917700" y="0"/>
                </a:lnTo>
                <a:lnTo>
                  <a:pt x="1965072" y="3823"/>
                </a:lnTo>
                <a:lnTo>
                  <a:pt x="2010013" y="14894"/>
                </a:lnTo>
                <a:lnTo>
                  <a:pt x="2051922" y="32609"/>
                </a:lnTo>
                <a:lnTo>
                  <a:pt x="2090196" y="56367"/>
                </a:lnTo>
                <a:lnTo>
                  <a:pt x="2124233" y="85566"/>
                </a:lnTo>
                <a:lnTo>
                  <a:pt x="2153432" y="119603"/>
                </a:lnTo>
                <a:lnTo>
                  <a:pt x="2177190" y="157877"/>
                </a:lnTo>
                <a:lnTo>
                  <a:pt x="2194905" y="199786"/>
                </a:lnTo>
                <a:lnTo>
                  <a:pt x="2205976" y="244727"/>
                </a:lnTo>
                <a:lnTo>
                  <a:pt x="2209800" y="292100"/>
                </a:lnTo>
                <a:lnTo>
                  <a:pt x="2209800" y="1460500"/>
                </a:lnTo>
                <a:lnTo>
                  <a:pt x="2205976" y="1507872"/>
                </a:lnTo>
                <a:lnTo>
                  <a:pt x="2194905" y="1552813"/>
                </a:lnTo>
                <a:lnTo>
                  <a:pt x="2177190" y="1594722"/>
                </a:lnTo>
                <a:lnTo>
                  <a:pt x="2153432" y="1632996"/>
                </a:lnTo>
                <a:lnTo>
                  <a:pt x="2124233" y="1667033"/>
                </a:lnTo>
                <a:lnTo>
                  <a:pt x="2090196" y="1696232"/>
                </a:lnTo>
                <a:lnTo>
                  <a:pt x="2051922" y="1719990"/>
                </a:lnTo>
                <a:lnTo>
                  <a:pt x="2010013" y="1737705"/>
                </a:lnTo>
                <a:lnTo>
                  <a:pt x="1965072" y="1748776"/>
                </a:lnTo>
                <a:lnTo>
                  <a:pt x="1917700" y="1752600"/>
                </a:lnTo>
                <a:lnTo>
                  <a:pt x="292100" y="1752600"/>
                </a:lnTo>
                <a:lnTo>
                  <a:pt x="244727" y="1748776"/>
                </a:lnTo>
                <a:lnTo>
                  <a:pt x="199786" y="1737705"/>
                </a:lnTo>
                <a:lnTo>
                  <a:pt x="157877" y="1719990"/>
                </a:lnTo>
                <a:lnTo>
                  <a:pt x="119603" y="1696232"/>
                </a:lnTo>
                <a:lnTo>
                  <a:pt x="85566" y="1667033"/>
                </a:lnTo>
                <a:lnTo>
                  <a:pt x="56367" y="1632996"/>
                </a:lnTo>
                <a:lnTo>
                  <a:pt x="32609" y="1594722"/>
                </a:lnTo>
                <a:lnTo>
                  <a:pt x="14894" y="1552813"/>
                </a:lnTo>
                <a:lnTo>
                  <a:pt x="3823" y="1507872"/>
                </a:lnTo>
                <a:lnTo>
                  <a:pt x="0" y="1460500"/>
                </a:lnTo>
                <a:lnTo>
                  <a:pt x="0" y="29210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862819" y="1875282"/>
            <a:ext cx="1535430" cy="687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i="1" dirty="0">
                <a:latin typeface="Arial"/>
                <a:cs typeface="Arial"/>
              </a:rPr>
              <a:t>No</a:t>
            </a:r>
            <a:r>
              <a:rPr sz="2000" i="1" spc="-8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discount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2000" i="1" dirty="0">
                <a:latin typeface="Arial"/>
                <a:cs typeface="Arial"/>
              </a:rPr>
              <a:t>10 </a:t>
            </a:r>
            <a:r>
              <a:rPr sz="2000" i="1" spc="-5" dirty="0">
                <a:latin typeface="Arial"/>
                <a:cs typeface="Arial"/>
              </a:rPr>
              <a:t>time</a:t>
            </a:r>
            <a:r>
              <a:rPr sz="2000" i="1" spc="-9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steps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836411" y="3760851"/>
            <a:ext cx="5516469" cy="25015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777355" y="4463542"/>
            <a:ext cx="360680" cy="443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5" dirty="0">
                <a:solidFill>
                  <a:srgbClr val="008000"/>
                </a:solidFill>
                <a:latin typeface="Arial"/>
                <a:cs typeface="Arial"/>
              </a:rPr>
              <a:t>W</a:t>
            </a:r>
            <a:endParaRPr sz="2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638790" y="4463542"/>
            <a:ext cx="222885" cy="443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5" dirty="0">
                <a:latin typeface="Arial"/>
                <a:cs typeface="Arial"/>
              </a:rPr>
              <a:t>L</a:t>
            </a:r>
            <a:endParaRPr sz="2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89575" y="4839589"/>
            <a:ext cx="363855" cy="382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008000"/>
                </a:solidFill>
                <a:latin typeface="Arial"/>
                <a:cs typeface="Arial"/>
              </a:rPr>
              <a:t>$1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489575" y="5571438"/>
            <a:ext cx="449580" cy="382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1.0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424284" y="4839589"/>
            <a:ext cx="363855" cy="382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008000"/>
                </a:solidFill>
                <a:latin typeface="Arial"/>
                <a:cs typeface="Arial"/>
              </a:rPr>
              <a:t>$1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424284" y="5571438"/>
            <a:ext cx="449580" cy="382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1.0</a:t>
            </a:r>
            <a:endParaRPr sz="2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940802" y="4117594"/>
            <a:ext cx="619125" cy="748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0.75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solidFill>
                  <a:srgbClr val="008000"/>
                </a:solidFill>
                <a:latin typeface="Arial"/>
                <a:cs typeface="Arial"/>
              </a:rPr>
              <a:t>$2</a:t>
            </a:r>
            <a:endParaRPr sz="2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309609" y="4355592"/>
            <a:ext cx="1728470" cy="12477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2045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0.25</a:t>
            </a:r>
            <a:endParaRPr sz="2400">
              <a:latin typeface="Arial"/>
              <a:cs typeface="Arial"/>
            </a:endParaRPr>
          </a:p>
          <a:p>
            <a:pPr marL="1122045">
              <a:lnSpc>
                <a:spcPct val="100000"/>
              </a:lnSpc>
            </a:pPr>
            <a:r>
              <a:rPr sz="2400" spc="-10" dirty="0">
                <a:solidFill>
                  <a:srgbClr val="008000"/>
                </a:solidFill>
                <a:latin typeface="Arial"/>
                <a:cs typeface="Arial"/>
              </a:rPr>
              <a:t>$0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50"/>
              </a:spcBef>
              <a:tabLst>
                <a:tab pos="926465" algn="l"/>
              </a:tabLst>
            </a:pPr>
            <a:r>
              <a:rPr sz="2400" spc="-5" dirty="0">
                <a:latin typeface="Arial"/>
                <a:cs typeface="Arial"/>
              </a:rPr>
              <a:t>0.75	</a:t>
            </a:r>
            <a:r>
              <a:rPr sz="2400" spc="-10" dirty="0">
                <a:solidFill>
                  <a:srgbClr val="008000"/>
                </a:solidFill>
                <a:latin typeface="Arial"/>
                <a:cs typeface="Arial"/>
              </a:rPr>
              <a:t>$2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92217" y="196215"/>
            <a:ext cx="2607310" cy="690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Let’s</a:t>
            </a:r>
            <a:r>
              <a:rPr spc="-75" dirty="0"/>
              <a:t> </a:t>
            </a:r>
            <a:r>
              <a:rPr dirty="0"/>
              <a:t>Play!</a:t>
            </a:r>
          </a:p>
        </p:txBody>
      </p:sp>
      <p:sp>
        <p:nvSpPr>
          <p:cNvPr id="3" name="object 3"/>
          <p:cNvSpPr/>
          <p:nvPr/>
        </p:nvSpPr>
        <p:spPr>
          <a:xfrm>
            <a:off x="1295400" y="1447800"/>
            <a:ext cx="3048000" cy="304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077200" y="1371600"/>
            <a:ext cx="2743200" cy="3048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214359" y="4760493"/>
          <a:ext cx="2556764" cy="8991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82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2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9872">
                <a:tc>
                  <a:txBody>
                    <a:bodyPr/>
                    <a:lstStyle/>
                    <a:p>
                      <a:pPr marL="31750">
                        <a:lnSpc>
                          <a:spcPts val="2740"/>
                        </a:lnSpc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$2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$2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6360">
                        <a:lnSpc>
                          <a:spcPts val="2660"/>
                        </a:lnSpc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$0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$2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4610" algn="ctr">
                        <a:lnSpc>
                          <a:spcPts val="2660"/>
                        </a:lnSpc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$2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262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$2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20"/>
                        </a:lnSpc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$2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6360">
                        <a:lnSpc>
                          <a:spcPts val="3320"/>
                        </a:lnSpc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$0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20"/>
                        </a:lnSpc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$0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4610" algn="ctr">
                        <a:lnSpc>
                          <a:spcPts val="3320"/>
                        </a:lnSpc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$0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7941" y="196215"/>
            <a:ext cx="3975735" cy="690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Online</a:t>
            </a:r>
            <a:r>
              <a:rPr spc="-65" dirty="0"/>
              <a:t> </a:t>
            </a:r>
            <a:r>
              <a:rPr dirty="0"/>
              <a:t>Planning</a:t>
            </a:r>
          </a:p>
        </p:txBody>
      </p:sp>
      <p:sp>
        <p:nvSpPr>
          <p:cNvPr id="3" name="object 3"/>
          <p:cNvSpPr/>
          <p:nvPr/>
        </p:nvSpPr>
        <p:spPr>
          <a:xfrm>
            <a:off x="2165857" y="2668142"/>
            <a:ext cx="7184898" cy="32475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439795" y="3644900"/>
            <a:ext cx="360680" cy="443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5" dirty="0">
                <a:solidFill>
                  <a:srgbClr val="008000"/>
                </a:solidFill>
                <a:latin typeface="Arial"/>
                <a:cs typeface="Arial"/>
              </a:rPr>
              <a:t>W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62009" y="3644900"/>
            <a:ext cx="222885" cy="443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5" dirty="0">
                <a:latin typeface="Arial"/>
                <a:cs typeface="Arial"/>
              </a:rPr>
              <a:t>L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79194" y="4248911"/>
            <a:ext cx="363855" cy="382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solidFill>
                  <a:srgbClr val="008000"/>
                </a:solidFill>
                <a:latin typeface="Arial"/>
                <a:cs typeface="Arial"/>
              </a:rPr>
              <a:t>$1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79194" y="4980432"/>
            <a:ext cx="449580" cy="382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1.0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528809" y="4172711"/>
            <a:ext cx="363855" cy="382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solidFill>
                  <a:srgbClr val="008000"/>
                </a:solidFill>
                <a:latin typeface="Arial"/>
                <a:cs typeface="Arial"/>
              </a:rPr>
              <a:t>$1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528809" y="4904232"/>
            <a:ext cx="449580" cy="382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1.0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5343" y="1433576"/>
            <a:ext cx="7667625" cy="1211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026410" algn="l"/>
              </a:tabLst>
            </a:pPr>
            <a:r>
              <a:rPr sz="2800" spc="-5" dirty="0">
                <a:solidFill>
                  <a:srgbClr val="333399"/>
                </a:solidFill>
                <a:latin typeface="Courier New"/>
                <a:cs typeface="Courier New"/>
              </a:rPr>
              <a:t>o</a:t>
            </a:r>
            <a:r>
              <a:rPr sz="2800" spc="-645" dirty="0">
                <a:solidFill>
                  <a:srgbClr val="333399"/>
                </a:solidFill>
                <a:latin typeface="Courier New"/>
                <a:cs typeface="Courier New"/>
              </a:rPr>
              <a:t> </a:t>
            </a:r>
            <a:r>
              <a:rPr sz="2800" spc="-5" dirty="0">
                <a:latin typeface="Arial"/>
                <a:cs typeface="Arial"/>
              </a:rPr>
              <a:t>Rules</a:t>
            </a:r>
            <a:r>
              <a:rPr sz="2800" spc="1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changed!	Red’s win chance is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different.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50">
              <a:latin typeface="Times New Roman"/>
              <a:cs typeface="Times New Roman"/>
            </a:endParaRPr>
          </a:p>
          <a:p>
            <a:pPr marL="4940300">
              <a:lnSpc>
                <a:spcPct val="100000"/>
              </a:lnSpc>
              <a:tabLst>
                <a:tab pos="5855335" algn="l"/>
              </a:tabLst>
            </a:pPr>
            <a:r>
              <a:rPr sz="2400" spc="-5" dirty="0">
                <a:latin typeface="Arial"/>
                <a:cs typeface="Arial"/>
              </a:rPr>
              <a:t>??	</a:t>
            </a:r>
            <a:r>
              <a:rPr sz="2400" spc="-10" dirty="0">
                <a:solidFill>
                  <a:srgbClr val="008000"/>
                </a:solidFill>
                <a:latin typeface="Arial"/>
                <a:cs typeface="Arial"/>
              </a:rPr>
              <a:t>$0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79975" y="3112896"/>
            <a:ext cx="363855" cy="748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Arial"/>
                <a:cs typeface="Arial"/>
              </a:rPr>
              <a:t>??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solidFill>
                  <a:srgbClr val="008000"/>
                </a:solidFill>
                <a:latin typeface="Arial"/>
                <a:cs typeface="Arial"/>
              </a:rPr>
              <a:t>$2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65775" y="4629911"/>
            <a:ext cx="1278890" cy="382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927100" algn="l"/>
              </a:tabLst>
            </a:pPr>
            <a:r>
              <a:rPr sz="2400" spc="-10" dirty="0">
                <a:latin typeface="Arial"/>
                <a:cs typeface="Arial"/>
              </a:rPr>
              <a:t>?</a:t>
            </a:r>
            <a:r>
              <a:rPr sz="2400" spc="-5" dirty="0">
                <a:latin typeface="Arial"/>
                <a:cs typeface="Arial"/>
              </a:rPr>
              <a:t>?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008000"/>
                </a:solidFill>
                <a:latin typeface="Arial"/>
                <a:cs typeface="Arial"/>
              </a:rPr>
              <a:t>$2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37629" y="3639057"/>
            <a:ext cx="363855" cy="748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??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solidFill>
                  <a:srgbClr val="008000"/>
                </a:solidFill>
                <a:latin typeface="Arial"/>
                <a:cs typeface="Arial"/>
              </a:rPr>
              <a:t>$0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92217" y="196215"/>
            <a:ext cx="2607310" cy="690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Let’s</a:t>
            </a:r>
            <a:r>
              <a:rPr spc="-75" dirty="0"/>
              <a:t> </a:t>
            </a:r>
            <a:r>
              <a:rPr dirty="0"/>
              <a:t>Play!</a:t>
            </a:r>
          </a:p>
        </p:txBody>
      </p:sp>
      <p:sp>
        <p:nvSpPr>
          <p:cNvPr id="3" name="object 3"/>
          <p:cNvSpPr/>
          <p:nvPr/>
        </p:nvSpPr>
        <p:spPr>
          <a:xfrm>
            <a:off x="1295400" y="1447800"/>
            <a:ext cx="3048000" cy="304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077200" y="1371600"/>
            <a:ext cx="2743200" cy="3048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214359" y="4760493"/>
          <a:ext cx="2589656" cy="14222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76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0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05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9143">
                <a:tc>
                  <a:txBody>
                    <a:bodyPr/>
                    <a:lstStyle/>
                    <a:p>
                      <a:pPr marL="31750">
                        <a:lnSpc>
                          <a:spcPts val="2740"/>
                        </a:lnSpc>
                        <a:tabLst>
                          <a:tab pos="564515" algn="l"/>
                        </a:tabLst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$0	</a:t>
                      </a:r>
                      <a:r>
                        <a:rPr sz="4200" spc="-15" baseline="1984" dirty="0">
                          <a:latin typeface="Calibri"/>
                          <a:cs typeface="Calibri"/>
                        </a:rPr>
                        <a:t>$0</a:t>
                      </a:r>
                      <a:endParaRPr sz="4200" baseline="1984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660"/>
                        </a:lnSpc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$2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2860" algn="ctr">
                        <a:lnSpc>
                          <a:spcPts val="2740"/>
                        </a:lnSpc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$0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6435">
                <a:tc>
                  <a:txBody>
                    <a:bodyPr/>
                    <a:lstStyle/>
                    <a:p>
                      <a:pPr marL="59690">
                        <a:lnSpc>
                          <a:spcPct val="100000"/>
                        </a:lnSpc>
                        <a:spcBef>
                          <a:spcPts val="190"/>
                        </a:spcBef>
                        <a:tabLst>
                          <a:tab pos="554355" algn="l"/>
                        </a:tabLst>
                      </a:pPr>
                      <a:r>
                        <a:rPr sz="4200" spc="-7" baseline="1984" dirty="0">
                          <a:latin typeface="Calibri"/>
                          <a:cs typeface="Calibri"/>
                        </a:rPr>
                        <a:t>$0	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$2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$2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8255" marB="0"/>
                </a:tc>
                <a:tc>
                  <a:txBody>
                    <a:bodyPr/>
                    <a:lstStyle/>
                    <a:p>
                      <a:pPr marL="26034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$0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8255" marB="0"/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$0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381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605">
                <a:tc>
                  <a:txBody>
                    <a:bodyPr/>
                    <a:lstStyle/>
                    <a:p>
                      <a:pPr marL="56515">
                        <a:lnSpc>
                          <a:spcPts val="3190"/>
                        </a:lnSpc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$0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16985" y="196215"/>
            <a:ext cx="5559425" cy="690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>
                <a:solidFill>
                  <a:srgbClr val="FF0000"/>
                </a:solidFill>
              </a:rPr>
              <a:t>What Just</a:t>
            </a:r>
            <a:r>
              <a:rPr spc="-8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Happened?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4800" y="886460"/>
            <a:ext cx="9669145" cy="8002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333399"/>
              </a:buClr>
              <a:buFont typeface="Courier New"/>
              <a:buChar char="o"/>
              <a:tabLst>
                <a:tab pos="355600" algn="l"/>
              </a:tabLst>
            </a:pPr>
            <a:r>
              <a:rPr sz="2800" spc="-5" dirty="0">
                <a:latin typeface="Arial"/>
                <a:cs typeface="Arial"/>
              </a:rPr>
              <a:t>That wasn’t </a:t>
            </a:r>
            <a:r>
              <a:rPr sz="2800" dirty="0">
                <a:latin typeface="Arial"/>
                <a:cs typeface="Arial"/>
              </a:rPr>
              <a:t>planning, </a:t>
            </a:r>
            <a:r>
              <a:rPr sz="2800" spc="-5" dirty="0">
                <a:latin typeface="Arial"/>
                <a:cs typeface="Arial"/>
              </a:rPr>
              <a:t>it was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learning!</a:t>
            </a:r>
            <a:endParaRPr sz="355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lr>
                <a:srgbClr val="333399"/>
              </a:buClr>
              <a:buFont typeface="Courier New"/>
              <a:buChar char="o"/>
              <a:tabLst>
                <a:tab pos="355600" algn="l"/>
              </a:tabLst>
            </a:pPr>
            <a:endParaRPr sz="2400" dirty="0"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7759FF-6158-F550-9AC5-36D8EC44455A}"/>
              </a:ext>
            </a:extLst>
          </p:cNvPr>
          <p:cNvSpPr txBox="1"/>
          <p:nvPr/>
        </p:nvSpPr>
        <p:spPr>
          <a:xfrm>
            <a:off x="21771" y="1498984"/>
            <a:ext cx="6400800" cy="4047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indent="-3429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FF0000"/>
                </a:solidFill>
                <a:latin typeface="Arial"/>
                <a:ea typeface="+mj-ea"/>
                <a:cs typeface="Arial"/>
              </a:rPr>
              <a:t>MDP</a:t>
            </a:r>
          </a:p>
          <a:p>
            <a:pPr marL="569913" lvl="1" indent="-342900">
              <a:buFont typeface="Arial" panose="020B0604020202020204" pitchFamily="34" charset="0"/>
              <a:buChar char="•"/>
            </a:pPr>
            <a:r>
              <a:rPr lang="en-US" sz="3100" dirty="0"/>
              <a:t>You know the rewards and transitions (i.e., the model of the world) beforehand.</a:t>
            </a:r>
          </a:p>
          <a:p>
            <a:pPr marL="569913" lvl="1" indent="-342900">
              <a:buFont typeface="Arial" panose="020B0604020202020204" pitchFamily="34" charset="0"/>
              <a:buChar char="•"/>
            </a:pPr>
            <a:r>
              <a:rPr lang="en-US" sz="3100" dirty="0"/>
              <a:t>Find a policy to maximize total reward </a:t>
            </a:r>
          </a:p>
          <a:p>
            <a:pPr marL="569913" lvl="1" indent="-342900">
              <a:buFont typeface="Arial" panose="020B0604020202020204" pitchFamily="34" charset="0"/>
              <a:buChar char="•"/>
            </a:pPr>
            <a:r>
              <a:rPr lang="en-US" sz="3100" dirty="0"/>
              <a:t> Run our MDP solvers offline </a:t>
            </a:r>
          </a:p>
          <a:p>
            <a:pPr marL="569913" lvl="1" indent="-342900">
              <a:buFont typeface="Arial" panose="020B0604020202020204" pitchFamily="34" charset="0"/>
              <a:buChar char="•"/>
            </a:pPr>
            <a:r>
              <a:rPr lang="en-US" sz="3100" dirty="0"/>
              <a:t> Only deploy the optimal policy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7D1672-1340-EBF5-9CBC-B1250FBAF7CA}"/>
              </a:ext>
            </a:extLst>
          </p:cNvPr>
          <p:cNvSpPr txBox="1"/>
          <p:nvPr/>
        </p:nvSpPr>
        <p:spPr>
          <a:xfrm>
            <a:off x="6019800" y="1496271"/>
            <a:ext cx="6400800" cy="4539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indent="-3429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FF0000"/>
                </a:solidFill>
                <a:latin typeface="Arial"/>
                <a:ea typeface="+mj-ea"/>
                <a:cs typeface="Arial"/>
              </a:rPr>
              <a:t>Reinforcement Learning </a:t>
            </a:r>
          </a:p>
          <a:p>
            <a:pPr marL="511175" lvl="1" indent="-342900">
              <a:buFont typeface="Arial" panose="020B0604020202020204" pitchFamily="34" charset="0"/>
              <a:buChar char="•"/>
            </a:pPr>
            <a:r>
              <a:rPr lang="en-US" sz="3200" dirty="0"/>
              <a:t> </a:t>
            </a:r>
            <a:r>
              <a:rPr lang="en-US" sz="3100" dirty="0"/>
              <a:t>You don’t know rewards and transitions beforehand .</a:t>
            </a:r>
          </a:p>
          <a:p>
            <a:pPr marL="511175" lvl="1" indent="-342900">
              <a:buFont typeface="Arial" panose="020B0604020202020204" pitchFamily="34" charset="0"/>
              <a:buChar char="•"/>
            </a:pPr>
            <a:r>
              <a:rPr lang="en-US" sz="3100" dirty="0"/>
              <a:t> Still assume the world is an MDP </a:t>
            </a:r>
          </a:p>
          <a:p>
            <a:pPr marL="511175" lvl="1" indent="-342900">
              <a:buFont typeface="Arial" panose="020B0604020202020204" pitchFamily="34" charset="0"/>
              <a:buChar char="•"/>
            </a:pPr>
            <a:r>
              <a:rPr lang="en-US" sz="3100" dirty="0"/>
              <a:t> Do not know how the world works</a:t>
            </a:r>
          </a:p>
          <a:p>
            <a:pPr marL="511175" lvl="1" indent="-342900">
              <a:buFont typeface="Arial" panose="020B0604020202020204" pitchFamily="34" charset="0"/>
              <a:buChar char="•"/>
            </a:pPr>
            <a:r>
              <a:rPr lang="en-US" sz="3100" dirty="0"/>
              <a:t>Find policy to maximize total reward </a:t>
            </a:r>
          </a:p>
          <a:p>
            <a:pPr marL="511175" lvl="1" indent="-342900">
              <a:buFont typeface="Arial" panose="020B0604020202020204" pitchFamily="34" charset="0"/>
              <a:buChar char="•"/>
            </a:pPr>
            <a:r>
              <a:rPr lang="en-US" sz="3100" dirty="0"/>
              <a:t> Need to take actions in the world to understand the world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153E317-83F0-D238-BBFB-5EF5760EE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304800"/>
            <a:ext cx="7191375" cy="6953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1D5C1F9-AB78-C472-4BEC-AD0A6E87CA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993" y="1219200"/>
            <a:ext cx="10838014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3816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99054" y="196215"/>
            <a:ext cx="5995035" cy="690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Reinforcement</a:t>
            </a:r>
            <a:r>
              <a:rPr spc="-65" dirty="0"/>
              <a:t> </a:t>
            </a:r>
            <a:r>
              <a:rPr dirty="0"/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54022"/>
            <a:ext cx="9325610" cy="4496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333399"/>
              </a:buClr>
              <a:buFont typeface="Courier New"/>
              <a:buChar char="o"/>
              <a:tabLst>
                <a:tab pos="355600" algn="l"/>
              </a:tabLst>
            </a:pPr>
            <a:r>
              <a:rPr sz="2800" spc="-5" dirty="0">
                <a:latin typeface="Arial"/>
                <a:cs typeface="Arial"/>
              </a:rPr>
              <a:t>Still </a:t>
            </a:r>
            <a:r>
              <a:rPr sz="2800" dirty="0">
                <a:latin typeface="Arial"/>
                <a:cs typeface="Arial"/>
              </a:rPr>
              <a:t>assume </a:t>
            </a:r>
            <a:r>
              <a:rPr sz="2800" spc="-5" dirty="0">
                <a:latin typeface="Arial"/>
                <a:cs typeface="Arial"/>
              </a:rPr>
              <a:t>a </a:t>
            </a:r>
            <a:r>
              <a:rPr sz="2800" dirty="0">
                <a:latin typeface="Arial"/>
                <a:cs typeface="Arial"/>
              </a:rPr>
              <a:t>Markov </a:t>
            </a:r>
            <a:r>
              <a:rPr sz="2800" spc="-5" dirty="0">
                <a:latin typeface="Arial"/>
                <a:cs typeface="Arial"/>
              </a:rPr>
              <a:t>decision </a:t>
            </a:r>
            <a:r>
              <a:rPr sz="2800" dirty="0">
                <a:latin typeface="Arial"/>
                <a:cs typeface="Arial"/>
              </a:rPr>
              <a:t>process </a:t>
            </a:r>
            <a:r>
              <a:rPr sz="2800" spc="-5" dirty="0">
                <a:latin typeface="Arial"/>
                <a:cs typeface="Arial"/>
              </a:rPr>
              <a:t>(MDP):</a:t>
            </a:r>
            <a:endParaRPr sz="28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95"/>
              </a:spcBef>
              <a:buClr>
                <a:srgbClr val="000000"/>
              </a:buClr>
              <a:buFont typeface="Courier New"/>
              <a:buChar char="o"/>
              <a:tabLst>
                <a:tab pos="756920" algn="l"/>
              </a:tabLst>
            </a:pP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A </a:t>
            </a:r>
            <a:r>
              <a:rPr sz="2400" dirty="0">
                <a:solidFill>
                  <a:srgbClr val="CC0000"/>
                </a:solidFill>
                <a:latin typeface="Arial"/>
                <a:cs typeface="Arial"/>
              </a:rPr>
              <a:t>set of states s </a:t>
            </a:r>
            <a:r>
              <a:rPr sz="2400" dirty="0">
                <a:solidFill>
                  <a:srgbClr val="CC0000"/>
                </a:solidFill>
                <a:latin typeface="Symbol"/>
                <a:cs typeface="Symbol"/>
              </a:rPr>
              <a:t></a:t>
            </a:r>
            <a:r>
              <a:rPr sz="2400" spc="-75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CC0000"/>
                </a:solidFill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75"/>
              </a:spcBef>
              <a:buClr>
                <a:srgbClr val="000000"/>
              </a:buClr>
              <a:buFont typeface="Courier New"/>
              <a:buChar char="o"/>
              <a:tabLst>
                <a:tab pos="756920" algn="l"/>
              </a:tabLst>
            </a:pP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A </a:t>
            </a:r>
            <a:r>
              <a:rPr sz="2400" dirty="0">
                <a:solidFill>
                  <a:srgbClr val="CC0000"/>
                </a:solidFill>
                <a:latin typeface="Arial"/>
                <a:cs typeface="Arial"/>
              </a:rPr>
              <a:t>set of </a:t>
            </a:r>
            <a:r>
              <a:rPr sz="2400" spc="-5" dirty="0">
                <a:solidFill>
                  <a:srgbClr val="CC0000"/>
                </a:solidFill>
                <a:latin typeface="Arial"/>
                <a:cs typeface="Arial"/>
              </a:rPr>
              <a:t>actions (per </a:t>
            </a:r>
            <a:r>
              <a:rPr sz="2400" dirty="0">
                <a:solidFill>
                  <a:srgbClr val="CC0000"/>
                </a:solidFill>
                <a:latin typeface="Arial"/>
                <a:cs typeface="Arial"/>
              </a:rPr>
              <a:t>state)</a:t>
            </a:r>
            <a:r>
              <a:rPr sz="2400" spc="-60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CC0000"/>
                </a:solidFill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75"/>
              </a:spcBef>
              <a:buClr>
                <a:srgbClr val="000000"/>
              </a:buClr>
              <a:buFont typeface="Courier New"/>
              <a:buChar char="o"/>
              <a:tabLst>
                <a:tab pos="756920" algn="l"/>
              </a:tabLst>
            </a:pP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A </a:t>
            </a:r>
            <a:r>
              <a:rPr sz="2400" spc="-5" dirty="0">
                <a:solidFill>
                  <a:srgbClr val="CC0000"/>
                </a:solidFill>
                <a:latin typeface="Arial"/>
                <a:cs typeface="Arial"/>
              </a:rPr>
              <a:t>model</a:t>
            </a:r>
            <a:r>
              <a:rPr sz="2400" spc="-40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CC0000"/>
                </a:solidFill>
                <a:latin typeface="Arial"/>
                <a:cs typeface="Arial"/>
              </a:rPr>
              <a:t>T(s,a,s’)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75"/>
              </a:spcBef>
              <a:buClr>
                <a:srgbClr val="000000"/>
              </a:buClr>
              <a:buFont typeface="Courier New"/>
              <a:buChar char="o"/>
              <a:tabLst>
                <a:tab pos="756920" algn="l"/>
              </a:tabLst>
            </a:pP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A </a:t>
            </a:r>
            <a:r>
              <a:rPr sz="2400" spc="-5" dirty="0">
                <a:solidFill>
                  <a:srgbClr val="CC0000"/>
                </a:solidFill>
                <a:latin typeface="Arial"/>
                <a:cs typeface="Arial"/>
              </a:rPr>
              <a:t>reward </a:t>
            </a:r>
            <a:r>
              <a:rPr sz="2400" dirty="0">
                <a:solidFill>
                  <a:srgbClr val="CC0000"/>
                </a:solidFill>
                <a:latin typeface="Arial"/>
                <a:cs typeface="Arial"/>
              </a:rPr>
              <a:t>function</a:t>
            </a:r>
            <a:r>
              <a:rPr sz="2400" spc="-35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CC0000"/>
                </a:solidFill>
                <a:latin typeface="Arial"/>
                <a:cs typeface="Arial"/>
              </a:rPr>
              <a:t>R(s,a,s’)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55"/>
              </a:spcBef>
              <a:buClr>
                <a:srgbClr val="333399"/>
              </a:buClr>
              <a:buFont typeface="Courier New"/>
              <a:buChar char="o"/>
              <a:tabLst>
                <a:tab pos="355600" algn="l"/>
              </a:tabLst>
            </a:pPr>
            <a:r>
              <a:rPr sz="2800" spc="-5" dirty="0">
                <a:latin typeface="Arial"/>
                <a:cs typeface="Arial"/>
              </a:rPr>
              <a:t>Still </a:t>
            </a:r>
            <a:r>
              <a:rPr sz="2800" dirty="0">
                <a:latin typeface="Arial"/>
                <a:cs typeface="Arial"/>
              </a:rPr>
              <a:t>looking for </a:t>
            </a:r>
            <a:r>
              <a:rPr sz="2800" spc="-5" dirty="0">
                <a:latin typeface="Arial"/>
                <a:cs typeface="Arial"/>
              </a:rPr>
              <a:t>a </a:t>
            </a:r>
            <a:r>
              <a:rPr sz="2800" dirty="0">
                <a:latin typeface="Arial"/>
                <a:cs typeface="Arial"/>
              </a:rPr>
              <a:t>policy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CC0000"/>
                </a:solidFill>
                <a:latin typeface="Symbol"/>
                <a:cs typeface="Symbol"/>
              </a:rPr>
              <a:t></a:t>
            </a:r>
            <a:r>
              <a:rPr sz="2800" spc="-5" dirty="0">
                <a:solidFill>
                  <a:srgbClr val="CC0000"/>
                </a:solidFill>
                <a:latin typeface="Arial"/>
                <a:cs typeface="Arial"/>
              </a:rPr>
              <a:t>(s)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333399"/>
              </a:buClr>
              <a:buFont typeface="Courier New"/>
              <a:buChar char="o"/>
            </a:pPr>
            <a:endParaRPr sz="30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lr>
                <a:srgbClr val="333399"/>
              </a:buClr>
              <a:buFont typeface="Courier New"/>
              <a:buChar char="o"/>
              <a:tabLst>
                <a:tab pos="355600" algn="l"/>
              </a:tabLst>
            </a:pPr>
            <a:r>
              <a:rPr sz="2800" spc="-5" dirty="0">
                <a:latin typeface="Arial"/>
                <a:cs typeface="Arial"/>
              </a:rPr>
              <a:t>New twist: </a:t>
            </a:r>
            <a:r>
              <a:rPr sz="2800" dirty="0">
                <a:solidFill>
                  <a:srgbClr val="CC0000"/>
                </a:solidFill>
                <a:latin typeface="Arial"/>
                <a:cs typeface="Arial"/>
              </a:rPr>
              <a:t>don’t </a:t>
            </a:r>
            <a:r>
              <a:rPr sz="2800" spc="-5" dirty="0">
                <a:solidFill>
                  <a:srgbClr val="CC0000"/>
                </a:solidFill>
                <a:latin typeface="Arial"/>
                <a:cs typeface="Arial"/>
              </a:rPr>
              <a:t>know T or</a:t>
            </a:r>
            <a:r>
              <a:rPr sz="2800" spc="5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CC0000"/>
                </a:solidFill>
                <a:latin typeface="Arial"/>
                <a:cs typeface="Arial"/>
              </a:rPr>
              <a:t>R</a:t>
            </a:r>
            <a:endParaRPr sz="28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90"/>
              </a:spcBef>
              <a:buClr>
                <a:srgbClr val="000000"/>
              </a:buClr>
              <a:buFont typeface="Courier New"/>
              <a:buChar char="o"/>
              <a:tabLst>
                <a:tab pos="756920" algn="l"/>
              </a:tabLst>
            </a:pP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I.e.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we don’t know which </a:t>
            </a: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states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are good or what </a:t>
            </a: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the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actions</a:t>
            </a:r>
            <a:r>
              <a:rPr sz="2400" spc="8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do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75"/>
              </a:spcBef>
              <a:buClr>
                <a:srgbClr val="000000"/>
              </a:buClr>
              <a:buFont typeface="Courier New"/>
              <a:buChar char="o"/>
              <a:tabLst>
                <a:tab pos="756920" algn="l"/>
              </a:tabLst>
            </a:pP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Must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actually </a:t>
            </a: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try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actions and </a:t>
            </a: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states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out </a:t>
            </a: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to</a:t>
            </a:r>
            <a:r>
              <a:rPr sz="2400" spc="-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learn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019800" y="2104644"/>
            <a:ext cx="5437632" cy="1981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868161" y="2743961"/>
            <a:ext cx="817244" cy="1295400"/>
          </a:xfrm>
          <a:custGeom>
            <a:avLst/>
            <a:gdLst/>
            <a:ahLst/>
            <a:cxnLst/>
            <a:rect l="l" t="t" r="r" b="b"/>
            <a:pathLst>
              <a:path w="817245" h="1295400">
                <a:moveTo>
                  <a:pt x="0" y="1295400"/>
                </a:moveTo>
                <a:lnTo>
                  <a:pt x="816863" y="1295400"/>
                </a:lnTo>
                <a:lnTo>
                  <a:pt x="816863" y="0"/>
                </a:lnTo>
                <a:lnTo>
                  <a:pt x="0" y="0"/>
                </a:lnTo>
                <a:lnTo>
                  <a:pt x="0" y="1295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868161" y="2743961"/>
            <a:ext cx="817244" cy="1295400"/>
          </a:xfrm>
          <a:custGeom>
            <a:avLst/>
            <a:gdLst/>
            <a:ahLst/>
            <a:cxnLst/>
            <a:rect l="l" t="t" r="r" b="b"/>
            <a:pathLst>
              <a:path w="817245" h="1295400">
                <a:moveTo>
                  <a:pt x="0" y="1295400"/>
                </a:moveTo>
                <a:lnTo>
                  <a:pt x="816863" y="1295400"/>
                </a:lnTo>
                <a:lnTo>
                  <a:pt x="816863" y="0"/>
                </a:lnTo>
                <a:lnTo>
                  <a:pt x="0" y="0"/>
                </a:lnTo>
                <a:lnTo>
                  <a:pt x="0" y="1295400"/>
                </a:lnTo>
                <a:close/>
              </a:path>
            </a:pathLst>
          </a:custGeom>
          <a:ln w="2590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553961" y="3818382"/>
            <a:ext cx="1676400" cy="533400"/>
          </a:xfrm>
          <a:custGeom>
            <a:avLst/>
            <a:gdLst/>
            <a:ahLst/>
            <a:cxnLst/>
            <a:rect l="l" t="t" r="r" b="b"/>
            <a:pathLst>
              <a:path w="1676400" h="533400">
                <a:moveTo>
                  <a:pt x="0" y="533400"/>
                </a:moveTo>
                <a:lnTo>
                  <a:pt x="1676400" y="533400"/>
                </a:lnTo>
                <a:lnTo>
                  <a:pt x="16764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2590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172961" y="3505961"/>
            <a:ext cx="685800" cy="533400"/>
          </a:xfrm>
          <a:custGeom>
            <a:avLst/>
            <a:gdLst/>
            <a:ahLst/>
            <a:cxnLst/>
            <a:rect l="l" t="t" r="r" b="b"/>
            <a:pathLst>
              <a:path w="685800" h="533400">
                <a:moveTo>
                  <a:pt x="0" y="533400"/>
                </a:moveTo>
                <a:lnTo>
                  <a:pt x="685799" y="533400"/>
                </a:lnTo>
                <a:lnTo>
                  <a:pt x="685799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2590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087361" y="2058161"/>
            <a:ext cx="1546860" cy="990600"/>
          </a:xfrm>
          <a:custGeom>
            <a:avLst/>
            <a:gdLst/>
            <a:ahLst/>
            <a:cxnLst/>
            <a:rect l="l" t="t" r="r" b="b"/>
            <a:pathLst>
              <a:path w="1546859" h="990600">
                <a:moveTo>
                  <a:pt x="0" y="990600"/>
                </a:moveTo>
                <a:lnTo>
                  <a:pt x="1546859" y="990600"/>
                </a:lnTo>
                <a:lnTo>
                  <a:pt x="1546859" y="0"/>
                </a:lnTo>
                <a:lnTo>
                  <a:pt x="0" y="0"/>
                </a:lnTo>
                <a:lnTo>
                  <a:pt x="0" y="990600"/>
                </a:lnTo>
                <a:close/>
              </a:path>
            </a:pathLst>
          </a:custGeom>
          <a:ln w="2590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601961" y="1981961"/>
            <a:ext cx="1447800" cy="1066800"/>
          </a:xfrm>
          <a:custGeom>
            <a:avLst/>
            <a:gdLst/>
            <a:ahLst/>
            <a:cxnLst/>
            <a:rect l="l" t="t" r="r" b="b"/>
            <a:pathLst>
              <a:path w="1447800" h="1066800">
                <a:moveTo>
                  <a:pt x="0" y="1066800"/>
                </a:moveTo>
                <a:lnTo>
                  <a:pt x="1447800" y="1066800"/>
                </a:lnTo>
                <a:lnTo>
                  <a:pt x="1447800" y="0"/>
                </a:lnTo>
                <a:lnTo>
                  <a:pt x="0" y="0"/>
                </a:lnTo>
                <a:lnTo>
                  <a:pt x="0" y="1066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601961" y="1981961"/>
            <a:ext cx="1447800" cy="1066800"/>
          </a:xfrm>
          <a:custGeom>
            <a:avLst/>
            <a:gdLst/>
            <a:ahLst/>
            <a:cxnLst/>
            <a:rect l="l" t="t" r="r" b="b"/>
            <a:pathLst>
              <a:path w="1447800" h="1066800">
                <a:moveTo>
                  <a:pt x="0" y="1066800"/>
                </a:moveTo>
                <a:lnTo>
                  <a:pt x="1447800" y="1066800"/>
                </a:lnTo>
                <a:lnTo>
                  <a:pt x="1447800" y="0"/>
                </a:lnTo>
                <a:lnTo>
                  <a:pt x="0" y="0"/>
                </a:lnTo>
                <a:lnTo>
                  <a:pt x="0" y="1066800"/>
                </a:lnTo>
                <a:close/>
              </a:path>
            </a:pathLst>
          </a:custGeom>
          <a:ln w="2590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948421" y="1905761"/>
            <a:ext cx="1828800" cy="457200"/>
          </a:xfrm>
          <a:custGeom>
            <a:avLst/>
            <a:gdLst/>
            <a:ahLst/>
            <a:cxnLst/>
            <a:rect l="l" t="t" r="r" b="b"/>
            <a:pathLst>
              <a:path w="1828800" h="457200">
                <a:moveTo>
                  <a:pt x="0" y="457200"/>
                </a:moveTo>
                <a:lnTo>
                  <a:pt x="1828800" y="457200"/>
                </a:lnTo>
                <a:lnTo>
                  <a:pt x="1828800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ln w="2590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405621" y="2515361"/>
            <a:ext cx="304800" cy="228600"/>
          </a:xfrm>
          <a:custGeom>
            <a:avLst/>
            <a:gdLst/>
            <a:ahLst/>
            <a:cxnLst/>
            <a:rect l="l" t="t" r="r" b="b"/>
            <a:pathLst>
              <a:path w="304800" h="228600">
                <a:moveTo>
                  <a:pt x="304800" y="0"/>
                </a:moveTo>
                <a:lnTo>
                  <a:pt x="0" y="0"/>
                </a:lnTo>
                <a:lnTo>
                  <a:pt x="152400" y="228600"/>
                </a:lnTo>
                <a:lnTo>
                  <a:pt x="3048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405621" y="2515361"/>
            <a:ext cx="304800" cy="228600"/>
          </a:xfrm>
          <a:custGeom>
            <a:avLst/>
            <a:gdLst/>
            <a:ahLst/>
            <a:cxnLst/>
            <a:rect l="l" t="t" r="r" b="b"/>
            <a:pathLst>
              <a:path w="304800" h="228600">
                <a:moveTo>
                  <a:pt x="304800" y="0"/>
                </a:moveTo>
                <a:lnTo>
                  <a:pt x="152400" y="228600"/>
                </a:lnTo>
                <a:lnTo>
                  <a:pt x="0" y="0"/>
                </a:lnTo>
                <a:lnTo>
                  <a:pt x="304800" y="0"/>
                </a:lnTo>
                <a:close/>
              </a:path>
            </a:pathLst>
          </a:custGeom>
          <a:ln w="2590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696961" y="3201161"/>
            <a:ext cx="1655445" cy="838200"/>
          </a:xfrm>
          <a:custGeom>
            <a:avLst/>
            <a:gdLst/>
            <a:ahLst/>
            <a:cxnLst/>
            <a:rect l="l" t="t" r="r" b="b"/>
            <a:pathLst>
              <a:path w="1655445" h="838200">
                <a:moveTo>
                  <a:pt x="0" y="838200"/>
                </a:moveTo>
                <a:lnTo>
                  <a:pt x="1655063" y="838200"/>
                </a:lnTo>
                <a:lnTo>
                  <a:pt x="1655063" y="0"/>
                </a:lnTo>
                <a:lnTo>
                  <a:pt x="0" y="0"/>
                </a:lnTo>
                <a:lnTo>
                  <a:pt x="0" y="838200"/>
                </a:lnTo>
                <a:close/>
              </a:path>
            </a:pathLst>
          </a:custGeom>
          <a:ln w="2590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66801" y="60961"/>
            <a:ext cx="10210800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/>
              <a:t>Reinforcement</a:t>
            </a:r>
            <a:r>
              <a:rPr sz="4000" spc="10" dirty="0"/>
              <a:t> </a:t>
            </a:r>
            <a:r>
              <a:rPr sz="4000" spc="-5" dirty="0"/>
              <a:t>Learning</a:t>
            </a:r>
            <a:r>
              <a:rPr lang="en-US" sz="4000" spc="-5" dirty="0"/>
              <a:t> (online planning)</a:t>
            </a:r>
            <a:endParaRPr sz="4000" spc="-5" dirty="0"/>
          </a:p>
        </p:txBody>
      </p:sp>
      <p:sp>
        <p:nvSpPr>
          <p:cNvPr id="9" name="object 9"/>
          <p:cNvSpPr txBox="1"/>
          <p:nvPr/>
        </p:nvSpPr>
        <p:spPr>
          <a:xfrm>
            <a:off x="288354" y="3244364"/>
            <a:ext cx="11767694" cy="30572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2800" lvl="1" indent="-342900">
              <a:buClr>
                <a:srgbClr val="333399"/>
              </a:buClr>
              <a:buFont typeface="Courier New"/>
              <a:buChar char="o"/>
              <a:tabLst>
                <a:tab pos="355600" algn="l"/>
              </a:tabLst>
            </a:pPr>
            <a:r>
              <a:rPr lang="en-US" sz="2400" b="1" dirty="0">
                <a:solidFill>
                  <a:srgbClr val="404040"/>
                </a:solidFill>
                <a:latin typeface="Arial"/>
                <a:cs typeface="Arial"/>
              </a:rPr>
              <a:t>Exploration</a:t>
            </a:r>
            <a:r>
              <a:rPr lang="en-US" sz="2400" dirty="0">
                <a:solidFill>
                  <a:srgbClr val="404040"/>
                </a:solidFill>
                <a:latin typeface="Arial"/>
                <a:cs typeface="Arial"/>
              </a:rPr>
              <a:t>: </a:t>
            </a:r>
            <a:r>
              <a:rPr lang="en-US" sz="2400" dirty="0"/>
              <a:t>you have to try unknown actions to get information and r</a:t>
            </a:r>
            <a:r>
              <a:rPr sz="2400" dirty="0"/>
              <a:t>eceive feedback in the form</a:t>
            </a:r>
            <a:r>
              <a:rPr lang="en-US" sz="2400" dirty="0"/>
              <a:t> of successor states and corresponding</a:t>
            </a:r>
            <a:r>
              <a:rPr sz="2400" dirty="0"/>
              <a:t> </a:t>
            </a:r>
            <a:r>
              <a:rPr sz="2400" dirty="0">
                <a:solidFill>
                  <a:srgbClr val="CC0000"/>
                </a:solidFill>
                <a:latin typeface="Arial"/>
                <a:cs typeface="Arial"/>
              </a:rPr>
              <a:t>rewards</a:t>
            </a:r>
            <a:r>
              <a:rPr lang="en-US" sz="2400" dirty="0">
                <a:solidFill>
                  <a:srgbClr val="CC0000"/>
                </a:solidFill>
                <a:latin typeface="Arial"/>
                <a:cs typeface="Arial"/>
              </a:rPr>
              <a:t>.</a:t>
            </a:r>
            <a:endParaRPr sz="24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240"/>
              </a:spcBef>
              <a:buClr>
                <a:srgbClr val="000000"/>
              </a:buClr>
              <a:buFont typeface="Courier New"/>
              <a:buChar char="o"/>
              <a:tabLst>
                <a:tab pos="756920" algn="l"/>
              </a:tabLst>
            </a:pPr>
            <a:r>
              <a:rPr sz="2400" dirty="0"/>
              <a:t>Agent’s utility is defined by the reward function</a:t>
            </a:r>
          </a:p>
          <a:p>
            <a:pPr marL="756285" lvl="1" indent="-286385">
              <a:lnSpc>
                <a:spcPct val="100000"/>
              </a:lnSpc>
              <a:spcBef>
                <a:spcPts val="235"/>
              </a:spcBef>
              <a:buClr>
                <a:srgbClr val="000000"/>
              </a:buClr>
              <a:buFont typeface="Courier New"/>
              <a:buChar char="o"/>
              <a:tabLst>
                <a:tab pos="756920" algn="l"/>
              </a:tabLst>
            </a:pPr>
            <a:r>
              <a:rPr sz="2400" dirty="0"/>
              <a:t>Must (learn to) act </a:t>
            </a:r>
            <a:r>
              <a:rPr lang="en-US" sz="2400" dirty="0"/>
              <a:t>so as to</a:t>
            </a:r>
            <a:r>
              <a:rPr sz="2400" dirty="0"/>
              <a:t> </a:t>
            </a:r>
            <a:r>
              <a:rPr sz="2400" dirty="0">
                <a:solidFill>
                  <a:srgbClr val="CC0000"/>
                </a:solidFill>
                <a:latin typeface="Arial"/>
                <a:cs typeface="Arial"/>
              </a:rPr>
              <a:t>maximize expected</a:t>
            </a:r>
            <a:r>
              <a:rPr sz="2400" spc="-190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srgbClr val="CC0000"/>
                </a:solidFill>
                <a:latin typeface="Arial"/>
                <a:cs typeface="Arial"/>
              </a:rPr>
              <a:t>rewards</a:t>
            </a:r>
            <a:endParaRPr sz="24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235"/>
              </a:spcBef>
              <a:buClr>
                <a:srgbClr val="000000"/>
              </a:buClr>
              <a:buFont typeface="Courier New"/>
              <a:buChar char="o"/>
              <a:tabLst>
                <a:tab pos="756920" algn="l"/>
              </a:tabLst>
            </a:pPr>
            <a:r>
              <a:rPr sz="2400" dirty="0"/>
              <a:t>All learning is based on observed samples of outcomes!</a:t>
            </a:r>
            <a:endParaRPr lang="en-US" sz="2400" dirty="0"/>
          </a:p>
          <a:p>
            <a:pPr marL="756285" lvl="1" indent="-286385">
              <a:lnSpc>
                <a:spcPct val="100000"/>
              </a:lnSpc>
              <a:spcBef>
                <a:spcPts val="235"/>
              </a:spcBef>
              <a:buClr>
                <a:srgbClr val="000000"/>
              </a:buClr>
              <a:buFont typeface="Courier New"/>
              <a:buChar char="o"/>
              <a:tabLst>
                <a:tab pos="756920" algn="l"/>
              </a:tabLst>
            </a:pPr>
            <a:r>
              <a:rPr lang="en-US" sz="240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z="2400" b="1" dirty="0">
                <a:solidFill>
                  <a:srgbClr val="404040"/>
                </a:solidFill>
                <a:latin typeface="Arial"/>
                <a:cs typeface="Arial"/>
              </a:rPr>
              <a:t>Exploitation</a:t>
            </a:r>
            <a:r>
              <a:rPr lang="en-US" sz="2400" dirty="0">
                <a:solidFill>
                  <a:srgbClr val="404040"/>
                </a:solidFill>
                <a:latin typeface="Arial"/>
                <a:cs typeface="Arial"/>
              </a:rPr>
              <a:t>: </a:t>
            </a:r>
            <a:r>
              <a:rPr lang="en-US" sz="2400" dirty="0"/>
              <a:t>this feedback to estimate an optimal policy through a process known as reinforcement learning before using this estimated policy for </a:t>
            </a:r>
            <a:r>
              <a:rPr lang="en-US" sz="2400" dirty="0">
                <a:solidFill>
                  <a:srgbClr val="FF0000"/>
                </a:solidFill>
              </a:rPr>
              <a:t>exploitation or reward maximization</a:t>
            </a:r>
            <a:endParaRPr sz="24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33E5F91-4895-BF97-FA48-379753C5E2FB}"/>
              </a:ext>
            </a:extLst>
          </p:cNvPr>
          <p:cNvGrpSpPr/>
          <p:nvPr/>
        </p:nvGrpSpPr>
        <p:grpSpPr>
          <a:xfrm>
            <a:off x="5638800" y="695317"/>
            <a:ext cx="6433694" cy="2515234"/>
            <a:chOff x="2545460" y="1448561"/>
            <a:chExt cx="6890894" cy="2819400"/>
          </a:xfrm>
        </p:grpSpPr>
        <p:sp>
          <p:nvSpPr>
            <p:cNvPr id="2" name="object 2"/>
            <p:cNvSpPr/>
            <p:nvPr/>
          </p:nvSpPr>
          <p:spPr>
            <a:xfrm>
              <a:off x="3658361" y="1600961"/>
              <a:ext cx="1849120" cy="2209800"/>
            </a:xfrm>
            <a:custGeom>
              <a:avLst/>
              <a:gdLst/>
              <a:ahLst/>
              <a:cxnLst/>
              <a:rect l="l" t="t" r="r" b="b"/>
              <a:pathLst>
                <a:path w="1849120" h="2209800">
                  <a:moveTo>
                    <a:pt x="1253998" y="0"/>
                  </a:moveTo>
                  <a:lnTo>
                    <a:pt x="1253998" y="235203"/>
                  </a:lnTo>
                  <a:lnTo>
                    <a:pt x="808736" y="235203"/>
                  </a:lnTo>
                  <a:lnTo>
                    <a:pt x="761215" y="236576"/>
                  </a:lnTo>
                  <a:lnTo>
                    <a:pt x="714419" y="240644"/>
                  </a:lnTo>
                  <a:lnTo>
                    <a:pt x="668421" y="247332"/>
                  </a:lnTo>
                  <a:lnTo>
                    <a:pt x="623298" y="256562"/>
                  </a:lnTo>
                  <a:lnTo>
                    <a:pt x="579125" y="268261"/>
                  </a:lnTo>
                  <a:lnTo>
                    <a:pt x="535980" y="282351"/>
                  </a:lnTo>
                  <a:lnTo>
                    <a:pt x="493936" y="298757"/>
                  </a:lnTo>
                  <a:lnTo>
                    <a:pt x="453071" y="317403"/>
                  </a:lnTo>
                  <a:lnTo>
                    <a:pt x="413460" y="338214"/>
                  </a:lnTo>
                  <a:lnTo>
                    <a:pt x="375179" y="361112"/>
                  </a:lnTo>
                  <a:lnTo>
                    <a:pt x="338303" y="386024"/>
                  </a:lnTo>
                  <a:lnTo>
                    <a:pt x="302910" y="412872"/>
                  </a:lnTo>
                  <a:lnTo>
                    <a:pt x="269073" y="441581"/>
                  </a:lnTo>
                  <a:lnTo>
                    <a:pt x="236870" y="472074"/>
                  </a:lnTo>
                  <a:lnTo>
                    <a:pt x="206311" y="504354"/>
                  </a:lnTo>
                  <a:lnTo>
                    <a:pt x="177668" y="538114"/>
                  </a:lnTo>
                  <a:lnTo>
                    <a:pt x="150820" y="573507"/>
                  </a:lnTo>
                  <a:lnTo>
                    <a:pt x="125908" y="610383"/>
                  </a:lnTo>
                  <a:lnTo>
                    <a:pt x="103010" y="648664"/>
                  </a:lnTo>
                  <a:lnTo>
                    <a:pt x="82199" y="688275"/>
                  </a:lnTo>
                  <a:lnTo>
                    <a:pt x="63553" y="729140"/>
                  </a:lnTo>
                  <a:lnTo>
                    <a:pt x="47147" y="771184"/>
                  </a:lnTo>
                  <a:lnTo>
                    <a:pt x="33057" y="814329"/>
                  </a:lnTo>
                  <a:lnTo>
                    <a:pt x="21358" y="858502"/>
                  </a:lnTo>
                  <a:lnTo>
                    <a:pt x="12128" y="903625"/>
                  </a:lnTo>
                  <a:lnTo>
                    <a:pt x="5440" y="949623"/>
                  </a:lnTo>
                  <a:lnTo>
                    <a:pt x="1372" y="996419"/>
                  </a:lnTo>
                  <a:lnTo>
                    <a:pt x="0" y="1043939"/>
                  </a:lnTo>
                  <a:lnTo>
                    <a:pt x="0" y="1401064"/>
                  </a:lnTo>
                  <a:lnTo>
                    <a:pt x="1372" y="1448584"/>
                  </a:lnTo>
                  <a:lnTo>
                    <a:pt x="5440" y="1495380"/>
                  </a:lnTo>
                  <a:lnTo>
                    <a:pt x="12128" y="1541378"/>
                  </a:lnTo>
                  <a:lnTo>
                    <a:pt x="21358" y="1586501"/>
                  </a:lnTo>
                  <a:lnTo>
                    <a:pt x="33057" y="1630674"/>
                  </a:lnTo>
                  <a:lnTo>
                    <a:pt x="47147" y="1673819"/>
                  </a:lnTo>
                  <a:lnTo>
                    <a:pt x="63553" y="1715863"/>
                  </a:lnTo>
                  <a:lnTo>
                    <a:pt x="82199" y="1756728"/>
                  </a:lnTo>
                  <a:lnTo>
                    <a:pt x="103010" y="1796339"/>
                  </a:lnTo>
                  <a:lnTo>
                    <a:pt x="125908" y="1834620"/>
                  </a:lnTo>
                  <a:lnTo>
                    <a:pt x="150820" y="1871496"/>
                  </a:lnTo>
                  <a:lnTo>
                    <a:pt x="177668" y="1906889"/>
                  </a:lnTo>
                  <a:lnTo>
                    <a:pt x="206377" y="1940726"/>
                  </a:lnTo>
                  <a:lnTo>
                    <a:pt x="236870" y="1972929"/>
                  </a:lnTo>
                  <a:lnTo>
                    <a:pt x="269073" y="2003422"/>
                  </a:lnTo>
                  <a:lnTo>
                    <a:pt x="302910" y="2032131"/>
                  </a:lnTo>
                  <a:lnTo>
                    <a:pt x="338303" y="2058979"/>
                  </a:lnTo>
                  <a:lnTo>
                    <a:pt x="375179" y="2083891"/>
                  </a:lnTo>
                  <a:lnTo>
                    <a:pt x="413460" y="2106789"/>
                  </a:lnTo>
                  <a:lnTo>
                    <a:pt x="453071" y="2127600"/>
                  </a:lnTo>
                  <a:lnTo>
                    <a:pt x="493936" y="2146246"/>
                  </a:lnTo>
                  <a:lnTo>
                    <a:pt x="535980" y="2162652"/>
                  </a:lnTo>
                  <a:lnTo>
                    <a:pt x="579125" y="2176742"/>
                  </a:lnTo>
                  <a:lnTo>
                    <a:pt x="623298" y="2188441"/>
                  </a:lnTo>
                  <a:lnTo>
                    <a:pt x="668421" y="2197671"/>
                  </a:lnTo>
                  <a:lnTo>
                    <a:pt x="714419" y="2204359"/>
                  </a:lnTo>
                  <a:lnTo>
                    <a:pt x="761215" y="2208427"/>
                  </a:lnTo>
                  <a:lnTo>
                    <a:pt x="808736" y="2209800"/>
                  </a:lnTo>
                  <a:lnTo>
                    <a:pt x="1848612" y="2209800"/>
                  </a:lnTo>
                  <a:lnTo>
                    <a:pt x="1848612" y="1986661"/>
                  </a:lnTo>
                  <a:lnTo>
                    <a:pt x="808736" y="1986661"/>
                  </a:lnTo>
                  <a:lnTo>
                    <a:pt x="760700" y="1984720"/>
                  </a:lnTo>
                  <a:lnTo>
                    <a:pt x="713736" y="1978997"/>
                  </a:lnTo>
                  <a:lnTo>
                    <a:pt x="667993" y="1969645"/>
                  </a:lnTo>
                  <a:lnTo>
                    <a:pt x="623621" y="1956811"/>
                  </a:lnTo>
                  <a:lnTo>
                    <a:pt x="580772" y="1940649"/>
                  </a:lnTo>
                  <a:lnTo>
                    <a:pt x="539597" y="1921307"/>
                  </a:lnTo>
                  <a:lnTo>
                    <a:pt x="500245" y="1898937"/>
                  </a:lnTo>
                  <a:lnTo>
                    <a:pt x="462867" y="1873689"/>
                  </a:lnTo>
                  <a:lnTo>
                    <a:pt x="427614" y="1845714"/>
                  </a:lnTo>
                  <a:lnTo>
                    <a:pt x="394636" y="1815163"/>
                  </a:lnTo>
                  <a:lnTo>
                    <a:pt x="364085" y="1782185"/>
                  </a:lnTo>
                  <a:lnTo>
                    <a:pt x="336110" y="1746932"/>
                  </a:lnTo>
                  <a:lnTo>
                    <a:pt x="310862" y="1709554"/>
                  </a:lnTo>
                  <a:lnTo>
                    <a:pt x="288492" y="1670202"/>
                  </a:lnTo>
                  <a:lnTo>
                    <a:pt x="269150" y="1629027"/>
                  </a:lnTo>
                  <a:lnTo>
                    <a:pt x="252988" y="1586178"/>
                  </a:lnTo>
                  <a:lnTo>
                    <a:pt x="240154" y="1541806"/>
                  </a:lnTo>
                  <a:lnTo>
                    <a:pt x="230802" y="1496063"/>
                  </a:lnTo>
                  <a:lnTo>
                    <a:pt x="225079" y="1449099"/>
                  </a:lnTo>
                  <a:lnTo>
                    <a:pt x="223138" y="1401064"/>
                  </a:lnTo>
                  <a:lnTo>
                    <a:pt x="223138" y="1043939"/>
                  </a:lnTo>
                  <a:lnTo>
                    <a:pt x="225079" y="995904"/>
                  </a:lnTo>
                  <a:lnTo>
                    <a:pt x="230802" y="948940"/>
                  </a:lnTo>
                  <a:lnTo>
                    <a:pt x="240154" y="903197"/>
                  </a:lnTo>
                  <a:lnTo>
                    <a:pt x="252988" y="858825"/>
                  </a:lnTo>
                  <a:lnTo>
                    <a:pt x="269150" y="815976"/>
                  </a:lnTo>
                  <a:lnTo>
                    <a:pt x="288492" y="774801"/>
                  </a:lnTo>
                  <a:lnTo>
                    <a:pt x="310862" y="735449"/>
                  </a:lnTo>
                  <a:lnTo>
                    <a:pt x="336110" y="698071"/>
                  </a:lnTo>
                  <a:lnTo>
                    <a:pt x="364085" y="662818"/>
                  </a:lnTo>
                  <a:lnTo>
                    <a:pt x="394636" y="629840"/>
                  </a:lnTo>
                  <a:lnTo>
                    <a:pt x="427614" y="599289"/>
                  </a:lnTo>
                  <a:lnTo>
                    <a:pt x="462867" y="571314"/>
                  </a:lnTo>
                  <a:lnTo>
                    <a:pt x="500245" y="546066"/>
                  </a:lnTo>
                  <a:lnTo>
                    <a:pt x="539597" y="523696"/>
                  </a:lnTo>
                  <a:lnTo>
                    <a:pt x="580772" y="504354"/>
                  </a:lnTo>
                  <a:lnTo>
                    <a:pt x="623621" y="488192"/>
                  </a:lnTo>
                  <a:lnTo>
                    <a:pt x="667993" y="475358"/>
                  </a:lnTo>
                  <a:lnTo>
                    <a:pt x="713736" y="466006"/>
                  </a:lnTo>
                  <a:lnTo>
                    <a:pt x="760700" y="460283"/>
                  </a:lnTo>
                  <a:lnTo>
                    <a:pt x="808736" y="458342"/>
                  </a:lnTo>
                  <a:lnTo>
                    <a:pt x="1567488" y="458342"/>
                  </a:lnTo>
                  <a:lnTo>
                    <a:pt x="1716277" y="346710"/>
                  </a:lnTo>
                  <a:lnTo>
                    <a:pt x="1253998" y="0"/>
                  </a:lnTo>
                  <a:close/>
                </a:path>
                <a:path w="1849120" h="2209800">
                  <a:moveTo>
                    <a:pt x="1567488" y="458342"/>
                  </a:moveTo>
                  <a:lnTo>
                    <a:pt x="1253998" y="458342"/>
                  </a:lnTo>
                  <a:lnTo>
                    <a:pt x="1253998" y="693547"/>
                  </a:lnTo>
                  <a:lnTo>
                    <a:pt x="1567488" y="458342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" name="object 3"/>
            <p:cNvSpPr/>
            <p:nvPr/>
          </p:nvSpPr>
          <p:spPr>
            <a:xfrm>
              <a:off x="3658361" y="1600961"/>
              <a:ext cx="1849120" cy="2209800"/>
            </a:xfrm>
            <a:custGeom>
              <a:avLst/>
              <a:gdLst/>
              <a:ahLst/>
              <a:cxnLst/>
              <a:rect l="l" t="t" r="r" b="b"/>
              <a:pathLst>
                <a:path w="1849120" h="2209800">
                  <a:moveTo>
                    <a:pt x="1848612" y="2209800"/>
                  </a:moveTo>
                  <a:lnTo>
                    <a:pt x="808736" y="2209800"/>
                  </a:lnTo>
                  <a:lnTo>
                    <a:pt x="761215" y="2208427"/>
                  </a:lnTo>
                  <a:lnTo>
                    <a:pt x="714419" y="2204359"/>
                  </a:lnTo>
                  <a:lnTo>
                    <a:pt x="668421" y="2197671"/>
                  </a:lnTo>
                  <a:lnTo>
                    <a:pt x="623298" y="2188441"/>
                  </a:lnTo>
                  <a:lnTo>
                    <a:pt x="579125" y="2176742"/>
                  </a:lnTo>
                  <a:lnTo>
                    <a:pt x="535980" y="2162652"/>
                  </a:lnTo>
                  <a:lnTo>
                    <a:pt x="493936" y="2146246"/>
                  </a:lnTo>
                  <a:lnTo>
                    <a:pt x="453071" y="2127600"/>
                  </a:lnTo>
                  <a:lnTo>
                    <a:pt x="413460" y="2106789"/>
                  </a:lnTo>
                  <a:lnTo>
                    <a:pt x="375179" y="2083891"/>
                  </a:lnTo>
                  <a:lnTo>
                    <a:pt x="338303" y="2058979"/>
                  </a:lnTo>
                  <a:lnTo>
                    <a:pt x="302910" y="2032131"/>
                  </a:lnTo>
                  <a:lnTo>
                    <a:pt x="269073" y="2003422"/>
                  </a:lnTo>
                  <a:lnTo>
                    <a:pt x="236870" y="1972929"/>
                  </a:lnTo>
                  <a:lnTo>
                    <a:pt x="206377" y="1940726"/>
                  </a:lnTo>
                  <a:lnTo>
                    <a:pt x="177668" y="1906889"/>
                  </a:lnTo>
                  <a:lnTo>
                    <a:pt x="150820" y="1871496"/>
                  </a:lnTo>
                  <a:lnTo>
                    <a:pt x="125908" y="1834620"/>
                  </a:lnTo>
                  <a:lnTo>
                    <a:pt x="103010" y="1796339"/>
                  </a:lnTo>
                  <a:lnTo>
                    <a:pt x="82199" y="1756728"/>
                  </a:lnTo>
                  <a:lnTo>
                    <a:pt x="63553" y="1715863"/>
                  </a:lnTo>
                  <a:lnTo>
                    <a:pt x="47147" y="1673819"/>
                  </a:lnTo>
                  <a:lnTo>
                    <a:pt x="33057" y="1630674"/>
                  </a:lnTo>
                  <a:lnTo>
                    <a:pt x="21358" y="1586501"/>
                  </a:lnTo>
                  <a:lnTo>
                    <a:pt x="12128" y="1541378"/>
                  </a:lnTo>
                  <a:lnTo>
                    <a:pt x="5440" y="1495380"/>
                  </a:lnTo>
                  <a:lnTo>
                    <a:pt x="1372" y="1448584"/>
                  </a:lnTo>
                  <a:lnTo>
                    <a:pt x="0" y="1401064"/>
                  </a:lnTo>
                  <a:lnTo>
                    <a:pt x="0" y="1043939"/>
                  </a:lnTo>
                  <a:lnTo>
                    <a:pt x="1372" y="996419"/>
                  </a:lnTo>
                  <a:lnTo>
                    <a:pt x="5440" y="949623"/>
                  </a:lnTo>
                  <a:lnTo>
                    <a:pt x="12128" y="903625"/>
                  </a:lnTo>
                  <a:lnTo>
                    <a:pt x="21358" y="858502"/>
                  </a:lnTo>
                  <a:lnTo>
                    <a:pt x="33057" y="814329"/>
                  </a:lnTo>
                  <a:lnTo>
                    <a:pt x="47147" y="771184"/>
                  </a:lnTo>
                  <a:lnTo>
                    <a:pt x="63553" y="729140"/>
                  </a:lnTo>
                  <a:lnTo>
                    <a:pt x="82199" y="688275"/>
                  </a:lnTo>
                  <a:lnTo>
                    <a:pt x="103010" y="648664"/>
                  </a:lnTo>
                  <a:lnTo>
                    <a:pt x="125908" y="610383"/>
                  </a:lnTo>
                  <a:lnTo>
                    <a:pt x="150820" y="573507"/>
                  </a:lnTo>
                  <a:lnTo>
                    <a:pt x="177668" y="538114"/>
                  </a:lnTo>
                  <a:lnTo>
                    <a:pt x="206377" y="504277"/>
                  </a:lnTo>
                  <a:lnTo>
                    <a:pt x="236870" y="472074"/>
                  </a:lnTo>
                  <a:lnTo>
                    <a:pt x="269073" y="441581"/>
                  </a:lnTo>
                  <a:lnTo>
                    <a:pt x="302910" y="412872"/>
                  </a:lnTo>
                  <a:lnTo>
                    <a:pt x="338303" y="386024"/>
                  </a:lnTo>
                  <a:lnTo>
                    <a:pt x="375179" y="361112"/>
                  </a:lnTo>
                  <a:lnTo>
                    <a:pt x="413460" y="338214"/>
                  </a:lnTo>
                  <a:lnTo>
                    <a:pt x="453071" y="317403"/>
                  </a:lnTo>
                  <a:lnTo>
                    <a:pt x="493936" y="298757"/>
                  </a:lnTo>
                  <a:lnTo>
                    <a:pt x="535980" y="282351"/>
                  </a:lnTo>
                  <a:lnTo>
                    <a:pt x="579125" y="268261"/>
                  </a:lnTo>
                  <a:lnTo>
                    <a:pt x="623298" y="256562"/>
                  </a:lnTo>
                  <a:lnTo>
                    <a:pt x="668421" y="247332"/>
                  </a:lnTo>
                  <a:lnTo>
                    <a:pt x="714419" y="240644"/>
                  </a:lnTo>
                  <a:lnTo>
                    <a:pt x="761215" y="236576"/>
                  </a:lnTo>
                  <a:lnTo>
                    <a:pt x="808736" y="235203"/>
                  </a:lnTo>
                  <a:lnTo>
                    <a:pt x="1253998" y="235203"/>
                  </a:lnTo>
                  <a:lnTo>
                    <a:pt x="1253998" y="0"/>
                  </a:lnTo>
                  <a:lnTo>
                    <a:pt x="1716277" y="346710"/>
                  </a:lnTo>
                  <a:lnTo>
                    <a:pt x="1253998" y="693547"/>
                  </a:lnTo>
                  <a:lnTo>
                    <a:pt x="1253998" y="458342"/>
                  </a:lnTo>
                  <a:lnTo>
                    <a:pt x="808736" y="458342"/>
                  </a:lnTo>
                  <a:lnTo>
                    <a:pt x="760700" y="460283"/>
                  </a:lnTo>
                  <a:lnTo>
                    <a:pt x="713736" y="466006"/>
                  </a:lnTo>
                  <a:lnTo>
                    <a:pt x="667993" y="475358"/>
                  </a:lnTo>
                  <a:lnTo>
                    <a:pt x="623621" y="488192"/>
                  </a:lnTo>
                  <a:lnTo>
                    <a:pt x="580772" y="504354"/>
                  </a:lnTo>
                  <a:lnTo>
                    <a:pt x="539597" y="523696"/>
                  </a:lnTo>
                  <a:lnTo>
                    <a:pt x="500245" y="546066"/>
                  </a:lnTo>
                  <a:lnTo>
                    <a:pt x="462867" y="571314"/>
                  </a:lnTo>
                  <a:lnTo>
                    <a:pt x="427614" y="599289"/>
                  </a:lnTo>
                  <a:lnTo>
                    <a:pt x="394636" y="629840"/>
                  </a:lnTo>
                  <a:lnTo>
                    <a:pt x="364085" y="662818"/>
                  </a:lnTo>
                  <a:lnTo>
                    <a:pt x="336110" y="698071"/>
                  </a:lnTo>
                  <a:lnTo>
                    <a:pt x="310862" y="735449"/>
                  </a:lnTo>
                  <a:lnTo>
                    <a:pt x="288492" y="774801"/>
                  </a:lnTo>
                  <a:lnTo>
                    <a:pt x="269150" y="815976"/>
                  </a:lnTo>
                  <a:lnTo>
                    <a:pt x="252988" y="858825"/>
                  </a:lnTo>
                  <a:lnTo>
                    <a:pt x="240154" y="903197"/>
                  </a:lnTo>
                  <a:lnTo>
                    <a:pt x="230802" y="948940"/>
                  </a:lnTo>
                  <a:lnTo>
                    <a:pt x="225079" y="995904"/>
                  </a:lnTo>
                  <a:lnTo>
                    <a:pt x="223138" y="1043939"/>
                  </a:lnTo>
                  <a:lnTo>
                    <a:pt x="223138" y="1401064"/>
                  </a:lnTo>
                  <a:lnTo>
                    <a:pt x="225079" y="1449099"/>
                  </a:lnTo>
                  <a:lnTo>
                    <a:pt x="230802" y="1496063"/>
                  </a:lnTo>
                  <a:lnTo>
                    <a:pt x="240154" y="1541806"/>
                  </a:lnTo>
                  <a:lnTo>
                    <a:pt x="252988" y="1586178"/>
                  </a:lnTo>
                  <a:lnTo>
                    <a:pt x="269150" y="1629027"/>
                  </a:lnTo>
                  <a:lnTo>
                    <a:pt x="288492" y="1670202"/>
                  </a:lnTo>
                  <a:lnTo>
                    <a:pt x="310862" y="1709554"/>
                  </a:lnTo>
                  <a:lnTo>
                    <a:pt x="336110" y="1746932"/>
                  </a:lnTo>
                  <a:lnTo>
                    <a:pt x="364085" y="1782185"/>
                  </a:lnTo>
                  <a:lnTo>
                    <a:pt x="394636" y="1815163"/>
                  </a:lnTo>
                  <a:lnTo>
                    <a:pt x="427614" y="1845714"/>
                  </a:lnTo>
                  <a:lnTo>
                    <a:pt x="462867" y="1873689"/>
                  </a:lnTo>
                  <a:lnTo>
                    <a:pt x="500245" y="1898937"/>
                  </a:lnTo>
                  <a:lnTo>
                    <a:pt x="539597" y="1921307"/>
                  </a:lnTo>
                  <a:lnTo>
                    <a:pt x="580772" y="1940649"/>
                  </a:lnTo>
                  <a:lnTo>
                    <a:pt x="623621" y="1956811"/>
                  </a:lnTo>
                  <a:lnTo>
                    <a:pt x="667993" y="1969645"/>
                  </a:lnTo>
                  <a:lnTo>
                    <a:pt x="713736" y="1978997"/>
                  </a:lnTo>
                  <a:lnTo>
                    <a:pt x="760700" y="1984720"/>
                  </a:lnTo>
                  <a:lnTo>
                    <a:pt x="808736" y="1986661"/>
                  </a:lnTo>
                  <a:lnTo>
                    <a:pt x="1848612" y="1986661"/>
                  </a:lnTo>
                  <a:lnTo>
                    <a:pt x="1848612" y="2209800"/>
                  </a:lnTo>
                  <a:close/>
                </a:path>
              </a:pathLst>
            </a:custGeom>
            <a:ln w="25907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477761" y="1829561"/>
              <a:ext cx="1849120" cy="2209800"/>
            </a:xfrm>
            <a:custGeom>
              <a:avLst/>
              <a:gdLst/>
              <a:ahLst/>
              <a:cxnLst/>
              <a:rect l="l" t="t" r="r" b="b"/>
              <a:pathLst>
                <a:path w="1849120" h="2209800">
                  <a:moveTo>
                    <a:pt x="1122171" y="1516252"/>
                  </a:moveTo>
                  <a:lnTo>
                    <a:pt x="660018" y="1863089"/>
                  </a:lnTo>
                  <a:lnTo>
                    <a:pt x="1122171" y="2209800"/>
                  </a:lnTo>
                  <a:lnTo>
                    <a:pt x="1122171" y="1974595"/>
                  </a:lnTo>
                  <a:lnTo>
                    <a:pt x="1169934" y="1973050"/>
                  </a:lnTo>
                  <a:lnTo>
                    <a:pt x="1216872" y="1968478"/>
                  </a:lnTo>
                  <a:lnTo>
                    <a:pt x="1262889" y="1960976"/>
                  </a:lnTo>
                  <a:lnTo>
                    <a:pt x="1307890" y="1950638"/>
                  </a:lnTo>
                  <a:lnTo>
                    <a:pt x="1351779" y="1937560"/>
                  </a:lnTo>
                  <a:lnTo>
                    <a:pt x="1394461" y="1921839"/>
                  </a:lnTo>
                  <a:lnTo>
                    <a:pt x="1435838" y="1903570"/>
                  </a:lnTo>
                  <a:lnTo>
                    <a:pt x="1475817" y="1882849"/>
                  </a:lnTo>
                  <a:lnTo>
                    <a:pt x="1514301" y="1859771"/>
                  </a:lnTo>
                  <a:lnTo>
                    <a:pt x="1551194" y="1834432"/>
                  </a:lnTo>
                  <a:lnTo>
                    <a:pt x="1586400" y="1806928"/>
                  </a:lnTo>
                  <a:lnTo>
                    <a:pt x="1619825" y="1777355"/>
                  </a:lnTo>
                  <a:lnTo>
                    <a:pt x="1645724" y="1751457"/>
                  </a:lnTo>
                  <a:lnTo>
                    <a:pt x="1122171" y="1751457"/>
                  </a:lnTo>
                  <a:lnTo>
                    <a:pt x="1122171" y="1516252"/>
                  </a:lnTo>
                  <a:close/>
                </a:path>
                <a:path w="1849120" h="2209800">
                  <a:moveTo>
                    <a:pt x="1122171" y="0"/>
                  </a:moveTo>
                  <a:lnTo>
                    <a:pt x="0" y="0"/>
                  </a:lnTo>
                  <a:lnTo>
                    <a:pt x="0" y="223138"/>
                  </a:lnTo>
                  <a:lnTo>
                    <a:pt x="1122171" y="223138"/>
                  </a:lnTo>
                  <a:lnTo>
                    <a:pt x="1170649" y="225442"/>
                  </a:lnTo>
                  <a:lnTo>
                    <a:pt x="1217821" y="232212"/>
                  </a:lnTo>
                  <a:lnTo>
                    <a:pt x="1263477" y="243239"/>
                  </a:lnTo>
                  <a:lnTo>
                    <a:pt x="1307407" y="258310"/>
                  </a:lnTo>
                  <a:lnTo>
                    <a:pt x="1349399" y="277216"/>
                  </a:lnTo>
                  <a:lnTo>
                    <a:pt x="1389244" y="299745"/>
                  </a:lnTo>
                  <a:lnTo>
                    <a:pt x="1426729" y="325687"/>
                  </a:lnTo>
                  <a:lnTo>
                    <a:pt x="1461645" y="354831"/>
                  </a:lnTo>
                  <a:lnTo>
                    <a:pt x="1493780" y="386966"/>
                  </a:lnTo>
                  <a:lnTo>
                    <a:pt x="1522924" y="421882"/>
                  </a:lnTo>
                  <a:lnTo>
                    <a:pt x="1548866" y="459367"/>
                  </a:lnTo>
                  <a:lnTo>
                    <a:pt x="1571395" y="499212"/>
                  </a:lnTo>
                  <a:lnTo>
                    <a:pt x="1590301" y="541204"/>
                  </a:lnTo>
                  <a:lnTo>
                    <a:pt x="1605372" y="585134"/>
                  </a:lnTo>
                  <a:lnTo>
                    <a:pt x="1616399" y="630790"/>
                  </a:lnTo>
                  <a:lnTo>
                    <a:pt x="1623169" y="677962"/>
                  </a:lnTo>
                  <a:lnTo>
                    <a:pt x="1625472" y="726439"/>
                  </a:lnTo>
                  <a:lnTo>
                    <a:pt x="1625472" y="1248155"/>
                  </a:lnTo>
                  <a:lnTo>
                    <a:pt x="1623169" y="1296633"/>
                  </a:lnTo>
                  <a:lnTo>
                    <a:pt x="1616399" y="1343805"/>
                  </a:lnTo>
                  <a:lnTo>
                    <a:pt x="1605372" y="1389461"/>
                  </a:lnTo>
                  <a:lnTo>
                    <a:pt x="1590301" y="1433391"/>
                  </a:lnTo>
                  <a:lnTo>
                    <a:pt x="1571395" y="1475383"/>
                  </a:lnTo>
                  <a:lnTo>
                    <a:pt x="1548866" y="1515228"/>
                  </a:lnTo>
                  <a:lnTo>
                    <a:pt x="1522924" y="1552713"/>
                  </a:lnTo>
                  <a:lnTo>
                    <a:pt x="1493780" y="1587629"/>
                  </a:lnTo>
                  <a:lnTo>
                    <a:pt x="1461645" y="1619764"/>
                  </a:lnTo>
                  <a:lnTo>
                    <a:pt x="1426729" y="1648908"/>
                  </a:lnTo>
                  <a:lnTo>
                    <a:pt x="1389244" y="1674850"/>
                  </a:lnTo>
                  <a:lnTo>
                    <a:pt x="1349399" y="1697379"/>
                  </a:lnTo>
                  <a:lnTo>
                    <a:pt x="1307407" y="1716285"/>
                  </a:lnTo>
                  <a:lnTo>
                    <a:pt x="1263477" y="1731356"/>
                  </a:lnTo>
                  <a:lnTo>
                    <a:pt x="1217821" y="1742383"/>
                  </a:lnTo>
                  <a:lnTo>
                    <a:pt x="1170649" y="1749153"/>
                  </a:lnTo>
                  <a:lnTo>
                    <a:pt x="1122171" y="1751457"/>
                  </a:lnTo>
                  <a:lnTo>
                    <a:pt x="1645724" y="1751457"/>
                  </a:lnTo>
                  <a:lnTo>
                    <a:pt x="1680944" y="1712384"/>
                  </a:lnTo>
                  <a:lnTo>
                    <a:pt x="1708448" y="1677178"/>
                  </a:lnTo>
                  <a:lnTo>
                    <a:pt x="1733787" y="1640285"/>
                  </a:lnTo>
                  <a:lnTo>
                    <a:pt x="1756865" y="1601801"/>
                  </a:lnTo>
                  <a:lnTo>
                    <a:pt x="1777586" y="1561822"/>
                  </a:lnTo>
                  <a:lnTo>
                    <a:pt x="1795855" y="1520445"/>
                  </a:lnTo>
                  <a:lnTo>
                    <a:pt x="1811576" y="1477763"/>
                  </a:lnTo>
                  <a:lnTo>
                    <a:pt x="1824654" y="1433874"/>
                  </a:lnTo>
                  <a:lnTo>
                    <a:pt x="1834992" y="1388873"/>
                  </a:lnTo>
                  <a:lnTo>
                    <a:pt x="1842494" y="1342856"/>
                  </a:lnTo>
                  <a:lnTo>
                    <a:pt x="1847066" y="1295918"/>
                  </a:lnTo>
                  <a:lnTo>
                    <a:pt x="1848612" y="1248155"/>
                  </a:lnTo>
                  <a:lnTo>
                    <a:pt x="1848612" y="726439"/>
                  </a:lnTo>
                  <a:lnTo>
                    <a:pt x="1847066" y="678677"/>
                  </a:lnTo>
                  <a:lnTo>
                    <a:pt x="1842494" y="631739"/>
                  </a:lnTo>
                  <a:lnTo>
                    <a:pt x="1834992" y="585722"/>
                  </a:lnTo>
                  <a:lnTo>
                    <a:pt x="1824654" y="540721"/>
                  </a:lnTo>
                  <a:lnTo>
                    <a:pt x="1811576" y="496832"/>
                  </a:lnTo>
                  <a:lnTo>
                    <a:pt x="1795855" y="454150"/>
                  </a:lnTo>
                  <a:lnTo>
                    <a:pt x="1777586" y="412773"/>
                  </a:lnTo>
                  <a:lnTo>
                    <a:pt x="1756865" y="372794"/>
                  </a:lnTo>
                  <a:lnTo>
                    <a:pt x="1733787" y="334310"/>
                  </a:lnTo>
                  <a:lnTo>
                    <a:pt x="1708448" y="297417"/>
                  </a:lnTo>
                  <a:lnTo>
                    <a:pt x="1680944" y="262211"/>
                  </a:lnTo>
                  <a:lnTo>
                    <a:pt x="1651371" y="228786"/>
                  </a:lnTo>
                  <a:lnTo>
                    <a:pt x="1619825" y="197240"/>
                  </a:lnTo>
                  <a:lnTo>
                    <a:pt x="1586400" y="167667"/>
                  </a:lnTo>
                  <a:lnTo>
                    <a:pt x="1551194" y="140163"/>
                  </a:lnTo>
                  <a:lnTo>
                    <a:pt x="1514301" y="114824"/>
                  </a:lnTo>
                  <a:lnTo>
                    <a:pt x="1475817" y="91746"/>
                  </a:lnTo>
                  <a:lnTo>
                    <a:pt x="1435838" y="71025"/>
                  </a:lnTo>
                  <a:lnTo>
                    <a:pt x="1394461" y="52756"/>
                  </a:lnTo>
                  <a:lnTo>
                    <a:pt x="1351779" y="37035"/>
                  </a:lnTo>
                  <a:lnTo>
                    <a:pt x="1307890" y="23957"/>
                  </a:lnTo>
                  <a:lnTo>
                    <a:pt x="1262889" y="13619"/>
                  </a:lnTo>
                  <a:lnTo>
                    <a:pt x="1216872" y="6117"/>
                  </a:lnTo>
                  <a:lnTo>
                    <a:pt x="1169934" y="1545"/>
                  </a:lnTo>
                  <a:lnTo>
                    <a:pt x="1122171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77761" y="1829561"/>
              <a:ext cx="1849120" cy="2209800"/>
            </a:xfrm>
            <a:custGeom>
              <a:avLst/>
              <a:gdLst/>
              <a:ahLst/>
              <a:cxnLst/>
              <a:rect l="l" t="t" r="r" b="b"/>
              <a:pathLst>
                <a:path w="1849120" h="2209800">
                  <a:moveTo>
                    <a:pt x="0" y="0"/>
                  </a:moveTo>
                  <a:lnTo>
                    <a:pt x="1122171" y="0"/>
                  </a:lnTo>
                  <a:lnTo>
                    <a:pt x="1169934" y="1545"/>
                  </a:lnTo>
                  <a:lnTo>
                    <a:pt x="1216872" y="6117"/>
                  </a:lnTo>
                  <a:lnTo>
                    <a:pt x="1262889" y="13619"/>
                  </a:lnTo>
                  <a:lnTo>
                    <a:pt x="1307890" y="23957"/>
                  </a:lnTo>
                  <a:lnTo>
                    <a:pt x="1351779" y="37035"/>
                  </a:lnTo>
                  <a:lnTo>
                    <a:pt x="1394461" y="52756"/>
                  </a:lnTo>
                  <a:lnTo>
                    <a:pt x="1435838" y="71025"/>
                  </a:lnTo>
                  <a:lnTo>
                    <a:pt x="1475817" y="91746"/>
                  </a:lnTo>
                  <a:lnTo>
                    <a:pt x="1514301" y="114824"/>
                  </a:lnTo>
                  <a:lnTo>
                    <a:pt x="1551194" y="140163"/>
                  </a:lnTo>
                  <a:lnTo>
                    <a:pt x="1586400" y="167667"/>
                  </a:lnTo>
                  <a:lnTo>
                    <a:pt x="1619825" y="197240"/>
                  </a:lnTo>
                  <a:lnTo>
                    <a:pt x="1651371" y="228786"/>
                  </a:lnTo>
                  <a:lnTo>
                    <a:pt x="1680944" y="262211"/>
                  </a:lnTo>
                  <a:lnTo>
                    <a:pt x="1708448" y="297417"/>
                  </a:lnTo>
                  <a:lnTo>
                    <a:pt x="1733787" y="334310"/>
                  </a:lnTo>
                  <a:lnTo>
                    <a:pt x="1756865" y="372794"/>
                  </a:lnTo>
                  <a:lnTo>
                    <a:pt x="1777586" y="412773"/>
                  </a:lnTo>
                  <a:lnTo>
                    <a:pt x="1795855" y="454150"/>
                  </a:lnTo>
                  <a:lnTo>
                    <a:pt x="1811576" y="496832"/>
                  </a:lnTo>
                  <a:lnTo>
                    <a:pt x="1824654" y="540721"/>
                  </a:lnTo>
                  <a:lnTo>
                    <a:pt x="1834992" y="585722"/>
                  </a:lnTo>
                  <a:lnTo>
                    <a:pt x="1842494" y="631739"/>
                  </a:lnTo>
                  <a:lnTo>
                    <a:pt x="1847066" y="678677"/>
                  </a:lnTo>
                  <a:lnTo>
                    <a:pt x="1848612" y="726439"/>
                  </a:lnTo>
                  <a:lnTo>
                    <a:pt x="1848612" y="1248155"/>
                  </a:lnTo>
                  <a:lnTo>
                    <a:pt x="1847066" y="1295918"/>
                  </a:lnTo>
                  <a:lnTo>
                    <a:pt x="1842494" y="1342856"/>
                  </a:lnTo>
                  <a:lnTo>
                    <a:pt x="1834992" y="1388873"/>
                  </a:lnTo>
                  <a:lnTo>
                    <a:pt x="1824654" y="1433874"/>
                  </a:lnTo>
                  <a:lnTo>
                    <a:pt x="1811576" y="1477763"/>
                  </a:lnTo>
                  <a:lnTo>
                    <a:pt x="1795855" y="1520445"/>
                  </a:lnTo>
                  <a:lnTo>
                    <a:pt x="1777586" y="1561822"/>
                  </a:lnTo>
                  <a:lnTo>
                    <a:pt x="1756865" y="1601801"/>
                  </a:lnTo>
                  <a:lnTo>
                    <a:pt x="1733787" y="1640285"/>
                  </a:lnTo>
                  <a:lnTo>
                    <a:pt x="1708448" y="1677178"/>
                  </a:lnTo>
                  <a:lnTo>
                    <a:pt x="1680944" y="1712384"/>
                  </a:lnTo>
                  <a:lnTo>
                    <a:pt x="1651371" y="1745809"/>
                  </a:lnTo>
                  <a:lnTo>
                    <a:pt x="1619825" y="1777355"/>
                  </a:lnTo>
                  <a:lnTo>
                    <a:pt x="1586400" y="1806928"/>
                  </a:lnTo>
                  <a:lnTo>
                    <a:pt x="1551194" y="1834432"/>
                  </a:lnTo>
                  <a:lnTo>
                    <a:pt x="1514301" y="1859771"/>
                  </a:lnTo>
                  <a:lnTo>
                    <a:pt x="1475817" y="1882849"/>
                  </a:lnTo>
                  <a:lnTo>
                    <a:pt x="1435838" y="1903570"/>
                  </a:lnTo>
                  <a:lnTo>
                    <a:pt x="1394461" y="1921839"/>
                  </a:lnTo>
                  <a:lnTo>
                    <a:pt x="1351779" y="1937560"/>
                  </a:lnTo>
                  <a:lnTo>
                    <a:pt x="1307890" y="1950638"/>
                  </a:lnTo>
                  <a:lnTo>
                    <a:pt x="1262889" y="1960976"/>
                  </a:lnTo>
                  <a:lnTo>
                    <a:pt x="1216872" y="1968478"/>
                  </a:lnTo>
                  <a:lnTo>
                    <a:pt x="1169934" y="1973050"/>
                  </a:lnTo>
                  <a:lnTo>
                    <a:pt x="1122171" y="1974595"/>
                  </a:lnTo>
                  <a:lnTo>
                    <a:pt x="1122171" y="2209800"/>
                  </a:lnTo>
                  <a:lnTo>
                    <a:pt x="660018" y="1863089"/>
                  </a:lnTo>
                  <a:lnTo>
                    <a:pt x="1122171" y="1516252"/>
                  </a:lnTo>
                  <a:lnTo>
                    <a:pt x="1122171" y="1751457"/>
                  </a:lnTo>
                  <a:lnTo>
                    <a:pt x="1170649" y="1749153"/>
                  </a:lnTo>
                  <a:lnTo>
                    <a:pt x="1217821" y="1742383"/>
                  </a:lnTo>
                  <a:lnTo>
                    <a:pt x="1263477" y="1731356"/>
                  </a:lnTo>
                  <a:lnTo>
                    <a:pt x="1307407" y="1716285"/>
                  </a:lnTo>
                  <a:lnTo>
                    <a:pt x="1349399" y="1697379"/>
                  </a:lnTo>
                  <a:lnTo>
                    <a:pt x="1389244" y="1674850"/>
                  </a:lnTo>
                  <a:lnTo>
                    <a:pt x="1426729" y="1648908"/>
                  </a:lnTo>
                  <a:lnTo>
                    <a:pt x="1461645" y="1619764"/>
                  </a:lnTo>
                  <a:lnTo>
                    <a:pt x="1493780" y="1587629"/>
                  </a:lnTo>
                  <a:lnTo>
                    <a:pt x="1522924" y="1552713"/>
                  </a:lnTo>
                  <a:lnTo>
                    <a:pt x="1548866" y="1515228"/>
                  </a:lnTo>
                  <a:lnTo>
                    <a:pt x="1571395" y="1475383"/>
                  </a:lnTo>
                  <a:lnTo>
                    <a:pt x="1590301" y="1433391"/>
                  </a:lnTo>
                  <a:lnTo>
                    <a:pt x="1605372" y="1389461"/>
                  </a:lnTo>
                  <a:lnTo>
                    <a:pt x="1616399" y="1343805"/>
                  </a:lnTo>
                  <a:lnTo>
                    <a:pt x="1623169" y="1296633"/>
                  </a:lnTo>
                  <a:lnTo>
                    <a:pt x="1625472" y="1248155"/>
                  </a:lnTo>
                  <a:lnTo>
                    <a:pt x="1625472" y="726439"/>
                  </a:lnTo>
                  <a:lnTo>
                    <a:pt x="1623169" y="677962"/>
                  </a:lnTo>
                  <a:lnTo>
                    <a:pt x="1616399" y="630790"/>
                  </a:lnTo>
                  <a:lnTo>
                    <a:pt x="1605372" y="585134"/>
                  </a:lnTo>
                  <a:lnTo>
                    <a:pt x="1590301" y="541204"/>
                  </a:lnTo>
                  <a:lnTo>
                    <a:pt x="1571395" y="499212"/>
                  </a:lnTo>
                  <a:lnTo>
                    <a:pt x="1548866" y="459367"/>
                  </a:lnTo>
                  <a:lnTo>
                    <a:pt x="1522924" y="421882"/>
                  </a:lnTo>
                  <a:lnTo>
                    <a:pt x="1493780" y="386966"/>
                  </a:lnTo>
                  <a:lnTo>
                    <a:pt x="1461645" y="354831"/>
                  </a:lnTo>
                  <a:lnTo>
                    <a:pt x="1426729" y="325687"/>
                  </a:lnTo>
                  <a:lnTo>
                    <a:pt x="1389244" y="299745"/>
                  </a:lnTo>
                  <a:lnTo>
                    <a:pt x="1349399" y="277216"/>
                  </a:lnTo>
                  <a:lnTo>
                    <a:pt x="1307407" y="258310"/>
                  </a:lnTo>
                  <a:lnTo>
                    <a:pt x="1263477" y="243239"/>
                  </a:lnTo>
                  <a:lnTo>
                    <a:pt x="1217821" y="232212"/>
                  </a:lnTo>
                  <a:lnTo>
                    <a:pt x="1170649" y="225442"/>
                  </a:lnTo>
                  <a:lnTo>
                    <a:pt x="1122171" y="223138"/>
                  </a:lnTo>
                  <a:lnTo>
                    <a:pt x="0" y="223138"/>
                  </a:lnTo>
                  <a:lnTo>
                    <a:pt x="0" y="0"/>
                  </a:lnTo>
                  <a:close/>
                </a:path>
              </a:pathLst>
            </a:custGeom>
            <a:ln w="25907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53761" y="3124961"/>
              <a:ext cx="2249805" cy="1143000"/>
            </a:xfrm>
            <a:custGeom>
              <a:avLst/>
              <a:gdLst/>
              <a:ahLst/>
              <a:cxnLst/>
              <a:rect l="l" t="t" r="r" b="b"/>
              <a:pathLst>
                <a:path w="2249804" h="1143000">
                  <a:moveTo>
                    <a:pt x="1785365" y="0"/>
                  </a:moveTo>
                  <a:lnTo>
                    <a:pt x="464058" y="0"/>
                  </a:lnTo>
                  <a:lnTo>
                    <a:pt x="416611" y="2395"/>
                  </a:lnTo>
                  <a:lnTo>
                    <a:pt x="370535" y="9428"/>
                  </a:lnTo>
                  <a:lnTo>
                    <a:pt x="326063" y="20863"/>
                  </a:lnTo>
                  <a:lnTo>
                    <a:pt x="283428" y="36468"/>
                  </a:lnTo>
                  <a:lnTo>
                    <a:pt x="242863" y="56010"/>
                  </a:lnTo>
                  <a:lnTo>
                    <a:pt x="204601" y="79255"/>
                  </a:lnTo>
                  <a:lnTo>
                    <a:pt x="168876" y="105970"/>
                  </a:lnTo>
                  <a:lnTo>
                    <a:pt x="135921" y="135921"/>
                  </a:lnTo>
                  <a:lnTo>
                    <a:pt x="105970" y="168876"/>
                  </a:lnTo>
                  <a:lnTo>
                    <a:pt x="79255" y="204601"/>
                  </a:lnTo>
                  <a:lnTo>
                    <a:pt x="56010" y="242863"/>
                  </a:lnTo>
                  <a:lnTo>
                    <a:pt x="36468" y="283428"/>
                  </a:lnTo>
                  <a:lnTo>
                    <a:pt x="20863" y="326063"/>
                  </a:lnTo>
                  <a:lnTo>
                    <a:pt x="9428" y="370535"/>
                  </a:lnTo>
                  <a:lnTo>
                    <a:pt x="2395" y="416611"/>
                  </a:lnTo>
                  <a:lnTo>
                    <a:pt x="0" y="464058"/>
                  </a:lnTo>
                  <a:lnTo>
                    <a:pt x="0" y="678942"/>
                  </a:lnTo>
                  <a:lnTo>
                    <a:pt x="2395" y="726388"/>
                  </a:lnTo>
                  <a:lnTo>
                    <a:pt x="9428" y="772464"/>
                  </a:lnTo>
                  <a:lnTo>
                    <a:pt x="20863" y="816936"/>
                  </a:lnTo>
                  <a:lnTo>
                    <a:pt x="36468" y="859571"/>
                  </a:lnTo>
                  <a:lnTo>
                    <a:pt x="56010" y="900136"/>
                  </a:lnTo>
                  <a:lnTo>
                    <a:pt x="79255" y="938398"/>
                  </a:lnTo>
                  <a:lnTo>
                    <a:pt x="105970" y="974123"/>
                  </a:lnTo>
                  <a:lnTo>
                    <a:pt x="135921" y="1007078"/>
                  </a:lnTo>
                  <a:lnTo>
                    <a:pt x="168876" y="1037029"/>
                  </a:lnTo>
                  <a:lnTo>
                    <a:pt x="204601" y="1063744"/>
                  </a:lnTo>
                  <a:lnTo>
                    <a:pt x="242863" y="1086989"/>
                  </a:lnTo>
                  <a:lnTo>
                    <a:pt x="283428" y="1106531"/>
                  </a:lnTo>
                  <a:lnTo>
                    <a:pt x="326063" y="1122136"/>
                  </a:lnTo>
                  <a:lnTo>
                    <a:pt x="370535" y="1133571"/>
                  </a:lnTo>
                  <a:lnTo>
                    <a:pt x="416611" y="1140604"/>
                  </a:lnTo>
                  <a:lnTo>
                    <a:pt x="464058" y="1143000"/>
                  </a:lnTo>
                  <a:lnTo>
                    <a:pt x="1785365" y="1143000"/>
                  </a:lnTo>
                  <a:lnTo>
                    <a:pt x="1832812" y="1140604"/>
                  </a:lnTo>
                  <a:lnTo>
                    <a:pt x="1878888" y="1133571"/>
                  </a:lnTo>
                  <a:lnTo>
                    <a:pt x="1923360" y="1122136"/>
                  </a:lnTo>
                  <a:lnTo>
                    <a:pt x="1965995" y="1106531"/>
                  </a:lnTo>
                  <a:lnTo>
                    <a:pt x="2006560" y="1086989"/>
                  </a:lnTo>
                  <a:lnTo>
                    <a:pt x="2044822" y="1063744"/>
                  </a:lnTo>
                  <a:lnTo>
                    <a:pt x="2080547" y="1037029"/>
                  </a:lnTo>
                  <a:lnTo>
                    <a:pt x="2113502" y="1007078"/>
                  </a:lnTo>
                  <a:lnTo>
                    <a:pt x="2143453" y="974123"/>
                  </a:lnTo>
                  <a:lnTo>
                    <a:pt x="2170168" y="938398"/>
                  </a:lnTo>
                  <a:lnTo>
                    <a:pt x="2193413" y="900136"/>
                  </a:lnTo>
                  <a:lnTo>
                    <a:pt x="2212955" y="859571"/>
                  </a:lnTo>
                  <a:lnTo>
                    <a:pt x="2228560" y="816936"/>
                  </a:lnTo>
                  <a:lnTo>
                    <a:pt x="2239995" y="772464"/>
                  </a:lnTo>
                  <a:lnTo>
                    <a:pt x="2247028" y="726388"/>
                  </a:lnTo>
                  <a:lnTo>
                    <a:pt x="2249423" y="678942"/>
                  </a:lnTo>
                  <a:lnTo>
                    <a:pt x="2249423" y="464058"/>
                  </a:lnTo>
                  <a:lnTo>
                    <a:pt x="2247028" y="416611"/>
                  </a:lnTo>
                  <a:lnTo>
                    <a:pt x="2239995" y="370535"/>
                  </a:lnTo>
                  <a:lnTo>
                    <a:pt x="2228560" y="326063"/>
                  </a:lnTo>
                  <a:lnTo>
                    <a:pt x="2212955" y="283428"/>
                  </a:lnTo>
                  <a:lnTo>
                    <a:pt x="2193413" y="242863"/>
                  </a:lnTo>
                  <a:lnTo>
                    <a:pt x="2170168" y="204601"/>
                  </a:lnTo>
                  <a:lnTo>
                    <a:pt x="2143453" y="168876"/>
                  </a:lnTo>
                  <a:lnTo>
                    <a:pt x="2113502" y="135921"/>
                  </a:lnTo>
                  <a:lnTo>
                    <a:pt x="2080547" y="105970"/>
                  </a:lnTo>
                  <a:lnTo>
                    <a:pt x="2044822" y="79255"/>
                  </a:lnTo>
                  <a:lnTo>
                    <a:pt x="2006560" y="56010"/>
                  </a:lnTo>
                  <a:lnTo>
                    <a:pt x="1965995" y="36468"/>
                  </a:lnTo>
                  <a:lnTo>
                    <a:pt x="1923360" y="20863"/>
                  </a:lnTo>
                  <a:lnTo>
                    <a:pt x="1878888" y="9428"/>
                  </a:lnTo>
                  <a:lnTo>
                    <a:pt x="1832812" y="2395"/>
                  </a:lnTo>
                  <a:lnTo>
                    <a:pt x="1785365" y="0"/>
                  </a:lnTo>
                  <a:close/>
                </a:path>
              </a:pathLst>
            </a:custGeom>
            <a:solidFill>
              <a:srgbClr val="B5E2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953761" y="3124961"/>
              <a:ext cx="2249805" cy="1143000"/>
            </a:xfrm>
            <a:custGeom>
              <a:avLst/>
              <a:gdLst/>
              <a:ahLst/>
              <a:cxnLst/>
              <a:rect l="l" t="t" r="r" b="b"/>
              <a:pathLst>
                <a:path w="2249804" h="1143000">
                  <a:moveTo>
                    <a:pt x="0" y="464058"/>
                  </a:moveTo>
                  <a:lnTo>
                    <a:pt x="2395" y="416611"/>
                  </a:lnTo>
                  <a:lnTo>
                    <a:pt x="9428" y="370535"/>
                  </a:lnTo>
                  <a:lnTo>
                    <a:pt x="20863" y="326063"/>
                  </a:lnTo>
                  <a:lnTo>
                    <a:pt x="36468" y="283428"/>
                  </a:lnTo>
                  <a:lnTo>
                    <a:pt x="56010" y="242863"/>
                  </a:lnTo>
                  <a:lnTo>
                    <a:pt x="79255" y="204601"/>
                  </a:lnTo>
                  <a:lnTo>
                    <a:pt x="105970" y="168876"/>
                  </a:lnTo>
                  <a:lnTo>
                    <a:pt x="135921" y="135921"/>
                  </a:lnTo>
                  <a:lnTo>
                    <a:pt x="168876" y="105970"/>
                  </a:lnTo>
                  <a:lnTo>
                    <a:pt x="204601" y="79255"/>
                  </a:lnTo>
                  <a:lnTo>
                    <a:pt x="242863" y="56010"/>
                  </a:lnTo>
                  <a:lnTo>
                    <a:pt x="283428" y="36468"/>
                  </a:lnTo>
                  <a:lnTo>
                    <a:pt x="326063" y="20863"/>
                  </a:lnTo>
                  <a:lnTo>
                    <a:pt x="370535" y="9428"/>
                  </a:lnTo>
                  <a:lnTo>
                    <a:pt x="416611" y="2395"/>
                  </a:lnTo>
                  <a:lnTo>
                    <a:pt x="464058" y="0"/>
                  </a:lnTo>
                  <a:lnTo>
                    <a:pt x="1785365" y="0"/>
                  </a:lnTo>
                  <a:lnTo>
                    <a:pt x="1832812" y="2395"/>
                  </a:lnTo>
                  <a:lnTo>
                    <a:pt x="1878888" y="9428"/>
                  </a:lnTo>
                  <a:lnTo>
                    <a:pt x="1923360" y="20863"/>
                  </a:lnTo>
                  <a:lnTo>
                    <a:pt x="1965995" y="36468"/>
                  </a:lnTo>
                  <a:lnTo>
                    <a:pt x="2006560" y="56010"/>
                  </a:lnTo>
                  <a:lnTo>
                    <a:pt x="2044822" y="79255"/>
                  </a:lnTo>
                  <a:lnTo>
                    <a:pt x="2080547" y="105970"/>
                  </a:lnTo>
                  <a:lnTo>
                    <a:pt x="2113502" y="135921"/>
                  </a:lnTo>
                  <a:lnTo>
                    <a:pt x="2143453" y="168876"/>
                  </a:lnTo>
                  <a:lnTo>
                    <a:pt x="2170168" y="204601"/>
                  </a:lnTo>
                  <a:lnTo>
                    <a:pt x="2193413" y="242863"/>
                  </a:lnTo>
                  <a:lnTo>
                    <a:pt x="2212955" y="283428"/>
                  </a:lnTo>
                  <a:lnTo>
                    <a:pt x="2228560" y="326063"/>
                  </a:lnTo>
                  <a:lnTo>
                    <a:pt x="2239995" y="370535"/>
                  </a:lnTo>
                  <a:lnTo>
                    <a:pt x="2247028" y="416611"/>
                  </a:lnTo>
                  <a:lnTo>
                    <a:pt x="2249423" y="464058"/>
                  </a:lnTo>
                  <a:lnTo>
                    <a:pt x="2249423" y="678942"/>
                  </a:lnTo>
                  <a:lnTo>
                    <a:pt x="2247028" y="726388"/>
                  </a:lnTo>
                  <a:lnTo>
                    <a:pt x="2239995" y="772464"/>
                  </a:lnTo>
                  <a:lnTo>
                    <a:pt x="2228560" y="816936"/>
                  </a:lnTo>
                  <a:lnTo>
                    <a:pt x="2212955" y="859571"/>
                  </a:lnTo>
                  <a:lnTo>
                    <a:pt x="2193413" y="900136"/>
                  </a:lnTo>
                  <a:lnTo>
                    <a:pt x="2170168" y="938398"/>
                  </a:lnTo>
                  <a:lnTo>
                    <a:pt x="2143453" y="974123"/>
                  </a:lnTo>
                  <a:lnTo>
                    <a:pt x="2113502" y="1007078"/>
                  </a:lnTo>
                  <a:lnTo>
                    <a:pt x="2080547" y="1037029"/>
                  </a:lnTo>
                  <a:lnTo>
                    <a:pt x="2044822" y="1063744"/>
                  </a:lnTo>
                  <a:lnTo>
                    <a:pt x="2006560" y="1086989"/>
                  </a:lnTo>
                  <a:lnTo>
                    <a:pt x="1965995" y="1106531"/>
                  </a:lnTo>
                  <a:lnTo>
                    <a:pt x="1923360" y="1122136"/>
                  </a:lnTo>
                  <a:lnTo>
                    <a:pt x="1878888" y="1133571"/>
                  </a:lnTo>
                  <a:lnTo>
                    <a:pt x="1832812" y="1140604"/>
                  </a:lnTo>
                  <a:lnTo>
                    <a:pt x="1785365" y="1143000"/>
                  </a:lnTo>
                  <a:lnTo>
                    <a:pt x="464058" y="1143000"/>
                  </a:lnTo>
                  <a:lnTo>
                    <a:pt x="416611" y="1140604"/>
                  </a:lnTo>
                  <a:lnTo>
                    <a:pt x="370535" y="1133571"/>
                  </a:lnTo>
                  <a:lnTo>
                    <a:pt x="326063" y="1122136"/>
                  </a:lnTo>
                  <a:lnTo>
                    <a:pt x="283428" y="1106531"/>
                  </a:lnTo>
                  <a:lnTo>
                    <a:pt x="242863" y="1086989"/>
                  </a:lnTo>
                  <a:lnTo>
                    <a:pt x="204601" y="1063744"/>
                  </a:lnTo>
                  <a:lnTo>
                    <a:pt x="168876" y="1037029"/>
                  </a:lnTo>
                  <a:lnTo>
                    <a:pt x="135921" y="1007078"/>
                  </a:lnTo>
                  <a:lnTo>
                    <a:pt x="105970" y="974123"/>
                  </a:lnTo>
                  <a:lnTo>
                    <a:pt x="79255" y="938398"/>
                  </a:lnTo>
                  <a:lnTo>
                    <a:pt x="56010" y="900136"/>
                  </a:lnTo>
                  <a:lnTo>
                    <a:pt x="36468" y="859571"/>
                  </a:lnTo>
                  <a:lnTo>
                    <a:pt x="20863" y="816936"/>
                  </a:lnTo>
                  <a:lnTo>
                    <a:pt x="9428" y="772464"/>
                  </a:lnTo>
                  <a:lnTo>
                    <a:pt x="2395" y="726388"/>
                  </a:lnTo>
                  <a:lnTo>
                    <a:pt x="0" y="678942"/>
                  </a:lnTo>
                  <a:lnTo>
                    <a:pt x="0" y="464058"/>
                  </a:lnTo>
                  <a:close/>
                </a:path>
              </a:pathLst>
            </a:custGeom>
            <a:ln w="25908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953761" y="1448561"/>
              <a:ext cx="2249805" cy="1066800"/>
            </a:xfrm>
            <a:custGeom>
              <a:avLst/>
              <a:gdLst/>
              <a:ahLst/>
              <a:cxnLst/>
              <a:rect l="l" t="t" r="r" b="b"/>
              <a:pathLst>
                <a:path w="2249804" h="1066800">
                  <a:moveTo>
                    <a:pt x="1628774" y="0"/>
                  </a:moveTo>
                  <a:lnTo>
                    <a:pt x="620649" y="0"/>
                  </a:lnTo>
                  <a:lnTo>
                    <a:pt x="0" y="1066800"/>
                  </a:lnTo>
                  <a:lnTo>
                    <a:pt x="2249423" y="1066800"/>
                  </a:lnTo>
                  <a:lnTo>
                    <a:pt x="1628774" y="0"/>
                  </a:lnTo>
                  <a:close/>
                </a:path>
              </a:pathLst>
            </a:custGeom>
            <a:solidFill>
              <a:srgbClr val="CCE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953761" y="1448561"/>
              <a:ext cx="2249805" cy="1066800"/>
            </a:xfrm>
            <a:custGeom>
              <a:avLst/>
              <a:gdLst/>
              <a:ahLst/>
              <a:cxnLst/>
              <a:rect l="l" t="t" r="r" b="b"/>
              <a:pathLst>
                <a:path w="2249804" h="1066800">
                  <a:moveTo>
                    <a:pt x="0" y="1066800"/>
                  </a:moveTo>
                  <a:lnTo>
                    <a:pt x="620649" y="0"/>
                  </a:lnTo>
                  <a:lnTo>
                    <a:pt x="1628774" y="0"/>
                  </a:lnTo>
                  <a:lnTo>
                    <a:pt x="2249423" y="1066800"/>
                  </a:lnTo>
                  <a:lnTo>
                    <a:pt x="0" y="1066800"/>
                  </a:lnTo>
                  <a:close/>
                </a:path>
              </a:pathLst>
            </a:custGeom>
            <a:ln w="25908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5604384" y="1758696"/>
              <a:ext cx="884555" cy="41399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400" spc="-5" dirty="0">
                  <a:latin typeface="Arial"/>
                  <a:cs typeface="Arial"/>
                </a:rPr>
                <a:t>A</a:t>
              </a:r>
              <a:r>
                <a:rPr sz="2400" spc="-15" dirty="0">
                  <a:latin typeface="Arial"/>
                  <a:cs typeface="Arial"/>
                </a:rPr>
                <a:t>g</a:t>
              </a:r>
              <a:r>
                <a:rPr sz="2400" spc="-5" dirty="0">
                  <a:latin typeface="Arial"/>
                  <a:cs typeface="Arial"/>
                </a:rPr>
                <a:t>ent</a:t>
              </a:r>
              <a:endParaRPr sz="2400" dirty="0">
                <a:latin typeface="Arial"/>
                <a:cs typeface="Arial"/>
              </a:endParaRPr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8407654" y="2631059"/>
              <a:ext cx="1028700" cy="29019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800" spc="-5" dirty="0">
                  <a:latin typeface="Arial"/>
                  <a:cs typeface="Arial"/>
                </a:rPr>
                <a:t>Actions:</a:t>
              </a:r>
              <a:r>
                <a:rPr sz="1800" spc="-70" dirty="0">
                  <a:latin typeface="Arial"/>
                  <a:cs typeface="Arial"/>
                </a:rPr>
                <a:t> </a:t>
              </a:r>
              <a:r>
                <a:rPr sz="1800" spc="-5" dirty="0">
                  <a:latin typeface="Arial"/>
                  <a:cs typeface="Arial"/>
                </a:rPr>
                <a:t>a</a:t>
              </a:r>
              <a:endParaRPr sz="1800">
                <a:latin typeface="Arial"/>
                <a:cs typeface="Arial"/>
              </a:endParaRPr>
            </a:p>
          </p:txBody>
        </p:sp>
        <p:sp>
          <p:nvSpPr>
            <p:cNvPr id="14" name="object 14"/>
            <p:cNvSpPr txBox="1"/>
            <p:nvPr/>
          </p:nvSpPr>
          <p:spPr>
            <a:xfrm>
              <a:off x="2545460" y="2456434"/>
              <a:ext cx="1016000" cy="56451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800" dirty="0">
                  <a:latin typeface="Arial"/>
                  <a:cs typeface="Arial"/>
                </a:rPr>
                <a:t>State:</a:t>
              </a:r>
              <a:r>
                <a:rPr sz="1800" spc="-110" dirty="0">
                  <a:latin typeface="Arial"/>
                  <a:cs typeface="Arial"/>
                </a:rPr>
                <a:t> </a:t>
              </a:r>
              <a:r>
                <a:rPr sz="1800" dirty="0">
                  <a:latin typeface="Arial"/>
                  <a:cs typeface="Arial"/>
                </a:rPr>
                <a:t>s</a:t>
              </a:r>
              <a:endParaRPr sz="1800">
                <a:latin typeface="Arial"/>
                <a:cs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sz="1800" spc="-15" dirty="0">
                  <a:solidFill>
                    <a:srgbClr val="C00000"/>
                  </a:solidFill>
                  <a:latin typeface="Arial"/>
                  <a:cs typeface="Arial"/>
                </a:rPr>
                <a:t>Reward:</a:t>
              </a:r>
              <a:r>
                <a:rPr sz="1800" spc="-20" dirty="0">
                  <a:solidFill>
                    <a:srgbClr val="C00000"/>
                  </a:solidFill>
                  <a:latin typeface="Arial"/>
                  <a:cs typeface="Arial"/>
                </a:rPr>
                <a:t> </a:t>
              </a:r>
              <a:r>
                <a:rPr sz="1800" dirty="0">
                  <a:solidFill>
                    <a:srgbClr val="C00000"/>
                  </a:solidFill>
                  <a:latin typeface="Arial"/>
                  <a:cs typeface="Arial"/>
                </a:rPr>
                <a:t>r</a:t>
              </a:r>
              <a:endParaRPr sz="1800">
                <a:latin typeface="Arial"/>
                <a:cs typeface="Arial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7070AD5A-D388-B54D-AB61-A57C0E7958F5}"/>
              </a:ext>
            </a:extLst>
          </p:cNvPr>
          <p:cNvSpPr txBox="1"/>
          <p:nvPr/>
        </p:nvSpPr>
        <p:spPr>
          <a:xfrm>
            <a:off x="4838325" y="2498548"/>
            <a:ext cx="6097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500">
              <a:lnSpc>
                <a:spcPct val="100000"/>
              </a:lnSpc>
            </a:pPr>
            <a:r>
              <a:rPr lang="en-US" sz="1800" spc="-5" dirty="0">
                <a:latin typeface="Arial"/>
                <a:cs typeface="Arial"/>
              </a:rPr>
              <a:t>Environment</a:t>
            </a:r>
            <a:endParaRPr lang="en-US" sz="1800" dirty="0">
              <a:latin typeface="Arial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CCC865-A763-73C7-79EE-C0BD1C827E75}"/>
              </a:ext>
            </a:extLst>
          </p:cNvPr>
          <p:cNvSpPr txBox="1"/>
          <p:nvPr/>
        </p:nvSpPr>
        <p:spPr>
          <a:xfrm>
            <a:off x="211375" y="822297"/>
            <a:ext cx="535201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333399"/>
              </a:buClr>
              <a:buFont typeface="Courier New"/>
              <a:buChar char="o"/>
              <a:tabLst>
                <a:tab pos="355600" algn="l"/>
              </a:tabLst>
            </a:pPr>
            <a:r>
              <a:rPr lang="en-US" sz="2400" spc="-5" dirty="0">
                <a:latin typeface="Arial"/>
                <a:cs typeface="Arial"/>
              </a:rPr>
              <a:t>Basic</a:t>
            </a:r>
            <a:r>
              <a:rPr lang="en-US" sz="2400" spc="-65" dirty="0">
                <a:latin typeface="Arial"/>
                <a:cs typeface="Arial"/>
              </a:rPr>
              <a:t> </a:t>
            </a:r>
            <a:r>
              <a:rPr lang="en-US" sz="2400" spc="-5" dirty="0">
                <a:latin typeface="Arial"/>
                <a:cs typeface="Arial"/>
              </a:rPr>
              <a:t>idea:</a:t>
            </a:r>
          </a:p>
          <a:p>
            <a:pPr marL="812800" lvl="1" indent="-342900">
              <a:buClr>
                <a:srgbClr val="333399"/>
              </a:buClr>
              <a:buFont typeface="Courier New"/>
              <a:buChar char="o"/>
              <a:tabLst>
                <a:tab pos="355600" algn="l"/>
              </a:tabLst>
            </a:pPr>
            <a:r>
              <a:rPr lang="en-US" sz="2400" dirty="0">
                <a:solidFill>
                  <a:srgbClr val="FF0000"/>
                </a:solidFill>
              </a:rPr>
              <a:t>online planning</a:t>
            </a:r>
            <a:r>
              <a:rPr lang="en-US" sz="2400" dirty="0"/>
              <a:t>, during which an agent has no prior knowledge of rewards or transitions in the world (still represented as a MDP)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40532" y="196215"/>
            <a:ext cx="6712584" cy="690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Example: Learning to</a:t>
            </a:r>
            <a:r>
              <a:rPr spc="-45" dirty="0"/>
              <a:t> </a:t>
            </a:r>
            <a:r>
              <a:rPr dirty="0"/>
              <a:t>Walk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44192" y="4522596"/>
            <a:ext cx="720725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Initial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94528" y="4518025"/>
            <a:ext cx="1927225" cy="394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Learning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Trial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535161" y="4518025"/>
            <a:ext cx="3065780" cy="394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Calibri"/>
                <a:cs typeface="Calibri"/>
              </a:rPr>
              <a:t>After Learning [1K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Trials]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739" y="6489801"/>
            <a:ext cx="2623185" cy="298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[Kohl </a:t>
            </a:r>
            <a:r>
              <a:rPr sz="1800" dirty="0">
                <a:latin typeface="Calibri"/>
                <a:cs typeface="Calibri"/>
              </a:rPr>
              <a:t>and </a:t>
            </a:r>
            <a:r>
              <a:rPr sz="1800" spc="-5" dirty="0">
                <a:latin typeface="Calibri"/>
                <a:cs typeface="Calibri"/>
              </a:rPr>
              <a:t>Stone, </a:t>
            </a:r>
            <a:r>
              <a:rPr sz="1800" dirty="0">
                <a:latin typeface="Calibri"/>
                <a:cs typeface="Calibri"/>
              </a:rPr>
              <a:t>ICRA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2004]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7200" y="2040635"/>
            <a:ext cx="3172968" cy="23789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4308347" y="2040635"/>
            <a:ext cx="3489959" cy="23789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453628" y="2043683"/>
            <a:ext cx="3459479" cy="235915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970">
              <a:lnSpc>
                <a:spcPct val="100000"/>
              </a:lnSpc>
            </a:pPr>
            <a:r>
              <a:rPr dirty="0"/>
              <a:t>Robotics Rubik</a:t>
            </a:r>
            <a:r>
              <a:rPr spc="-75" dirty="0"/>
              <a:t> </a:t>
            </a:r>
            <a:r>
              <a:rPr dirty="0"/>
              <a:t>Cube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5343" y="1431544"/>
            <a:ext cx="9364980" cy="541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dirty="0">
                <a:solidFill>
                  <a:srgbClr val="333399"/>
                </a:solidFill>
                <a:latin typeface="Courier New"/>
                <a:cs typeface="Courier New"/>
                <a:hlinkClick r:id="rId2"/>
              </a:rPr>
              <a:t>o</a:t>
            </a:r>
            <a:r>
              <a:rPr sz="3200" spc="-1080" dirty="0">
                <a:solidFill>
                  <a:srgbClr val="333399"/>
                </a:solidFill>
                <a:latin typeface="Courier New"/>
                <a:cs typeface="Courier New"/>
                <a:hlinkClick r:id="rId2"/>
              </a:rPr>
              <a:t> </a:t>
            </a:r>
            <a:r>
              <a:rPr sz="3200" u="heavy" spc="-5" dirty="0">
                <a:solidFill>
                  <a:srgbClr val="009999"/>
                </a:solidFill>
                <a:latin typeface="Arial"/>
                <a:cs typeface="Arial"/>
                <a:hlinkClick r:id="rId2"/>
              </a:rPr>
              <a:t>https://www.youtube.com/watch?v=x4O8pojMF0w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22476" y="2052826"/>
            <a:ext cx="8383524" cy="47746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1092708"/>
            <a:ext cx="11379200" cy="0"/>
          </a:xfrm>
          <a:custGeom>
            <a:avLst/>
            <a:gdLst/>
            <a:ahLst/>
            <a:cxnLst/>
            <a:rect l="l" t="t" r="r" b="b"/>
            <a:pathLst>
              <a:path w="11379200">
                <a:moveTo>
                  <a:pt x="0" y="0"/>
                </a:moveTo>
                <a:lnTo>
                  <a:pt x="11379200" y="0"/>
                </a:lnTo>
              </a:path>
            </a:pathLst>
          </a:custGeom>
          <a:ln w="12192">
            <a:solidFill>
              <a:srgbClr val="9C9C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621536" y="118870"/>
            <a:ext cx="8949055" cy="6739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>
              <a:latin typeface="Times New Roman"/>
              <a:cs typeface="Times New Roman"/>
            </a:endParaRPr>
          </a:p>
          <a:p>
            <a:pPr marR="1967230" algn="r">
              <a:lnSpc>
                <a:spcPct val="100000"/>
              </a:lnSpc>
            </a:pPr>
            <a:r>
              <a:rPr sz="1500" dirty="0">
                <a:latin typeface="Arial"/>
                <a:cs typeface="Arial"/>
              </a:rPr>
              <a:t>19</a:t>
            </a:r>
            <a:endParaRPr sz="15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21536" y="118870"/>
            <a:ext cx="8948927" cy="67391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98482" y="-25730"/>
            <a:ext cx="5995035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dirty="0"/>
              <a:t>Reinforcement</a:t>
            </a:r>
            <a:r>
              <a:rPr sz="3600" spc="-65" dirty="0"/>
              <a:t> </a:t>
            </a:r>
            <a:r>
              <a:rPr sz="3600" dirty="0"/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9194" y="499569"/>
            <a:ext cx="11633610" cy="55399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333399"/>
              </a:buClr>
              <a:buFont typeface="Courier New"/>
              <a:buChar char="o"/>
              <a:tabLst>
                <a:tab pos="355600" algn="l"/>
              </a:tabLst>
            </a:pPr>
            <a:endParaRPr lang="en-US" sz="2800" spc="-5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Clr>
                <a:srgbClr val="333399"/>
              </a:buClr>
              <a:buFont typeface="Courier New"/>
              <a:buChar char="o"/>
              <a:tabLst>
                <a:tab pos="355600" algn="l"/>
              </a:tabLst>
            </a:pPr>
            <a:r>
              <a:rPr sz="2800" spc="-5" dirty="0">
                <a:latin typeface="Arial"/>
                <a:cs typeface="Arial"/>
              </a:rPr>
              <a:t>Still </a:t>
            </a:r>
            <a:r>
              <a:rPr sz="2800" dirty="0">
                <a:latin typeface="Arial"/>
                <a:cs typeface="Arial"/>
              </a:rPr>
              <a:t>assume </a:t>
            </a:r>
            <a:r>
              <a:rPr sz="2800" spc="-5" dirty="0">
                <a:latin typeface="Arial"/>
                <a:cs typeface="Arial"/>
              </a:rPr>
              <a:t>a </a:t>
            </a:r>
            <a:r>
              <a:rPr sz="2800" dirty="0">
                <a:latin typeface="Arial"/>
                <a:cs typeface="Arial"/>
              </a:rPr>
              <a:t>Markov </a:t>
            </a:r>
            <a:r>
              <a:rPr sz="2800" spc="-5" dirty="0">
                <a:latin typeface="Arial"/>
                <a:cs typeface="Arial"/>
              </a:rPr>
              <a:t>decision </a:t>
            </a:r>
            <a:r>
              <a:rPr sz="2800" dirty="0">
                <a:latin typeface="Arial"/>
                <a:cs typeface="Arial"/>
              </a:rPr>
              <a:t>process </a:t>
            </a:r>
            <a:r>
              <a:rPr sz="2800" spc="-5" dirty="0">
                <a:latin typeface="Arial"/>
                <a:cs typeface="Arial"/>
              </a:rPr>
              <a:t>(MDP):</a:t>
            </a:r>
            <a:endParaRPr sz="28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95"/>
              </a:spcBef>
              <a:buClr>
                <a:srgbClr val="000000"/>
              </a:buClr>
              <a:buFont typeface="Courier New"/>
              <a:buChar char="o"/>
              <a:tabLst>
                <a:tab pos="756920" algn="l"/>
              </a:tabLst>
            </a:pP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A </a:t>
            </a:r>
            <a:r>
              <a:rPr sz="2400" dirty="0">
                <a:solidFill>
                  <a:srgbClr val="CC0000"/>
                </a:solidFill>
                <a:latin typeface="Arial"/>
                <a:cs typeface="Arial"/>
              </a:rPr>
              <a:t>set of states s </a:t>
            </a:r>
            <a:r>
              <a:rPr sz="2400" dirty="0">
                <a:solidFill>
                  <a:srgbClr val="CC0000"/>
                </a:solidFill>
                <a:latin typeface="Symbol"/>
                <a:cs typeface="Symbol"/>
              </a:rPr>
              <a:t></a:t>
            </a:r>
            <a:r>
              <a:rPr sz="2400" spc="-75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CC0000"/>
                </a:solidFill>
                <a:latin typeface="Arial"/>
                <a:cs typeface="Arial"/>
              </a:rPr>
              <a:t>S</a:t>
            </a:r>
            <a:endParaRPr sz="24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75"/>
              </a:spcBef>
              <a:buClr>
                <a:srgbClr val="000000"/>
              </a:buClr>
              <a:buFont typeface="Courier New"/>
              <a:buChar char="o"/>
              <a:tabLst>
                <a:tab pos="756920" algn="l"/>
              </a:tabLst>
            </a:pP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A </a:t>
            </a:r>
            <a:r>
              <a:rPr sz="2400" dirty="0">
                <a:solidFill>
                  <a:srgbClr val="CC0000"/>
                </a:solidFill>
                <a:latin typeface="Arial"/>
                <a:cs typeface="Arial"/>
              </a:rPr>
              <a:t>set of </a:t>
            </a:r>
            <a:r>
              <a:rPr sz="2400" spc="-5" dirty="0">
                <a:solidFill>
                  <a:srgbClr val="CC0000"/>
                </a:solidFill>
                <a:latin typeface="Arial"/>
                <a:cs typeface="Arial"/>
              </a:rPr>
              <a:t>actions (per </a:t>
            </a:r>
            <a:r>
              <a:rPr sz="2400" dirty="0">
                <a:solidFill>
                  <a:srgbClr val="CC0000"/>
                </a:solidFill>
                <a:latin typeface="Arial"/>
                <a:cs typeface="Arial"/>
              </a:rPr>
              <a:t>state)</a:t>
            </a:r>
            <a:r>
              <a:rPr sz="2400" spc="-60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CC0000"/>
                </a:solidFill>
                <a:latin typeface="Arial"/>
                <a:cs typeface="Arial"/>
              </a:rPr>
              <a:t>A</a:t>
            </a:r>
            <a:endParaRPr sz="24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75"/>
              </a:spcBef>
              <a:buClr>
                <a:srgbClr val="000000"/>
              </a:buClr>
              <a:buFont typeface="Courier New"/>
              <a:buChar char="o"/>
              <a:tabLst>
                <a:tab pos="756920" algn="l"/>
              </a:tabLst>
            </a:pP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A </a:t>
            </a:r>
            <a:r>
              <a:rPr sz="2400" spc="-5" dirty="0">
                <a:solidFill>
                  <a:srgbClr val="CC0000"/>
                </a:solidFill>
                <a:latin typeface="Arial"/>
                <a:cs typeface="Arial"/>
              </a:rPr>
              <a:t>model</a:t>
            </a:r>
            <a:r>
              <a:rPr sz="2400" spc="-40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CC0000"/>
                </a:solidFill>
                <a:latin typeface="Arial"/>
                <a:cs typeface="Arial"/>
              </a:rPr>
              <a:t>T(s,a,s’)</a:t>
            </a:r>
            <a:endParaRPr sz="24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75"/>
              </a:spcBef>
              <a:buClr>
                <a:srgbClr val="000000"/>
              </a:buClr>
              <a:buFont typeface="Courier New"/>
              <a:buChar char="o"/>
              <a:tabLst>
                <a:tab pos="756920" algn="l"/>
              </a:tabLst>
            </a:pP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A </a:t>
            </a:r>
            <a:r>
              <a:rPr sz="2400" spc="-5" dirty="0">
                <a:solidFill>
                  <a:srgbClr val="CC0000"/>
                </a:solidFill>
                <a:latin typeface="Arial"/>
                <a:cs typeface="Arial"/>
              </a:rPr>
              <a:t>reward </a:t>
            </a:r>
            <a:r>
              <a:rPr sz="2400" dirty="0">
                <a:solidFill>
                  <a:srgbClr val="CC0000"/>
                </a:solidFill>
                <a:latin typeface="Arial"/>
                <a:cs typeface="Arial"/>
              </a:rPr>
              <a:t>function</a:t>
            </a:r>
            <a:r>
              <a:rPr sz="2400" spc="-35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CC0000"/>
                </a:solidFill>
                <a:latin typeface="Arial"/>
                <a:cs typeface="Arial"/>
              </a:rPr>
              <a:t>R(</a:t>
            </a:r>
            <a:r>
              <a:rPr sz="2400" spc="-5" dirty="0" err="1">
                <a:solidFill>
                  <a:srgbClr val="CC0000"/>
                </a:solidFill>
                <a:latin typeface="Arial"/>
                <a:cs typeface="Arial"/>
              </a:rPr>
              <a:t>s,a,s</a:t>
            </a:r>
            <a:r>
              <a:rPr sz="2400" spc="-5" dirty="0">
                <a:solidFill>
                  <a:srgbClr val="CC0000"/>
                </a:solidFill>
                <a:latin typeface="Arial"/>
                <a:cs typeface="Arial"/>
              </a:rPr>
              <a:t>’)</a:t>
            </a:r>
            <a:endParaRPr lang="en-US" sz="2400" spc="-5" dirty="0">
              <a:solidFill>
                <a:srgbClr val="CC0000"/>
              </a:solidFill>
              <a:latin typeface="Arial"/>
              <a:cs typeface="Arial"/>
            </a:endParaRPr>
          </a:p>
          <a:p>
            <a:pPr marL="1270000" lvl="2" indent="-342900">
              <a:spcBef>
                <a:spcPts val="575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756920" algn="l"/>
              </a:tabLst>
            </a:pPr>
            <a:r>
              <a:rPr lang="en-US" sz="2400" dirty="0"/>
              <a:t>At each time step during online planning, an agent starts in a state </a:t>
            </a:r>
            <a:r>
              <a:rPr lang="en-US" sz="2400" dirty="0">
                <a:solidFill>
                  <a:srgbClr val="FF0000"/>
                </a:solidFill>
              </a:rPr>
              <a:t>s</a:t>
            </a:r>
            <a:r>
              <a:rPr lang="en-US" sz="2400" dirty="0"/>
              <a:t>, then takes an action </a:t>
            </a:r>
            <a:r>
              <a:rPr lang="en-US" sz="2400" dirty="0">
                <a:solidFill>
                  <a:srgbClr val="FF0000"/>
                </a:solidFill>
              </a:rPr>
              <a:t>a</a:t>
            </a:r>
            <a:r>
              <a:rPr lang="en-US" sz="2400" dirty="0"/>
              <a:t> and ends up in a successor state </a:t>
            </a:r>
            <a:r>
              <a:rPr lang="en-US" sz="2400" dirty="0">
                <a:solidFill>
                  <a:srgbClr val="FF0000"/>
                </a:solidFill>
              </a:rPr>
              <a:t>s ′</a:t>
            </a:r>
            <a:r>
              <a:rPr lang="en-US" sz="2400" dirty="0"/>
              <a:t> , attaining some reward </a:t>
            </a:r>
            <a:r>
              <a:rPr lang="en-US" sz="2400" dirty="0">
                <a:solidFill>
                  <a:srgbClr val="FF0000"/>
                </a:solidFill>
              </a:rPr>
              <a:t>r. </a:t>
            </a:r>
          </a:p>
          <a:p>
            <a:pPr marL="1270000" lvl="2" indent="-342900">
              <a:spcBef>
                <a:spcPts val="575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756920" algn="l"/>
              </a:tabLst>
            </a:pPr>
            <a:r>
              <a:rPr lang="en-US" sz="2400" dirty="0"/>
              <a:t>Each (</a:t>
            </a:r>
            <a:r>
              <a:rPr lang="en-US" sz="2400" dirty="0" err="1"/>
              <a:t>s,a,s</a:t>
            </a:r>
            <a:r>
              <a:rPr lang="en-US" sz="2400" dirty="0"/>
              <a:t> ′ ,r) tuple is known as a </a:t>
            </a:r>
            <a:r>
              <a:rPr lang="en-US" sz="2400" dirty="0">
                <a:solidFill>
                  <a:srgbClr val="FF0000"/>
                </a:solidFill>
              </a:rPr>
              <a:t>sample</a:t>
            </a:r>
            <a:r>
              <a:rPr lang="en-US" sz="2400" dirty="0"/>
              <a:t>. </a:t>
            </a:r>
            <a:endParaRPr lang="en-US" sz="2400" spc="-5" dirty="0">
              <a:solidFill>
                <a:srgbClr val="FF0000"/>
              </a:solidFill>
              <a:latin typeface="Arial"/>
              <a:cs typeface="Arial"/>
            </a:endParaRPr>
          </a:p>
          <a:p>
            <a:pPr marL="1270000" lvl="2" indent="-342900">
              <a:spcBef>
                <a:spcPts val="575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756920" algn="l"/>
              </a:tabLst>
            </a:pPr>
            <a:r>
              <a:rPr lang="en-US" sz="2400" dirty="0"/>
              <a:t>An agent continues to take actions and collect </a:t>
            </a:r>
            <a:r>
              <a:rPr lang="en-US" sz="2400" dirty="0">
                <a:solidFill>
                  <a:srgbClr val="FF0000"/>
                </a:solidFill>
              </a:rPr>
              <a:t>samples</a:t>
            </a:r>
            <a:r>
              <a:rPr lang="en-US" sz="2400" dirty="0"/>
              <a:t> in succession until arriving at a terminal state. Such a collection of samples is known as an </a:t>
            </a:r>
            <a:r>
              <a:rPr lang="en-US" sz="2400" dirty="0">
                <a:solidFill>
                  <a:srgbClr val="FF0000"/>
                </a:solidFill>
              </a:rPr>
              <a:t>episode.</a:t>
            </a:r>
          </a:p>
          <a:p>
            <a:pPr marL="1270000" lvl="2" indent="-342900">
              <a:spcBef>
                <a:spcPts val="575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756920" algn="l"/>
              </a:tabLst>
            </a:pPr>
            <a:r>
              <a:rPr lang="en-US" sz="2400" dirty="0"/>
              <a:t>Agents typically go through many episodes during exploration in order to collect sufficient data needed for learning.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98482" y="-25730"/>
            <a:ext cx="5995035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dirty="0"/>
              <a:t>Reinforcement</a:t>
            </a:r>
            <a:r>
              <a:rPr sz="3600" spc="-65" dirty="0"/>
              <a:t> </a:t>
            </a:r>
            <a:r>
              <a:rPr sz="3600" dirty="0"/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1000" y="990600"/>
            <a:ext cx="11633610" cy="17543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>
              <a:spcBef>
                <a:spcPts val="575"/>
              </a:spcBef>
              <a:buClr>
                <a:srgbClr val="000000"/>
              </a:buClr>
              <a:buFont typeface="Courier New"/>
              <a:buChar char="o"/>
              <a:tabLst>
                <a:tab pos="756920" algn="l"/>
              </a:tabLst>
            </a:pPr>
            <a:r>
              <a:rPr sz="2800" spc="-5" dirty="0">
                <a:latin typeface="Arial"/>
                <a:cs typeface="Arial"/>
              </a:rPr>
              <a:t>Still </a:t>
            </a:r>
            <a:r>
              <a:rPr sz="2800" dirty="0">
                <a:latin typeface="Arial"/>
                <a:cs typeface="Arial"/>
              </a:rPr>
              <a:t>looking for </a:t>
            </a:r>
            <a:r>
              <a:rPr sz="2800" spc="-5" dirty="0">
                <a:latin typeface="Arial"/>
                <a:cs typeface="Arial"/>
              </a:rPr>
              <a:t>a </a:t>
            </a:r>
            <a:r>
              <a:rPr sz="2800" dirty="0">
                <a:latin typeface="Arial"/>
                <a:cs typeface="Arial"/>
              </a:rPr>
              <a:t>policy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CC0000"/>
                </a:solidFill>
                <a:latin typeface="Symbol"/>
                <a:cs typeface="Symbol"/>
              </a:rPr>
              <a:t></a:t>
            </a:r>
            <a:r>
              <a:rPr sz="2800" spc="-5" dirty="0">
                <a:solidFill>
                  <a:srgbClr val="CC0000"/>
                </a:solidFill>
                <a:latin typeface="Arial"/>
                <a:cs typeface="Arial"/>
              </a:rPr>
              <a:t>(s)</a:t>
            </a:r>
            <a:endParaRPr sz="305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lr>
                <a:srgbClr val="333399"/>
              </a:buClr>
              <a:buFont typeface="Courier New"/>
              <a:buChar char="o"/>
              <a:tabLst>
                <a:tab pos="355600" algn="l"/>
              </a:tabLst>
            </a:pPr>
            <a:r>
              <a:rPr sz="2800" spc="-5" dirty="0">
                <a:latin typeface="Arial"/>
                <a:cs typeface="Arial"/>
              </a:rPr>
              <a:t>New twist: </a:t>
            </a:r>
            <a:r>
              <a:rPr sz="2800" dirty="0">
                <a:solidFill>
                  <a:srgbClr val="CC0000"/>
                </a:solidFill>
                <a:latin typeface="Arial"/>
                <a:cs typeface="Arial"/>
              </a:rPr>
              <a:t>don’t </a:t>
            </a:r>
            <a:r>
              <a:rPr sz="2800" spc="-5" dirty="0">
                <a:solidFill>
                  <a:srgbClr val="CC0000"/>
                </a:solidFill>
                <a:latin typeface="Arial"/>
                <a:cs typeface="Arial"/>
              </a:rPr>
              <a:t>know T or</a:t>
            </a:r>
            <a:r>
              <a:rPr sz="2800" spc="5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CC0000"/>
                </a:solidFill>
                <a:latin typeface="Arial"/>
                <a:cs typeface="Arial"/>
              </a:rPr>
              <a:t>R</a:t>
            </a:r>
            <a:endParaRPr sz="28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90"/>
              </a:spcBef>
              <a:buClr>
                <a:srgbClr val="000000"/>
              </a:buClr>
              <a:buFont typeface="Courier New"/>
              <a:buChar char="o"/>
              <a:tabLst>
                <a:tab pos="756920" algn="l"/>
              </a:tabLst>
            </a:pP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I.e.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we don’t know which </a:t>
            </a: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states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are good or what </a:t>
            </a: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the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actions</a:t>
            </a:r>
            <a:r>
              <a:rPr sz="2400" spc="8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do</a:t>
            </a:r>
            <a:endParaRPr sz="24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75"/>
              </a:spcBef>
              <a:buClr>
                <a:srgbClr val="000000"/>
              </a:buClr>
              <a:buFont typeface="Courier New"/>
              <a:buChar char="o"/>
              <a:tabLst>
                <a:tab pos="756920" algn="l"/>
              </a:tabLst>
            </a:pP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Must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actually </a:t>
            </a: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try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actions and </a:t>
            </a: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states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out </a:t>
            </a: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to</a:t>
            </a:r>
            <a:r>
              <a:rPr sz="2400" spc="-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learn</a:t>
            </a:r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714482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3772" y="196215"/>
            <a:ext cx="10130028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dirty="0"/>
              <a:t>Reinforcement learning approaches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5851AC-1A07-70DF-E221-BD7BD35B5DAC}"/>
              </a:ext>
            </a:extLst>
          </p:cNvPr>
          <p:cNvSpPr txBox="1"/>
          <p:nvPr/>
        </p:nvSpPr>
        <p:spPr>
          <a:xfrm>
            <a:off x="609600" y="873323"/>
            <a:ext cx="109728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Model based RL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First estimate T(s, a, s’) and R(s, a, s’) with the samples attained during exploration 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Use these estimates to solve the MDP normally with </a:t>
            </a:r>
            <a:r>
              <a:rPr lang="en-US" sz="2800" dirty="0">
                <a:solidFill>
                  <a:srgbClr val="FF0000"/>
                </a:solidFill>
              </a:rPr>
              <a:t>value or policy iteration.</a:t>
            </a:r>
          </a:p>
          <a:p>
            <a:pPr lvl="1"/>
            <a:endParaRPr lang="en-US" sz="2800" dirty="0"/>
          </a:p>
          <a:p>
            <a:r>
              <a:rPr lang="en-US" sz="2800" dirty="0"/>
              <a:t> </a:t>
            </a:r>
            <a:r>
              <a:rPr lang="en-US" sz="2800" b="1" dirty="0"/>
              <a:t>Model-free RL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Could be wasteful to estimate T(s, a, s’) and R(s, a, s’)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Estimate </a:t>
            </a:r>
            <a:r>
              <a:rPr lang="en-US" sz="2800" dirty="0" err="1"/>
              <a:t>V</a:t>
            </a:r>
            <a:r>
              <a:rPr lang="en-US" sz="2800" baseline="30000" dirty="0" err="1">
                <a:sym typeface="Symbol" panose="05050102010706020507" pitchFamily="18" charset="2"/>
              </a:rPr>
              <a:t></a:t>
            </a:r>
            <a:r>
              <a:rPr lang="en-US" sz="2800" dirty="0" err="1"/>
              <a:t>and</a:t>
            </a:r>
            <a:r>
              <a:rPr lang="en-US" sz="2800" dirty="0"/>
              <a:t> Q</a:t>
            </a:r>
            <a:r>
              <a:rPr lang="en-US" sz="2800" baseline="30000" dirty="0">
                <a:sym typeface="Symbol" panose="05050102010706020507" pitchFamily="18" charset="2"/>
              </a:rPr>
              <a:t> </a:t>
            </a:r>
            <a:r>
              <a:rPr lang="en-US" sz="2800" dirty="0"/>
              <a:t> directly without ever using any memory to construct a model of the rewards and transitions in the MDP.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68980" y="54076"/>
            <a:ext cx="565404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dirty="0"/>
              <a:t>Model-Based</a:t>
            </a:r>
            <a:r>
              <a:rPr sz="3600" spc="-70" dirty="0"/>
              <a:t> </a:t>
            </a:r>
            <a:r>
              <a:rPr sz="3600" dirty="0"/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5343" y="592175"/>
            <a:ext cx="11020857" cy="33085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333399"/>
              </a:buClr>
              <a:buFont typeface="Courier New"/>
              <a:buChar char="o"/>
              <a:tabLst>
                <a:tab pos="355600" algn="l"/>
              </a:tabLst>
            </a:pPr>
            <a:r>
              <a:rPr sz="2600" dirty="0">
                <a:latin typeface="Arial"/>
                <a:cs typeface="Arial"/>
              </a:rPr>
              <a:t>Model-Based</a:t>
            </a:r>
            <a:r>
              <a:rPr sz="2600" spc="-8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Idea:</a:t>
            </a:r>
          </a:p>
          <a:p>
            <a:pPr marL="756285" lvl="1" indent="-286385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Font typeface="Courier New"/>
              <a:buChar char="o"/>
              <a:tabLst>
                <a:tab pos="756920" algn="l"/>
              </a:tabLst>
            </a:pPr>
            <a:r>
              <a:rPr lang="en-US" sz="2400" dirty="0"/>
              <a:t>an agent generates an approximation of the transition function, Tˆ(</a:t>
            </a:r>
            <a:r>
              <a:rPr lang="en-US" sz="2400" dirty="0" err="1"/>
              <a:t>s,a,s</a:t>
            </a:r>
            <a:r>
              <a:rPr lang="en-US" sz="2400" dirty="0"/>
              <a:t> ′ ), by keeping counts of the number of times it arrives in each state s ′ after entering each Q-state (</a:t>
            </a:r>
            <a:r>
              <a:rPr lang="en-US" sz="2400" dirty="0" err="1"/>
              <a:t>s,a</a:t>
            </a:r>
            <a:r>
              <a:rPr lang="en-US" sz="2400" dirty="0"/>
              <a:t>).</a:t>
            </a:r>
          </a:p>
          <a:p>
            <a:pPr marL="756285" lvl="1" indent="-286385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Font typeface="Courier New"/>
              <a:buChar char="o"/>
              <a:tabLst>
                <a:tab pos="756920" algn="l"/>
              </a:tabLst>
            </a:pPr>
            <a:r>
              <a:rPr sz="2200" spc="-5" dirty="0">
                <a:solidFill>
                  <a:srgbClr val="404040"/>
                </a:solidFill>
                <a:latin typeface="Arial"/>
                <a:cs typeface="Arial"/>
              </a:rPr>
              <a:t>Solve for values as if the learned model were</a:t>
            </a:r>
            <a:r>
              <a:rPr sz="2200" spc="14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Arial"/>
                <a:cs typeface="Arial"/>
              </a:rPr>
              <a:t>correct</a:t>
            </a:r>
            <a:endParaRPr sz="2200" dirty="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buFont typeface="Courier New"/>
              <a:buChar char="o"/>
            </a:pPr>
            <a:endParaRPr sz="25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lr>
                <a:srgbClr val="333399"/>
              </a:buClr>
              <a:buFont typeface="Courier New"/>
              <a:buChar char="o"/>
              <a:tabLst>
                <a:tab pos="355600" algn="l"/>
              </a:tabLst>
            </a:pPr>
            <a:r>
              <a:rPr sz="2600" dirty="0">
                <a:latin typeface="Arial"/>
                <a:cs typeface="Arial"/>
              </a:rPr>
              <a:t>Step 1: Learn empirical MDP</a:t>
            </a:r>
            <a:r>
              <a:rPr sz="2600" spc="-6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model</a:t>
            </a:r>
          </a:p>
          <a:p>
            <a:pPr marL="756285" lvl="1" indent="-286385">
              <a:lnSpc>
                <a:spcPct val="100000"/>
              </a:lnSpc>
              <a:buClr>
                <a:srgbClr val="000000"/>
              </a:buClr>
              <a:buFont typeface="Courier New"/>
              <a:buChar char="o"/>
              <a:tabLst>
                <a:tab pos="756920" algn="l"/>
              </a:tabLst>
            </a:pPr>
            <a:r>
              <a:rPr sz="2200" spc="-5" dirty="0">
                <a:solidFill>
                  <a:srgbClr val="404040"/>
                </a:solidFill>
                <a:latin typeface="Arial"/>
                <a:cs typeface="Arial"/>
              </a:rPr>
              <a:t>Count outcomes s’ for each </a:t>
            </a:r>
            <a:r>
              <a:rPr sz="2200" dirty="0">
                <a:solidFill>
                  <a:srgbClr val="404040"/>
                </a:solidFill>
                <a:latin typeface="Arial"/>
                <a:cs typeface="Arial"/>
              </a:rPr>
              <a:t>s,</a:t>
            </a:r>
            <a:r>
              <a:rPr sz="2200" spc="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Arial"/>
                <a:cs typeface="Arial"/>
              </a:rPr>
              <a:t>a</a:t>
            </a:r>
            <a:endParaRPr sz="22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buClr>
                <a:srgbClr val="000000"/>
              </a:buClr>
              <a:buFont typeface="Courier New"/>
              <a:buChar char="o"/>
              <a:tabLst>
                <a:tab pos="756920" algn="l"/>
              </a:tabLst>
            </a:pPr>
            <a:r>
              <a:rPr sz="2200" spc="-5" dirty="0">
                <a:solidFill>
                  <a:srgbClr val="404040"/>
                </a:solidFill>
                <a:latin typeface="Arial"/>
                <a:cs typeface="Arial"/>
              </a:rPr>
              <a:t>Normalize to give an</a:t>
            </a:r>
            <a:r>
              <a:rPr sz="2200" spc="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Arial"/>
                <a:cs typeface="Arial"/>
              </a:rPr>
              <a:t>estimate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78908" y="3547112"/>
            <a:ext cx="1219200" cy="311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860">
              <a:lnSpc>
                <a:spcPts val="2430"/>
              </a:lnSpc>
            </a:pPr>
            <a:r>
              <a:rPr sz="2200" spc="-5" dirty="0">
                <a:solidFill>
                  <a:srgbClr val="404040"/>
                </a:solidFill>
                <a:latin typeface="Arial"/>
                <a:cs typeface="Arial"/>
              </a:rPr>
              <a:t>of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42543" y="3855466"/>
            <a:ext cx="208280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5" dirty="0">
                <a:latin typeface="Courier New"/>
                <a:cs typeface="Courier New"/>
              </a:rPr>
              <a:t>o</a:t>
            </a:r>
            <a:r>
              <a:rPr sz="2200" spc="-425" dirty="0">
                <a:latin typeface="Courier New"/>
                <a:cs typeface="Courier New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Arial"/>
                <a:cs typeface="Arial"/>
              </a:rPr>
              <a:t>Discover each</a:t>
            </a:r>
            <a:endParaRPr sz="2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75023" y="3847010"/>
            <a:ext cx="3646170" cy="351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5" dirty="0">
                <a:solidFill>
                  <a:srgbClr val="404040"/>
                </a:solidFill>
                <a:latin typeface="Arial"/>
                <a:cs typeface="Arial"/>
              </a:rPr>
              <a:t>when we experience (s, a,</a:t>
            </a:r>
            <a:r>
              <a:rPr sz="2200" dirty="0">
                <a:solidFill>
                  <a:srgbClr val="404040"/>
                </a:solidFill>
                <a:latin typeface="Arial"/>
                <a:cs typeface="Arial"/>
              </a:rPr>
              <a:t> s’)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5343" y="4617339"/>
            <a:ext cx="6067425" cy="7727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00" dirty="0">
                <a:solidFill>
                  <a:srgbClr val="333399"/>
                </a:solidFill>
                <a:latin typeface="Courier New"/>
                <a:cs typeface="Courier New"/>
              </a:rPr>
              <a:t>o </a:t>
            </a:r>
            <a:r>
              <a:rPr sz="2600" dirty="0">
                <a:latin typeface="Arial"/>
                <a:cs typeface="Arial"/>
              </a:rPr>
              <a:t>Step 2: Solve the learned</a:t>
            </a:r>
            <a:r>
              <a:rPr sz="2600" spc="-48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MDP</a:t>
            </a:r>
            <a:endParaRPr sz="2600">
              <a:latin typeface="Arial"/>
              <a:cs typeface="Arial"/>
            </a:endParaRPr>
          </a:p>
          <a:p>
            <a:pPr marL="469265">
              <a:lnSpc>
                <a:spcPct val="100000"/>
              </a:lnSpc>
            </a:pPr>
            <a:r>
              <a:rPr sz="2200" spc="-5" dirty="0">
                <a:latin typeface="Courier New"/>
                <a:cs typeface="Courier New"/>
              </a:rPr>
              <a:t>o </a:t>
            </a:r>
            <a:r>
              <a:rPr sz="2200" spc="-5" dirty="0">
                <a:solidFill>
                  <a:srgbClr val="404040"/>
                </a:solidFill>
                <a:latin typeface="Arial"/>
                <a:cs typeface="Arial"/>
              </a:rPr>
              <a:t>For example, use value iteration, as</a:t>
            </a:r>
            <a:r>
              <a:rPr sz="2200" spc="-29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Arial"/>
                <a:cs typeface="Arial"/>
              </a:rPr>
              <a:t>before</a:t>
            </a:r>
            <a:endParaRPr sz="22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978908" y="3549396"/>
            <a:ext cx="1219200" cy="3047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048000" y="3854196"/>
            <a:ext cx="1203960" cy="3048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27301" y="196215"/>
            <a:ext cx="8140065" cy="690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Example: Model-Based</a:t>
            </a:r>
            <a:r>
              <a:rPr spc="-60" dirty="0"/>
              <a:t> </a:t>
            </a:r>
            <a:r>
              <a:rPr dirty="0"/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19429" y="1398778"/>
            <a:ext cx="1990089" cy="457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Input </a:t>
            </a:r>
            <a:r>
              <a:rPr sz="2800" spc="-20" dirty="0">
                <a:solidFill>
                  <a:srgbClr val="333399"/>
                </a:solidFill>
                <a:latin typeface="Calibri"/>
                <a:cs typeface="Calibri"/>
              </a:rPr>
              <a:t>Policy</a:t>
            </a:r>
            <a:r>
              <a:rPr sz="2800" spc="-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Symbol"/>
                <a:cs typeface="Symbol"/>
              </a:rPr>
              <a:t>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33678" y="5456529"/>
            <a:ext cx="1285240" cy="298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-5" dirty="0">
                <a:latin typeface="Calibri"/>
                <a:cs typeface="Calibri"/>
              </a:rPr>
              <a:t>Assume: </a:t>
            </a:r>
            <a:r>
              <a:rPr sz="1800" spc="-5" dirty="0">
                <a:latin typeface="Symbol"/>
                <a:cs typeface="Symbol"/>
              </a:rPr>
              <a:t>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10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82390" y="1394205"/>
            <a:ext cx="4197985" cy="457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10" dirty="0">
                <a:solidFill>
                  <a:srgbClr val="333399"/>
                </a:solidFill>
                <a:latin typeface="Calibri"/>
                <a:cs typeface="Calibri"/>
              </a:rPr>
              <a:t>Observed Episodes</a:t>
            </a:r>
            <a:r>
              <a:rPr sz="2800" spc="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30" dirty="0">
                <a:solidFill>
                  <a:srgbClr val="333399"/>
                </a:solidFill>
                <a:latin typeface="Calibri"/>
                <a:cs typeface="Calibri"/>
              </a:rPr>
              <a:t>(Training)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258045" y="1394205"/>
            <a:ext cx="2212340" cy="457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10" dirty="0">
                <a:solidFill>
                  <a:srgbClr val="333399"/>
                </a:solidFill>
                <a:latin typeface="Calibri"/>
                <a:cs typeface="Calibri"/>
              </a:rPr>
              <a:t>Learned</a:t>
            </a:r>
            <a:r>
              <a:rPr sz="28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Model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66712" y="2500312"/>
          <a:ext cx="2667000" cy="254330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8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47725">
                <a:tc>
                  <a:txBody>
                    <a:bodyPr/>
                    <a:lstStyle/>
                    <a:p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858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65"/>
                        </a:spcBef>
                      </a:pPr>
                      <a:r>
                        <a:rPr sz="2800" b="1" dirty="0">
                          <a:solidFill>
                            <a:srgbClr val="808080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733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858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785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3200" b="1" dirty="0">
                          <a:solidFill>
                            <a:srgbClr val="808080"/>
                          </a:solidFill>
                          <a:latin typeface="Calibri"/>
                          <a:cs typeface="Calibri"/>
                        </a:rPr>
                        <a:t>B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1409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3200" b="1" dirty="0">
                          <a:solidFill>
                            <a:srgbClr val="808080"/>
                          </a:solidFill>
                          <a:latin typeface="Calibri"/>
                          <a:cs typeface="Calibri"/>
                        </a:rPr>
                        <a:t>C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1409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365"/>
                        </a:spcBef>
                      </a:pPr>
                      <a:r>
                        <a:rPr sz="2800" b="1" dirty="0">
                          <a:solidFill>
                            <a:srgbClr val="808080"/>
                          </a:solidFill>
                          <a:latin typeface="Calibri"/>
                          <a:cs typeface="Calibri"/>
                        </a:rPr>
                        <a:t>D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733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7725">
                <a:tc>
                  <a:txBody>
                    <a:bodyPr/>
                    <a:lstStyle/>
                    <a:p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858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3200" b="1" dirty="0">
                          <a:solidFill>
                            <a:srgbClr val="808080"/>
                          </a:solidFill>
                          <a:latin typeface="Calibri"/>
                          <a:cs typeface="Calibri"/>
                        </a:rPr>
                        <a:t>E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1409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858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2305050" y="348005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609600"/>
                </a:moveTo>
                <a:lnTo>
                  <a:pt x="609600" y="609600"/>
                </a:lnTo>
                <a:lnTo>
                  <a:pt x="60960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ln w="25908">
            <a:solidFill>
              <a:srgbClr val="3333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407413" y="2641854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609600"/>
                </a:moveTo>
                <a:lnTo>
                  <a:pt x="609600" y="609600"/>
                </a:lnTo>
                <a:lnTo>
                  <a:pt x="60960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ln w="25908">
            <a:solidFill>
              <a:srgbClr val="3333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81277" y="3676650"/>
            <a:ext cx="196850" cy="228600"/>
          </a:xfrm>
          <a:custGeom>
            <a:avLst/>
            <a:gdLst/>
            <a:ahLst/>
            <a:cxnLst/>
            <a:rect l="l" t="t" r="r" b="b"/>
            <a:pathLst>
              <a:path w="196850" h="228600">
                <a:moveTo>
                  <a:pt x="0" y="0"/>
                </a:moveTo>
                <a:lnTo>
                  <a:pt x="0" y="228600"/>
                </a:lnTo>
                <a:lnTo>
                  <a:pt x="196596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CCEB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81277" y="3676650"/>
            <a:ext cx="196850" cy="228600"/>
          </a:xfrm>
          <a:custGeom>
            <a:avLst/>
            <a:gdLst/>
            <a:ahLst/>
            <a:cxnLst/>
            <a:rect l="l" t="t" r="r" b="b"/>
            <a:pathLst>
              <a:path w="196850" h="228600">
                <a:moveTo>
                  <a:pt x="0" y="0"/>
                </a:moveTo>
                <a:lnTo>
                  <a:pt x="196596" y="1143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ln w="25908">
            <a:solidFill>
              <a:srgbClr val="3333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937766" y="3676650"/>
            <a:ext cx="196850" cy="228600"/>
          </a:xfrm>
          <a:custGeom>
            <a:avLst/>
            <a:gdLst/>
            <a:ahLst/>
            <a:cxnLst/>
            <a:rect l="l" t="t" r="r" b="b"/>
            <a:pathLst>
              <a:path w="196850" h="228600">
                <a:moveTo>
                  <a:pt x="0" y="0"/>
                </a:moveTo>
                <a:lnTo>
                  <a:pt x="0" y="228600"/>
                </a:lnTo>
                <a:lnTo>
                  <a:pt x="196595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CCEB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937766" y="3676650"/>
            <a:ext cx="196850" cy="228600"/>
          </a:xfrm>
          <a:custGeom>
            <a:avLst/>
            <a:gdLst/>
            <a:ahLst/>
            <a:cxnLst/>
            <a:rect l="l" t="t" r="r" b="b"/>
            <a:pathLst>
              <a:path w="196850" h="228600">
                <a:moveTo>
                  <a:pt x="0" y="0"/>
                </a:moveTo>
                <a:lnTo>
                  <a:pt x="196595" y="1143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ln w="25908">
            <a:solidFill>
              <a:srgbClr val="3333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610105" y="4223765"/>
            <a:ext cx="228600" cy="196850"/>
          </a:xfrm>
          <a:custGeom>
            <a:avLst/>
            <a:gdLst/>
            <a:ahLst/>
            <a:cxnLst/>
            <a:rect l="l" t="t" r="r" b="b"/>
            <a:pathLst>
              <a:path w="228600" h="196850">
                <a:moveTo>
                  <a:pt x="114300" y="0"/>
                </a:moveTo>
                <a:lnTo>
                  <a:pt x="0" y="196595"/>
                </a:lnTo>
                <a:lnTo>
                  <a:pt x="228600" y="196595"/>
                </a:lnTo>
                <a:lnTo>
                  <a:pt x="114300" y="0"/>
                </a:lnTo>
                <a:close/>
              </a:path>
            </a:pathLst>
          </a:custGeom>
          <a:solidFill>
            <a:srgbClr val="CCEB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610105" y="4223765"/>
            <a:ext cx="228600" cy="196850"/>
          </a:xfrm>
          <a:custGeom>
            <a:avLst/>
            <a:gdLst/>
            <a:ahLst/>
            <a:cxnLst/>
            <a:rect l="l" t="t" r="r" b="b"/>
            <a:pathLst>
              <a:path w="228600" h="196850">
                <a:moveTo>
                  <a:pt x="0" y="196595"/>
                </a:moveTo>
                <a:lnTo>
                  <a:pt x="114300" y="0"/>
                </a:lnTo>
                <a:lnTo>
                  <a:pt x="228600" y="196595"/>
                </a:lnTo>
                <a:lnTo>
                  <a:pt x="0" y="196595"/>
                </a:lnTo>
                <a:close/>
              </a:path>
            </a:pathLst>
          </a:custGeom>
          <a:ln w="25908">
            <a:solidFill>
              <a:srgbClr val="3333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421628" y="5091938"/>
            <a:ext cx="922655" cy="760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Calibri"/>
                <a:cs typeface="Calibri"/>
              </a:rPr>
              <a:t>C,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east,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5" dirty="0">
                <a:latin typeface="Calibri"/>
                <a:cs typeface="Calibri"/>
              </a:rPr>
              <a:t>A,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exit,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523784" y="5091938"/>
            <a:ext cx="723900" cy="760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A,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-1</a:t>
            </a:r>
            <a:endParaRPr sz="2400">
              <a:latin typeface="Calibri"/>
              <a:cs typeface="Calibri"/>
            </a:endParaRPr>
          </a:p>
          <a:p>
            <a:pPr marL="33655">
              <a:lnSpc>
                <a:spcPct val="100000"/>
              </a:lnSpc>
            </a:pPr>
            <a:r>
              <a:rPr sz="2400" spc="-5" dirty="0">
                <a:latin typeface="Calibri"/>
                <a:cs typeface="Calibri"/>
              </a:rPr>
              <a:t>x,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-10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874770" y="2004186"/>
            <a:ext cx="1750695" cy="1715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184150" algn="ctr">
              <a:lnSpc>
                <a:spcPct val="100000"/>
              </a:lnSpc>
            </a:pPr>
            <a:r>
              <a:rPr sz="2800" spc="-10" dirty="0">
                <a:latin typeface="Calibri"/>
                <a:cs typeface="Calibri"/>
              </a:rPr>
              <a:t>Episode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sz="2400" spc="-20" dirty="0">
                <a:latin typeface="Calibri"/>
                <a:cs typeface="Calibri"/>
              </a:rPr>
              <a:t>B, </a:t>
            </a:r>
            <a:r>
              <a:rPr sz="2400" spc="-10" dirty="0">
                <a:latin typeface="Calibri"/>
                <a:cs typeface="Calibri"/>
              </a:rPr>
              <a:t>east, </a:t>
            </a:r>
            <a:r>
              <a:rPr sz="2400" spc="-5" dirty="0">
                <a:latin typeface="Calibri"/>
                <a:cs typeface="Calibri"/>
              </a:rPr>
              <a:t>C,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-1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Calibri"/>
                <a:cs typeface="Calibri"/>
              </a:rPr>
              <a:t>C, </a:t>
            </a:r>
            <a:r>
              <a:rPr sz="2400" spc="-10" dirty="0">
                <a:latin typeface="Calibri"/>
                <a:cs typeface="Calibri"/>
              </a:rPr>
              <a:t>east, </a:t>
            </a:r>
            <a:r>
              <a:rPr sz="2400" spc="-35" dirty="0">
                <a:latin typeface="Calibri"/>
                <a:cs typeface="Calibri"/>
              </a:rPr>
              <a:t>D,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-1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1000760" algn="l"/>
              </a:tabLst>
            </a:pPr>
            <a:r>
              <a:rPr sz="2400" spc="-35" dirty="0">
                <a:latin typeface="Calibri"/>
                <a:cs typeface="Calibri"/>
              </a:rPr>
              <a:t>D,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exit,	</a:t>
            </a:r>
            <a:r>
              <a:rPr sz="2400" spc="-5" dirty="0">
                <a:latin typeface="Calibri"/>
                <a:cs typeface="Calibri"/>
              </a:rPr>
              <a:t>x,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+10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582161" y="2515361"/>
            <a:ext cx="2286000" cy="1295400"/>
          </a:xfrm>
          <a:custGeom>
            <a:avLst/>
            <a:gdLst/>
            <a:ahLst/>
            <a:cxnLst/>
            <a:rect l="l" t="t" r="r" b="b"/>
            <a:pathLst>
              <a:path w="2286000" h="1295400">
                <a:moveTo>
                  <a:pt x="0" y="215900"/>
                </a:moveTo>
                <a:lnTo>
                  <a:pt x="5701" y="166391"/>
                </a:lnTo>
                <a:lnTo>
                  <a:pt x="21941" y="120946"/>
                </a:lnTo>
                <a:lnTo>
                  <a:pt x="47426" y="80859"/>
                </a:lnTo>
                <a:lnTo>
                  <a:pt x="80859" y="47426"/>
                </a:lnTo>
                <a:lnTo>
                  <a:pt x="120946" y="21941"/>
                </a:lnTo>
                <a:lnTo>
                  <a:pt x="166391" y="5701"/>
                </a:lnTo>
                <a:lnTo>
                  <a:pt x="215900" y="0"/>
                </a:lnTo>
                <a:lnTo>
                  <a:pt x="2070100" y="0"/>
                </a:lnTo>
                <a:lnTo>
                  <a:pt x="2119608" y="5701"/>
                </a:lnTo>
                <a:lnTo>
                  <a:pt x="2165053" y="21941"/>
                </a:lnTo>
                <a:lnTo>
                  <a:pt x="2205140" y="47426"/>
                </a:lnTo>
                <a:lnTo>
                  <a:pt x="2238573" y="80859"/>
                </a:lnTo>
                <a:lnTo>
                  <a:pt x="2264058" y="120946"/>
                </a:lnTo>
                <a:lnTo>
                  <a:pt x="2280298" y="166391"/>
                </a:lnTo>
                <a:lnTo>
                  <a:pt x="2286000" y="215900"/>
                </a:lnTo>
                <a:lnTo>
                  <a:pt x="2286000" y="1079500"/>
                </a:lnTo>
                <a:lnTo>
                  <a:pt x="2280298" y="1129008"/>
                </a:lnTo>
                <a:lnTo>
                  <a:pt x="2264058" y="1174453"/>
                </a:lnTo>
                <a:lnTo>
                  <a:pt x="2238573" y="1214540"/>
                </a:lnTo>
                <a:lnTo>
                  <a:pt x="2205140" y="1247973"/>
                </a:lnTo>
                <a:lnTo>
                  <a:pt x="2165053" y="1273458"/>
                </a:lnTo>
                <a:lnTo>
                  <a:pt x="2119608" y="1289698"/>
                </a:lnTo>
                <a:lnTo>
                  <a:pt x="2070100" y="1295400"/>
                </a:lnTo>
                <a:lnTo>
                  <a:pt x="215900" y="1295400"/>
                </a:lnTo>
                <a:lnTo>
                  <a:pt x="166391" y="1289698"/>
                </a:lnTo>
                <a:lnTo>
                  <a:pt x="120946" y="1273458"/>
                </a:lnTo>
                <a:lnTo>
                  <a:pt x="80859" y="1247973"/>
                </a:lnTo>
                <a:lnTo>
                  <a:pt x="47426" y="1214540"/>
                </a:lnTo>
                <a:lnTo>
                  <a:pt x="21941" y="1174453"/>
                </a:lnTo>
                <a:lnTo>
                  <a:pt x="5701" y="1129008"/>
                </a:lnTo>
                <a:lnTo>
                  <a:pt x="0" y="1079500"/>
                </a:lnTo>
                <a:lnTo>
                  <a:pt x="0" y="215900"/>
                </a:lnTo>
                <a:close/>
              </a:path>
            </a:pathLst>
          </a:custGeom>
          <a:ln w="25908">
            <a:solidFill>
              <a:srgbClr val="3333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465823" y="2004186"/>
            <a:ext cx="1750695" cy="1715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184150" algn="ctr">
              <a:lnSpc>
                <a:spcPct val="100000"/>
              </a:lnSpc>
            </a:pPr>
            <a:r>
              <a:rPr sz="2800" spc="-10" dirty="0">
                <a:latin typeface="Calibri"/>
                <a:cs typeface="Calibri"/>
              </a:rPr>
              <a:t>Episode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sz="2400" spc="-20" dirty="0">
                <a:latin typeface="Calibri"/>
                <a:cs typeface="Calibri"/>
              </a:rPr>
              <a:t>B, </a:t>
            </a:r>
            <a:r>
              <a:rPr sz="2400" spc="-10" dirty="0">
                <a:latin typeface="Calibri"/>
                <a:cs typeface="Calibri"/>
              </a:rPr>
              <a:t>east, </a:t>
            </a:r>
            <a:r>
              <a:rPr sz="2400" spc="-5" dirty="0">
                <a:latin typeface="Calibri"/>
                <a:cs typeface="Calibri"/>
              </a:rPr>
              <a:t>C,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-1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Calibri"/>
                <a:cs typeface="Calibri"/>
              </a:rPr>
              <a:t>C, </a:t>
            </a:r>
            <a:r>
              <a:rPr sz="2400" spc="-10" dirty="0">
                <a:latin typeface="Calibri"/>
                <a:cs typeface="Calibri"/>
              </a:rPr>
              <a:t>east, </a:t>
            </a:r>
            <a:r>
              <a:rPr sz="2400" spc="-35" dirty="0">
                <a:latin typeface="Calibri"/>
                <a:cs typeface="Calibri"/>
              </a:rPr>
              <a:t>D,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-1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1000760" algn="l"/>
              </a:tabLst>
            </a:pPr>
            <a:r>
              <a:rPr sz="2400" spc="-35" dirty="0">
                <a:latin typeface="Calibri"/>
                <a:cs typeface="Calibri"/>
              </a:rPr>
              <a:t>D,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exit,	</a:t>
            </a:r>
            <a:r>
              <a:rPr sz="2400" spc="-5" dirty="0">
                <a:latin typeface="Calibri"/>
                <a:cs typeface="Calibri"/>
              </a:rPr>
              <a:t>x,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+10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172961" y="2515361"/>
            <a:ext cx="2286000" cy="1295400"/>
          </a:xfrm>
          <a:custGeom>
            <a:avLst/>
            <a:gdLst/>
            <a:ahLst/>
            <a:cxnLst/>
            <a:rect l="l" t="t" r="r" b="b"/>
            <a:pathLst>
              <a:path w="2286000" h="1295400">
                <a:moveTo>
                  <a:pt x="0" y="215900"/>
                </a:moveTo>
                <a:lnTo>
                  <a:pt x="5701" y="166391"/>
                </a:lnTo>
                <a:lnTo>
                  <a:pt x="21941" y="120946"/>
                </a:lnTo>
                <a:lnTo>
                  <a:pt x="47426" y="80859"/>
                </a:lnTo>
                <a:lnTo>
                  <a:pt x="80859" y="47426"/>
                </a:lnTo>
                <a:lnTo>
                  <a:pt x="120946" y="21941"/>
                </a:lnTo>
                <a:lnTo>
                  <a:pt x="166391" y="5701"/>
                </a:lnTo>
                <a:lnTo>
                  <a:pt x="215900" y="0"/>
                </a:lnTo>
                <a:lnTo>
                  <a:pt x="2070099" y="0"/>
                </a:lnTo>
                <a:lnTo>
                  <a:pt x="2119608" y="5701"/>
                </a:lnTo>
                <a:lnTo>
                  <a:pt x="2165053" y="21941"/>
                </a:lnTo>
                <a:lnTo>
                  <a:pt x="2205140" y="47426"/>
                </a:lnTo>
                <a:lnTo>
                  <a:pt x="2238573" y="80859"/>
                </a:lnTo>
                <a:lnTo>
                  <a:pt x="2264058" y="120946"/>
                </a:lnTo>
                <a:lnTo>
                  <a:pt x="2280298" y="166391"/>
                </a:lnTo>
                <a:lnTo>
                  <a:pt x="2285999" y="215900"/>
                </a:lnTo>
                <a:lnTo>
                  <a:pt x="2285999" y="1079500"/>
                </a:lnTo>
                <a:lnTo>
                  <a:pt x="2280298" y="1129008"/>
                </a:lnTo>
                <a:lnTo>
                  <a:pt x="2264058" y="1174453"/>
                </a:lnTo>
                <a:lnTo>
                  <a:pt x="2238573" y="1214540"/>
                </a:lnTo>
                <a:lnTo>
                  <a:pt x="2205140" y="1247973"/>
                </a:lnTo>
                <a:lnTo>
                  <a:pt x="2165053" y="1273458"/>
                </a:lnTo>
                <a:lnTo>
                  <a:pt x="2119608" y="1289698"/>
                </a:lnTo>
                <a:lnTo>
                  <a:pt x="2070099" y="1295400"/>
                </a:lnTo>
                <a:lnTo>
                  <a:pt x="215900" y="1295400"/>
                </a:lnTo>
                <a:lnTo>
                  <a:pt x="166391" y="1289698"/>
                </a:lnTo>
                <a:lnTo>
                  <a:pt x="120946" y="1273458"/>
                </a:lnTo>
                <a:lnTo>
                  <a:pt x="80859" y="1247973"/>
                </a:lnTo>
                <a:lnTo>
                  <a:pt x="47426" y="1214540"/>
                </a:lnTo>
                <a:lnTo>
                  <a:pt x="21941" y="1174453"/>
                </a:lnTo>
                <a:lnTo>
                  <a:pt x="5701" y="1129008"/>
                </a:lnTo>
                <a:lnTo>
                  <a:pt x="0" y="1079500"/>
                </a:lnTo>
                <a:lnTo>
                  <a:pt x="0" y="215900"/>
                </a:lnTo>
                <a:close/>
              </a:path>
            </a:pathLst>
          </a:custGeom>
          <a:ln w="25908">
            <a:solidFill>
              <a:srgbClr val="3333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582161" y="4648961"/>
            <a:ext cx="2286000" cy="1295400"/>
          </a:xfrm>
          <a:custGeom>
            <a:avLst/>
            <a:gdLst/>
            <a:ahLst/>
            <a:cxnLst/>
            <a:rect l="l" t="t" r="r" b="b"/>
            <a:pathLst>
              <a:path w="2286000" h="1295400">
                <a:moveTo>
                  <a:pt x="0" y="215900"/>
                </a:moveTo>
                <a:lnTo>
                  <a:pt x="5701" y="166391"/>
                </a:lnTo>
                <a:lnTo>
                  <a:pt x="21941" y="120946"/>
                </a:lnTo>
                <a:lnTo>
                  <a:pt x="47426" y="80859"/>
                </a:lnTo>
                <a:lnTo>
                  <a:pt x="80859" y="47426"/>
                </a:lnTo>
                <a:lnTo>
                  <a:pt x="120946" y="21941"/>
                </a:lnTo>
                <a:lnTo>
                  <a:pt x="166391" y="5701"/>
                </a:lnTo>
                <a:lnTo>
                  <a:pt x="215900" y="0"/>
                </a:lnTo>
                <a:lnTo>
                  <a:pt x="2070100" y="0"/>
                </a:lnTo>
                <a:lnTo>
                  <a:pt x="2119608" y="5701"/>
                </a:lnTo>
                <a:lnTo>
                  <a:pt x="2165053" y="21941"/>
                </a:lnTo>
                <a:lnTo>
                  <a:pt x="2205140" y="47426"/>
                </a:lnTo>
                <a:lnTo>
                  <a:pt x="2238573" y="80859"/>
                </a:lnTo>
                <a:lnTo>
                  <a:pt x="2264058" y="120946"/>
                </a:lnTo>
                <a:lnTo>
                  <a:pt x="2280298" y="166391"/>
                </a:lnTo>
                <a:lnTo>
                  <a:pt x="2286000" y="215900"/>
                </a:lnTo>
                <a:lnTo>
                  <a:pt x="2286000" y="1079500"/>
                </a:lnTo>
                <a:lnTo>
                  <a:pt x="2280298" y="1129004"/>
                </a:lnTo>
                <a:lnTo>
                  <a:pt x="2264058" y="1174448"/>
                </a:lnTo>
                <a:lnTo>
                  <a:pt x="2238573" y="1214535"/>
                </a:lnTo>
                <a:lnTo>
                  <a:pt x="2205140" y="1247969"/>
                </a:lnTo>
                <a:lnTo>
                  <a:pt x="2165053" y="1273456"/>
                </a:lnTo>
                <a:lnTo>
                  <a:pt x="2119608" y="1289698"/>
                </a:lnTo>
                <a:lnTo>
                  <a:pt x="2070100" y="1295400"/>
                </a:lnTo>
                <a:lnTo>
                  <a:pt x="215900" y="1295400"/>
                </a:lnTo>
                <a:lnTo>
                  <a:pt x="166391" y="1289698"/>
                </a:lnTo>
                <a:lnTo>
                  <a:pt x="120946" y="1273456"/>
                </a:lnTo>
                <a:lnTo>
                  <a:pt x="80859" y="1247969"/>
                </a:lnTo>
                <a:lnTo>
                  <a:pt x="47426" y="1214535"/>
                </a:lnTo>
                <a:lnTo>
                  <a:pt x="21941" y="1174448"/>
                </a:lnTo>
                <a:lnTo>
                  <a:pt x="5701" y="1129004"/>
                </a:lnTo>
                <a:lnTo>
                  <a:pt x="0" y="1079500"/>
                </a:lnTo>
                <a:lnTo>
                  <a:pt x="0" y="215900"/>
                </a:lnTo>
                <a:close/>
              </a:path>
            </a:pathLst>
          </a:custGeom>
          <a:ln w="25908">
            <a:solidFill>
              <a:srgbClr val="3333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6421628" y="4138041"/>
            <a:ext cx="1706245" cy="9823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spc="-10" dirty="0">
                <a:latin typeface="Calibri"/>
                <a:cs typeface="Calibri"/>
              </a:rPr>
              <a:t>Episode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4</a:t>
            </a:r>
            <a:endParaRPr sz="2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270"/>
              </a:spcBef>
            </a:pPr>
            <a:r>
              <a:rPr sz="2400" spc="-5" dirty="0">
                <a:latin typeface="Calibri"/>
                <a:cs typeface="Calibri"/>
              </a:rPr>
              <a:t>E, north, C,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-1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172961" y="4648961"/>
            <a:ext cx="2286000" cy="1295400"/>
          </a:xfrm>
          <a:custGeom>
            <a:avLst/>
            <a:gdLst/>
            <a:ahLst/>
            <a:cxnLst/>
            <a:rect l="l" t="t" r="r" b="b"/>
            <a:pathLst>
              <a:path w="2286000" h="1295400">
                <a:moveTo>
                  <a:pt x="0" y="215900"/>
                </a:moveTo>
                <a:lnTo>
                  <a:pt x="5701" y="166391"/>
                </a:lnTo>
                <a:lnTo>
                  <a:pt x="21941" y="120946"/>
                </a:lnTo>
                <a:lnTo>
                  <a:pt x="47426" y="80859"/>
                </a:lnTo>
                <a:lnTo>
                  <a:pt x="80859" y="47426"/>
                </a:lnTo>
                <a:lnTo>
                  <a:pt x="120946" y="21941"/>
                </a:lnTo>
                <a:lnTo>
                  <a:pt x="166391" y="5701"/>
                </a:lnTo>
                <a:lnTo>
                  <a:pt x="215900" y="0"/>
                </a:lnTo>
                <a:lnTo>
                  <a:pt x="2070099" y="0"/>
                </a:lnTo>
                <a:lnTo>
                  <a:pt x="2119608" y="5701"/>
                </a:lnTo>
                <a:lnTo>
                  <a:pt x="2165053" y="21941"/>
                </a:lnTo>
                <a:lnTo>
                  <a:pt x="2205140" y="47426"/>
                </a:lnTo>
                <a:lnTo>
                  <a:pt x="2238573" y="80859"/>
                </a:lnTo>
                <a:lnTo>
                  <a:pt x="2264058" y="120946"/>
                </a:lnTo>
                <a:lnTo>
                  <a:pt x="2280298" y="166391"/>
                </a:lnTo>
                <a:lnTo>
                  <a:pt x="2285999" y="215900"/>
                </a:lnTo>
                <a:lnTo>
                  <a:pt x="2285999" y="1079500"/>
                </a:lnTo>
                <a:lnTo>
                  <a:pt x="2280298" y="1129004"/>
                </a:lnTo>
                <a:lnTo>
                  <a:pt x="2264058" y="1174448"/>
                </a:lnTo>
                <a:lnTo>
                  <a:pt x="2238573" y="1214535"/>
                </a:lnTo>
                <a:lnTo>
                  <a:pt x="2205140" y="1247969"/>
                </a:lnTo>
                <a:lnTo>
                  <a:pt x="2165053" y="1273456"/>
                </a:lnTo>
                <a:lnTo>
                  <a:pt x="2119608" y="1289698"/>
                </a:lnTo>
                <a:lnTo>
                  <a:pt x="2070099" y="1295400"/>
                </a:lnTo>
                <a:lnTo>
                  <a:pt x="215900" y="1295400"/>
                </a:lnTo>
                <a:lnTo>
                  <a:pt x="166391" y="1289698"/>
                </a:lnTo>
                <a:lnTo>
                  <a:pt x="120946" y="1273456"/>
                </a:lnTo>
                <a:lnTo>
                  <a:pt x="80859" y="1247969"/>
                </a:lnTo>
                <a:lnTo>
                  <a:pt x="47426" y="1214535"/>
                </a:lnTo>
                <a:lnTo>
                  <a:pt x="21941" y="1174448"/>
                </a:lnTo>
                <a:lnTo>
                  <a:pt x="5701" y="1129004"/>
                </a:lnTo>
                <a:lnTo>
                  <a:pt x="0" y="1079500"/>
                </a:lnTo>
                <a:lnTo>
                  <a:pt x="0" y="215900"/>
                </a:lnTo>
                <a:close/>
              </a:path>
            </a:pathLst>
          </a:custGeom>
          <a:ln w="25908">
            <a:solidFill>
              <a:srgbClr val="3333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813175" y="4138041"/>
            <a:ext cx="1705610" cy="9810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spc="-10" dirty="0">
                <a:latin typeface="Calibri"/>
                <a:cs typeface="Calibri"/>
              </a:rPr>
              <a:t>Episode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3</a:t>
            </a:r>
            <a:endParaRPr sz="2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260"/>
              </a:spcBef>
            </a:pPr>
            <a:r>
              <a:rPr sz="2400" spc="-5" dirty="0">
                <a:latin typeface="Calibri"/>
                <a:cs typeface="Calibri"/>
              </a:rPr>
              <a:t>E, north, C,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-1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813175" y="5090795"/>
            <a:ext cx="922655" cy="759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400" spc="-5" dirty="0">
                <a:latin typeface="Calibri"/>
                <a:cs typeface="Calibri"/>
              </a:rPr>
              <a:t>C,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east,  </a:t>
            </a:r>
            <a:r>
              <a:rPr sz="2400" spc="-35" dirty="0">
                <a:latin typeface="Calibri"/>
                <a:cs typeface="Calibri"/>
              </a:rPr>
              <a:t>D,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exit,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915331" y="5090795"/>
            <a:ext cx="785495" cy="759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35" dirty="0">
                <a:latin typeface="Calibri"/>
                <a:cs typeface="Calibri"/>
              </a:rPr>
              <a:t>D,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-1</a:t>
            </a:r>
            <a:endParaRPr sz="2400">
              <a:latin typeface="Calibri"/>
              <a:cs typeface="Calibri"/>
            </a:endParaRPr>
          </a:p>
          <a:p>
            <a:pPr marL="33655">
              <a:lnSpc>
                <a:spcPct val="100000"/>
              </a:lnSpc>
            </a:pPr>
            <a:r>
              <a:rPr sz="2400" spc="-5" dirty="0">
                <a:latin typeface="Calibri"/>
                <a:cs typeface="Calibri"/>
              </a:rPr>
              <a:t>x,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+10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376409" y="2575178"/>
            <a:ext cx="1959610" cy="1245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T(B, east, </a:t>
            </a:r>
            <a:r>
              <a:rPr sz="2000" spc="-5" dirty="0">
                <a:latin typeface="Calibri"/>
                <a:cs typeface="Calibri"/>
              </a:rPr>
              <a:t>C)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1.00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latin typeface="Calibri"/>
                <a:cs typeface="Calibri"/>
              </a:rPr>
              <a:t>T(C, </a:t>
            </a:r>
            <a:r>
              <a:rPr sz="2000" spc="-10" dirty="0">
                <a:latin typeface="Calibri"/>
                <a:cs typeface="Calibri"/>
              </a:rPr>
              <a:t>east, </a:t>
            </a:r>
            <a:r>
              <a:rPr sz="2000" spc="-5" dirty="0">
                <a:latin typeface="Calibri"/>
                <a:cs typeface="Calibri"/>
              </a:rPr>
              <a:t>D)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0.75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latin typeface="Calibri"/>
                <a:cs typeface="Calibri"/>
              </a:rPr>
              <a:t>T(C, </a:t>
            </a:r>
            <a:r>
              <a:rPr sz="2000" spc="-10" dirty="0">
                <a:latin typeface="Calibri"/>
                <a:cs typeface="Calibri"/>
              </a:rPr>
              <a:t>east, </a:t>
            </a:r>
            <a:r>
              <a:rPr sz="2000" dirty="0">
                <a:latin typeface="Calibri"/>
                <a:cs typeface="Calibri"/>
              </a:rPr>
              <a:t>A) =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0.25</a:t>
            </a:r>
            <a:endParaRPr sz="2000">
              <a:latin typeface="Calibri"/>
              <a:cs typeface="Calibri"/>
            </a:endParaRPr>
          </a:p>
          <a:p>
            <a:pPr marL="167640" algn="ctr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…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376409" y="4663313"/>
            <a:ext cx="1821180" cy="1245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Calibri"/>
                <a:cs typeface="Calibri"/>
              </a:rPr>
              <a:t>R(B, </a:t>
            </a:r>
            <a:r>
              <a:rPr sz="2000" spc="-10" dirty="0">
                <a:latin typeface="Calibri"/>
                <a:cs typeface="Calibri"/>
              </a:rPr>
              <a:t>east, </a:t>
            </a:r>
            <a:r>
              <a:rPr sz="2000" spc="-5" dirty="0">
                <a:latin typeface="Calibri"/>
                <a:cs typeface="Calibri"/>
              </a:rPr>
              <a:t>C)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-1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latin typeface="Calibri"/>
                <a:cs typeface="Calibri"/>
              </a:rPr>
              <a:t>R(C, east, </a:t>
            </a:r>
            <a:r>
              <a:rPr sz="2000" dirty="0">
                <a:latin typeface="Calibri"/>
                <a:cs typeface="Calibri"/>
              </a:rPr>
              <a:t>D) =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-1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R(D, exit, </a:t>
            </a:r>
            <a:r>
              <a:rPr sz="2000" spc="-5" dirty="0">
                <a:latin typeface="Calibri"/>
                <a:cs typeface="Calibri"/>
              </a:rPr>
              <a:t>x)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+10</a:t>
            </a:r>
            <a:endParaRPr sz="2000">
              <a:latin typeface="Calibri"/>
              <a:cs typeface="Calibri"/>
            </a:endParaRPr>
          </a:p>
          <a:p>
            <a:pPr marL="306705" algn="ctr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…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9144761" y="2515361"/>
            <a:ext cx="2438400" cy="1295400"/>
          </a:xfrm>
          <a:custGeom>
            <a:avLst/>
            <a:gdLst/>
            <a:ahLst/>
            <a:cxnLst/>
            <a:rect l="l" t="t" r="r" b="b"/>
            <a:pathLst>
              <a:path w="2438400" h="1295400">
                <a:moveTo>
                  <a:pt x="0" y="215900"/>
                </a:moveTo>
                <a:lnTo>
                  <a:pt x="5701" y="166391"/>
                </a:lnTo>
                <a:lnTo>
                  <a:pt x="21941" y="120946"/>
                </a:lnTo>
                <a:lnTo>
                  <a:pt x="47426" y="80859"/>
                </a:lnTo>
                <a:lnTo>
                  <a:pt x="80859" y="47426"/>
                </a:lnTo>
                <a:lnTo>
                  <a:pt x="120946" y="21941"/>
                </a:lnTo>
                <a:lnTo>
                  <a:pt x="166391" y="5701"/>
                </a:lnTo>
                <a:lnTo>
                  <a:pt x="215900" y="0"/>
                </a:lnTo>
                <a:lnTo>
                  <a:pt x="2222500" y="0"/>
                </a:lnTo>
                <a:lnTo>
                  <a:pt x="2272008" y="5701"/>
                </a:lnTo>
                <a:lnTo>
                  <a:pt x="2317453" y="21941"/>
                </a:lnTo>
                <a:lnTo>
                  <a:pt x="2357540" y="47426"/>
                </a:lnTo>
                <a:lnTo>
                  <a:pt x="2390973" y="80859"/>
                </a:lnTo>
                <a:lnTo>
                  <a:pt x="2416458" y="120946"/>
                </a:lnTo>
                <a:lnTo>
                  <a:pt x="2432698" y="166391"/>
                </a:lnTo>
                <a:lnTo>
                  <a:pt x="2438400" y="215900"/>
                </a:lnTo>
                <a:lnTo>
                  <a:pt x="2438400" y="1079500"/>
                </a:lnTo>
                <a:lnTo>
                  <a:pt x="2432698" y="1129008"/>
                </a:lnTo>
                <a:lnTo>
                  <a:pt x="2416458" y="1174453"/>
                </a:lnTo>
                <a:lnTo>
                  <a:pt x="2390973" y="1214540"/>
                </a:lnTo>
                <a:lnTo>
                  <a:pt x="2357540" y="1247973"/>
                </a:lnTo>
                <a:lnTo>
                  <a:pt x="2317453" y="1273458"/>
                </a:lnTo>
                <a:lnTo>
                  <a:pt x="2272008" y="1289698"/>
                </a:lnTo>
                <a:lnTo>
                  <a:pt x="2222500" y="1295400"/>
                </a:lnTo>
                <a:lnTo>
                  <a:pt x="215900" y="1295400"/>
                </a:lnTo>
                <a:lnTo>
                  <a:pt x="166391" y="1289698"/>
                </a:lnTo>
                <a:lnTo>
                  <a:pt x="120946" y="1273458"/>
                </a:lnTo>
                <a:lnTo>
                  <a:pt x="80859" y="1247973"/>
                </a:lnTo>
                <a:lnTo>
                  <a:pt x="47426" y="1214540"/>
                </a:lnTo>
                <a:lnTo>
                  <a:pt x="21941" y="1174453"/>
                </a:lnTo>
                <a:lnTo>
                  <a:pt x="5701" y="1129008"/>
                </a:lnTo>
                <a:lnTo>
                  <a:pt x="0" y="1079500"/>
                </a:lnTo>
                <a:lnTo>
                  <a:pt x="0" y="21590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9144761" y="4648961"/>
            <a:ext cx="2438400" cy="1295400"/>
          </a:xfrm>
          <a:custGeom>
            <a:avLst/>
            <a:gdLst/>
            <a:ahLst/>
            <a:cxnLst/>
            <a:rect l="l" t="t" r="r" b="b"/>
            <a:pathLst>
              <a:path w="2438400" h="1295400">
                <a:moveTo>
                  <a:pt x="0" y="215900"/>
                </a:moveTo>
                <a:lnTo>
                  <a:pt x="5701" y="166391"/>
                </a:lnTo>
                <a:lnTo>
                  <a:pt x="21941" y="120946"/>
                </a:lnTo>
                <a:lnTo>
                  <a:pt x="47426" y="80859"/>
                </a:lnTo>
                <a:lnTo>
                  <a:pt x="80859" y="47426"/>
                </a:lnTo>
                <a:lnTo>
                  <a:pt x="120946" y="21941"/>
                </a:lnTo>
                <a:lnTo>
                  <a:pt x="166391" y="5701"/>
                </a:lnTo>
                <a:lnTo>
                  <a:pt x="215900" y="0"/>
                </a:lnTo>
                <a:lnTo>
                  <a:pt x="2222500" y="0"/>
                </a:lnTo>
                <a:lnTo>
                  <a:pt x="2272008" y="5701"/>
                </a:lnTo>
                <a:lnTo>
                  <a:pt x="2317453" y="21941"/>
                </a:lnTo>
                <a:lnTo>
                  <a:pt x="2357540" y="47426"/>
                </a:lnTo>
                <a:lnTo>
                  <a:pt x="2390973" y="80859"/>
                </a:lnTo>
                <a:lnTo>
                  <a:pt x="2416458" y="120946"/>
                </a:lnTo>
                <a:lnTo>
                  <a:pt x="2432698" y="166391"/>
                </a:lnTo>
                <a:lnTo>
                  <a:pt x="2438400" y="215900"/>
                </a:lnTo>
                <a:lnTo>
                  <a:pt x="2438400" y="1079500"/>
                </a:lnTo>
                <a:lnTo>
                  <a:pt x="2432698" y="1129004"/>
                </a:lnTo>
                <a:lnTo>
                  <a:pt x="2416458" y="1174448"/>
                </a:lnTo>
                <a:lnTo>
                  <a:pt x="2390973" y="1214535"/>
                </a:lnTo>
                <a:lnTo>
                  <a:pt x="2357540" y="1247969"/>
                </a:lnTo>
                <a:lnTo>
                  <a:pt x="2317453" y="1273456"/>
                </a:lnTo>
                <a:lnTo>
                  <a:pt x="2272008" y="1289698"/>
                </a:lnTo>
                <a:lnTo>
                  <a:pt x="2222500" y="1295400"/>
                </a:lnTo>
                <a:lnTo>
                  <a:pt x="215900" y="1295400"/>
                </a:lnTo>
                <a:lnTo>
                  <a:pt x="166391" y="1289698"/>
                </a:lnTo>
                <a:lnTo>
                  <a:pt x="120946" y="1273456"/>
                </a:lnTo>
                <a:lnTo>
                  <a:pt x="80859" y="1247969"/>
                </a:lnTo>
                <a:lnTo>
                  <a:pt x="47426" y="1214535"/>
                </a:lnTo>
                <a:lnTo>
                  <a:pt x="21941" y="1174448"/>
                </a:lnTo>
                <a:lnTo>
                  <a:pt x="5701" y="1129004"/>
                </a:lnTo>
                <a:lnTo>
                  <a:pt x="0" y="1079500"/>
                </a:lnTo>
                <a:lnTo>
                  <a:pt x="0" y="21590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9659111" y="2066544"/>
            <a:ext cx="1524000" cy="381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9677400" y="4200144"/>
            <a:ext cx="1505711" cy="381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19478"/>
            <a:ext cx="8140065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dirty="0"/>
              <a:t>Example: Model-Based</a:t>
            </a:r>
            <a:r>
              <a:rPr sz="2800" spc="-60" dirty="0"/>
              <a:t> </a:t>
            </a:r>
            <a:r>
              <a:rPr sz="2800" dirty="0"/>
              <a:t>Learning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0CB4328E-372F-781E-72AA-CDA2E7FEF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25" y="653381"/>
            <a:ext cx="3861410" cy="430887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291C060-8933-2260-6018-4B084E6CB0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1676400"/>
            <a:ext cx="9788139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7270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09800" y="762000"/>
            <a:ext cx="8140065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dirty="0"/>
              <a:t>Example: Model-Based</a:t>
            </a:r>
            <a:r>
              <a:rPr sz="2800" spc="-60" dirty="0"/>
              <a:t> </a:t>
            </a:r>
            <a:r>
              <a:rPr sz="2800" dirty="0"/>
              <a:t>Learning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543C638-48D0-1470-B3E2-CB563455B7EA}"/>
              </a:ext>
            </a:extLst>
          </p:cNvPr>
          <p:cNvSpPr txBox="1"/>
          <p:nvPr/>
        </p:nvSpPr>
        <p:spPr>
          <a:xfrm>
            <a:off x="190500" y="1192887"/>
            <a:ext cx="118110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By the law of large numbers, as we collect more and more samples by having our agent experience more episodes, our models of Tˆ and Rˆ will improve.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 With Tˆ converging towards T and Rˆ acquiring knowledge of previously undiscovered rewards as we discover new (</a:t>
            </a:r>
            <a:r>
              <a:rPr lang="en-US" sz="2800" dirty="0" err="1"/>
              <a:t>s,a,s</a:t>
            </a:r>
            <a:r>
              <a:rPr lang="en-US" sz="2800" dirty="0"/>
              <a:t> ′ ) tuples.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Whenever we see fit, we can end our agent’s training to generate a policy π</a:t>
            </a:r>
            <a:r>
              <a:rPr lang="en-US" sz="2800" baseline="-25000" dirty="0"/>
              <a:t>exploit </a:t>
            </a:r>
            <a:r>
              <a:rPr lang="en-US" sz="2800" dirty="0"/>
              <a:t>by running </a:t>
            </a:r>
            <a:r>
              <a:rPr lang="en-US" sz="2800" dirty="0">
                <a:solidFill>
                  <a:srgbClr val="FF0000"/>
                </a:solidFill>
              </a:rPr>
              <a:t>value or policy iteration </a:t>
            </a:r>
            <a:r>
              <a:rPr lang="en-US" sz="2800" dirty="0"/>
              <a:t>with our current models for Tˆ and Rˆ and use π</a:t>
            </a:r>
            <a:r>
              <a:rPr lang="en-US" sz="2800" baseline="-25000" dirty="0"/>
              <a:t>exploit </a:t>
            </a:r>
            <a:r>
              <a:rPr lang="en-US" sz="2800" dirty="0"/>
              <a:t>for exploitation.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</a:rPr>
              <a:t>It can be expensive to maintain counts for every (</a:t>
            </a:r>
            <a:r>
              <a:rPr lang="en-US" sz="2800" dirty="0" err="1">
                <a:solidFill>
                  <a:srgbClr val="FF0000"/>
                </a:solidFill>
              </a:rPr>
              <a:t>s,a,s</a:t>
            </a:r>
            <a:r>
              <a:rPr lang="en-US" sz="2800" dirty="0">
                <a:solidFill>
                  <a:srgbClr val="FF0000"/>
                </a:solidFill>
              </a:rPr>
              <a:t> ′ ) tuple seen</a:t>
            </a:r>
          </a:p>
        </p:txBody>
      </p:sp>
    </p:spTree>
    <p:extLst>
      <p:ext uri="{BB962C8B-B14F-4D97-AF65-F5344CB8AC3E}">
        <p14:creationId xmlns:p14="http://schemas.microsoft.com/office/powerpoint/2010/main" val="29821097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89197" y="196215"/>
            <a:ext cx="5217160" cy="690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Model-Free</a:t>
            </a:r>
            <a:r>
              <a:rPr spc="-80" dirty="0"/>
              <a:t> </a:t>
            </a:r>
            <a:r>
              <a:rPr dirty="0"/>
              <a:t>Learning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541E4550-A935-29D2-11D6-AC07C9B0440C}"/>
              </a:ext>
            </a:extLst>
          </p:cNvPr>
          <p:cNvSpPr txBox="1"/>
          <p:nvPr/>
        </p:nvSpPr>
        <p:spPr>
          <a:xfrm>
            <a:off x="990600" y="1143000"/>
            <a:ext cx="10896600" cy="43447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7655" indent="-274955">
              <a:lnSpc>
                <a:spcPct val="100000"/>
              </a:lnSpc>
              <a:buClr>
                <a:srgbClr val="9B2D1F"/>
              </a:buClr>
              <a:buFont typeface="Courier New"/>
              <a:buChar char="o"/>
              <a:tabLst>
                <a:tab pos="288290" algn="l"/>
              </a:tabLst>
            </a:pPr>
            <a:r>
              <a:rPr lang="en-US" sz="2800" spc="15" dirty="0">
                <a:latin typeface="+mj-lt"/>
                <a:cs typeface="Book Antiqua"/>
              </a:rPr>
              <a:t>Passive</a:t>
            </a:r>
            <a:r>
              <a:rPr lang="en-US" sz="2800" spc="-60" dirty="0">
                <a:latin typeface="+mj-lt"/>
                <a:cs typeface="Book Antiqua"/>
              </a:rPr>
              <a:t> </a:t>
            </a:r>
            <a:r>
              <a:rPr lang="en-US" sz="2800" spc="15" dirty="0">
                <a:latin typeface="+mj-lt"/>
                <a:cs typeface="Book Antiqua"/>
              </a:rPr>
              <a:t>RL</a:t>
            </a:r>
            <a:endParaRPr lang="en-US" sz="2800" dirty="0">
              <a:latin typeface="+mj-lt"/>
              <a:cs typeface="Book Antiqua"/>
            </a:endParaRPr>
          </a:p>
          <a:p>
            <a:pPr marL="608330" lvl="1" indent="-229235">
              <a:lnSpc>
                <a:spcPct val="100000"/>
              </a:lnSpc>
              <a:spcBef>
                <a:spcPts val="565"/>
              </a:spcBef>
              <a:buClr>
                <a:srgbClr val="000000"/>
              </a:buClr>
              <a:buFont typeface="Courier New"/>
              <a:buChar char="o"/>
              <a:tabLst>
                <a:tab pos="608965" algn="l"/>
              </a:tabLst>
            </a:pPr>
            <a:r>
              <a:rPr lang="en-US" sz="2400" dirty="0"/>
              <a:t>Suppose policy 𝜋 being used is already given to you</a:t>
            </a:r>
          </a:p>
          <a:p>
            <a:pPr marL="608330" lvl="1" indent="-229235">
              <a:lnSpc>
                <a:spcPct val="100000"/>
              </a:lnSpc>
              <a:spcBef>
                <a:spcPts val="525"/>
              </a:spcBef>
              <a:buClr>
                <a:srgbClr val="000000"/>
              </a:buClr>
              <a:buFont typeface="Courier New"/>
              <a:buChar char="o"/>
              <a:tabLst>
                <a:tab pos="608965" algn="l"/>
              </a:tabLst>
            </a:pPr>
            <a:r>
              <a:rPr lang="en-US" sz="2400" dirty="0"/>
              <a:t>Only worry about how to learn from experience </a:t>
            </a:r>
            <a:r>
              <a:rPr lang="en-US" sz="2400" dirty="0" err="1"/>
              <a:t>i.e</a:t>
            </a:r>
            <a:r>
              <a:rPr lang="en-US" sz="2400" dirty="0"/>
              <a:t> learns the value of states under that policy as it experiences episodes.</a:t>
            </a:r>
          </a:p>
          <a:p>
            <a:pPr marL="608330" lvl="1" indent="-229235">
              <a:lnSpc>
                <a:spcPct val="100000"/>
              </a:lnSpc>
              <a:spcBef>
                <a:spcPts val="500"/>
              </a:spcBef>
              <a:buClr>
                <a:srgbClr val="000000"/>
              </a:buClr>
              <a:buFont typeface="Courier New"/>
              <a:buChar char="o"/>
              <a:tabLst>
                <a:tab pos="608965" algn="l"/>
              </a:tabLst>
            </a:pPr>
            <a:r>
              <a:rPr lang="en-US" sz="2400" dirty="0"/>
              <a:t>Agent does not control the policy 𝜋 of taking actions</a:t>
            </a:r>
          </a:p>
          <a:p>
            <a:pPr lvl="1">
              <a:lnSpc>
                <a:spcPct val="100000"/>
              </a:lnSpc>
              <a:spcBef>
                <a:spcPts val="30"/>
              </a:spcBef>
              <a:buFont typeface="Courier New"/>
              <a:buChar char="o"/>
            </a:pPr>
            <a:endParaRPr lang="en-US" sz="4000" dirty="0">
              <a:latin typeface="+mj-lt"/>
              <a:cs typeface="Times New Roman"/>
            </a:endParaRPr>
          </a:p>
          <a:p>
            <a:pPr marL="287655" indent="-274955">
              <a:lnSpc>
                <a:spcPct val="100000"/>
              </a:lnSpc>
              <a:buClr>
                <a:srgbClr val="9B2D1F"/>
              </a:buClr>
              <a:buFont typeface="Courier New"/>
              <a:buChar char="o"/>
              <a:tabLst>
                <a:tab pos="288290" algn="l"/>
              </a:tabLst>
            </a:pPr>
            <a:r>
              <a:rPr lang="en-US" sz="2800" spc="15" dirty="0">
                <a:latin typeface="+mj-lt"/>
                <a:cs typeface="Book Antiqua"/>
              </a:rPr>
              <a:t>Active</a:t>
            </a:r>
            <a:r>
              <a:rPr lang="en-US" sz="2800" spc="-55" dirty="0">
                <a:latin typeface="+mj-lt"/>
                <a:cs typeface="Book Antiqua"/>
              </a:rPr>
              <a:t> </a:t>
            </a:r>
            <a:r>
              <a:rPr lang="en-US" sz="2800" spc="15" dirty="0">
                <a:latin typeface="+mj-lt"/>
                <a:cs typeface="Book Antiqua"/>
              </a:rPr>
              <a:t>RL</a:t>
            </a:r>
            <a:endParaRPr lang="en-US" sz="2800" dirty="0">
              <a:latin typeface="+mj-lt"/>
              <a:cs typeface="Book Antiqua"/>
            </a:endParaRPr>
          </a:p>
          <a:p>
            <a:pPr marL="608330" lvl="1" indent="-229235">
              <a:lnSpc>
                <a:spcPct val="100000"/>
              </a:lnSpc>
              <a:spcBef>
                <a:spcPts val="560"/>
              </a:spcBef>
              <a:buClr>
                <a:srgbClr val="000000"/>
              </a:buClr>
              <a:buFont typeface="Courier New"/>
              <a:buChar char="o"/>
              <a:tabLst>
                <a:tab pos="608965" algn="l"/>
              </a:tabLst>
            </a:pPr>
            <a:r>
              <a:rPr lang="en-US" sz="2400" dirty="0"/>
              <a:t>the learning agent can use the feedback it receives to iteratively update its policy while learning until eventually determining the optimal policy after sufficient exploration. </a:t>
            </a:r>
            <a:endParaRPr lang="en-US" sz="2400" dirty="0">
              <a:latin typeface="+mj-lt"/>
              <a:cs typeface="Book Antiqu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69258" y="196215"/>
            <a:ext cx="4252595" cy="690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Direct</a:t>
            </a:r>
            <a:r>
              <a:rPr spc="-80" dirty="0"/>
              <a:t> </a:t>
            </a:r>
            <a:r>
              <a:rPr dirty="0"/>
              <a:t>Evaluation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5343" y="1433576"/>
            <a:ext cx="7972857" cy="4370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333399"/>
              </a:buClr>
              <a:buFont typeface="Courier New"/>
              <a:buChar char="o"/>
              <a:tabLst>
                <a:tab pos="355600" algn="l"/>
              </a:tabLst>
            </a:pPr>
            <a:r>
              <a:rPr sz="2800" spc="-5" dirty="0">
                <a:latin typeface="Arial"/>
                <a:cs typeface="Arial"/>
              </a:rPr>
              <a:t>Goal: Compute values </a:t>
            </a:r>
            <a:r>
              <a:rPr sz="2800" dirty="0">
                <a:latin typeface="Arial"/>
                <a:cs typeface="Arial"/>
              </a:rPr>
              <a:t>for each </a:t>
            </a:r>
            <a:r>
              <a:rPr sz="2800" spc="-5" dirty="0">
                <a:latin typeface="Arial"/>
                <a:cs typeface="Arial"/>
              </a:rPr>
              <a:t>state</a:t>
            </a:r>
            <a:r>
              <a:rPr sz="2800" spc="3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under</a:t>
            </a:r>
            <a:r>
              <a:rPr lang="en-US" sz="2800" dirty="0">
                <a:latin typeface="Arial"/>
                <a:cs typeface="Arial"/>
              </a:rPr>
              <a:t> </a:t>
            </a:r>
            <a:r>
              <a:rPr sz="2800" spc="-5" dirty="0">
                <a:latin typeface="Symbol"/>
                <a:cs typeface="Symbol"/>
              </a:rPr>
              <a:t></a:t>
            </a:r>
            <a:endParaRPr sz="2800" dirty="0">
              <a:latin typeface="Symbol"/>
              <a:cs typeface="Symbo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05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lr>
                <a:srgbClr val="333399"/>
              </a:buClr>
              <a:buFont typeface="Courier New"/>
              <a:buChar char="o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Idea: </a:t>
            </a:r>
            <a:r>
              <a:rPr sz="2800" spc="-5" dirty="0">
                <a:latin typeface="Arial"/>
                <a:cs typeface="Arial"/>
              </a:rPr>
              <a:t>Average </a:t>
            </a:r>
            <a:r>
              <a:rPr sz="2800" dirty="0">
                <a:latin typeface="Arial"/>
                <a:cs typeface="Arial"/>
              </a:rPr>
              <a:t>together observed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sample</a:t>
            </a:r>
            <a:endParaRPr sz="2800" dirty="0">
              <a:latin typeface="Arial"/>
              <a:cs typeface="Arial"/>
            </a:endParaRPr>
          </a:p>
          <a:p>
            <a:pPr marL="354965">
              <a:lnSpc>
                <a:spcPct val="100000"/>
              </a:lnSpc>
            </a:pPr>
            <a:r>
              <a:rPr sz="2800" spc="-5" dirty="0">
                <a:latin typeface="Arial"/>
                <a:cs typeface="Arial"/>
              </a:rPr>
              <a:t>values</a:t>
            </a:r>
            <a:endParaRPr sz="28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90"/>
              </a:spcBef>
              <a:buClr>
                <a:srgbClr val="000000"/>
              </a:buClr>
              <a:buFont typeface="Courier New"/>
              <a:buChar char="o"/>
              <a:tabLst>
                <a:tab pos="756920" algn="l"/>
              </a:tabLst>
            </a:pP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Act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according </a:t>
            </a: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to</a:t>
            </a:r>
            <a:r>
              <a:rPr sz="2400" spc="-5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404040"/>
                </a:solidFill>
                <a:latin typeface="Symbol"/>
                <a:cs typeface="Symbol"/>
              </a:rPr>
              <a:t></a:t>
            </a:r>
            <a:endParaRPr sz="2400" dirty="0">
              <a:latin typeface="Symbol"/>
              <a:cs typeface="Symbol"/>
            </a:endParaRPr>
          </a:p>
          <a:p>
            <a:pPr marL="756285" lvl="1" indent="-286385">
              <a:lnSpc>
                <a:spcPct val="100000"/>
              </a:lnSpc>
              <a:spcBef>
                <a:spcPts val="575"/>
              </a:spcBef>
              <a:buClr>
                <a:srgbClr val="000000"/>
              </a:buClr>
              <a:buFont typeface="Courier New"/>
              <a:buChar char="o"/>
              <a:tabLst>
                <a:tab pos="756920" algn="l"/>
              </a:tabLst>
            </a:pP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Every </a:t>
            </a: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time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you </a:t>
            </a: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visit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a </a:t>
            </a: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state,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write down what</a:t>
            </a:r>
            <a:r>
              <a:rPr sz="2400" spc="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z="2400" spc="10" dirty="0">
                <a:solidFill>
                  <a:srgbClr val="404040"/>
                </a:solidFill>
                <a:latin typeface="Arial"/>
                <a:cs typeface="Arial"/>
              </a:rPr>
              <a:t>is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the</a:t>
            </a:r>
            <a:endParaRPr sz="2400" dirty="0">
              <a:latin typeface="Arial"/>
              <a:cs typeface="Arial"/>
            </a:endParaRPr>
          </a:p>
          <a:p>
            <a:pPr marL="756285">
              <a:lnSpc>
                <a:spcPct val="100000"/>
              </a:lnSpc>
            </a:pP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sum of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discounted rewards </a:t>
            </a: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turned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out </a:t>
            </a: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to</a:t>
            </a:r>
            <a:r>
              <a:rPr sz="2400" spc="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be</a:t>
            </a:r>
            <a:r>
              <a:rPr lang="en-US" sz="2400" dirty="0">
                <a:solidFill>
                  <a:srgbClr val="404040"/>
                </a:solidFill>
                <a:latin typeface="Arial"/>
                <a:cs typeface="Arial"/>
              </a:rPr>
              <a:t>.</a:t>
            </a:r>
            <a:endParaRPr sz="24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80"/>
              </a:spcBef>
              <a:buClr>
                <a:srgbClr val="000000"/>
              </a:buClr>
              <a:buFont typeface="Courier New"/>
              <a:buChar char="o"/>
              <a:tabLst>
                <a:tab pos="756920" algn="l"/>
              </a:tabLst>
            </a:pP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Average those samples</a:t>
            </a:r>
            <a:endParaRPr sz="2400" dirty="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Font typeface="Courier New"/>
              <a:buChar char="o"/>
            </a:pPr>
            <a:endParaRPr sz="305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lr>
                <a:srgbClr val="333399"/>
              </a:buClr>
              <a:buFont typeface="Courier New"/>
              <a:buChar char="o"/>
              <a:tabLst>
                <a:tab pos="355600" algn="l"/>
              </a:tabLst>
            </a:pPr>
            <a:r>
              <a:rPr sz="2800" spc="-5" dirty="0">
                <a:latin typeface="Arial"/>
                <a:cs typeface="Arial"/>
              </a:rPr>
              <a:t>This </a:t>
            </a:r>
            <a:r>
              <a:rPr sz="2800" dirty="0">
                <a:latin typeface="Arial"/>
                <a:cs typeface="Arial"/>
              </a:rPr>
              <a:t>is called direct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evaluation</a:t>
            </a:r>
          </a:p>
        </p:txBody>
      </p:sp>
      <p:sp>
        <p:nvSpPr>
          <p:cNvPr id="4" name="object 4"/>
          <p:cNvSpPr/>
          <p:nvPr/>
        </p:nvSpPr>
        <p:spPr>
          <a:xfrm>
            <a:off x="8183880" y="1447800"/>
            <a:ext cx="3017520" cy="3352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71545" y="49751"/>
            <a:ext cx="6123940" cy="628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/>
              <a:t>Example: Direct</a:t>
            </a:r>
            <a:r>
              <a:rPr sz="4000" spc="10" dirty="0"/>
              <a:t> </a:t>
            </a:r>
            <a:r>
              <a:rPr sz="4000" spc="-5" dirty="0"/>
              <a:t>Evaluation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648868" y="849915"/>
            <a:ext cx="1854200" cy="384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Input </a:t>
            </a:r>
            <a:r>
              <a:rPr sz="2400" spc="-5" dirty="0">
                <a:solidFill>
                  <a:srgbClr val="333399"/>
                </a:solidFill>
                <a:latin typeface="Arial"/>
                <a:cs typeface="Arial"/>
              </a:rPr>
              <a:t>Policy</a:t>
            </a:r>
            <a:r>
              <a:rPr sz="2400" spc="-7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33399"/>
                </a:solidFill>
                <a:latin typeface="Symbol"/>
                <a:cs typeface="Symbol"/>
              </a:rPr>
              <a:t></a:t>
            </a:r>
            <a:endParaRPr sz="2400" dirty="0">
              <a:latin typeface="Symbol"/>
              <a:cs typeface="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5088" y="4903603"/>
            <a:ext cx="1304290" cy="260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i="1" spc="-5" dirty="0">
                <a:latin typeface="Arial"/>
                <a:cs typeface="Arial"/>
              </a:rPr>
              <a:t>Assume: </a:t>
            </a:r>
            <a:r>
              <a:rPr sz="1600" spc="-5" dirty="0">
                <a:latin typeface="Symbol"/>
                <a:cs typeface="Symbol"/>
              </a:rPr>
              <a:t>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Arial"/>
                <a:cs typeface="Arial"/>
              </a:rPr>
              <a:t>=</a:t>
            </a:r>
            <a:r>
              <a:rPr sz="1600" spc="1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90844" y="919765"/>
            <a:ext cx="4064000" cy="382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333399"/>
                </a:solidFill>
                <a:latin typeface="Arial"/>
                <a:cs typeface="Arial"/>
              </a:rPr>
              <a:t>Observed Episodes </a:t>
            </a:r>
            <a:r>
              <a:rPr sz="2400" spc="-10" dirty="0">
                <a:solidFill>
                  <a:srgbClr val="333399"/>
                </a:solidFill>
                <a:latin typeface="Arial"/>
                <a:cs typeface="Arial"/>
              </a:rPr>
              <a:t>(Training)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258808" y="849915"/>
            <a:ext cx="1931035" cy="382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Output</a:t>
            </a:r>
            <a:r>
              <a:rPr sz="2400" spc="-11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spc="-35" dirty="0">
                <a:solidFill>
                  <a:srgbClr val="333399"/>
                </a:solidFill>
                <a:latin typeface="Arial"/>
                <a:cs typeface="Arial"/>
              </a:rPr>
              <a:t>Values</a:t>
            </a:r>
            <a:endParaRPr sz="2400" dirty="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97016"/>
              </p:ext>
            </p:extLst>
          </p:nvPr>
        </p:nvGraphicFramePr>
        <p:xfrm>
          <a:off x="227266" y="1940274"/>
          <a:ext cx="2667000" cy="254330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8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47725"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858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65"/>
                        </a:spcBef>
                      </a:pPr>
                      <a:r>
                        <a:rPr sz="2800" b="1" dirty="0">
                          <a:solidFill>
                            <a:srgbClr val="808080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733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858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785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3200" b="1" dirty="0">
                          <a:solidFill>
                            <a:srgbClr val="808080"/>
                          </a:solidFill>
                          <a:latin typeface="Calibri"/>
                          <a:cs typeface="Calibri"/>
                        </a:rPr>
                        <a:t>B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1409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3200" b="1" dirty="0">
                          <a:solidFill>
                            <a:srgbClr val="808080"/>
                          </a:solidFill>
                          <a:latin typeface="Calibri"/>
                          <a:cs typeface="Calibri"/>
                        </a:rPr>
                        <a:t>C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1409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365"/>
                        </a:spcBef>
                      </a:pPr>
                      <a:r>
                        <a:rPr sz="2800" b="1" dirty="0">
                          <a:solidFill>
                            <a:srgbClr val="808080"/>
                          </a:solidFill>
                          <a:latin typeface="Calibri"/>
                          <a:cs typeface="Calibri"/>
                        </a:rPr>
                        <a:t>D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733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7725">
                <a:tc>
                  <a:txBody>
                    <a:bodyPr/>
                    <a:lstStyle/>
                    <a:p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858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3200" b="1" dirty="0">
                          <a:solidFill>
                            <a:srgbClr val="808080"/>
                          </a:solidFill>
                          <a:latin typeface="Calibri"/>
                          <a:cs typeface="Calibri"/>
                        </a:rPr>
                        <a:t>E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1409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858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2165604" y="292001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609600"/>
                </a:moveTo>
                <a:lnTo>
                  <a:pt x="609600" y="609600"/>
                </a:lnTo>
                <a:lnTo>
                  <a:pt x="60960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ln w="25908">
            <a:solidFill>
              <a:srgbClr val="3333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267967" y="208181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609600"/>
                </a:moveTo>
                <a:lnTo>
                  <a:pt x="609600" y="609600"/>
                </a:lnTo>
                <a:lnTo>
                  <a:pt x="60960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ln w="25908">
            <a:solidFill>
              <a:srgbClr val="3333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41831" y="3116612"/>
            <a:ext cx="196850" cy="228600"/>
          </a:xfrm>
          <a:custGeom>
            <a:avLst/>
            <a:gdLst/>
            <a:ahLst/>
            <a:cxnLst/>
            <a:rect l="l" t="t" r="r" b="b"/>
            <a:pathLst>
              <a:path w="196850" h="228600">
                <a:moveTo>
                  <a:pt x="0" y="0"/>
                </a:moveTo>
                <a:lnTo>
                  <a:pt x="0" y="228600"/>
                </a:lnTo>
                <a:lnTo>
                  <a:pt x="196596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CCEB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41831" y="3116612"/>
            <a:ext cx="196850" cy="228600"/>
          </a:xfrm>
          <a:custGeom>
            <a:avLst/>
            <a:gdLst/>
            <a:ahLst/>
            <a:cxnLst/>
            <a:rect l="l" t="t" r="r" b="b"/>
            <a:pathLst>
              <a:path w="196850" h="228600">
                <a:moveTo>
                  <a:pt x="0" y="0"/>
                </a:moveTo>
                <a:lnTo>
                  <a:pt x="196596" y="1143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ln w="25908">
            <a:solidFill>
              <a:srgbClr val="3333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798320" y="3116612"/>
            <a:ext cx="196850" cy="228600"/>
          </a:xfrm>
          <a:custGeom>
            <a:avLst/>
            <a:gdLst/>
            <a:ahLst/>
            <a:cxnLst/>
            <a:rect l="l" t="t" r="r" b="b"/>
            <a:pathLst>
              <a:path w="196850" h="228600">
                <a:moveTo>
                  <a:pt x="0" y="0"/>
                </a:moveTo>
                <a:lnTo>
                  <a:pt x="0" y="228600"/>
                </a:lnTo>
                <a:lnTo>
                  <a:pt x="196595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CCEB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798320" y="3116612"/>
            <a:ext cx="196850" cy="228600"/>
          </a:xfrm>
          <a:custGeom>
            <a:avLst/>
            <a:gdLst/>
            <a:ahLst/>
            <a:cxnLst/>
            <a:rect l="l" t="t" r="r" b="b"/>
            <a:pathLst>
              <a:path w="196850" h="228600">
                <a:moveTo>
                  <a:pt x="0" y="0"/>
                </a:moveTo>
                <a:lnTo>
                  <a:pt x="196595" y="1143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ln w="25908">
            <a:solidFill>
              <a:srgbClr val="3333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470659" y="3663727"/>
            <a:ext cx="228600" cy="196850"/>
          </a:xfrm>
          <a:custGeom>
            <a:avLst/>
            <a:gdLst/>
            <a:ahLst/>
            <a:cxnLst/>
            <a:rect l="l" t="t" r="r" b="b"/>
            <a:pathLst>
              <a:path w="228600" h="196850">
                <a:moveTo>
                  <a:pt x="114300" y="0"/>
                </a:moveTo>
                <a:lnTo>
                  <a:pt x="0" y="196595"/>
                </a:lnTo>
                <a:lnTo>
                  <a:pt x="228600" y="196595"/>
                </a:lnTo>
                <a:lnTo>
                  <a:pt x="114300" y="0"/>
                </a:lnTo>
                <a:close/>
              </a:path>
            </a:pathLst>
          </a:custGeom>
          <a:solidFill>
            <a:srgbClr val="CCEB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470659" y="3663727"/>
            <a:ext cx="228600" cy="196850"/>
          </a:xfrm>
          <a:custGeom>
            <a:avLst/>
            <a:gdLst/>
            <a:ahLst/>
            <a:cxnLst/>
            <a:rect l="l" t="t" r="r" b="b"/>
            <a:pathLst>
              <a:path w="228600" h="196850">
                <a:moveTo>
                  <a:pt x="0" y="196595"/>
                </a:moveTo>
                <a:lnTo>
                  <a:pt x="114300" y="0"/>
                </a:lnTo>
                <a:lnTo>
                  <a:pt x="228600" y="196595"/>
                </a:lnTo>
                <a:lnTo>
                  <a:pt x="0" y="196595"/>
                </a:lnTo>
                <a:close/>
              </a:path>
            </a:pathLst>
          </a:custGeom>
          <a:ln w="25908">
            <a:solidFill>
              <a:srgbClr val="3333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863026" y="4553490"/>
            <a:ext cx="901700" cy="626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C,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east,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A,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exit,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918205" y="4553490"/>
            <a:ext cx="661035" cy="626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A,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-1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x,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-10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316168" y="1529746"/>
            <a:ext cx="1652270" cy="15170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indent="158115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Episode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40"/>
              </a:spcBef>
            </a:pPr>
            <a:r>
              <a:rPr sz="2000" dirty="0">
                <a:latin typeface="Arial"/>
                <a:cs typeface="Arial"/>
              </a:rPr>
              <a:t>B, east, C,</a:t>
            </a:r>
            <a:r>
              <a:rPr sz="2000" spc="-1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-1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C, east, D,</a:t>
            </a:r>
            <a:r>
              <a:rPr sz="2000" spc="-1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-1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940435" algn="l"/>
              </a:tabLst>
            </a:pPr>
            <a:r>
              <a:rPr sz="2000" dirty="0">
                <a:latin typeface="Arial"/>
                <a:cs typeface="Arial"/>
              </a:rPr>
              <a:t>D,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exit,	x,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+10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023559" y="2025173"/>
            <a:ext cx="2286000" cy="1295400"/>
          </a:xfrm>
          <a:custGeom>
            <a:avLst/>
            <a:gdLst/>
            <a:ahLst/>
            <a:cxnLst/>
            <a:rect l="l" t="t" r="r" b="b"/>
            <a:pathLst>
              <a:path w="2286000" h="1295400">
                <a:moveTo>
                  <a:pt x="0" y="215900"/>
                </a:moveTo>
                <a:lnTo>
                  <a:pt x="5701" y="166391"/>
                </a:lnTo>
                <a:lnTo>
                  <a:pt x="21941" y="120946"/>
                </a:lnTo>
                <a:lnTo>
                  <a:pt x="47426" y="80859"/>
                </a:lnTo>
                <a:lnTo>
                  <a:pt x="80859" y="47426"/>
                </a:lnTo>
                <a:lnTo>
                  <a:pt x="120946" y="21941"/>
                </a:lnTo>
                <a:lnTo>
                  <a:pt x="166391" y="5701"/>
                </a:lnTo>
                <a:lnTo>
                  <a:pt x="215900" y="0"/>
                </a:lnTo>
                <a:lnTo>
                  <a:pt x="2070100" y="0"/>
                </a:lnTo>
                <a:lnTo>
                  <a:pt x="2119608" y="5701"/>
                </a:lnTo>
                <a:lnTo>
                  <a:pt x="2165053" y="21941"/>
                </a:lnTo>
                <a:lnTo>
                  <a:pt x="2205140" y="47426"/>
                </a:lnTo>
                <a:lnTo>
                  <a:pt x="2238573" y="80859"/>
                </a:lnTo>
                <a:lnTo>
                  <a:pt x="2264058" y="120946"/>
                </a:lnTo>
                <a:lnTo>
                  <a:pt x="2280298" y="166391"/>
                </a:lnTo>
                <a:lnTo>
                  <a:pt x="2286000" y="215900"/>
                </a:lnTo>
                <a:lnTo>
                  <a:pt x="2286000" y="1079500"/>
                </a:lnTo>
                <a:lnTo>
                  <a:pt x="2280298" y="1129008"/>
                </a:lnTo>
                <a:lnTo>
                  <a:pt x="2264058" y="1174453"/>
                </a:lnTo>
                <a:lnTo>
                  <a:pt x="2238573" y="1214540"/>
                </a:lnTo>
                <a:lnTo>
                  <a:pt x="2205140" y="1247973"/>
                </a:lnTo>
                <a:lnTo>
                  <a:pt x="2165053" y="1273458"/>
                </a:lnTo>
                <a:lnTo>
                  <a:pt x="2119608" y="1289698"/>
                </a:lnTo>
                <a:lnTo>
                  <a:pt x="2070100" y="1295400"/>
                </a:lnTo>
                <a:lnTo>
                  <a:pt x="215900" y="1295400"/>
                </a:lnTo>
                <a:lnTo>
                  <a:pt x="166391" y="1289698"/>
                </a:lnTo>
                <a:lnTo>
                  <a:pt x="120946" y="1273458"/>
                </a:lnTo>
                <a:lnTo>
                  <a:pt x="80859" y="1247973"/>
                </a:lnTo>
                <a:lnTo>
                  <a:pt x="47426" y="1214540"/>
                </a:lnTo>
                <a:lnTo>
                  <a:pt x="21941" y="1174453"/>
                </a:lnTo>
                <a:lnTo>
                  <a:pt x="5701" y="1129008"/>
                </a:lnTo>
                <a:lnTo>
                  <a:pt x="0" y="1079500"/>
                </a:lnTo>
                <a:lnTo>
                  <a:pt x="0" y="215900"/>
                </a:lnTo>
                <a:close/>
              </a:path>
            </a:pathLst>
          </a:custGeom>
          <a:ln w="25908">
            <a:solidFill>
              <a:srgbClr val="3333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907221" y="1529746"/>
            <a:ext cx="1652270" cy="15170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indent="158115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Episode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2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40"/>
              </a:spcBef>
            </a:pPr>
            <a:r>
              <a:rPr sz="2000" dirty="0">
                <a:latin typeface="Arial"/>
                <a:cs typeface="Arial"/>
              </a:rPr>
              <a:t>B, east, C,</a:t>
            </a:r>
            <a:r>
              <a:rPr sz="2000" spc="-1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-1</a:t>
            </a:r>
          </a:p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C, east, D,</a:t>
            </a:r>
            <a:r>
              <a:rPr sz="2000" spc="-1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-1</a:t>
            </a:r>
          </a:p>
          <a:p>
            <a:pPr marL="12700">
              <a:lnSpc>
                <a:spcPct val="100000"/>
              </a:lnSpc>
              <a:tabLst>
                <a:tab pos="940435" algn="l"/>
              </a:tabLst>
            </a:pPr>
            <a:r>
              <a:rPr sz="2000" dirty="0">
                <a:latin typeface="Arial"/>
                <a:cs typeface="Arial"/>
              </a:rPr>
              <a:t>D,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exit,	x,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+10</a:t>
            </a:r>
          </a:p>
        </p:txBody>
      </p:sp>
      <p:sp>
        <p:nvSpPr>
          <p:cNvPr id="21" name="object 21"/>
          <p:cNvSpPr/>
          <p:nvPr/>
        </p:nvSpPr>
        <p:spPr>
          <a:xfrm>
            <a:off x="5614359" y="2025173"/>
            <a:ext cx="2286000" cy="1295400"/>
          </a:xfrm>
          <a:custGeom>
            <a:avLst/>
            <a:gdLst/>
            <a:ahLst/>
            <a:cxnLst/>
            <a:rect l="l" t="t" r="r" b="b"/>
            <a:pathLst>
              <a:path w="2286000" h="1295400">
                <a:moveTo>
                  <a:pt x="0" y="215900"/>
                </a:moveTo>
                <a:lnTo>
                  <a:pt x="5701" y="166391"/>
                </a:lnTo>
                <a:lnTo>
                  <a:pt x="21941" y="120946"/>
                </a:lnTo>
                <a:lnTo>
                  <a:pt x="47426" y="80859"/>
                </a:lnTo>
                <a:lnTo>
                  <a:pt x="80859" y="47426"/>
                </a:lnTo>
                <a:lnTo>
                  <a:pt x="120946" y="21941"/>
                </a:lnTo>
                <a:lnTo>
                  <a:pt x="166391" y="5701"/>
                </a:lnTo>
                <a:lnTo>
                  <a:pt x="215900" y="0"/>
                </a:lnTo>
                <a:lnTo>
                  <a:pt x="2070099" y="0"/>
                </a:lnTo>
                <a:lnTo>
                  <a:pt x="2119608" y="5701"/>
                </a:lnTo>
                <a:lnTo>
                  <a:pt x="2165053" y="21941"/>
                </a:lnTo>
                <a:lnTo>
                  <a:pt x="2205140" y="47426"/>
                </a:lnTo>
                <a:lnTo>
                  <a:pt x="2238573" y="80859"/>
                </a:lnTo>
                <a:lnTo>
                  <a:pt x="2264058" y="120946"/>
                </a:lnTo>
                <a:lnTo>
                  <a:pt x="2280298" y="166391"/>
                </a:lnTo>
                <a:lnTo>
                  <a:pt x="2285999" y="215900"/>
                </a:lnTo>
                <a:lnTo>
                  <a:pt x="2285999" y="1079500"/>
                </a:lnTo>
                <a:lnTo>
                  <a:pt x="2280298" y="1129008"/>
                </a:lnTo>
                <a:lnTo>
                  <a:pt x="2264058" y="1174453"/>
                </a:lnTo>
                <a:lnTo>
                  <a:pt x="2238573" y="1214540"/>
                </a:lnTo>
                <a:lnTo>
                  <a:pt x="2205140" y="1247973"/>
                </a:lnTo>
                <a:lnTo>
                  <a:pt x="2165053" y="1273458"/>
                </a:lnTo>
                <a:lnTo>
                  <a:pt x="2119608" y="1289698"/>
                </a:lnTo>
                <a:lnTo>
                  <a:pt x="2070099" y="1295400"/>
                </a:lnTo>
                <a:lnTo>
                  <a:pt x="215900" y="1295400"/>
                </a:lnTo>
                <a:lnTo>
                  <a:pt x="166391" y="1289698"/>
                </a:lnTo>
                <a:lnTo>
                  <a:pt x="120946" y="1273458"/>
                </a:lnTo>
                <a:lnTo>
                  <a:pt x="80859" y="1247973"/>
                </a:lnTo>
                <a:lnTo>
                  <a:pt x="47426" y="1214540"/>
                </a:lnTo>
                <a:lnTo>
                  <a:pt x="21941" y="1174453"/>
                </a:lnTo>
                <a:lnTo>
                  <a:pt x="5701" y="1129008"/>
                </a:lnTo>
                <a:lnTo>
                  <a:pt x="0" y="1079500"/>
                </a:lnTo>
                <a:lnTo>
                  <a:pt x="0" y="215900"/>
                </a:lnTo>
                <a:close/>
              </a:path>
            </a:pathLst>
          </a:custGeom>
          <a:ln w="25908">
            <a:solidFill>
              <a:srgbClr val="3333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023559" y="4158773"/>
            <a:ext cx="2286000" cy="1295400"/>
          </a:xfrm>
          <a:custGeom>
            <a:avLst/>
            <a:gdLst/>
            <a:ahLst/>
            <a:cxnLst/>
            <a:rect l="l" t="t" r="r" b="b"/>
            <a:pathLst>
              <a:path w="2286000" h="1295400">
                <a:moveTo>
                  <a:pt x="0" y="215900"/>
                </a:moveTo>
                <a:lnTo>
                  <a:pt x="5701" y="166391"/>
                </a:lnTo>
                <a:lnTo>
                  <a:pt x="21941" y="120946"/>
                </a:lnTo>
                <a:lnTo>
                  <a:pt x="47426" y="80859"/>
                </a:lnTo>
                <a:lnTo>
                  <a:pt x="80859" y="47426"/>
                </a:lnTo>
                <a:lnTo>
                  <a:pt x="120946" y="21941"/>
                </a:lnTo>
                <a:lnTo>
                  <a:pt x="166391" y="5701"/>
                </a:lnTo>
                <a:lnTo>
                  <a:pt x="215900" y="0"/>
                </a:lnTo>
                <a:lnTo>
                  <a:pt x="2070100" y="0"/>
                </a:lnTo>
                <a:lnTo>
                  <a:pt x="2119608" y="5701"/>
                </a:lnTo>
                <a:lnTo>
                  <a:pt x="2165053" y="21941"/>
                </a:lnTo>
                <a:lnTo>
                  <a:pt x="2205140" y="47426"/>
                </a:lnTo>
                <a:lnTo>
                  <a:pt x="2238573" y="80859"/>
                </a:lnTo>
                <a:lnTo>
                  <a:pt x="2264058" y="120946"/>
                </a:lnTo>
                <a:lnTo>
                  <a:pt x="2280298" y="166391"/>
                </a:lnTo>
                <a:lnTo>
                  <a:pt x="2286000" y="215900"/>
                </a:lnTo>
                <a:lnTo>
                  <a:pt x="2286000" y="1079500"/>
                </a:lnTo>
                <a:lnTo>
                  <a:pt x="2280298" y="1129004"/>
                </a:lnTo>
                <a:lnTo>
                  <a:pt x="2264058" y="1174448"/>
                </a:lnTo>
                <a:lnTo>
                  <a:pt x="2238573" y="1214535"/>
                </a:lnTo>
                <a:lnTo>
                  <a:pt x="2205140" y="1247969"/>
                </a:lnTo>
                <a:lnTo>
                  <a:pt x="2165053" y="1273456"/>
                </a:lnTo>
                <a:lnTo>
                  <a:pt x="2119608" y="1289698"/>
                </a:lnTo>
                <a:lnTo>
                  <a:pt x="2070100" y="1295400"/>
                </a:lnTo>
                <a:lnTo>
                  <a:pt x="215900" y="1295400"/>
                </a:lnTo>
                <a:lnTo>
                  <a:pt x="166391" y="1289698"/>
                </a:lnTo>
                <a:lnTo>
                  <a:pt x="120946" y="1273456"/>
                </a:lnTo>
                <a:lnTo>
                  <a:pt x="80859" y="1247969"/>
                </a:lnTo>
                <a:lnTo>
                  <a:pt x="47426" y="1214535"/>
                </a:lnTo>
                <a:lnTo>
                  <a:pt x="21941" y="1174448"/>
                </a:lnTo>
                <a:lnTo>
                  <a:pt x="5701" y="1129004"/>
                </a:lnTo>
                <a:lnTo>
                  <a:pt x="0" y="1079500"/>
                </a:lnTo>
                <a:lnTo>
                  <a:pt x="0" y="215900"/>
                </a:lnTo>
                <a:close/>
              </a:path>
            </a:pathLst>
          </a:custGeom>
          <a:ln w="25908">
            <a:solidFill>
              <a:srgbClr val="3333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863026" y="3663601"/>
            <a:ext cx="1603375" cy="9061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indent="202565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Episode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4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25"/>
              </a:spcBef>
            </a:pPr>
            <a:r>
              <a:rPr sz="2000" dirty="0">
                <a:latin typeface="Arial"/>
                <a:cs typeface="Arial"/>
              </a:rPr>
              <a:t>E, north, C,</a:t>
            </a:r>
            <a:r>
              <a:rPr sz="2000" spc="-1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-1</a:t>
            </a:r>
            <a:endParaRPr sz="20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614359" y="4158773"/>
            <a:ext cx="2286000" cy="1295400"/>
          </a:xfrm>
          <a:custGeom>
            <a:avLst/>
            <a:gdLst/>
            <a:ahLst/>
            <a:cxnLst/>
            <a:rect l="l" t="t" r="r" b="b"/>
            <a:pathLst>
              <a:path w="2286000" h="1295400">
                <a:moveTo>
                  <a:pt x="0" y="215900"/>
                </a:moveTo>
                <a:lnTo>
                  <a:pt x="5701" y="166391"/>
                </a:lnTo>
                <a:lnTo>
                  <a:pt x="21941" y="120946"/>
                </a:lnTo>
                <a:lnTo>
                  <a:pt x="47426" y="80859"/>
                </a:lnTo>
                <a:lnTo>
                  <a:pt x="80859" y="47426"/>
                </a:lnTo>
                <a:lnTo>
                  <a:pt x="120946" y="21941"/>
                </a:lnTo>
                <a:lnTo>
                  <a:pt x="166391" y="5701"/>
                </a:lnTo>
                <a:lnTo>
                  <a:pt x="215900" y="0"/>
                </a:lnTo>
                <a:lnTo>
                  <a:pt x="2070099" y="0"/>
                </a:lnTo>
                <a:lnTo>
                  <a:pt x="2119608" y="5701"/>
                </a:lnTo>
                <a:lnTo>
                  <a:pt x="2165053" y="21941"/>
                </a:lnTo>
                <a:lnTo>
                  <a:pt x="2205140" y="47426"/>
                </a:lnTo>
                <a:lnTo>
                  <a:pt x="2238573" y="80859"/>
                </a:lnTo>
                <a:lnTo>
                  <a:pt x="2264058" y="120946"/>
                </a:lnTo>
                <a:lnTo>
                  <a:pt x="2280298" y="166391"/>
                </a:lnTo>
                <a:lnTo>
                  <a:pt x="2285999" y="215900"/>
                </a:lnTo>
                <a:lnTo>
                  <a:pt x="2285999" y="1079500"/>
                </a:lnTo>
                <a:lnTo>
                  <a:pt x="2280298" y="1129004"/>
                </a:lnTo>
                <a:lnTo>
                  <a:pt x="2264058" y="1174448"/>
                </a:lnTo>
                <a:lnTo>
                  <a:pt x="2238573" y="1214535"/>
                </a:lnTo>
                <a:lnTo>
                  <a:pt x="2205140" y="1247969"/>
                </a:lnTo>
                <a:lnTo>
                  <a:pt x="2165053" y="1273456"/>
                </a:lnTo>
                <a:lnTo>
                  <a:pt x="2119608" y="1289698"/>
                </a:lnTo>
                <a:lnTo>
                  <a:pt x="2070099" y="1295400"/>
                </a:lnTo>
                <a:lnTo>
                  <a:pt x="215900" y="1295400"/>
                </a:lnTo>
                <a:lnTo>
                  <a:pt x="166391" y="1289698"/>
                </a:lnTo>
                <a:lnTo>
                  <a:pt x="120946" y="1273456"/>
                </a:lnTo>
                <a:lnTo>
                  <a:pt x="80859" y="1247969"/>
                </a:lnTo>
                <a:lnTo>
                  <a:pt x="47426" y="1214535"/>
                </a:lnTo>
                <a:lnTo>
                  <a:pt x="21941" y="1174448"/>
                </a:lnTo>
                <a:lnTo>
                  <a:pt x="5701" y="1129004"/>
                </a:lnTo>
                <a:lnTo>
                  <a:pt x="0" y="1079500"/>
                </a:lnTo>
                <a:lnTo>
                  <a:pt x="0" y="215900"/>
                </a:lnTo>
                <a:close/>
              </a:path>
            </a:pathLst>
          </a:custGeom>
          <a:ln w="25908">
            <a:solidFill>
              <a:srgbClr val="3333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254573" y="3663601"/>
            <a:ext cx="1602740" cy="904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indent="21971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Episode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14"/>
              </a:spcBef>
            </a:pPr>
            <a:r>
              <a:rPr sz="2000" dirty="0">
                <a:latin typeface="Arial"/>
                <a:cs typeface="Arial"/>
              </a:rPr>
              <a:t>E, north, C,</a:t>
            </a:r>
            <a:r>
              <a:rPr sz="2000" spc="-1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-1</a:t>
            </a:r>
            <a:endParaRPr sz="20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254573" y="4552346"/>
            <a:ext cx="901700" cy="6254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C,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east,  D,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exit,</a:t>
            </a:r>
            <a:endParaRPr sz="20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322743" y="4552346"/>
            <a:ext cx="724535" cy="6254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034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D,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-1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x,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+10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28" name="object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5348187"/>
              </p:ext>
            </p:extLst>
          </p:nvPr>
        </p:nvGraphicFramePr>
        <p:xfrm>
          <a:off x="9095484" y="4482496"/>
          <a:ext cx="2462784" cy="23257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0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0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09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5213">
                <a:tc>
                  <a:txBody>
                    <a:bodyPr/>
                    <a:lstStyle/>
                    <a:p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85858"/>
                    </a:solidFill>
                  </a:tcPr>
                </a:tc>
                <a:tc>
                  <a:txBody>
                    <a:bodyPr/>
                    <a:lstStyle/>
                    <a:p>
                      <a:pPr marL="325120">
                        <a:lnSpc>
                          <a:spcPts val="2690"/>
                        </a:lnSpc>
                        <a:spcBef>
                          <a:spcPts val="190"/>
                        </a:spcBef>
                      </a:pPr>
                      <a:r>
                        <a:rPr sz="2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-10</a:t>
                      </a:r>
                      <a:endParaRPr lang="en-US" sz="2400" dirty="0">
                        <a:latin typeface="Arial"/>
                        <a:cs typeface="Arial"/>
                      </a:endParaRPr>
                    </a:p>
                    <a:p>
                      <a:pPr marL="70485">
                        <a:lnSpc>
                          <a:spcPts val="3170"/>
                        </a:lnSpc>
                      </a:pPr>
                      <a:r>
                        <a:rPr lang="en-US" sz="2800" b="1" dirty="0">
                          <a:solidFill>
                            <a:srgbClr val="808080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lang="en-US" sz="2800" dirty="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858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5328">
                <a:tc>
                  <a:txBody>
                    <a:bodyPr/>
                    <a:lstStyle/>
                    <a:p>
                      <a:pPr marL="345440">
                        <a:lnSpc>
                          <a:spcPts val="2480"/>
                        </a:lnSpc>
                        <a:spcBef>
                          <a:spcPts val="114"/>
                        </a:spcBef>
                      </a:pPr>
                      <a:r>
                        <a:rPr sz="2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+8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69850">
                        <a:lnSpc>
                          <a:spcPts val="3440"/>
                        </a:lnSpc>
                      </a:pPr>
                      <a:r>
                        <a:rPr sz="3200" b="1" dirty="0">
                          <a:solidFill>
                            <a:srgbClr val="808080"/>
                          </a:solidFill>
                          <a:latin typeface="Calibri"/>
                          <a:cs typeface="Calibri"/>
                        </a:rPr>
                        <a:t>B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1460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0">
                        <a:lnSpc>
                          <a:spcPts val="2480"/>
                        </a:lnSpc>
                        <a:spcBef>
                          <a:spcPts val="114"/>
                        </a:spcBef>
                      </a:pPr>
                      <a:r>
                        <a:rPr sz="2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+4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70485">
                        <a:lnSpc>
                          <a:spcPts val="3440"/>
                        </a:lnSpc>
                      </a:pPr>
                      <a:r>
                        <a:rPr sz="3200" b="1" dirty="0">
                          <a:solidFill>
                            <a:srgbClr val="808080"/>
                          </a:solidFill>
                          <a:latin typeface="Calibri"/>
                          <a:cs typeface="Calibri"/>
                        </a:rPr>
                        <a:t>C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1460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6220">
                        <a:lnSpc>
                          <a:spcPts val="2730"/>
                        </a:lnSpc>
                        <a:spcBef>
                          <a:spcPts val="114"/>
                        </a:spcBef>
                      </a:pPr>
                      <a:r>
                        <a:rPr sz="2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+10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70485">
                        <a:lnSpc>
                          <a:spcPts val="3210"/>
                        </a:lnSpc>
                      </a:pPr>
                      <a:r>
                        <a:rPr sz="2800" b="1" dirty="0">
                          <a:solidFill>
                            <a:srgbClr val="808080"/>
                          </a:solidFill>
                          <a:latin typeface="Calibri"/>
                          <a:cs typeface="Calibri"/>
                        </a:rPr>
                        <a:t>D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460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5213">
                <a:tc>
                  <a:txBody>
                    <a:bodyPr/>
                    <a:lstStyle/>
                    <a:p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85858"/>
                    </a:solidFill>
                  </a:tcPr>
                </a:tc>
                <a:tc>
                  <a:txBody>
                    <a:bodyPr/>
                    <a:lstStyle/>
                    <a:p>
                      <a:pPr marL="408940">
                        <a:lnSpc>
                          <a:spcPts val="248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-2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70485">
                        <a:lnSpc>
                          <a:spcPts val="3440"/>
                        </a:lnSpc>
                      </a:pPr>
                      <a:r>
                        <a:rPr sz="3200" b="1" dirty="0">
                          <a:solidFill>
                            <a:srgbClr val="808080"/>
                          </a:solidFill>
                          <a:latin typeface="Calibri"/>
                          <a:cs typeface="Calibri"/>
                        </a:rPr>
                        <a:t>E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32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858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1" name="Picture 30">
            <a:extLst>
              <a:ext uri="{FF2B5EF4-FFF2-40B4-BE49-F238E27FC236}">
                <a16:creationId xmlns:a16="http://schemas.microsoft.com/office/drawing/2014/main" id="{E27CF79C-0027-B0B6-EFAC-3B79336E5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900" y="1403000"/>
            <a:ext cx="3998428" cy="1713612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5F5D051E-3B13-2D2D-A54B-1B38C1E671CA}"/>
              </a:ext>
            </a:extLst>
          </p:cNvPr>
          <p:cNvSpPr txBox="1"/>
          <p:nvPr/>
        </p:nvSpPr>
        <p:spPr>
          <a:xfrm>
            <a:off x="3124200" y="5867400"/>
            <a:ext cx="44550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Total reward from state to termination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5504" y="196215"/>
            <a:ext cx="7919084" cy="690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Problems with Direct</a:t>
            </a:r>
            <a:r>
              <a:rPr spc="-65" dirty="0"/>
              <a:t> </a:t>
            </a:r>
            <a:r>
              <a:rPr dirty="0"/>
              <a:t>Evaluation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5343" y="1433576"/>
            <a:ext cx="6511290" cy="2127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333399"/>
              </a:buClr>
              <a:buFont typeface="Courier New"/>
              <a:buChar char="o"/>
              <a:tabLst>
                <a:tab pos="355600" algn="l"/>
              </a:tabLst>
            </a:pPr>
            <a:r>
              <a:rPr sz="2800" spc="-5" dirty="0">
                <a:latin typeface="Arial"/>
                <a:cs typeface="Arial"/>
              </a:rPr>
              <a:t>What’s good about </a:t>
            </a:r>
            <a:r>
              <a:rPr sz="2800" dirty="0">
                <a:latin typeface="Arial"/>
                <a:cs typeface="Arial"/>
              </a:rPr>
              <a:t>direct</a:t>
            </a:r>
            <a:r>
              <a:rPr sz="2800" spc="3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evaluation?</a:t>
            </a:r>
            <a:endParaRPr sz="28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90"/>
              </a:spcBef>
              <a:buClr>
                <a:srgbClr val="000000"/>
              </a:buClr>
              <a:buFont typeface="Courier New"/>
              <a:buChar char="o"/>
              <a:tabLst>
                <a:tab pos="756920" algn="l"/>
              </a:tabLst>
            </a:pP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It’s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easy </a:t>
            </a: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to</a:t>
            </a:r>
            <a:r>
              <a:rPr sz="2400" spc="-7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understand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75"/>
              </a:spcBef>
              <a:buClr>
                <a:srgbClr val="000000"/>
              </a:buClr>
              <a:buFont typeface="Courier New"/>
              <a:buChar char="o"/>
              <a:tabLst>
                <a:tab pos="756920" algn="l"/>
              </a:tabLst>
            </a:pP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It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doesn’t require any knowledge </a:t>
            </a: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of T,</a:t>
            </a:r>
            <a:r>
              <a:rPr sz="2400" spc="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75"/>
              </a:spcBef>
              <a:buClr>
                <a:srgbClr val="000000"/>
              </a:buClr>
              <a:buFont typeface="Courier New"/>
              <a:buChar char="o"/>
              <a:tabLst>
                <a:tab pos="756920" algn="l"/>
              </a:tabLst>
            </a:pP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It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eventually </a:t>
            </a: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computes the correct</a:t>
            </a:r>
            <a:r>
              <a:rPr sz="2400" spc="-4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average</a:t>
            </a:r>
            <a:endParaRPr sz="2400">
              <a:latin typeface="Arial"/>
              <a:cs typeface="Arial"/>
            </a:endParaRPr>
          </a:p>
          <a:p>
            <a:pPr marL="756285">
              <a:lnSpc>
                <a:spcPct val="100000"/>
              </a:lnSpc>
            </a:pP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values, using </a:t>
            </a: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just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sample</a:t>
            </a:r>
            <a:r>
              <a:rPr sz="2400" spc="4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transitions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5343" y="4067302"/>
            <a:ext cx="6864984" cy="8771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333399"/>
              </a:buClr>
              <a:buFont typeface="Courier New"/>
              <a:buChar char="o"/>
              <a:tabLst>
                <a:tab pos="355600" algn="l"/>
              </a:tabLst>
            </a:pPr>
            <a:r>
              <a:rPr sz="2800" spc="-5" dirty="0">
                <a:latin typeface="Arial"/>
                <a:cs typeface="Arial"/>
              </a:rPr>
              <a:t>What bad about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it?</a:t>
            </a:r>
          </a:p>
          <a:p>
            <a:pPr marL="756285" lvl="1" indent="-286385">
              <a:lnSpc>
                <a:spcPct val="100000"/>
              </a:lnSpc>
              <a:spcBef>
                <a:spcPts val="590"/>
              </a:spcBef>
              <a:buClr>
                <a:srgbClr val="000000"/>
              </a:buClr>
              <a:buFont typeface="Courier New"/>
              <a:buChar char="o"/>
              <a:tabLst>
                <a:tab pos="756920" algn="l"/>
              </a:tabLst>
            </a:pP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It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wastes </a:t>
            </a: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information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about </a:t>
            </a: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state</a:t>
            </a:r>
            <a:r>
              <a:rPr sz="2400" spc="-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connections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55709" y="1407921"/>
            <a:ext cx="2252980" cy="443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5" dirty="0">
                <a:solidFill>
                  <a:srgbClr val="333399"/>
                </a:solidFill>
                <a:latin typeface="Arial"/>
                <a:cs typeface="Arial"/>
              </a:rPr>
              <a:t>Output</a:t>
            </a:r>
            <a:r>
              <a:rPr sz="2800" spc="-5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spc="-40" dirty="0">
                <a:solidFill>
                  <a:srgbClr val="333399"/>
                </a:solidFill>
                <a:latin typeface="Arial"/>
                <a:cs typeface="Arial"/>
              </a:rPr>
              <a:t>Values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26169" y="4916296"/>
            <a:ext cx="2588260" cy="1235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</a:pPr>
            <a:r>
              <a:rPr sz="2000" i="1" dirty="0">
                <a:solidFill>
                  <a:srgbClr val="333399"/>
                </a:solidFill>
                <a:latin typeface="Arial"/>
                <a:cs typeface="Arial"/>
              </a:rPr>
              <a:t>If B and E both go to</a:t>
            </a:r>
            <a:r>
              <a:rPr sz="2000" i="1" spc="-17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000" i="1" dirty="0">
                <a:solidFill>
                  <a:srgbClr val="333399"/>
                </a:solidFill>
                <a:latin typeface="Arial"/>
                <a:cs typeface="Arial"/>
              </a:rPr>
              <a:t>C  under this </a:t>
            </a:r>
            <a:r>
              <a:rPr sz="2000" i="1" spc="-20" dirty="0">
                <a:solidFill>
                  <a:srgbClr val="333399"/>
                </a:solidFill>
                <a:latin typeface="Arial"/>
                <a:cs typeface="Arial"/>
              </a:rPr>
              <a:t>policy, </a:t>
            </a:r>
            <a:r>
              <a:rPr sz="2000" i="1" dirty="0">
                <a:solidFill>
                  <a:srgbClr val="333399"/>
                </a:solidFill>
                <a:latin typeface="Arial"/>
                <a:cs typeface="Arial"/>
              </a:rPr>
              <a:t>how  can their values be  different?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8672512" y="2119312"/>
          <a:ext cx="2667000" cy="254330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8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47725">
                <a:tc>
                  <a:txBody>
                    <a:bodyPr/>
                    <a:lstStyle/>
                    <a:p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85858"/>
                    </a:solidFill>
                  </a:tcPr>
                </a:tc>
                <a:tc>
                  <a:txBody>
                    <a:bodyPr/>
                    <a:lstStyle/>
                    <a:p>
                      <a:pPr marL="210820">
                        <a:lnSpc>
                          <a:spcPts val="2940"/>
                        </a:lnSpc>
                        <a:spcBef>
                          <a:spcPts val="175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-10</a:t>
                      </a:r>
                      <a:endParaRPr sz="2800">
                        <a:latin typeface="Arial"/>
                        <a:cs typeface="Arial"/>
                      </a:endParaRPr>
                    </a:p>
                    <a:p>
                      <a:pPr marL="151130">
                        <a:lnSpc>
                          <a:spcPts val="2940"/>
                        </a:lnSpc>
                      </a:pPr>
                      <a:r>
                        <a:rPr sz="2800" b="1" dirty="0">
                          <a:solidFill>
                            <a:srgbClr val="808080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858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7851">
                <a:tc>
                  <a:txBody>
                    <a:bodyPr/>
                    <a:lstStyle/>
                    <a:p>
                      <a:pPr marL="316230">
                        <a:lnSpc>
                          <a:spcPts val="2730"/>
                        </a:lnSpc>
                        <a:spcBef>
                          <a:spcPts val="100"/>
                        </a:spcBef>
                      </a:pPr>
                      <a:r>
                        <a:rPr sz="2800" spc="-10" dirty="0">
                          <a:latin typeface="Arial"/>
                          <a:cs typeface="Arial"/>
                        </a:rPr>
                        <a:t>+8</a:t>
                      </a:r>
                      <a:endParaRPr sz="2800">
                        <a:latin typeface="Arial"/>
                        <a:cs typeface="Arial"/>
                      </a:endParaRPr>
                    </a:p>
                    <a:p>
                      <a:pPr marL="161290">
                        <a:lnSpc>
                          <a:spcPts val="3210"/>
                        </a:lnSpc>
                      </a:pPr>
                      <a:r>
                        <a:rPr sz="3200" b="1" dirty="0">
                          <a:solidFill>
                            <a:srgbClr val="808080"/>
                          </a:solidFill>
                          <a:latin typeface="Calibri"/>
                          <a:cs typeface="Calibri"/>
                        </a:rPr>
                        <a:t>B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127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0990">
                        <a:lnSpc>
                          <a:spcPts val="2730"/>
                        </a:lnSpc>
                        <a:spcBef>
                          <a:spcPts val="100"/>
                        </a:spcBef>
                      </a:pPr>
                      <a:r>
                        <a:rPr sz="2800" spc="-10" dirty="0">
                          <a:latin typeface="Arial"/>
                          <a:cs typeface="Arial"/>
                        </a:rPr>
                        <a:t>+4</a:t>
                      </a:r>
                      <a:endParaRPr sz="2800">
                        <a:latin typeface="Arial"/>
                        <a:cs typeface="Arial"/>
                      </a:endParaRPr>
                    </a:p>
                    <a:p>
                      <a:pPr marL="161925">
                        <a:lnSpc>
                          <a:spcPts val="3210"/>
                        </a:lnSpc>
                      </a:pPr>
                      <a:r>
                        <a:rPr sz="3200" b="1" dirty="0">
                          <a:solidFill>
                            <a:srgbClr val="808080"/>
                          </a:solidFill>
                          <a:latin typeface="Calibri"/>
                          <a:cs typeface="Calibri"/>
                        </a:rPr>
                        <a:t>C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127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6205">
                        <a:lnSpc>
                          <a:spcPts val="2975"/>
                        </a:lnSpc>
                        <a:spcBef>
                          <a:spcPts val="100"/>
                        </a:spcBef>
                      </a:pPr>
                      <a:r>
                        <a:rPr sz="2800" spc="-5" dirty="0">
                          <a:latin typeface="Arial"/>
                          <a:cs typeface="Arial"/>
                        </a:rPr>
                        <a:t>+10</a:t>
                      </a:r>
                      <a:endParaRPr sz="2800">
                        <a:latin typeface="Arial"/>
                        <a:cs typeface="Arial"/>
                      </a:endParaRPr>
                    </a:p>
                    <a:p>
                      <a:pPr marL="151130">
                        <a:lnSpc>
                          <a:spcPts val="2975"/>
                        </a:lnSpc>
                      </a:pPr>
                      <a:r>
                        <a:rPr sz="2800" b="1" dirty="0">
                          <a:solidFill>
                            <a:srgbClr val="808080"/>
                          </a:solidFill>
                          <a:latin typeface="Calibri"/>
                          <a:cs typeface="Calibri"/>
                        </a:rPr>
                        <a:t>D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27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7725">
                <a:tc>
                  <a:txBody>
                    <a:bodyPr/>
                    <a:lstStyle/>
                    <a:p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85858"/>
                    </a:solidFill>
                  </a:tcPr>
                </a:tc>
                <a:tc>
                  <a:txBody>
                    <a:bodyPr/>
                    <a:lstStyle/>
                    <a:p>
                      <a:pPr marL="386080">
                        <a:lnSpc>
                          <a:spcPts val="2725"/>
                        </a:lnSpc>
                        <a:spcBef>
                          <a:spcPts val="105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-2</a:t>
                      </a:r>
                      <a:endParaRPr sz="2800">
                        <a:latin typeface="Arial"/>
                        <a:cs typeface="Arial"/>
                      </a:endParaRPr>
                    </a:p>
                    <a:p>
                      <a:pPr marL="161925">
                        <a:lnSpc>
                          <a:spcPts val="3204"/>
                        </a:lnSpc>
                      </a:pPr>
                      <a:r>
                        <a:rPr sz="3200" b="1" dirty="0">
                          <a:solidFill>
                            <a:srgbClr val="808080"/>
                          </a:solidFill>
                          <a:latin typeface="Calibri"/>
                          <a:cs typeface="Calibri"/>
                        </a:rPr>
                        <a:t>E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858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9510521" y="3295650"/>
            <a:ext cx="56515" cy="228600"/>
          </a:xfrm>
          <a:custGeom>
            <a:avLst/>
            <a:gdLst/>
            <a:ahLst/>
            <a:cxnLst/>
            <a:rect l="l" t="t" r="r" b="b"/>
            <a:pathLst>
              <a:path w="56515" h="228600">
                <a:moveTo>
                  <a:pt x="0" y="0"/>
                </a:moveTo>
                <a:lnTo>
                  <a:pt x="0" y="228600"/>
                </a:lnTo>
                <a:lnTo>
                  <a:pt x="56387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CCEB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510521" y="3295650"/>
            <a:ext cx="56515" cy="228600"/>
          </a:xfrm>
          <a:custGeom>
            <a:avLst/>
            <a:gdLst/>
            <a:ahLst/>
            <a:cxnLst/>
            <a:rect l="l" t="t" r="r" b="b"/>
            <a:pathLst>
              <a:path w="56515" h="228600">
                <a:moveTo>
                  <a:pt x="0" y="0"/>
                </a:moveTo>
                <a:lnTo>
                  <a:pt x="56387" y="1143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ln w="25908">
            <a:solidFill>
              <a:srgbClr val="3333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363961" y="3295650"/>
            <a:ext cx="58419" cy="228600"/>
          </a:xfrm>
          <a:custGeom>
            <a:avLst/>
            <a:gdLst/>
            <a:ahLst/>
            <a:cxnLst/>
            <a:rect l="l" t="t" r="r" b="b"/>
            <a:pathLst>
              <a:path w="58420" h="228600">
                <a:moveTo>
                  <a:pt x="0" y="0"/>
                </a:moveTo>
                <a:lnTo>
                  <a:pt x="0" y="228600"/>
                </a:lnTo>
                <a:lnTo>
                  <a:pt x="57912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CCEB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363961" y="3295650"/>
            <a:ext cx="58419" cy="228600"/>
          </a:xfrm>
          <a:custGeom>
            <a:avLst/>
            <a:gdLst/>
            <a:ahLst/>
            <a:cxnLst/>
            <a:rect l="l" t="t" r="r" b="b"/>
            <a:pathLst>
              <a:path w="58420" h="228600">
                <a:moveTo>
                  <a:pt x="0" y="0"/>
                </a:moveTo>
                <a:lnTo>
                  <a:pt x="57912" y="1143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ln w="25908">
            <a:solidFill>
              <a:srgbClr val="3333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897618" y="3842765"/>
            <a:ext cx="228600" cy="62865"/>
          </a:xfrm>
          <a:custGeom>
            <a:avLst/>
            <a:gdLst/>
            <a:ahLst/>
            <a:cxnLst/>
            <a:rect l="l" t="t" r="r" b="b"/>
            <a:pathLst>
              <a:path w="228600" h="62864">
                <a:moveTo>
                  <a:pt x="114300" y="0"/>
                </a:moveTo>
                <a:lnTo>
                  <a:pt x="0" y="62483"/>
                </a:lnTo>
                <a:lnTo>
                  <a:pt x="228600" y="62483"/>
                </a:lnTo>
                <a:lnTo>
                  <a:pt x="114300" y="0"/>
                </a:lnTo>
                <a:close/>
              </a:path>
            </a:pathLst>
          </a:custGeom>
          <a:solidFill>
            <a:srgbClr val="CCEB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897618" y="3842765"/>
            <a:ext cx="228600" cy="62865"/>
          </a:xfrm>
          <a:custGeom>
            <a:avLst/>
            <a:gdLst/>
            <a:ahLst/>
            <a:cxnLst/>
            <a:rect l="l" t="t" r="r" b="b"/>
            <a:pathLst>
              <a:path w="228600" h="62864">
                <a:moveTo>
                  <a:pt x="0" y="62483"/>
                </a:moveTo>
                <a:lnTo>
                  <a:pt x="114300" y="0"/>
                </a:lnTo>
                <a:lnTo>
                  <a:pt x="228600" y="62483"/>
                </a:lnTo>
                <a:lnTo>
                  <a:pt x="0" y="62483"/>
                </a:lnTo>
                <a:close/>
              </a:path>
            </a:pathLst>
          </a:custGeom>
          <a:ln w="25908">
            <a:solidFill>
              <a:srgbClr val="3333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42541" y="196215"/>
            <a:ext cx="8106409" cy="690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Passive Reinforcement</a:t>
            </a:r>
            <a:r>
              <a:rPr spc="-75" dirty="0"/>
              <a:t> </a:t>
            </a:r>
            <a:r>
              <a:rPr dirty="0"/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365250"/>
            <a:ext cx="9882505" cy="45637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333399"/>
              </a:buClr>
              <a:buFont typeface="Courier New"/>
              <a:buChar char="o"/>
              <a:tabLst>
                <a:tab pos="355600" algn="l"/>
              </a:tabLst>
            </a:pPr>
            <a:r>
              <a:rPr sz="2800" spc="-5" dirty="0">
                <a:latin typeface="Arial"/>
                <a:cs typeface="Arial"/>
              </a:rPr>
              <a:t>Simplified </a:t>
            </a:r>
            <a:r>
              <a:rPr sz="2800" dirty="0">
                <a:latin typeface="Arial"/>
                <a:cs typeface="Arial"/>
              </a:rPr>
              <a:t>task: </a:t>
            </a:r>
            <a:r>
              <a:rPr sz="2800" spc="-5" dirty="0">
                <a:latin typeface="Arial"/>
                <a:cs typeface="Arial"/>
              </a:rPr>
              <a:t>policy</a:t>
            </a:r>
            <a:r>
              <a:rPr sz="2800" spc="2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evaluation</a:t>
            </a:r>
            <a:endParaRPr sz="28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305"/>
              </a:spcBef>
              <a:buClr>
                <a:srgbClr val="000000"/>
              </a:buClr>
              <a:buFont typeface="Courier New"/>
              <a:buChar char="o"/>
              <a:tabLst>
                <a:tab pos="756920" algn="l"/>
              </a:tabLst>
            </a:pP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Input: a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fixed policy</a:t>
            </a:r>
            <a:r>
              <a:rPr sz="2400" spc="-4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Symbol"/>
                <a:cs typeface="Symbol"/>
              </a:rPr>
              <a:t>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(s)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290"/>
              </a:spcBef>
              <a:buClr>
                <a:srgbClr val="000000"/>
              </a:buClr>
              <a:buFont typeface="Courier New"/>
              <a:buChar char="o"/>
              <a:tabLst>
                <a:tab pos="756920" algn="l"/>
              </a:tabLst>
            </a:pP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You don’t know the </a:t>
            </a: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transitions</a:t>
            </a:r>
            <a:r>
              <a:rPr sz="2400" spc="7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Arial"/>
                <a:cs typeface="Arial"/>
              </a:rPr>
              <a:t>T(s,a,s’)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285"/>
              </a:spcBef>
              <a:buClr>
                <a:srgbClr val="000000"/>
              </a:buClr>
              <a:buFont typeface="Courier New"/>
              <a:buChar char="o"/>
              <a:tabLst>
                <a:tab pos="756920" algn="l"/>
              </a:tabLst>
            </a:pP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You don’t know the rewards</a:t>
            </a:r>
            <a:r>
              <a:rPr sz="2400" spc="1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Arial"/>
                <a:cs typeface="Arial"/>
              </a:rPr>
              <a:t>R(s,a,s’)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285"/>
              </a:spcBef>
              <a:buClr>
                <a:srgbClr val="000000"/>
              </a:buClr>
              <a:buFont typeface="Courier New"/>
              <a:buChar char="o"/>
              <a:tabLst>
                <a:tab pos="756920" algn="l"/>
              </a:tabLst>
            </a:pPr>
            <a:r>
              <a:rPr sz="2400" dirty="0">
                <a:solidFill>
                  <a:srgbClr val="CC0000"/>
                </a:solidFill>
                <a:latin typeface="Arial"/>
                <a:cs typeface="Arial"/>
              </a:rPr>
              <a:t>Goal: </a:t>
            </a:r>
            <a:r>
              <a:rPr sz="2400" spc="-5" dirty="0">
                <a:solidFill>
                  <a:srgbClr val="CC0000"/>
                </a:solidFill>
                <a:latin typeface="Arial"/>
                <a:cs typeface="Arial"/>
              </a:rPr>
              <a:t>learn the </a:t>
            </a:r>
            <a:r>
              <a:rPr sz="2400" dirty="0">
                <a:solidFill>
                  <a:srgbClr val="CC0000"/>
                </a:solidFill>
                <a:latin typeface="Arial"/>
                <a:cs typeface="Arial"/>
              </a:rPr>
              <a:t>state</a:t>
            </a:r>
            <a:r>
              <a:rPr sz="2400" spc="-25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CC0000"/>
                </a:solidFill>
                <a:latin typeface="Arial"/>
                <a:cs typeface="Arial"/>
              </a:rPr>
              <a:t>values</a:t>
            </a:r>
            <a:endParaRPr sz="2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Font typeface="Courier New"/>
              <a:buChar char="o"/>
            </a:pPr>
            <a:endParaRPr sz="3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lr>
                <a:srgbClr val="333399"/>
              </a:buClr>
              <a:buFont typeface="Courier New"/>
              <a:buChar char="o"/>
              <a:tabLst>
                <a:tab pos="355600" algn="l"/>
              </a:tabLst>
            </a:pPr>
            <a:r>
              <a:rPr sz="2800" spc="-5" dirty="0">
                <a:latin typeface="Arial"/>
                <a:cs typeface="Arial"/>
              </a:rPr>
              <a:t>In this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case:</a:t>
            </a:r>
            <a:endParaRPr sz="28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Courier New"/>
              <a:buChar char="o"/>
              <a:tabLst>
                <a:tab pos="756920" algn="l"/>
              </a:tabLst>
            </a:pP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Learner is </a:t>
            </a: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“along for the</a:t>
            </a:r>
            <a:r>
              <a:rPr sz="2400" spc="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ride”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285"/>
              </a:spcBef>
              <a:buClr>
                <a:srgbClr val="000000"/>
              </a:buClr>
              <a:buFont typeface="Courier New"/>
              <a:buChar char="o"/>
              <a:tabLst>
                <a:tab pos="756920" algn="l"/>
              </a:tabLst>
            </a:pP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No choice about what </a:t>
            </a: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actions to</a:t>
            </a:r>
            <a:r>
              <a:rPr sz="2400" spc="5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take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285"/>
              </a:spcBef>
              <a:buClr>
                <a:srgbClr val="000000"/>
              </a:buClr>
              <a:buFont typeface="Courier New"/>
              <a:buChar char="o"/>
              <a:tabLst>
                <a:tab pos="756920" algn="l"/>
              </a:tabLst>
            </a:pP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Just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execute the policy and learn </a:t>
            </a: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from</a:t>
            </a:r>
            <a:r>
              <a:rPr sz="2400" spc="1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experience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280"/>
              </a:spcBef>
              <a:buClr>
                <a:srgbClr val="000000"/>
              </a:buClr>
              <a:buFont typeface="Courier New"/>
              <a:buChar char="o"/>
              <a:tabLst>
                <a:tab pos="756920" algn="l"/>
                <a:tab pos="4761865" algn="l"/>
              </a:tabLst>
            </a:pP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This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is </a:t>
            </a: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NOT</a:t>
            </a:r>
            <a:r>
              <a:rPr sz="2400" spc="5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offline</a:t>
            </a:r>
            <a:r>
              <a:rPr sz="2400" spc="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planning!	You actually </a:t>
            </a: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take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actions in </a:t>
            </a: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the</a:t>
            </a:r>
            <a:r>
              <a:rPr sz="2400" spc="7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world.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324600" y="1447800"/>
            <a:ext cx="5410200" cy="31638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41829" y="227203"/>
            <a:ext cx="7305675" cy="628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/>
              <a:t>Why Not Use Policy Evaluation?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231140" y="1413002"/>
            <a:ext cx="7994650" cy="709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333399"/>
                </a:solidFill>
                <a:latin typeface="Courier New"/>
                <a:cs typeface="Courier New"/>
              </a:rPr>
              <a:t>o </a:t>
            </a:r>
            <a:r>
              <a:rPr sz="2400" spc="-5" dirty="0">
                <a:latin typeface="Arial"/>
                <a:cs typeface="Arial"/>
              </a:rPr>
              <a:t>Simplified Bellman updates calculate </a:t>
            </a:r>
            <a:r>
              <a:rPr sz="2400" dirty="0">
                <a:latin typeface="Arial"/>
                <a:cs typeface="Arial"/>
              </a:rPr>
              <a:t>V for </a:t>
            </a:r>
            <a:r>
              <a:rPr sz="2400" spc="-5" dirty="0">
                <a:latin typeface="Arial"/>
                <a:cs typeface="Arial"/>
              </a:rPr>
              <a:t>a </a:t>
            </a:r>
            <a:r>
              <a:rPr sz="2400" spc="-10" dirty="0">
                <a:latin typeface="Arial"/>
                <a:cs typeface="Arial"/>
              </a:rPr>
              <a:t>fixed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policy:</a:t>
            </a:r>
            <a:endParaRPr sz="24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o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Each round, replace V with a one-step-look-ahead layer over</a:t>
            </a:r>
            <a:r>
              <a:rPr sz="2000" spc="-3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V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8340" y="3913504"/>
            <a:ext cx="7578725" cy="648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buClr>
                <a:srgbClr val="000000"/>
              </a:buClr>
              <a:buFont typeface="Courier New"/>
              <a:buChar char="o"/>
              <a:tabLst>
                <a:tab pos="299720" algn="l"/>
              </a:tabLst>
            </a:pP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This approach fully exploited the connections between the</a:t>
            </a:r>
            <a:r>
              <a:rPr sz="2000" spc="-17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states</a:t>
            </a:r>
            <a:endParaRPr sz="20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buClr>
                <a:srgbClr val="000000"/>
              </a:buClr>
              <a:buFont typeface="Courier New"/>
              <a:buChar char="o"/>
              <a:tabLst>
                <a:tab pos="299720" algn="l"/>
              </a:tabLst>
            </a:pP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Unfortunately, we need T and R to do</a:t>
            </a:r>
            <a:r>
              <a:rPr sz="2000" spc="-16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Arial"/>
                <a:cs typeface="Arial"/>
              </a:rPr>
              <a:t>it!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1140" y="4827396"/>
            <a:ext cx="10128885" cy="709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333399"/>
                </a:solidFill>
                <a:latin typeface="Courier New"/>
                <a:cs typeface="Courier New"/>
              </a:rPr>
              <a:t>o </a:t>
            </a:r>
            <a:r>
              <a:rPr sz="2400" spc="-5" dirty="0">
                <a:latin typeface="Arial"/>
                <a:cs typeface="Arial"/>
              </a:rPr>
              <a:t>Key question: how </a:t>
            </a:r>
            <a:r>
              <a:rPr sz="2400" dirty="0">
                <a:latin typeface="Arial"/>
                <a:cs typeface="Arial"/>
              </a:rPr>
              <a:t>can we do </a:t>
            </a:r>
            <a:r>
              <a:rPr sz="2400" spc="-5" dirty="0">
                <a:latin typeface="Arial"/>
                <a:cs typeface="Arial"/>
              </a:rPr>
              <a:t>this update </a:t>
            </a:r>
            <a:r>
              <a:rPr sz="2400" dirty="0">
                <a:latin typeface="Arial"/>
                <a:cs typeface="Arial"/>
              </a:rPr>
              <a:t>to V </a:t>
            </a:r>
            <a:r>
              <a:rPr sz="2400" spc="-5" dirty="0">
                <a:latin typeface="Arial"/>
                <a:cs typeface="Arial"/>
              </a:rPr>
              <a:t>without knowing </a:t>
            </a:r>
            <a:r>
              <a:rPr sz="2400" dirty="0">
                <a:latin typeface="Arial"/>
                <a:cs typeface="Arial"/>
              </a:rPr>
              <a:t>T </a:t>
            </a:r>
            <a:r>
              <a:rPr sz="2400" spc="-5" dirty="0">
                <a:latin typeface="Arial"/>
                <a:cs typeface="Arial"/>
              </a:rPr>
              <a:t>and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R?</a:t>
            </a:r>
            <a:endParaRPr sz="24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Courier New"/>
                <a:cs typeface="Courier New"/>
              </a:rPr>
              <a:t>o</a:t>
            </a:r>
            <a:r>
              <a:rPr sz="2000" spc="-390" dirty="0"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In other words, how to we take a weighted average without knowing the weights?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376172" y="3352800"/>
            <a:ext cx="7417308" cy="6461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406652" y="2590800"/>
            <a:ext cx="1501140" cy="3307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611611" y="1562100"/>
            <a:ext cx="340360" cy="271780"/>
          </a:xfrm>
          <a:custGeom>
            <a:avLst/>
            <a:gdLst/>
            <a:ahLst/>
            <a:cxnLst/>
            <a:rect l="l" t="t" r="r" b="b"/>
            <a:pathLst>
              <a:path w="340359" h="271780">
                <a:moveTo>
                  <a:pt x="169926" y="0"/>
                </a:moveTo>
                <a:lnTo>
                  <a:pt x="0" y="271272"/>
                </a:lnTo>
                <a:lnTo>
                  <a:pt x="339852" y="271272"/>
                </a:lnTo>
                <a:lnTo>
                  <a:pt x="169926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611611" y="1562100"/>
            <a:ext cx="340360" cy="271780"/>
          </a:xfrm>
          <a:custGeom>
            <a:avLst/>
            <a:gdLst/>
            <a:ahLst/>
            <a:cxnLst/>
            <a:rect l="l" t="t" r="r" b="b"/>
            <a:pathLst>
              <a:path w="340359" h="271780">
                <a:moveTo>
                  <a:pt x="0" y="271272"/>
                </a:moveTo>
                <a:lnTo>
                  <a:pt x="169926" y="0"/>
                </a:lnTo>
                <a:lnTo>
                  <a:pt x="339852" y="271272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275569" y="1836927"/>
            <a:ext cx="520065" cy="798830"/>
          </a:xfrm>
          <a:custGeom>
            <a:avLst/>
            <a:gdLst/>
            <a:ahLst/>
            <a:cxnLst/>
            <a:rect l="l" t="t" r="r" b="b"/>
            <a:pathLst>
              <a:path w="520065" h="798830">
                <a:moveTo>
                  <a:pt x="10413" y="702310"/>
                </a:moveTo>
                <a:lnTo>
                  <a:pt x="0" y="798830"/>
                </a:lnTo>
                <a:lnTo>
                  <a:pt x="83438" y="749173"/>
                </a:lnTo>
                <a:lnTo>
                  <a:pt x="78095" y="745744"/>
                </a:lnTo>
                <a:lnTo>
                  <a:pt x="51307" y="745744"/>
                </a:lnTo>
                <a:lnTo>
                  <a:pt x="26924" y="730123"/>
                </a:lnTo>
                <a:lnTo>
                  <a:pt x="34748" y="717926"/>
                </a:lnTo>
                <a:lnTo>
                  <a:pt x="10413" y="702310"/>
                </a:lnTo>
                <a:close/>
              </a:path>
              <a:path w="520065" h="798830">
                <a:moveTo>
                  <a:pt x="34748" y="717926"/>
                </a:moveTo>
                <a:lnTo>
                  <a:pt x="26924" y="730123"/>
                </a:lnTo>
                <a:lnTo>
                  <a:pt x="51307" y="745744"/>
                </a:lnTo>
                <a:lnTo>
                  <a:pt x="59120" y="733567"/>
                </a:lnTo>
                <a:lnTo>
                  <a:pt x="34748" y="717926"/>
                </a:lnTo>
                <a:close/>
              </a:path>
              <a:path w="520065" h="798830">
                <a:moveTo>
                  <a:pt x="59120" y="733567"/>
                </a:moveTo>
                <a:lnTo>
                  <a:pt x="51307" y="745744"/>
                </a:lnTo>
                <a:lnTo>
                  <a:pt x="78095" y="745744"/>
                </a:lnTo>
                <a:lnTo>
                  <a:pt x="59120" y="733567"/>
                </a:lnTo>
                <a:close/>
              </a:path>
              <a:path w="520065" h="798830">
                <a:moveTo>
                  <a:pt x="495300" y="0"/>
                </a:moveTo>
                <a:lnTo>
                  <a:pt x="34748" y="717926"/>
                </a:lnTo>
                <a:lnTo>
                  <a:pt x="59120" y="733567"/>
                </a:lnTo>
                <a:lnTo>
                  <a:pt x="519683" y="15748"/>
                </a:lnTo>
                <a:lnTo>
                  <a:pt x="4953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160507" y="2634995"/>
            <a:ext cx="281940" cy="281940"/>
          </a:xfrm>
          <a:custGeom>
            <a:avLst/>
            <a:gdLst/>
            <a:ahLst/>
            <a:cxnLst/>
            <a:rect l="l" t="t" r="r" b="b"/>
            <a:pathLst>
              <a:path w="281940" h="281939">
                <a:moveTo>
                  <a:pt x="140970" y="0"/>
                </a:moveTo>
                <a:lnTo>
                  <a:pt x="96414" y="7187"/>
                </a:lnTo>
                <a:lnTo>
                  <a:pt x="57716" y="27200"/>
                </a:lnTo>
                <a:lnTo>
                  <a:pt x="27200" y="57716"/>
                </a:lnTo>
                <a:lnTo>
                  <a:pt x="7187" y="96414"/>
                </a:lnTo>
                <a:lnTo>
                  <a:pt x="0" y="140969"/>
                </a:lnTo>
                <a:lnTo>
                  <a:pt x="7187" y="185525"/>
                </a:lnTo>
                <a:lnTo>
                  <a:pt x="27200" y="224223"/>
                </a:lnTo>
                <a:lnTo>
                  <a:pt x="57716" y="254739"/>
                </a:lnTo>
                <a:lnTo>
                  <a:pt x="96414" y="274752"/>
                </a:lnTo>
                <a:lnTo>
                  <a:pt x="140970" y="281939"/>
                </a:lnTo>
                <a:lnTo>
                  <a:pt x="185525" y="274752"/>
                </a:lnTo>
                <a:lnTo>
                  <a:pt x="224223" y="254739"/>
                </a:lnTo>
                <a:lnTo>
                  <a:pt x="254739" y="224223"/>
                </a:lnTo>
                <a:lnTo>
                  <a:pt x="274752" y="185525"/>
                </a:lnTo>
                <a:lnTo>
                  <a:pt x="281940" y="140969"/>
                </a:lnTo>
                <a:lnTo>
                  <a:pt x="274752" y="96414"/>
                </a:lnTo>
                <a:lnTo>
                  <a:pt x="254739" y="57716"/>
                </a:lnTo>
                <a:lnTo>
                  <a:pt x="224223" y="27200"/>
                </a:lnTo>
                <a:lnTo>
                  <a:pt x="185525" y="7187"/>
                </a:lnTo>
                <a:lnTo>
                  <a:pt x="14097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0160507" y="2634995"/>
            <a:ext cx="281940" cy="281940"/>
          </a:xfrm>
          <a:custGeom>
            <a:avLst/>
            <a:gdLst/>
            <a:ahLst/>
            <a:cxnLst/>
            <a:rect l="l" t="t" r="r" b="b"/>
            <a:pathLst>
              <a:path w="281940" h="281939">
                <a:moveTo>
                  <a:pt x="0" y="140969"/>
                </a:moveTo>
                <a:lnTo>
                  <a:pt x="7187" y="96414"/>
                </a:lnTo>
                <a:lnTo>
                  <a:pt x="27200" y="57716"/>
                </a:lnTo>
                <a:lnTo>
                  <a:pt x="57716" y="27200"/>
                </a:lnTo>
                <a:lnTo>
                  <a:pt x="96414" y="7187"/>
                </a:lnTo>
                <a:lnTo>
                  <a:pt x="140970" y="0"/>
                </a:lnTo>
                <a:lnTo>
                  <a:pt x="185525" y="7187"/>
                </a:lnTo>
                <a:lnTo>
                  <a:pt x="224223" y="27200"/>
                </a:lnTo>
                <a:lnTo>
                  <a:pt x="254739" y="57716"/>
                </a:lnTo>
                <a:lnTo>
                  <a:pt x="274752" y="96414"/>
                </a:lnTo>
                <a:lnTo>
                  <a:pt x="281940" y="140969"/>
                </a:lnTo>
                <a:lnTo>
                  <a:pt x="274752" y="185525"/>
                </a:lnTo>
                <a:lnTo>
                  <a:pt x="254739" y="224223"/>
                </a:lnTo>
                <a:lnTo>
                  <a:pt x="224223" y="254739"/>
                </a:lnTo>
                <a:lnTo>
                  <a:pt x="185525" y="274752"/>
                </a:lnTo>
                <a:lnTo>
                  <a:pt x="140970" y="281939"/>
                </a:lnTo>
                <a:lnTo>
                  <a:pt x="96414" y="274752"/>
                </a:lnTo>
                <a:lnTo>
                  <a:pt x="57716" y="254739"/>
                </a:lnTo>
                <a:lnTo>
                  <a:pt x="27200" y="224223"/>
                </a:lnTo>
                <a:lnTo>
                  <a:pt x="7187" y="185525"/>
                </a:lnTo>
                <a:lnTo>
                  <a:pt x="0" y="140969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144000" y="2911855"/>
            <a:ext cx="1137920" cy="850900"/>
          </a:xfrm>
          <a:custGeom>
            <a:avLst/>
            <a:gdLst/>
            <a:ahLst/>
            <a:cxnLst/>
            <a:rect l="l" t="t" r="r" b="b"/>
            <a:pathLst>
              <a:path w="1137920" h="850900">
                <a:moveTo>
                  <a:pt x="1130046" y="0"/>
                </a:moveTo>
                <a:lnTo>
                  <a:pt x="1089278" y="30353"/>
                </a:lnTo>
                <a:lnTo>
                  <a:pt x="1096899" y="40513"/>
                </a:lnTo>
                <a:lnTo>
                  <a:pt x="1137666" y="10160"/>
                </a:lnTo>
                <a:lnTo>
                  <a:pt x="1130046" y="0"/>
                </a:lnTo>
                <a:close/>
              </a:path>
              <a:path w="1137920" h="850900">
                <a:moveTo>
                  <a:pt x="1058799" y="53086"/>
                </a:moveTo>
                <a:lnTo>
                  <a:pt x="1018031" y="83566"/>
                </a:lnTo>
                <a:lnTo>
                  <a:pt x="1025651" y="93726"/>
                </a:lnTo>
                <a:lnTo>
                  <a:pt x="1066419" y="63373"/>
                </a:lnTo>
                <a:lnTo>
                  <a:pt x="1058799" y="53086"/>
                </a:lnTo>
                <a:close/>
              </a:path>
              <a:path w="1137920" h="850900">
                <a:moveTo>
                  <a:pt x="987551" y="106299"/>
                </a:moveTo>
                <a:lnTo>
                  <a:pt x="946784" y="136652"/>
                </a:lnTo>
                <a:lnTo>
                  <a:pt x="954404" y="146812"/>
                </a:lnTo>
                <a:lnTo>
                  <a:pt x="995172" y="116459"/>
                </a:lnTo>
                <a:lnTo>
                  <a:pt x="987551" y="106299"/>
                </a:lnTo>
                <a:close/>
              </a:path>
              <a:path w="1137920" h="850900">
                <a:moveTo>
                  <a:pt x="916304" y="159512"/>
                </a:moveTo>
                <a:lnTo>
                  <a:pt x="875538" y="189865"/>
                </a:lnTo>
                <a:lnTo>
                  <a:pt x="883157" y="200025"/>
                </a:lnTo>
                <a:lnTo>
                  <a:pt x="923925" y="169672"/>
                </a:lnTo>
                <a:lnTo>
                  <a:pt x="916304" y="159512"/>
                </a:lnTo>
                <a:close/>
              </a:path>
              <a:path w="1137920" h="850900">
                <a:moveTo>
                  <a:pt x="845057" y="212598"/>
                </a:moveTo>
                <a:lnTo>
                  <a:pt x="804291" y="242951"/>
                </a:lnTo>
                <a:lnTo>
                  <a:pt x="811910" y="253111"/>
                </a:lnTo>
                <a:lnTo>
                  <a:pt x="852677" y="222758"/>
                </a:lnTo>
                <a:lnTo>
                  <a:pt x="845057" y="212598"/>
                </a:lnTo>
                <a:close/>
              </a:path>
              <a:path w="1137920" h="850900">
                <a:moveTo>
                  <a:pt x="773810" y="265811"/>
                </a:moveTo>
                <a:lnTo>
                  <a:pt x="733044" y="296164"/>
                </a:lnTo>
                <a:lnTo>
                  <a:pt x="740664" y="306324"/>
                </a:lnTo>
                <a:lnTo>
                  <a:pt x="781303" y="275971"/>
                </a:lnTo>
                <a:lnTo>
                  <a:pt x="773810" y="265811"/>
                </a:lnTo>
                <a:close/>
              </a:path>
              <a:path w="1137920" h="850900">
                <a:moveTo>
                  <a:pt x="702564" y="318897"/>
                </a:moveTo>
                <a:lnTo>
                  <a:pt x="661797" y="349250"/>
                </a:lnTo>
                <a:lnTo>
                  <a:pt x="669417" y="359537"/>
                </a:lnTo>
                <a:lnTo>
                  <a:pt x="710056" y="329057"/>
                </a:lnTo>
                <a:lnTo>
                  <a:pt x="702564" y="318897"/>
                </a:lnTo>
                <a:close/>
              </a:path>
              <a:path w="1137920" h="850900">
                <a:moveTo>
                  <a:pt x="631317" y="372110"/>
                </a:moveTo>
                <a:lnTo>
                  <a:pt x="590550" y="402463"/>
                </a:lnTo>
                <a:lnTo>
                  <a:pt x="598170" y="412623"/>
                </a:lnTo>
                <a:lnTo>
                  <a:pt x="638809" y="382270"/>
                </a:lnTo>
                <a:lnTo>
                  <a:pt x="631317" y="372110"/>
                </a:lnTo>
                <a:close/>
              </a:path>
              <a:path w="1137920" h="850900">
                <a:moveTo>
                  <a:pt x="559943" y="425196"/>
                </a:moveTo>
                <a:lnTo>
                  <a:pt x="519302" y="455549"/>
                </a:lnTo>
                <a:lnTo>
                  <a:pt x="526923" y="465836"/>
                </a:lnTo>
                <a:lnTo>
                  <a:pt x="567563" y="435356"/>
                </a:lnTo>
                <a:lnTo>
                  <a:pt x="559943" y="425196"/>
                </a:lnTo>
                <a:close/>
              </a:path>
              <a:path w="1137920" h="850900">
                <a:moveTo>
                  <a:pt x="488696" y="478409"/>
                </a:moveTo>
                <a:lnTo>
                  <a:pt x="448055" y="508762"/>
                </a:lnTo>
                <a:lnTo>
                  <a:pt x="455675" y="518922"/>
                </a:lnTo>
                <a:lnTo>
                  <a:pt x="496316" y="488569"/>
                </a:lnTo>
                <a:lnTo>
                  <a:pt x="488696" y="478409"/>
                </a:lnTo>
                <a:close/>
              </a:path>
              <a:path w="1137920" h="850900">
                <a:moveTo>
                  <a:pt x="417449" y="531495"/>
                </a:moveTo>
                <a:lnTo>
                  <a:pt x="376808" y="561975"/>
                </a:lnTo>
                <a:lnTo>
                  <a:pt x="384301" y="572135"/>
                </a:lnTo>
                <a:lnTo>
                  <a:pt x="425069" y="541782"/>
                </a:lnTo>
                <a:lnTo>
                  <a:pt x="417449" y="531495"/>
                </a:lnTo>
                <a:close/>
              </a:path>
              <a:path w="1137920" h="850900">
                <a:moveTo>
                  <a:pt x="346201" y="584708"/>
                </a:moveTo>
                <a:lnTo>
                  <a:pt x="305561" y="615061"/>
                </a:lnTo>
                <a:lnTo>
                  <a:pt x="313054" y="625221"/>
                </a:lnTo>
                <a:lnTo>
                  <a:pt x="353822" y="594868"/>
                </a:lnTo>
                <a:lnTo>
                  <a:pt x="346201" y="584708"/>
                </a:lnTo>
                <a:close/>
              </a:path>
              <a:path w="1137920" h="850900">
                <a:moveTo>
                  <a:pt x="274954" y="637921"/>
                </a:moveTo>
                <a:lnTo>
                  <a:pt x="234188" y="668274"/>
                </a:lnTo>
                <a:lnTo>
                  <a:pt x="241807" y="678434"/>
                </a:lnTo>
                <a:lnTo>
                  <a:pt x="282575" y="648081"/>
                </a:lnTo>
                <a:lnTo>
                  <a:pt x="274954" y="637921"/>
                </a:lnTo>
                <a:close/>
              </a:path>
              <a:path w="1137920" h="850900">
                <a:moveTo>
                  <a:pt x="203707" y="691007"/>
                </a:moveTo>
                <a:lnTo>
                  <a:pt x="162941" y="721360"/>
                </a:lnTo>
                <a:lnTo>
                  <a:pt x="170560" y="731520"/>
                </a:lnTo>
                <a:lnTo>
                  <a:pt x="211327" y="701167"/>
                </a:lnTo>
                <a:lnTo>
                  <a:pt x="203707" y="691007"/>
                </a:lnTo>
                <a:close/>
              </a:path>
              <a:path w="1137920" h="850900">
                <a:moveTo>
                  <a:pt x="132460" y="744220"/>
                </a:moveTo>
                <a:lnTo>
                  <a:pt x="91694" y="774573"/>
                </a:lnTo>
                <a:lnTo>
                  <a:pt x="99314" y="784733"/>
                </a:lnTo>
                <a:lnTo>
                  <a:pt x="140080" y="754380"/>
                </a:lnTo>
                <a:lnTo>
                  <a:pt x="132460" y="744220"/>
                </a:lnTo>
                <a:close/>
              </a:path>
              <a:path w="1137920" h="850900">
                <a:moveTo>
                  <a:pt x="38353" y="774827"/>
                </a:moveTo>
                <a:lnTo>
                  <a:pt x="0" y="850900"/>
                </a:lnTo>
                <a:lnTo>
                  <a:pt x="83820" y="835914"/>
                </a:lnTo>
                <a:lnTo>
                  <a:pt x="70492" y="818007"/>
                </a:lnTo>
                <a:lnTo>
                  <a:pt x="54736" y="818007"/>
                </a:lnTo>
                <a:lnTo>
                  <a:pt x="47117" y="807847"/>
                </a:lnTo>
                <a:lnTo>
                  <a:pt x="57276" y="800250"/>
                </a:lnTo>
                <a:lnTo>
                  <a:pt x="38353" y="774827"/>
                </a:lnTo>
                <a:close/>
              </a:path>
              <a:path w="1137920" h="850900">
                <a:moveTo>
                  <a:pt x="57276" y="800250"/>
                </a:moveTo>
                <a:lnTo>
                  <a:pt x="47117" y="807847"/>
                </a:lnTo>
                <a:lnTo>
                  <a:pt x="54736" y="818007"/>
                </a:lnTo>
                <a:lnTo>
                  <a:pt x="64858" y="810438"/>
                </a:lnTo>
                <a:lnTo>
                  <a:pt x="57276" y="800250"/>
                </a:lnTo>
                <a:close/>
              </a:path>
              <a:path w="1137920" h="850900">
                <a:moveTo>
                  <a:pt x="64858" y="810438"/>
                </a:moveTo>
                <a:lnTo>
                  <a:pt x="54736" y="818007"/>
                </a:lnTo>
                <a:lnTo>
                  <a:pt x="70492" y="818007"/>
                </a:lnTo>
                <a:lnTo>
                  <a:pt x="64858" y="810438"/>
                </a:lnTo>
                <a:close/>
              </a:path>
              <a:path w="1137920" h="850900">
                <a:moveTo>
                  <a:pt x="61214" y="797306"/>
                </a:moveTo>
                <a:lnTo>
                  <a:pt x="57276" y="800250"/>
                </a:lnTo>
                <a:lnTo>
                  <a:pt x="64858" y="810438"/>
                </a:lnTo>
                <a:lnTo>
                  <a:pt x="68833" y="807466"/>
                </a:lnTo>
                <a:lnTo>
                  <a:pt x="61214" y="7973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0274172" y="2911729"/>
            <a:ext cx="1184910" cy="851535"/>
          </a:xfrm>
          <a:custGeom>
            <a:avLst/>
            <a:gdLst/>
            <a:ahLst/>
            <a:cxnLst/>
            <a:rect l="l" t="t" r="r" b="b"/>
            <a:pathLst>
              <a:path w="1184909" h="851535">
                <a:moveTo>
                  <a:pt x="7366" y="0"/>
                </a:moveTo>
                <a:lnTo>
                  <a:pt x="0" y="10413"/>
                </a:lnTo>
                <a:lnTo>
                  <a:pt x="41275" y="40005"/>
                </a:lnTo>
                <a:lnTo>
                  <a:pt x="48641" y="29591"/>
                </a:lnTo>
                <a:lnTo>
                  <a:pt x="7366" y="0"/>
                </a:lnTo>
                <a:close/>
              </a:path>
              <a:path w="1184909" h="851535">
                <a:moveTo>
                  <a:pt x="79628" y="51816"/>
                </a:moveTo>
                <a:lnTo>
                  <a:pt x="72262" y="62103"/>
                </a:lnTo>
                <a:lnTo>
                  <a:pt x="113537" y="91694"/>
                </a:lnTo>
                <a:lnTo>
                  <a:pt x="120903" y="81407"/>
                </a:lnTo>
                <a:lnTo>
                  <a:pt x="79628" y="51816"/>
                </a:lnTo>
                <a:close/>
              </a:path>
              <a:path w="1184909" h="851535">
                <a:moveTo>
                  <a:pt x="151892" y="103505"/>
                </a:moveTo>
                <a:lnTo>
                  <a:pt x="144525" y="113919"/>
                </a:lnTo>
                <a:lnTo>
                  <a:pt x="185800" y="143510"/>
                </a:lnTo>
                <a:lnTo>
                  <a:pt x="193294" y="133096"/>
                </a:lnTo>
                <a:lnTo>
                  <a:pt x="151892" y="103505"/>
                </a:lnTo>
                <a:close/>
              </a:path>
              <a:path w="1184909" h="851535">
                <a:moveTo>
                  <a:pt x="224154" y="155321"/>
                </a:moveTo>
                <a:lnTo>
                  <a:pt x="216788" y="165608"/>
                </a:lnTo>
                <a:lnTo>
                  <a:pt x="258063" y="195199"/>
                </a:lnTo>
                <a:lnTo>
                  <a:pt x="265556" y="184912"/>
                </a:lnTo>
                <a:lnTo>
                  <a:pt x="224154" y="155321"/>
                </a:lnTo>
                <a:close/>
              </a:path>
              <a:path w="1184909" h="851535">
                <a:moveTo>
                  <a:pt x="296545" y="207137"/>
                </a:moveTo>
                <a:lnTo>
                  <a:pt x="289051" y="217424"/>
                </a:lnTo>
                <a:lnTo>
                  <a:pt x="330453" y="247015"/>
                </a:lnTo>
                <a:lnTo>
                  <a:pt x="337820" y="236600"/>
                </a:lnTo>
                <a:lnTo>
                  <a:pt x="296545" y="207137"/>
                </a:lnTo>
                <a:close/>
              </a:path>
              <a:path w="1184909" h="851535">
                <a:moveTo>
                  <a:pt x="368807" y="258825"/>
                </a:moveTo>
                <a:lnTo>
                  <a:pt x="361315" y="269113"/>
                </a:lnTo>
                <a:lnTo>
                  <a:pt x="402717" y="298704"/>
                </a:lnTo>
                <a:lnTo>
                  <a:pt x="410082" y="288417"/>
                </a:lnTo>
                <a:lnTo>
                  <a:pt x="368807" y="258825"/>
                </a:lnTo>
                <a:close/>
              </a:path>
              <a:path w="1184909" h="851535">
                <a:moveTo>
                  <a:pt x="441071" y="310642"/>
                </a:moveTo>
                <a:lnTo>
                  <a:pt x="433704" y="320929"/>
                </a:lnTo>
                <a:lnTo>
                  <a:pt x="474979" y="350520"/>
                </a:lnTo>
                <a:lnTo>
                  <a:pt x="482346" y="340233"/>
                </a:lnTo>
                <a:lnTo>
                  <a:pt x="441071" y="310642"/>
                </a:lnTo>
                <a:close/>
              </a:path>
              <a:path w="1184909" h="851535">
                <a:moveTo>
                  <a:pt x="513333" y="362331"/>
                </a:moveTo>
                <a:lnTo>
                  <a:pt x="505968" y="372745"/>
                </a:lnTo>
                <a:lnTo>
                  <a:pt x="547243" y="402209"/>
                </a:lnTo>
                <a:lnTo>
                  <a:pt x="554608" y="391922"/>
                </a:lnTo>
                <a:lnTo>
                  <a:pt x="513333" y="362331"/>
                </a:lnTo>
                <a:close/>
              </a:path>
              <a:path w="1184909" h="851535">
                <a:moveTo>
                  <a:pt x="585597" y="414147"/>
                </a:moveTo>
                <a:lnTo>
                  <a:pt x="578230" y="424434"/>
                </a:lnTo>
                <a:lnTo>
                  <a:pt x="619505" y="454025"/>
                </a:lnTo>
                <a:lnTo>
                  <a:pt x="626872" y="443738"/>
                </a:lnTo>
                <a:lnTo>
                  <a:pt x="585597" y="414147"/>
                </a:lnTo>
                <a:close/>
              </a:path>
              <a:path w="1184909" h="851535">
                <a:moveTo>
                  <a:pt x="657859" y="465836"/>
                </a:moveTo>
                <a:lnTo>
                  <a:pt x="650494" y="476250"/>
                </a:lnTo>
                <a:lnTo>
                  <a:pt x="691769" y="505841"/>
                </a:lnTo>
                <a:lnTo>
                  <a:pt x="699134" y="495426"/>
                </a:lnTo>
                <a:lnTo>
                  <a:pt x="657859" y="465836"/>
                </a:lnTo>
                <a:close/>
              </a:path>
              <a:path w="1184909" h="851535">
                <a:moveTo>
                  <a:pt x="730123" y="517651"/>
                </a:moveTo>
                <a:lnTo>
                  <a:pt x="722756" y="527938"/>
                </a:lnTo>
                <a:lnTo>
                  <a:pt x="764031" y="557530"/>
                </a:lnTo>
                <a:lnTo>
                  <a:pt x="771398" y="547243"/>
                </a:lnTo>
                <a:lnTo>
                  <a:pt x="730123" y="517651"/>
                </a:lnTo>
                <a:close/>
              </a:path>
              <a:path w="1184909" h="851535">
                <a:moveTo>
                  <a:pt x="802385" y="569468"/>
                </a:moveTo>
                <a:lnTo>
                  <a:pt x="795020" y="579755"/>
                </a:lnTo>
                <a:lnTo>
                  <a:pt x="836295" y="609346"/>
                </a:lnTo>
                <a:lnTo>
                  <a:pt x="843787" y="598932"/>
                </a:lnTo>
                <a:lnTo>
                  <a:pt x="802385" y="569468"/>
                </a:lnTo>
                <a:close/>
              </a:path>
              <a:path w="1184909" h="851535">
                <a:moveTo>
                  <a:pt x="874649" y="621157"/>
                </a:moveTo>
                <a:lnTo>
                  <a:pt x="867282" y="631444"/>
                </a:lnTo>
                <a:lnTo>
                  <a:pt x="908557" y="661035"/>
                </a:lnTo>
                <a:lnTo>
                  <a:pt x="916051" y="650748"/>
                </a:lnTo>
                <a:lnTo>
                  <a:pt x="874649" y="621157"/>
                </a:lnTo>
                <a:close/>
              </a:path>
              <a:path w="1184909" h="851535">
                <a:moveTo>
                  <a:pt x="947038" y="672973"/>
                </a:moveTo>
                <a:lnTo>
                  <a:pt x="939546" y="683260"/>
                </a:lnTo>
                <a:lnTo>
                  <a:pt x="980948" y="712851"/>
                </a:lnTo>
                <a:lnTo>
                  <a:pt x="988313" y="702564"/>
                </a:lnTo>
                <a:lnTo>
                  <a:pt x="947038" y="672973"/>
                </a:lnTo>
                <a:close/>
              </a:path>
              <a:path w="1184909" h="851535">
                <a:moveTo>
                  <a:pt x="1019301" y="724662"/>
                </a:moveTo>
                <a:lnTo>
                  <a:pt x="1011808" y="734949"/>
                </a:lnTo>
                <a:lnTo>
                  <a:pt x="1053210" y="764540"/>
                </a:lnTo>
                <a:lnTo>
                  <a:pt x="1060577" y="754253"/>
                </a:lnTo>
                <a:lnTo>
                  <a:pt x="1019301" y="724662"/>
                </a:lnTo>
                <a:close/>
              </a:path>
              <a:path w="1184909" h="851535">
                <a:moveTo>
                  <a:pt x="1119140" y="811815"/>
                </a:moveTo>
                <a:lnTo>
                  <a:pt x="1100581" y="837692"/>
                </a:lnTo>
                <a:lnTo>
                  <a:pt x="1184782" y="851027"/>
                </a:lnTo>
                <a:lnTo>
                  <a:pt x="1166482" y="816356"/>
                </a:lnTo>
                <a:lnTo>
                  <a:pt x="1125474" y="816356"/>
                </a:lnTo>
                <a:lnTo>
                  <a:pt x="1119140" y="811815"/>
                </a:lnTo>
                <a:close/>
              </a:path>
              <a:path w="1184909" h="851535">
                <a:moveTo>
                  <a:pt x="1126514" y="801534"/>
                </a:moveTo>
                <a:lnTo>
                  <a:pt x="1119140" y="811815"/>
                </a:lnTo>
                <a:lnTo>
                  <a:pt x="1125474" y="816356"/>
                </a:lnTo>
                <a:lnTo>
                  <a:pt x="1132840" y="806069"/>
                </a:lnTo>
                <a:lnTo>
                  <a:pt x="1126514" y="801534"/>
                </a:lnTo>
                <a:close/>
              </a:path>
              <a:path w="1184909" h="851535">
                <a:moveTo>
                  <a:pt x="1145031" y="775716"/>
                </a:moveTo>
                <a:lnTo>
                  <a:pt x="1126514" y="801534"/>
                </a:lnTo>
                <a:lnTo>
                  <a:pt x="1132840" y="806069"/>
                </a:lnTo>
                <a:lnTo>
                  <a:pt x="1125474" y="816356"/>
                </a:lnTo>
                <a:lnTo>
                  <a:pt x="1166482" y="816356"/>
                </a:lnTo>
                <a:lnTo>
                  <a:pt x="1145031" y="775716"/>
                </a:lnTo>
                <a:close/>
              </a:path>
              <a:path w="1184909" h="851535">
                <a:moveTo>
                  <a:pt x="1091565" y="776478"/>
                </a:moveTo>
                <a:lnTo>
                  <a:pt x="1084199" y="786765"/>
                </a:lnTo>
                <a:lnTo>
                  <a:pt x="1119140" y="811815"/>
                </a:lnTo>
                <a:lnTo>
                  <a:pt x="1126514" y="801534"/>
                </a:lnTo>
                <a:lnTo>
                  <a:pt x="1091565" y="7764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852659" y="2914142"/>
            <a:ext cx="431165" cy="848994"/>
          </a:xfrm>
          <a:custGeom>
            <a:avLst/>
            <a:gdLst/>
            <a:ahLst/>
            <a:cxnLst/>
            <a:rect l="l" t="t" r="r" b="b"/>
            <a:pathLst>
              <a:path w="431165" h="848995">
                <a:moveTo>
                  <a:pt x="419481" y="0"/>
                </a:moveTo>
                <a:lnTo>
                  <a:pt x="396748" y="45338"/>
                </a:lnTo>
                <a:lnTo>
                  <a:pt x="408050" y="51054"/>
                </a:lnTo>
                <a:lnTo>
                  <a:pt x="430911" y="5587"/>
                </a:lnTo>
                <a:lnTo>
                  <a:pt x="419481" y="0"/>
                </a:lnTo>
                <a:close/>
              </a:path>
              <a:path w="431165" h="848995">
                <a:moveTo>
                  <a:pt x="379603" y="79375"/>
                </a:moveTo>
                <a:lnTo>
                  <a:pt x="356743" y="124713"/>
                </a:lnTo>
                <a:lnTo>
                  <a:pt x="368173" y="130429"/>
                </a:lnTo>
                <a:lnTo>
                  <a:pt x="390906" y="85090"/>
                </a:lnTo>
                <a:lnTo>
                  <a:pt x="379603" y="79375"/>
                </a:lnTo>
                <a:close/>
              </a:path>
              <a:path w="431165" h="848995">
                <a:moveTo>
                  <a:pt x="339725" y="158750"/>
                </a:moveTo>
                <a:lnTo>
                  <a:pt x="316865" y="204216"/>
                </a:lnTo>
                <a:lnTo>
                  <a:pt x="328168" y="209931"/>
                </a:lnTo>
                <a:lnTo>
                  <a:pt x="351028" y="164465"/>
                </a:lnTo>
                <a:lnTo>
                  <a:pt x="339725" y="158750"/>
                </a:lnTo>
                <a:close/>
              </a:path>
              <a:path w="431165" h="848995">
                <a:moveTo>
                  <a:pt x="299720" y="238252"/>
                </a:moveTo>
                <a:lnTo>
                  <a:pt x="276860" y="283591"/>
                </a:lnTo>
                <a:lnTo>
                  <a:pt x="288290" y="289306"/>
                </a:lnTo>
                <a:lnTo>
                  <a:pt x="311023" y="243967"/>
                </a:lnTo>
                <a:lnTo>
                  <a:pt x="299720" y="238252"/>
                </a:lnTo>
                <a:close/>
              </a:path>
              <a:path w="431165" h="848995">
                <a:moveTo>
                  <a:pt x="259842" y="317627"/>
                </a:moveTo>
                <a:lnTo>
                  <a:pt x="236982" y="363093"/>
                </a:lnTo>
                <a:lnTo>
                  <a:pt x="248285" y="368808"/>
                </a:lnTo>
                <a:lnTo>
                  <a:pt x="271145" y="323342"/>
                </a:lnTo>
                <a:lnTo>
                  <a:pt x="259842" y="317627"/>
                </a:lnTo>
                <a:close/>
              </a:path>
              <a:path w="431165" h="848995">
                <a:moveTo>
                  <a:pt x="219837" y="397129"/>
                </a:moveTo>
                <a:lnTo>
                  <a:pt x="197104" y="442468"/>
                </a:lnTo>
                <a:lnTo>
                  <a:pt x="208407" y="448183"/>
                </a:lnTo>
                <a:lnTo>
                  <a:pt x="231267" y="402844"/>
                </a:lnTo>
                <a:lnTo>
                  <a:pt x="219837" y="397129"/>
                </a:lnTo>
                <a:close/>
              </a:path>
              <a:path w="431165" h="848995">
                <a:moveTo>
                  <a:pt x="179959" y="476504"/>
                </a:moveTo>
                <a:lnTo>
                  <a:pt x="157099" y="521843"/>
                </a:lnTo>
                <a:lnTo>
                  <a:pt x="168529" y="527558"/>
                </a:lnTo>
                <a:lnTo>
                  <a:pt x="191262" y="482219"/>
                </a:lnTo>
                <a:lnTo>
                  <a:pt x="179959" y="476504"/>
                </a:lnTo>
                <a:close/>
              </a:path>
              <a:path w="431165" h="848995">
                <a:moveTo>
                  <a:pt x="140081" y="555879"/>
                </a:moveTo>
                <a:lnTo>
                  <a:pt x="117221" y="601345"/>
                </a:lnTo>
                <a:lnTo>
                  <a:pt x="128524" y="607060"/>
                </a:lnTo>
                <a:lnTo>
                  <a:pt x="151384" y="561594"/>
                </a:lnTo>
                <a:lnTo>
                  <a:pt x="140081" y="555879"/>
                </a:lnTo>
                <a:close/>
              </a:path>
              <a:path w="431165" h="848995">
                <a:moveTo>
                  <a:pt x="100075" y="635381"/>
                </a:moveTo>
                <a:lnTo>
                  <a:pt x="77216" y="680720"/>
                </a:lnTo>
                <a:lnTo>
                  <a:pt x="88646" y="686435"/>
                </a:lnTo>
                <a:lnTo>
                  <a:pt x="111379" y="641096"/>
                </a:lnTo>
                <a:lnTo>
                  <a:pt x="100075" y="635381"/>
                </a:lnTo>
                <a:close/>
              </a:path>
              <a:path w="431165" h="848995">
                <a:moveTo>
                  <a:pt x="126" y="763397"/>
                </a:moveTo>
                <a:lnTo>
                  <a:pt x="0" y="848614"/>
                </a:lnTo>
                <a:lnTo>
                  <a:pt x="68325" y="797687"/>
                </a:lnTo>
                <a:lnTo>
                  <a:pt x="126" y="763397"/>
                </a:lnTo>
                <a:close/>
              </a:path>
              <a:path w="431165" h="848995">
                <a:moveTo>
                  <a:pt x="60198" y="714756"/>
                </a:moveTo>
                <a:lnTo>
                  <a:pt x="37338" y="760222"/>
                </a:lnTo>
                <a:lnTo>
                  <a:pt x="48641" y="765937"/>
                </a:lnTo>
                <a:lnTo>
                  <a:pt x="71500" y="720471"/>
                </a:lnTo>
                <a:lnTo>
                  <a:pt x="60198" y="7147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265536" y="2911348"/>
            <a:ext cx="424180" cy="852169"/>
          </a:xfrm>
          <a:custGeom>
            <a:avLst/>
            <a:gdLst/>
            <a:ahLst/>
            <a:cxnLst/>
            <a:rect l="l" t="t" r="r" b="b"/>
            <a:pathLst>
              <a:path w="424179" h="852170">
                <a:moveTo>
                  <a:pt x="372133" y="780318"/>
                </a:moveTo>
                <a:lnTo>
                  <a:pt x="346075" y="792988"/>
                </a:lnTo>
                <a:lnTo>
                  <a:pt x="423037" y="852169"/>
                </a:lnTo>
                <a:lnTo>
                  <a:pt x="423728" y="793369"/>
                </a:lnTo>
                <a:lnTo>
                  <a:pt x="378460" y="793369"/>
                </a:lnTo>
                <a:lnTo>
                  <a:pt x="372133" y="780318"/>
                </a:lnTo>
                <a:close/>
              </a:path>
              <a:path w="424179" h="852170">
                <a:moveTo>
                  <a:pt x="398186" y="767652"/>
                </a:moveTo>
                <a:lnTo>
                  <a:pt x="372133" y="780318"/>
                </a:lnTo>
                <a:lnTo>
                  <a:pt x="378460" y="793369"/>
                </a:lnTo>
                <a:lnTo>
                  <a:pt x="404495" y="780669"/>
                </a:lnTo>
                <a:lnTo>
                  <a:pt x="398186" y="767652"/>
                </a:lnTo>
                <a:close/>
              </a:path>
              <a:path w="424179" h="852170">
                <a:moveTo>
                  <a:pt x="424180" y="755014"/>
                </a:moveTo>
                <a:lnTo>
                  <a:pt x="398186" y="767652"/>
                </a:lnTo>
                <a:lnTo>
                  <a:pt x="404495" y="780669"/>
                </a:lnTo>
                <a:lnTo>
                  <a:pt x="378460" y="793369"/>
                </a:lnTo>
                <a:lnTo>
                  <a:pt x="423728" y="793369"/>
                </a:lnTo>
                <a:lnTo>
                  <a:pt x="424180" y="755014"/>
                </a:lnTo>
                <a:close/>
              </a:path>
              <a:path w="424179" h="852170">
                <a:moveTo>
                  <a:pt x="26162" y="0"/>
                </a:moveTo>
                <a:lnTo>
                  <a:pt x="0" y="12700"/>
                </a:lnTo>
                <a:lnTo>
                  <a:pt x="372133" y="780318"/>
                </a:lnTo>
                <a:lnTo>
                  <a:pt x="398186" y="767652"/>
                </a:lnTo>
                <a:lnTo>
                  <a:pt x="261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0591038" y="1409953"/>
            <a:ext cx="868044" cy="1521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2434">
              <a:lnSpc>
                <a:spcPct val="100000"/>
              </a:lnSpc>
            </a:pP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  <a:p>
            <a:pPr marL="12700" marR="5080" indent="157480">
              <a:lnSpc>
                <a:spcPct val="143700"/>
              </a:lnSpc>
              <a:spcBef>
                <a:spcPts val="670"/>
              </a:spcBef>
            </a:pPr>
            <a:r>
              <a:rPr sz="2400" spc="-5" dirty="0">
                <a:solidFill>
                  <a:srgbClr val="C00000"/>
                </a:solidFill>
                <a:latin typeface="Symbol"/>
                <a:cs typeface="Symbol"/>
              </a:rPr>
              <a:t></a:t>
            </a:r>
            <a:r>
              <a:rPr sz="2400" spc="-5" dirty="0">
                <a:solidFill>
                  <a:srgbClr val="C00000"/>
                </a:solidFill>
                <a:latin typeface="Arial"/>
                <a:cs typeface="Arial"/>
              </a:rPr>
              <a:t>(s)  </a:t>
            </a:r>
            <a:r>
              <a:rPr sz="2400" dirty="0">
                <a:solidFill>
                  <a:srgbClr val="008000"/>
                </a:solidFill>
                <a:latin typeface="Arial"/>
                <a:cs typeface="Arial"/>
              </a:rPr>
              <a:t>s,</a:t>
            </a:r>
            <a:r>
              <a:rPr sz="2400" spc="-105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008000"/>
                </a:solidFill>
                <a:latin typeface="Symbol"/>
                <a:cs typeface="Symbol"/>
              </a:rPr>
              <a:t></a:t>
            </a:r>
            <a:r>
              <a:rPr sz="2400" spc="-5" dirty="0">
                <a:solidFill>
                  <a:srgbClr val="008000"/>
                </a:solidFill>
                <a:latin typeface="Arial"/>
                <a:cs typeface="Arial"/>
              </a:rPr>
              <a:t>(s)</a:t>
            </a:r>
            <a:endParaRPr sz="2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301098" y="3315334"/>
            <a:ext cx="1174115" cy="384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s,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5" dirty="0">
                <a:latin typeface="Symbol"/>
                <a:cs typeface="Symbol"/>
              </a:rPr>
              <a:t></a:t>
            </a:r>
            <a:r>
              <a:rPr sz="2400" spc="-5" dirty="0">
                <a:latin typeface="Arial"/>
                <a:cs typeface="Arial"/>
              </a:rPr>
              <a:t>(s),s’</a:t>
            </a:r>
            <a:endParaRPr sz="24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0500359" y="3776471"/>
            <a:ext cx="337185" cy="268605"/>
          </a:xfrm>
          <a:custGeom>
            <a:avLst/>
            <a:gdLst/>
            <a:ahLst/>
            <a:cxnLst/>
            <a:rect l="l" t="t" r="r" b="b"/>
            <a:pathLst>
              <a:path w="337184" h="268604">
                <a:moveTo>
                  <a:pt x="168401" y="0"/>
                </a:moveTo>
                <a:lnTo>
                  <a:pt x="0" y="268223"/>
                </a:lnTo>
                <a:lnTo>
                  <a:pt x="336804" y="268223"/>
                </a:lnTo>
                <a:lnTo>
                  <a:pt x="168401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0500359" y="3776471"/>
            <a:ext cx="337185" cy="268605"/>
          </a:xfrm>
          <a:custGeom>
            <a:avLst/>
            <a:gdLst/>
            <a:ahLst/>
            <a:cxnLst/>
            <a:rect l="l" t="t" r="r" b="b"/>
            <a:pathLst>
              <a:path w="337184" h="268604">
                <a:moveTo>
                  <a:pt x="0" y="268223"/>
                </a:moveTo>
                <a:lnTo>
                  <a:pt x="168401" y="0"/>
                </a:lnTo>
                <a:lnTo>
                  <a:pt x="336804" y="268223"/>
                </a:lnTo>
                <a:lnTo>
                  <a:pt x="0" y="268223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1071606" y="3703066"/>
            <a:ext cx="245745" cy="382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s</a:t>
            </a: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’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85569" y="196215"/>
            <a:ext cx="8418195" cy="690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Sample-Based Policy</a:t>
            </a:r>
            <a:r>
              <a:rPr spc="-60" dirty="0"/>
              <a:t> </a:t>
            </a:r>
            <a:r>
              <a:rPr dirty="0"/>
              <a:t>Evaluation?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46378"/>
            <a:ext cx="11148695" cy="2065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333399"/>
              </a:buClr>
              <a:buFont typeface="Courier New"/>
              <a:buChar char="o"/>
              <a:tabLst>
                <a:tab pos="355600" algn="l"/>
              </a:tabLst>
            </a:pPr>
            <a:r>
              <a:rPr sz="2800" spc="-5" dirty="0">
                <a:latin typeface="Arial"/>
                <a:cs typeface="Arial"/>
              </a:rPr>
              <a:t>We </a:t>
            </a:r>
            <a:r>
              <a:rPr sz="2800" dirty="0">
                <a:latin typeface="Arial"/>
                <a:cs typeface="Arial"/>
              </a:rPr>
              <a:t>want </a:t>
            </a:r>
            <a:r>
              <a:rPr sz="2800" spc="-5" dirty="0">
                <a:latin typeface="Arial"/>
                <a:cs typeface="Arial"/>
              </a:rPr>
              <a:t>to improve our </a:t>
            </a:r>
            <a:r>
              <a:rPr sz="2800" dirty="0">
                <a:latin typeface="Arial"/>
                <a:cs typeface="Arial"/>
              </a:rPr>
              <a:t>estimate </a:t>
            </a:r>
            <a:r>
              <a:rPr sz="2800" spc="-5" dirty="0">
                <a:latin typeface="Arial"/>
                <a:cs typeface="Arial"/>
              </a:rPr>
              <a:t>of V by computing these</a:t>
            </a:r>
            <a:r>
              <a:rPr sz="2800" spc="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averages: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333399"/>
              </a:buClr>
              <a:buFont typeface="Courier New"/>
              <a:buChar char="o"/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333399"/>
              </a:buClr>
              <a:buFont typeface="Courier New"/>
              <a:buChar char="o"/>
            </a:pPr>
            <a:endParaRPr sz="3100">
              <a:latin typeface="Times New Roman"/>
              <a:cs typeface="Times New Roman"/>
            </a:endParaRPr>
          </a:p>
          <a:p>
            <a:pPr marL="355600" marR="1171575" indent="-342900">
              <a:lnSpc>
                <a:spcPts val="2690"/>
              </a:lnSpc>
              <a:buClr>
                <a:srgbClr val="333399"/>
              </a:buClr>
              <a:buFont typeface="Courier New"/>
              <a:buChar char="o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Idea: </a:t>
            </a:r>
            <a:r>
              <a:rPr sz="2800" spc="-5" dirty="0">
                <a:latin typeface="Arial"/>
                <a:cs typeface="Arial"/>
              </a:rPr>
              <a:t>Take samples of </a:t>
            </a:r>
            <a:r>
              <a:rPr sz="2800" dirty="0">
                <a:latin typeface="Arial"/>
                <a:cs typeface="Arial"/>
              </a:rPr>
              <a:t>outcomes </a:t>
            </a:r>
            <a:r>
              <a:rPr sz="2800" spc="-5" dirty="0">
                <a:latin typeface="Arial"/>
                <a:cs typeface="Arial"/>
              </a:rPr>
              <a:t>s’ (by doing the </a:t>
            </a:r>
            <a:r>
              <a:rPr sz="2800" dirty="0">
                <a:latin typeface="Arial"/>
                <a:cs typeface="Arial"/>
              </a:rPr>
              <a:t>action!) </a:t>
            </a:r>
            <a:r>
              <a:rPr sz="2800" spc="-5" dirty="0">
                <a:latin typeface="Arial"/>
                <a:cs typeface="Arial"/>
              </a:rPr>
              <a:t>and  </a:t>
            </a:r>
            <a:r>
              <a:rPr sz="2800" dirty="0">
                <a:latin typeface="Arial"/>
                <a:cs typeface="Arial"/>
              </a:rPr>
              <a:t>average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902952" y="3390900"/>
            <a:ext cx="245745" cy="196850"/>
          </a:xfrm>
          <a:custGeom>
            <a:avLst/>
            <a:gdLst/>
            <a:ahLst/>
            <a:cxnLst/>
            <a:rect l="l" t="t" r="r" b="b"/>
            <a:pathLst>
              <a:path w="245745" h="196850">
                <a:moveTo>
                  <a:pt x="122681" y="0"/>
                </a:moveTo>
                <a:lnTo>
                  <a:pt x="0" y="196596"/>
                </a:lnTo>
                <a:lnTo>
                  <a:pt x="245364" y="196596"/>
                </a:lnTo>
                <a:lnTo>
                  <a:pt x="122681" y="0"/>
                </a:lnTo>
                <a:close/>
              </a:path>
            </a:pathLst>
          </a:custGeom>
          <a:solidFill>
            <a:srgbClr val="CCEB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902952" y="3390900"/>
            <a:ext cx="245745" cy="196850"/>
          </a:xfrm>
          <a:custGeom>
            <a:avLst/>
            <a:gdLst/>
            <a:ahLst/>
            <a:cxnLst/>
            <a:rect l="l" t="t" r="r" b="b"/>
            <a:pathLst>
              <a:path w="245745" h="196850">
                <a:moveTo>
                  <a:pt x="0" y="196596"/>
                </a:moveTo>
                <a:lnTo>
                  <a:pt x="122681" y="0"/>
                </a:lnTo>
                <a:lnTo>
                  <a:pt x="245364" y="196596"/>
                </a:lnTo>
                <a:lnTo>
                  <a:pt x="0" y="196596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659873" y="3588003"/>
            <a:ext cx="379730" cy="581025"/>
          </a:xfrm>
          <a:custGeom>
            <a:avLst/>
            <a:gdLst/>
            <a:ahLst/>
            <a:cxnLst/>
            <a:rect l="l" t="t" r="r" b="b"/>
            <a:pathLst>
              <a:path w="379729" h="581025">
                <a:moveTo>
                  <a:pt x="10286" y="484378"/>
                </a:moveTo>
                <a:lnTo>
                  <a:pt x="0" y="580898"/>
                </a:lnTo>
                <a:lnTo>
                  <a:pt x="83439" y="531241"/>
                </a:lnTo>
                <a:lnTo>
                  <a:pt x="78086" y="527812"/>
                </a:lnTo>
                <a:lnTo>
                  <a:pt x="51307" y="527812"/>
                </a:lnTo>
                <a:lnTo>
                  <a:pt x="26924" y="512191"/>
                </a:lnTo>
                <a:lnTo>
                  <a:pt x="34716" y="500028"/>
                </a:lnTo>
                <a:lnTo>
                  <a:pt x="10286" y="484378"/>
                </a:lnTo>
                <a:close/>
              </a:path>
              <a:path w="379729" h="581025">
                <a:moveTo>
                  <a:pt x="34716" y="500028"/>
                </a:moveTo>
                <a:lnTo>
                  <a:pt x="26924" y="512191"/>
                </a:lnTo>
                <a:lnTo>
                  <a:pt x="51307" y="527812"/>
                </a:lnTo>
                <a:lnTo>
                  <a:pt x="59102" y="515650"/>
                </a:lnTo>
                <a:lnTo>
                  <a:pt x="34716" y="500028"/>
                </a:lnTo>
                <a:close/>
              </a:path>
              <a:path w="379729" h="581025">
                <a:moveTo>
                  <a:pt x="59102" y="515650"/>
                </a:moveTo>
                <a:lnTo>
                  <a:pt x="51307" y="527812"/>
                </a:lnTo>
                <a:lnTo>
                  <a:pt x="78086" y="527812"/>
                </a:lnTo>
                <a:lnTo>
                  <a:pt x="59102" y="515650"/>
                </a:lnTo>
                <a:close/>
              </a:path>
              <a:path w="379729" h="581025">
                <a:moveTo>
                  <a:pt x="355092" y="0"/>
                </a:moveTo>
                <a:lnTo>
                  <a:pt x="34716" y="500028"/>
                </a:lnTo>
                <a:lnTo>
                  <a:pt x="59102" y="515650"/>
                </a:lnTo>
                <a:lnTo>
                  <a:pt x="379475" y="15748"/>
                </a:lnTo>
                <a:lnTo>
                  <a:pt x="35509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575292" y="416814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39">
                <a:moveTo>
                  <a:pt x="102869" y="0"/>
                </a:moveTo>
                <a:lnTo>
                  <a:pt x="62847" y="8090"/>
                </a:lnTo>
                <a:lnTo>
                  <a:pt x="30146" y="30146"/>
                </a:lnTo>
                <a:lnTo>
                  <a:pt x="8090" y="62847"/>
                </a:lnTo>
                <a:lnTo>
                  <a:pt x="0" y="102870"/>
                </a:lnTo>
                <a:lnTo>
                  <a:pt x="8090" y="142892"/>
                </a:lnTo>
                <a:lnTo>
                  <a:pt x="30146" y="175593"/>
                </a:lnTo>
                <a:lnTo>
                  <a:pt x="62847" y="197649"/>
                </a:lnTo>
                <a:lnTo>
                  <a:pt x="102869" y="205740"/>
                </a:lnTo>
                <a:lnTo>
                  <a:pt x="142892" y="197649"/>
                </a:lnTo>
                <a:lnTo>
                  <a:pt x="175593" y="175593"/>
                </a:lnTo>
                <a:lnTo>
                  <a:pt x="197649" y="142892"/>
                </a:lnTo>
                <a:lnTo>
                  <a:pt x="205739" y="102870"/>
                </a:lnTo>
                <a:lnTo>
                  <a:pt x="197649" y="62847"/>
                </a:lnTo>
                <a:lnTo>
                  <a:pt x="175593" y="30146"/>
                </a:lnTo>
                <a:lnTo>
                  <a:pt x="142892" y="8090"/>
                </a:lnTo>
                <a:lnTo>
                  <a:pt x="102869" y="0"/>
                </a:lnTo>
                <a:close/>
              </a:path>
            </a:pathLst>
          </a:custGeom>
          <a:solidFill>
            <a:srgbClr val="B5E2C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575292" y="416814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39">
                <a:moveTo>
                  <a:pt x="0" y="102870"/>
                </a:moveTo>
                <a:lnTo>
                  <a:pt x="8090" y="62847"/>
                </a:lnTo>
                <a:lnTo>
                  <a:pt x="30146" y="30146"/>
                </a:lnTo>
                <a:lnTo>
                  <a:pt x="62847" y="8090"/>
                </a:lnTo>
                <a:lnTo>
                  <a:pt x="102869" y="0"/>
                </a:lnTo>
                <a:lnTo>
                  <a:pt x="142892" y="8090"/>
                </a:lnTo>
                <a:lnTo>
                  <a:pt x="175593" y="30146"/>
                </a:lnTo>
                <a:lnTo>
                  <a:pt x="197649" y="62847"/>
                </a:lnTo>
                <a:lnTo>
                  <a:pt x="205739" y="102870"/>
                </a:lnTo>
                <a:lnTo>
                  <a:pt x="197649" y="142892"/>
                </a:lnTo>
                <a:lnTo>
                  <a:pt x="175593" y="175593"/>
                </a:lnTo>
                <a:lnTo>
                  <a:pt x="142892" y="197649"/>
                </a:lnTo>
                <a:lnTo>
                  <a:pt x="102869" y="205740"/>
                </a:lnTo>
                <a:lnTo>
                  <a:pt x="62847" y="197649"/>
                </a:lnTo>
                <a:lnTo>
                  <a:pt x="30146" y="175593"/>
                </a:lnTo>
                <a:lnTo>
                  <a:pt x="8090" y="142892"/>
                </a:lnTo>
                <a:lnTo>
                  <a:pt x="0" y="10287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548383" y="5407152"/>
            <a:ext cx="3454908" cy="7665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649841" y="4368291"/>
            <a:ext cx="310515" cy="619125"/>
          </a:xfrm>
          <a:custGeom>
            <a:avLst/>
            <a:gdLst/>
            <a:ahLst/>
            <a:cxnLst/>
            <a:rect l="l" t="t" r="r" b="b"/>
            <a:pathLst>
              <a:path w="310515" h="619125">
                <a:moveTo>
                  <a:pt x="258005" y="547060"/>
                </a:moveTo>
                <a:lnTo>
                  <a:pt x="231901" y="559688"/>
                </a:lnTo>
                <a:lnTo>
                  <a:pt x="308736" y="618997"/>
                </a:lnTo>
                <a:lnTo>
                  <a:pt x="309584" y="560069"/>
                </a:lnTo>
                <a:lnTo>
                  <a:pt x="264286" y="560069"/>
                </a:lnTo>
                <a:lnTo>
                  <a:pt x="258005" y="547060"/>
                </a:lnTo>
                <a:close/>
              </a:path>
              <a:path w="310515" h="619125">
                <a:moveTo>
                  <a:pt x="284035" y="534468"/>
                </a:moveTo>
                <a:lnTo>
                  <a:pt x="258005" y="547060"/>
                </a:lnTo>
                <a:lnTo>
                  <a:pt x="264286" y="560069"/>
                </a:lnTo>
                <a:lnTo>
                  <a:pt x="290322" y="547496"/>
                </a:lnTo>
                <a:lnTo>
                  <a:pt x="284035" y="534468"/>
                </a:lnTo>
                <a:close/>
              </a:path>
              <a:path w="310515" h="619125">
                <a:moveTo>
                  <a:pt x="310133" y="521842"/>
                </a:moveTo>
                <a:lnTo>
                  <a:pt x="284035" y="534468"/>
                </a:lnTo>
                <a:lnTo>
                  <a:pt x="290322" y="547496"/>
                </a:lnTo>
                <a:lnTo>
                  <a:pt x="264286" y="560069"/>
                </a:lnTo>
                <a:lnTo>
                  <a:pt x="309584" y="560069"/>
                </a:lnTo>
                <a:lnTo>
                  <a:pt x="310133" y="521842"/>
                </a:lnTo>
                <a:close/>
              </a:path>
              <a:path w="310515" h="619125">
                <a:moveTo>
                  <a:pt x="26161" y="0"/>
                </a:moveTo>
                <a:lnTo>
                  <a:pt x="0" y="12699"/>
                </a:lnTo>
                <a:lnTo>
                  <a:pt x="258005" y="547060"/>
                </a:lnTo>
                <a:lnTo>
                  <a:pt x="284035" y="534468"/>
                </a:lnTo>
                <a:lnTo>
                  <a:pt x="261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822180" y="4995671"/>
            <a:ext cx="243840" cy="195580"/>
          </a:xfrm>
          <a:custGeom>
            <a:avLst/>
            <a:gdLst/>
            <a:ahLst/>
            <a:cxnLst/>
            <a:rect l="l" t="t" r="r" b="b"/>
            <a:pathLst>
              <a:path w="243840" h="195579">
                <a:moveTo>
                  <a:pt x="121920" y="0"/>
                </a:moveTo>
                <a:lnTo>
                  <a:pt x="0" y="195071"/>
                </a:lnTo>
                <a:lnTo>
                  <a:pt x="243840" y="195071"/>
                </a:lnTo>
                <a:lnTo>
                  <a:pt x="121920" y="0"/>
                </a:lnTo>
                <a:close/>
              </a:path>
            </a:pathLst>
          </a:custGeom>
          <a:solidFill>
            <a:srgbClr val="CCEB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822180" y="4995671"/>
            <a:ext cx="243840" cy="195580"/>
          </a:xfrm>
          <a:custGeom>
            <a:avLst/>
            <a:gdLst/>
            <a:ahLst/>
            <a:cxnLst/>
            <a:rect l="l" t="t" r="r" b="b"/>
            <a:pathLst>
              <a:path w="243840" h="195579">
                <a:moveTo>
                  <a:pt x="0" y="195071"/>
                </a:moveTo>
                <a:lnTo>
                  <a:pt x="121920" y="0"/>
                </a:lnTo>
                <a:lnTo>
                  <a:pt x="243840" y="195071"/>
                </a:lnTo>
                <a:lnTo>
                  <a:pt x="0" y="195071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88008" y="3308603"/>
            <a:ext cx="5119116" cy="3749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575816" y="3861815"/>
            <a:ext cx="5116068" cy="37642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589532" y="4604003"/>
            <a:ext cx="5117592" cy="37490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33372" y="4390644"/>
            <a:ext cx="330707" cy="6096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493519" y="1905000"/>
            <a:ext cx="7417308" cy="64617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216390" y="4387341"/>
            <a:ext cx="473709" cy="626110"/>
          </a:xfrm>
          <a:custGeom>
            <a:avLst/>
            <a:gdLst/>
            <a:ahLst/>
            <a:cxnLst/>
            <a:rect l="l" t="t" r="r" b="b"/>
            <a:pathLst>
              <a:path w="473709" h="626110">
                <a:moveTo>
                  <a:pt x="17271" y="530224"/>
                </a:moveTo>
                <a:lnTo>
                  <a:pt x="0" y="625855"/>
                </a:lnTo>
                <a:lnTo>
                  <a:pt x="86867" y="582294"/>
                </a:lnTo>
                <a:lnTo>
                  <a:pt x="79229" y="576579"/>
                </a:lnTo>
                <a:lnTo>
                  <a:pt x="54990" y="576579"/>
                </a:lnTo>
                <a:lnTo>
                  <a:pt x="31750" y="559180"/>
                </a:lnTo>
                <a:lnTo>
                  <a:pt x="40444" y="547562"/>
                </a:lnTo>
                <a:lnTo>
                  <a:pt x="17271" y="530224"/>
                </a:lnTo>
                <a:close/>
              </a:path>
              <a:path w="473709" h="626110">
                <a:moveTo>
                  <a:pt x="40444" y="547562"/>
                </a:moveTo>
                <a:lnTo>
                  <a:pt x="31750" y="559180"/>
                </a:lnTo>
                <a:lnTo>
                  <a:pt x="54990" y="576579"/>
                </a:lnTo>
                <a:lnTo>
                  <a:pt x="63688" y="564952"/>
                </a:lnTo>
                <a:lnTo>
                  <a:pt x="40444" y="547562"/>
                </a:lnTo>
                <a:close/>
              </a:path>
              <a:path w="473709" h="626110">
                <a:moveTo>
                  <a:pt x="63688" y="564952"/>
                </a:moveTo>
                <a:lnTo>
                  <a:pt x="54990" y="576579"/>
                </a:lnTo>
                <a:lnTo>
                  <a:pt x="79229" y="576579"/>
                </a:lnTo>
                <a:lnTo>
                  <a:pt x="63688" y="564952"/>
                </a:lnTo>
                <a:close/>
              </a:path>
              <a:path w="473709" h="626110">
                <a:moveTo>
                  <a:pt x="450214" y="0"/>
                </a:moveTo>
                <a:lnTo>
                  <a:pt x="40444" y="547562"/>
                </a:lnTo>
                <a:lnTo>
                  <a:pt x="63688" y="564952"/>
                </a:lnTo>
                <a:lnTo>
                  <a:pt x="473328" y="17271"/>
                </a:lnTo>
                <a:lnTo>
                  <a:pt x="45021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9078468" y="5021579"/>
            <a:ext cx="245745" cy="195580"/>
          </a:xfrm>
          <a:custGeom>
            <a:avLst/>
            <a:gdLst/>
            <a:ahLst/>
            <a:cxnLst/>
            <a:rect l="l" t="t" r="r" b="b"/>
            <a:pathLst>
              <a:path w="245745" h="195579">
                <a:moveTo>
                  <a:pt x="122681" y="0"/>
                </a:moveTo>
                <a:lnTo>
                  <a:pt x="0" y="195072"/>
                </a:lnTo>
                <a:lnTo>
                  <a:pt x="245363" y="195072"/>
                </a:lnTo>
                <a:lnTo>
                  <a:pt x="122681" y="0"/>
                </a:lnTo>
                <a:close/>
              </a:path>
            </a:pathLst>
          </a:custGeom>
          <a:solidFill>
            <a:srgbClr val="CCEB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9078468" y="5021579"/>
            <a:ext cx="245745" cy="195580"/>
          </a:xfrm>
          <a:custGeom>
            <a:avLst/>
            <a:gdLst/>
            <a:ahLst/>
            <a:cxnLst/>
            <a:rect l="l" t="t" r="r" b="b"/>
            <a:pathLst>
              <a:path w="245745" h="195579">
                <a:moveTo>
                  <a:pt x="0" y="195072"/>
                </a:moveTo>
                <a:lnTo>
                  <a:pt x="122681" y="0"/>
                </a:lnTo>
                <a:lnTo>
                  <a:pt x="245363" y="195072"/>
                </a:lnTo>
                <a:lnTo>
                  <a:pt x="0" y="195072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0116311" y="4392421"/>
            <a:ext cx="313690" cy="615950"/>
          </a:xfrm>
          <a:custGeom>
            <a:avLst/>
            <a:gdLst/>
            <a:ahLst/>
            <a:cxnLst/>
            <a:rect l="l" t="t" r="r" b="b"/>
            <a:pathLst>
              <a:path w="313690" h="615950">
                <a:moveTo>
                  <a:pt x="302133" y="0"/>
                </a:moveTo>
                <a:lnTo>
                  <a:pt x="279400" y="45338"/>
                </a:lnTo>
                <a:lnTo>
                  <a:pt x="290703" y="51053"/>
                </a:lnTo>
                <a:lnTo>
                  <a:pt x="313563" y="5587"/>
                </a:lnTo>
                <a:lnTo>
                  <a:pt x="302133" y="0"/>
                </a:lnTo>
                <a:close/>
              </a:path>
              <a:path w="313690" h="615950">
                <a:moveTo>
                  <a:pt x="262255" y="79375"/>
                </a:moveTo>
                <a:lnTo>
                  <a:pt x="239395" y="124713"/>
                </a:lnTo>
                <a:lnTo>
                  <a:pt x="250825" y="130428"/>
                </a:lnTo>
                <a:lnTo>
                  <a:pt x="273558" y="85089"/>
                </a:lnTo>
                <a:lnTo>
                  <a:pt x="262255" y="79375"/>
                </a:lnTo>
                <a:close/>
              </a:path>
              <a:path w="313690" h="615950">
                <a:moveTo>
                  <a:pt x="222377" y="158750"/>
                </a:moveTo>
                <a:lnTo>
                  <a:pt x="199517" y="204215"/>
                </a:lnTo>
                <a:lnTo>
                  <a:pt x="210947" y="209930"/>
                </a:lnTo>
                <a:lnTo>
                  <a:pt x="233680" y="164464"/>
                </a:lnTo>
                <a:lnTo>
                  <a:pt x="222377" y="158750"/>
                </a:lnTo>
                <a:close/>
              </a:path>
              <a:path w="313690" h="615950">
                <a:moveTo>
                  <a:pt x="182372" y="238251"/>
                </a:moveTo>
                <a:lnTo>
                  <a:pt x="159639" y="283590"/>
                </a:lnTo>
                <a:lnTo>
                  <a:pt x="170942" y="289305"/>
                </a:lnTo>
                <a:lnTo>
                  <a:pt x="193802" y="243966"/>
                </a:lnTo>
                <a:lnTo>
                  <a:pt x="182372" y="238251"/>
                </a:lnTo>
                <a:close/>
              </a:path>
              <a:path w="313690" h="615950">
                <a:moveTo>
                  <a:pt x="142494" y="317626"/>
                </a:moveTo>
                <a:lnTo>
                  <a:pt x="119761" y="363092"/>
                </a:lnTo>
                <a:lnTo>
                  <a:pt x="131064" y="368807"/>
                </a:lnTo>
                <a:lnTo>
                  <a:pt x="153924" y="323341"/>
                </a:lnTo>
                <a:lnTo>
                  <a:pt x="142494" y="317626"/>
                </a:lnTo>
                <a:close/>
              </a:path>
              <a:path w="313690" h="615950">
                <a:moveTo>
                  <a:pt x="102616" y="397128"/>
                </a:moveTo>
                <a:lnTo>
                  <a:pt x="79756" y="442467"/>
                </a:lnTo>
                <a:lnTo>
                  <a:pt x="91186" y="448182"/>
                </a:lnTo>
                <a:lnTo>
                  <a:pt x="113919" y="402844"/>
                </a:lnTo>
                <a:lnTo>
                  <a:pt x="102616" y="397128"/>
                </a:lnTo>
                <a:close/>
              </a:path>
              <a:path w="313690" h="615950">
                <a:moveTo>
                  <a:pt x="62738" y="476503"/>
                </a:moveTo>
                <a:lnTo>
                  <a:pt x="39878" y="521969"/>
                </a:lnTo>
                <a:lnTo>
                  <a:pt x="51181" y="527684"/>
                </a:lnTo>
                <a:lnTo>
                  <a:pt x="74041" y="482219"/>
                </a:lnTo>
                <a:lnTo>
                  <a:pt x="62738" y="476503"/>
                </a:lnTo>
                <a:close/>
              </a:path>
              <a:path w="313690" h="615950">
                <a:moveTo>
                  <a:pt x="127" y="530225"/>
                </a:moveTo>
                <a:lnTo>
                  <a:pt x="0" y="615441"/>
                </a:lnTo>
                <a:lnTo>
                  <a:pt x="68199" y="564514"/>
                </a:lnTo>
                <a:lnTo>
                  <a:pt x="127" y="53022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9670795" y="4383532"/>
            <a:ext cx="1050290" cy="625475"/>
          </a:xfrm>
          <a:custGeom>
            <a:avLst/>
            <a:gdLst/>
            <a:ahLst/>
            <a:cxnLst/>
            <a:rect l="l" t="t" r="r" b="b"/>
            <a:pathLst>
              <a:path w="1050290" h="625475">
                <a:moveTo>
                  <a:pt x="967595" y="593512"/>
                </a:moveTo>
                <a:lnTo>
                  <a:pt x="952880" y="618490"/>
                </a:lnTo>
                <a:lnTo>
                  <a:pt x="1049781" y="625094"/>
                </a:lnTo>
                <a:lnTo>
                  <a:pt x="1034039" y="600837"/>
                </a:lnTo>
                <a:lnTo>
                  <a:pt x="980058" y="600837"/>
                </a:lnTo>
                <a:lnTo>
                  <a:pt x="967595" y="593512"/>
                </a:lnTo>
                <a:close/>
              </a:path>
              <a:path w="1050290" h="625475">
                <a:moveTo>
                  <a:pt x="982245" y="568646"/>
                </a:moveTo>
                <a:lnTo>
                  <a:pt x="967595" y="593512"/>
                </a:lnTo>
                <a:lnTo>
                  <a:pt x="980058" y="600837"/>
                </a:lnTo>
                <a:lnTo>
                  <a:pt x="994663" y="575945"/>
                </a:lnTo>
                <a:lnTo>
                  <a:pt x="982245" y="568646"/>
                </a:lnTo>
                <a:close/>
              </a:path>
              <a:path w="1050290" h="625475">
                <a:moveTo>
                  <a:pt x="996950" y="543687"/>
                </a:moveTo>
                <a:lnTo>
                  <a:pt x="982245" y="568646"/>
                </a:lnTo>
                <a:lnTo>
                  <a:pt x="994663" y="575945"/>
                </a:lnTo>
                <a:lnTo>
                  <a:pt x="980058" y="600837"/>
                </a:lnTo>
                <a:lnTo>
                  <a:pt x="1034039" y="600837"/>
                </a:lnTo>
                <a:lnTo>
                  <a:pt x="996950" y="543687"/>
                </a:lnTo>
                <a:close/>
              </a:path>
              <a:path w="1050290" h="625475">
                <a:moveTo>
                  <a:pt x="14731" y="0"/>
                </a:moveTo>
                <a:lnTo>
                  <a:pt x="0" y="24892"/>
                </a:lnTo>
                <a:lnTo>
                  <a:pt x="967595" y="593512"/>
                </a:lnTo>
                <a:lnTo>
                  <a:pt x="982245" y="568646"/>
                </a:lnTo>
                <a:lnTo>
                  <a:pt x="147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0584180" y="5018532"/>
            <a:ext cx="243840" cy="195580"/>
          </a:xfrm>
          <a:custGeom>
            <a:avLst/>
            <a:gdLst/>
            <a:ahLst/>
            <a:cxnLst/>
            <a:rect l="l" t="t" r="r" b="b"/>
            <a:pathLst>
              <a:path w="243840" h="195579">
                <a:moveTo>
                  <a:pt x="121920" y="0"/>
                </a:moveTo>
                <a:lnTo>
                  <a:pt x="0" y="195072"/>
                </a:lnTo>
                <a:lnTo>
                  <a:pt x="243840" y="195072"/>
                </a:lnTo>
                <a:lnTo>
                  <a:pt x="121920" y="0"/>
                </a:lnTo>
                <a:close/>
              </a:path>
            </a:pathLst>
          </a:custGeom>
          <a:solidFill>
            <a:srgbClr val="CCEB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0584180" y="5018532"/>
            <a:ext cx="243840" cy="195580"/>
          </a:xfrm>
          <a:custGeom>
            <a:avLst/>
            <a:gdLst/>
            <a:ahLst/>
            <a:cxnLst/>
            <a:rect l="l" t="t" r="r" b="b"/>
            <a:pathLst>
              <a:path w="243840" h="195579">
                <a:moveTo>
                  <a:pt x="0" y="195072"/>
                </a:moveTo>
                <a:lnTo>
                  <a:pt x="121920" y="0"/>
                </a:lnTo>
                <a:lnTo>
                  <a:pt x="243840" y="195072"/>
                </a:lnTo>
                <a:lnTo>
                  <a:pt x="0" y="195072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837676" y="4420615"/>
            <a:ext cx="825500" cy="617855"/>
          </a:xfrm>
          <a:custGeom>
            <a:avLst/>
            <a:gdLst/>
            <a:ahLst/>
            <a:cxnLst/>
            <a:rect l="l" t="t" r="r" b="b"/>
            <a:pathLst>
              <a:path w="825500" h="617854">
                <a:moveTo>
                  <a:pt x="817626" y="0"/>
                </a:moveTo>
                <a:lnTo>
                  <a:pt x="776858" y="30352"/>
                </a:lnTo>
                <a:lnTo>
                  <a:pt x="784478" y="40512"/>
                </a:lnTo>
                <a:lnTo>
                  <a:pt x="825246" y="10159"/>
                </a:lnTo>
                <a:lnTo>
                  <a:pt x="817626" y="0"/>
                </a:lnTo>
                <a:close/>
              </a:path>
              <a:path w="825500" h="617854">
                <a:moveTo>
                  <a:pt x="746378" y="53085"/>
                </a:moveTo>
                <a:lnTo>
                  <a:pt x="705612" y="83565"/>
                </a:lnTo>
                <a:lnTo>
                  <a:pt x="713231" y="93725"/>
                </a:lnTo>
                <a:lnTo>
                  <a:pt x="753999" y="63372"/>
                </a:lnTo>
                <a:lnTo>
                  <a:pt x="746378" y="53085"/>
                </a:lnTo>
                <a:close/>
              </a:path>
              <a:path w="825500" h="617854">
                <a:moveTo>
                  <a:pt x="675131" y="106298"/>
                </a:moveTo>
                <a:lnTo>
                  <a:pt x="634365" y="136651"/>
                </a:lnTo>
                <a:lnTo>
                  <a:pt x="641984" y="146811"/>
                </a:lnTo>
                <a:lnTo>
                  <a:pt x="682751" y="116458"/>
                </a:lnTo>
                <a:lnTo>
                  <a:pt x="675131" y="106298"/>
                </a:lnTo>
                <a:close/>
              </a:path>
              <a:path w="825500" h="617854">
                <a:moveTo>
                  <a:pt x="603884" y="159384"/>
                </a:moveTo>
                <a:lnTo>
                  <a:pt x="563118" y="189864"/>
                </a:lnTo>
                <a:lnTo>
                  <a:pt x="570738" y="200024"/>
                </a:lnTo>
                <a:lnTo>
                  <a:pt x="611504" y="169671"/>
                </a:lnTo>
                <a:lnTo>
                  <a:pt x="603884" y="159384"/>
                </a:lnTo>
                <a:close/>
              </a:path>
              <a:path w="825500" h="617854">
                <a:moveTo>
                  <a:pt x="532638" y="212597"/>
                </a:moveTo>
                <a:lnTo>
                  <a:pt x="491871" y="242950"/>
                </a:lnTo>
                <a:lnTo>
                  <a:pt x="499491" y="253110"/>
                </a:lnTo>
                <a:lnTo>
                  <a:pt x="540130" y="222757"/>
                </a:lnTo>
                <a:lnTo>
                  <a:pt x="532638" y="212597"/>
                </a:lnTo>
                <a:close/>
              </a:path>
              <a:path w="825500" h="617854">
                <a:moveTo>
                  <a:pt x="461391" y="265683"/>
                </a:moveTo>
                <a:lnTo>
                  <a:pt x="420624" y="296163"/>
                </a:lnTo>
                <a:lnTo>
                  <a:pt x="428244" y="306323"/>
                </a:lnTo>
                <a:lnTo>
                  <a:pt x="468883" y="275970"/>
                </a:lnTo>
                <a:lnTo>
                  <a:pt x="461391" y="265683"/>
                </a:lnTo>
                <a:close/>
              </a:path>
              <a:path w="825500" h="617854">
                <a:moveTo>
                  <a:pt x="390017" y="318896"/>
                </a:moveTo>
                <a:lnTo>
                  <a:pt x="349376" y="349249"/>
                </a:lnTo>
                <a:lnTo>
                  <a:pt x="356997" y="359409"/>
                </a:lnTo>
                <a:lnTo>
                  <a:pt x="397637" y="329056"/>
                </a:lnTo>
                <a:lnTo>
                  <a:pt x="390017" y="318896"/>
                </a:lnTo>
                <a:close/>
              </a:path>
              <a:path w="825500" h="617854">
                <a:moveTo>
                  <a:pt x="318770" y="371982"/>
                </a:moveTo>
                <a:lnTo>
                  <a:pt x="278129" y="402462"/>
                </a:lnTo>
                <a:lnTo>
                  <a:pt x="285623" y="412622"/>
                </a:lnTo>
                <a:lnTo>
                  <a:pt x="326390" y="382269"/>
                </a:lnTo>
                <a:lnTo>
                  <a:pt x="318770" y="371982"/>
                </a:lnTo>
                <a:close/>
              </a:path>
              <a:path w="825500" h="617854">
                <a:moveTo>
                  <a:pt x="247523" y="425195"/>
                </a:moveTo>
                <a:lnTo>
                  <a:pt x="206755" y="455548"/>
                </a:lnTo>
                <a:lnTo>
                  <a:pt x="214375" y="465708"/>
                </a:lnTo>
                <a:lnTo>
                  <a:pt x="255143" y="435355"/>
                </a:lnTo>
                <a:lnTo>
                  <a:pt x="247523" y="425195"/>
                </a:lnTo>
                <a:close/>
              </a:path>
              <a:path w="825500" h="617854">
                <a:moveTo>
                  <a:pt x="176275" y="478281"/>
                </a:moveTo>
                <a:lnTo>
                  <a:pt x="135508" y="508761"/>
                </a:lnTo>
                <a:lnTo>
                  <a:pt x="143128" y="518921"/>
                </a:lnTo>
                <a:lnTo>
                  <a:pt x="183896" y="488568"/>
                </a:lnTo>
                <a:lnTo>
                  <a:pt x="176275" y="478281"/>
                </a:lnTo>
                <a:close/>
              </a:path>
              <a:path w="825500" h="617854">
                <a:moveTo>
                  <a:pt x="38353" y="541654"/>
                </a:moveTo>
                <a:lnTo>
                  <a:pt x="0" y="617727"/>
                </a:lnTo>
                <a:lnTo>
                  <a:pt x="83820" y="602741"/>
                </a:lnTo>
                <a:lnTo>
                  <a:pt x="38353" y="541654"/>
                </a:lnTo>
                <a:close/>
              </a:path>
              <a:path w="825500" h="617854">
                <a:moveTo>
                  <a:pt x="105028" y="531494"/>
                </a:moveTo>
                <a:lnTo>
                  <a:pt x="64262" y="561847"/>
                </a:lnTo>
                <a:lnTo>
                  <a:pt x="71881" y="572007"/>
                </a:lnTo>
                <a:lnTo>
                  <a:pt x="112649" y="541654"/>
                </a:lnTo>
                <a:lnTo>
                  <a:pt x="105028" y="5314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9655429" y="4420489"/>
            <a:ext cx="860425" cy="617855"/>
          </a:xfrm>
          <a:custGeom>
            <a:avLst/>
            <a:gdLst/>
            <a:ahLst/>
            <a:cxnLst/>
            <a:rect l="l" t="t" r="r" b="b"/>
            <a:pathLst>
              <a:path w="860425" h="617854">
                <a:moveTo>
                  <a:pt x="7366" y="0"/>
                </a:moveTo>
                <a:lnTo>
                  <a:pt x="0" y="10413"/>
                </a:lnTo>
                <a:lnTo>
                  <a:pt x="41275" y="39878"/>
                </a:lnTo>
                <a:lnTo>
                  <a:pt x="48641" y="29591"/>
                </a:lnTo>
                <a:lnTo>
                  <a:pt x="7366" y="0"/>
                </a:lnTo>
                <a:close/>
              </a:path>
              <a:path w="860425" h="617854">
                <a:moveTo>
                  <a:pt x="79628" y="51816"/>
                </a:moveTo>
                <a:lnTo>
                  <a:pt x="72263" y="62103"/>
                </a:lnTo>
                <a:lnTo>
                  <a:pt x="113665" y="91693"/>
                </a:lnTo>
                <a:lnTo>
                  <a:pt x="121030" y="81280"/>
                </a:lnTo>
                <a:lnTo>
                  <a:pt x="79628" y="51816"/>
                </a:lnTo>
                <a:close/>
              </a:path>
              <a:path w="860425" h="617854">
                <a:moveTo>
                  <a:pt x="152019" y="103505"/>
                </a:moveTo>
                <a:lnTo>
                  <a:pt x="144652" y="113792"/>
                </a:lnTo>
                <a:lnTo>
                  <a:pt x="185927" y="143383"/>
                </a:lnTo>
                <a:lnTo>
                  <a:pt x="193294" y="133096"/>
                </a:lnTo>
                <a:lnTo>
                  <a:pt x="152019" y="103505"/>
                </a:lnTo>
                <a:close/>
              </a:path>
              <a:path w="860425" h="617854">
                <a:moveTo>
                  <a:pt x="224281" y="155194"/>
                </a:moveTo>
                <a:lnTo>
                  <a:pt x="216916" y="165481"/>
                </a:lnTo>
                <a:lnTo>
                  <a:pt x="258191" y="195072"/>
                </a:lnTo>
                <a:lnTo>
                  <a:pt x="265556" y="184785"/>
                </a:lnTo>
                <a:lnTo>
                  <a:pt x="224281" y="155194"/>
                </a:lnTo>
                <a:close/>
              </a:path>
              <a:path w="860425" h="617854">
                <a:moveTo>
                  <a:pt x="296545" y="206883"/>
                </a:moveTo>
                <a:lnTo>
                  <a:pt x="289178" y="217297"/>
                </a:lnTo>
                <a:lnTo>
                  <a:pt x="330580" y="246761"/>
                </a:lnTo>
                <a:lnTo>
                  <a:pt x="337947" y="236474"/>
                </a:lnTo>
                <a:lnTo>
                  <a:pt x="296545" y="206883"/>
                </a:lnTo>
                <a:close/>
              </a:path>
              <a:path w="860425" h="617854">
                <a:moveTo>
                  <a:pt x="368935" y="258699"/>
                </a:moveTo>
                <a:lnTo>
                  <a:pt x="361569" y="268986"/>
                </a:lnTo>
                <a:lnTo>
                  <a:pt x="402844" y="298577"/>
                </a:lnTo>
                <a:lnTo>
                  <a:pt x="410210" y="288163"/>
                </a:lnTo>
                <a:lnTo>
                  <a:pt x="368935" y="258699"/>
                </a:lnTo>
                <a:close/>
              </a:path>
              <a:path w="860425" h="617854">
                <a:moveTo>
                  <a:pt x="441198" y="310388"/>
                </a:moveTo>
                <a:lnTo>
                  <a:pt x="433831" y="320675"/>
                </a:lnTo>
                <a:lnTo>
                  <a:pt x="475106" y="350266"/>
                </a:lnTo>
                <a:lnTo>
                  <a:pt x="482473" y="339979"/>
                </a:lnTo>
                <a:lnTo>
                  <a:pt x="441198" y="310388"/>
                </a:lnTo>
                <a:close/>
              </a:path>
              <a:path w="860425" h="617854">
                <a:moveTo>
                  <a:pt x="513461" y="362077"/>
                </a:moveTo>
                <a:lnTo>
                  <a:pt x="506095" y="372363"/>
                </a:lnTo>
                <a:lnTo>
                  <a:pt x="547497" y="401955"/>
                </a:lnTo>
                <a:lnTo>
                  <a:pt x="554863" y="391668"/>
                </a:lnTo>
                <a:lnTo>
                  <a:pt x="513461" y="362077"/>
                </a:lnTo>
                <a:close/>
              </a:path>
              <a:path w="860425" h="617854">
                <a:moveTo>
                  <a:pt x="585851" y="413766"/>
                </a:moveTo>
                <a:lnTo>
                  <a:pt x="578485" y="424180"/>
                </a:lnTo>
                <a:lnTo>
                  <a:pt x="619760" y="453644"/>
                </a:lnTo>
                <a:lnTo>
                  <a:pt x="627126" y="443356"/>
                </a:lnTo>
                <a:lnTo>
                  <a:pt x="585851" y="413766"/>
                </a:lnTo>
                <a:close/>
              </a:path>
              <a:path w="860425" h="617854">
                <a:moveTo>
                  <a:pt x="658114" y="465581"/>
                </a:moveTo>
                <a:lnTo>
                  <a:pt x="650748" y="475869"/>
                </a:lnTo>
                <a:lnTo>
                  <a:pt x="692023" y="505460"/>
                </a:lnTo>
                <a:lnTo>
                  <a:pt x="699389" y="495046"/>
                </a:lnTo>
                <a:lnTo>
                  <a:pt x="658114" y="465581"/>
                </a:lnTo>
                <a:close/>
              </a:path>
              <a:path w="860425" h="617854">
                <a:moveTo>
                  <a:pt x="730376" y="517271"/>
                </a:moveTo>
                <a:lnTo>
                  <a:pt x="723011" y="527558"/>
                </a:lnTo>
                <a:lnTo>
                  <a:pt x="764413" y="557149"/>
                </a:lnTo>
                <a:lnTo>
                  <a:pt x="771778" y="546862"/>
                </a:lnTo>
                <a:lnTo>
                  <a:pt x="730376" y="517271"/>
                </a:lnTo>
                <a:close/>
              </a:path>
              <a:path w="860425" h="617854">
                <a:moveTo>
                  <a:pt x="820420" y="542544"/>
                </a:moveTo>
                <a:lnTo>
                  <a:pt x="775970" y="604519"/>
                </a:lnTo>
                <a:lnTo>
                  <a:pt x="860171" y="617855"/>
                </a:lnTo>
                <a:lnTo>
                  <a:pt x="843412" y="586105"/>
                </a:lnTo>
                <a:lnTo>
                  <a:pt x="804799" y="586105"/>
                </a:lnTo>
                <a:lnTo>
                  <a:pt x="795401" y="579247"/>
                </a:lnTo>
                <a:lnTo>
                  <a:pt x="802767" y="568960"/>
                </a:lnTo>
                <a:lnTo>
                  <a:pt x="834363" y="568960"/>
                </a:lnTo>
                <a:lnTo>
                  <a:pt x="820420" y="542544"/>
                </a:lnTo>
                <a:close/>
              </a:path>
              <a:path w="860425" h="617854">
                <a:moveTo>
                  <a:pt x="802767" y="568960"/>
                </a:moveTo>
                <a:lnTo>
                  <a:pt x="795401" y="579247"/>
                </a:lnTo>
                <a:lnTo>
                  <a:pt x="804799" y="586105"/>
                </a:lnTo>
                <a:lnTo>
                  <a:pt x="812165" y="575691"/>
                </a:lnTo>
                <a:lnTo>
                  <a:pt x="802767" y="568960"/>
                </a:lnTo>
                <a:close/>
              </a:path>
              <a:path w="860425" h="617854">
                <a:moveTo>
                  <a:pt x="834363" y="568960"/>
                </a:moveTo>
                <a:lnTo>
                  <a:pt x="802767" y="568960"/>
                </a:lnTo>
                <a:lnTo>
                  <a:pt x="812165" y="575691"/>
                </a:lnTo>
                <a:lnTo>
                  <a:pt x="804799" y="586105"/>
                </a:lnTo>
                <a:lnTo>
                  <a:pt x="843412" y="586105"/>
                </a:lnTo>
                <a:lnTo>
                  <a:pt x="834363" y="5689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9351264" y="4422902"/>
            <a:ext cx="313690" cy="615950"/>
          </a:xfrm>
          <a:custGeom>
            <a:avLst/>
            <a:gdLst/>
            <a:ahLst/>
            <a:cxnLst/>
            <a:rect l="l" t="t" r="r" b="b"/>
            <a:pathLst>
              <a:path w="313690" h="615950">
                <a:moveTo>
                  <a:pt x="302132" y="0"/>
                </a:moveTo>
                <a:lnTo>
                  <a:pt x="279400" y="45339"/>
                </a:lnTo>
                <a:lnTo>
                  <a:pt x="290702" y="51054"/>
                </a:lnTo>
                <a:lnTo>
                  <a:pt x="313562" y="5587"/>
                </a:lnTo>
                <a:lnTo>
                  <a:pt x="302132" y="0"/>
                </a:lnTo>
                <a:close/>
              </a:path>
              <a:path w="313690" h="615950">
                <a:moveTo>
                  <a:pt x="262254" y="79375"/>
                </a:moveTo>
                <a:lnTo>
                  <a:pt x="239394" y="124714"/>
                </a:lnTo>
                <a:lnTo>
                  <a:pt x="250825" y="130429"/>
                </a:lnTo>
                <a:lnTo>
                  <a:pt x="273557" y="85090"/>
                </a:lnTo>
                <a:lnTo>
                  <a:pt x="262254" y="79375"/>
                </a:lnTo>
                <a:close/>
              </a:path>
              <a:path w="313690" h="615950">
                <a:moveTo>
                  <a:pt x="222376" y="158750"/>
                </a:moveTo>
                <a:lnTo>
                  <a:pt x="199516" y="204216"/>
                </a:lnTo>
                <a:lnTo>
                  <a:pt x="210946" y="209931"/>
                </a:lnTo>
                <a:lnTo>
                  <a:pt x="233679" y="164465"/>
                </a:lnTo>
                <a:lnTo>
                  <a:pt x="222376" y="158750"/>
                </a:lnTo>
                <a:close/>
              </a:path>
              <a:path w="313690" h="615950">
                <a:moveTo>
                  <a:pt x="182371" y="238252"/>
                </a:moveTo>
                <a:lnTo>
                  <a:pt x="159638" y="283591"/>
                </a:lnTo>
                <a:lnTo>
                  <a:pt x="170941" y="289306"/>
                </a:lnTo>
                <a:lnTo>
                  <a:pt x="193801" y="243967"/>
                </a:lnTo>
                <a:lnTo>
                  <a:pt x="182371" y="238252"/>
                </a:lnTo>
                <a:close/>
              </a:path>
              <a:path w="313690" h="615950">
                <a:moveTo>
                  <a:pt x="142493" y="317627"/>
                </a:moveTo>
                <a:lnTo>
                  <a:pt x="119760" y="363093"/>
                </a:lnTo>
                <a:lnTo>
                  <a:pt x="131063" y="368808"/>
                </a:lnTo>
                <a:lnTo>
                  <a:pt x="153924" y="323342"/>
                </a:lnTo>
                <a:lnTo>
                  <a:pt x="142493" y="317627"/>
                </a:lnTo>
                <a:close/>
              </a:path>
              <a:path w="313690" h="615950">
                <a:moveTo>
                  <a:pt x="102615" y="397129"/>
                </a:moveTo>
                <a:lnTo>
                  <a:pt x="79755" y="442468"/>
                </a:lnTo>
                <a:lnTo>
                  <a:pt x="91185" y="448183"/>
                </a:lnTo>
                <a:lnTo>
                  <a:pt x="113918" y="402844"/>
                </a:lnTo>
                <a:lnTo>
                  <a:pt x="102615" y="397129"/>
                </a:lnTo>
                <a:close/>
              </a:path>
              <a:path w="313690" h="615950">
                <a:moveTo>
                  <a:pt x="62737" y="476504"/>
                </a:moveTo>
                <a:lnTo>
                  <a:pt x="39877" y="521970"/>
                </a:lnTo>
                <a:lnTo>
                  <a:pt x="51180" y="527685"/>
                </a:lnTo>
                <a:lnTo>
                  <a:pt x="74040" y="482219"/>
                </a:lnTo>
                <a:lnTo>
                  <a:pt x="62737" y="476504"/>
                </a:lnTo>
                <a:close/>
              </a:path>
              <a:path w="313690" h="615950">
                <a:moveTo>
                  <a:pt x="126" y="530225"/>
                </a:moveTo>
                <a:lnTo>
                  <a:pt x="0" y="615442"/>
                </a:lnTo>
                <a:lnTo>
                  <a:pt x="68199" y="564515"/>
                </a:lnTo>
                <a:lnTo>
                  <a:pt x="126" y="53022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9646793" y="4420108"/>
            <a:ext cx="311785" cy="619125"/>
          </a:xfrm>
          <a:custGeom>
            <a:avLst/>
            <a:gdLst/>
            <a:ahLst/>
            <a:cxnLst/>
            <a:rect l="l" t="t" r="r" b="b"/>
            <a:pathLst>
              <a:path w="311784" h="619125">
                <a:moveTo>
                  <a:pt x="259352" y="547149"/>
                </a:moveTo>
                <a:lnTo>
                  <a:pt x="233299" y="559816"/>
                </a:lnTo>
                <a:lnTo>
                  <a:pt x="310260" y="618998"/>
                </a:lnTo>
                <a:lnTo>
                  <a:pt x="310952" y="560197"/>
                </a:lnTo>
                <a:lnTo>
                  <a:pt x="265683" y="560197"/>
                </a:lnTo>
                <a:lnTo>
                  <a:pt x="259352" y="547149"/>
                </a:lnTo>
                <a:close/>
              </a:path>
              <a:path w="311784" h="619125">
                <a:moveTo>
                  <a:pt x="285406" y="534482"/>
                </a:moveTo>
                <a:lnTo>
                  <a:pt x="259352" y="547149"/>
                </a:lnTo>
                <a:lnTo>
                  <a:pt x="265683" y="560197"/>
                </a:lnTo>
                <a:lnTo>
                  <a:pt x="291718" y="547497"/>
                </a:lnTo>
                <a:lnTo>
                  <a:pt x="285406" y="534482"/>
                </a:lnTo>
                <a:close/>
              </a:path>
              <a:path w="311784" h="619125">
                <a:moveTo>
                  <a:pt x="311403" y="521843"/>
                </a:moveTo>
                <a:lnTo>
                  <a:pt x="285406" y="534482"/>
                </a:lnTo>
                <a:lnTo>
                  <a:pt x="291718" y="547497"/>
                </a:lnTo>
                <a:lnTo>
                  <a:pt x="265683" y="560197"/>
                </a:lnTo>
                <a:lnTo>
                  <a:pt x="310952" y="560197"/>
                </a:lnTo>
                <a:lnTo>
                  <a:pt x="311403" y="521843"/>
                </a:lnTo>
                <a:close/>
              </a:path>
              <a:path w="311784" h="619125">
                <a:moveTo>
                  <a:pt x="26161" y="0"/>
                </a:moveTo>
                <a:lnTo>
                  <a:pt x="0" y="12700"/>
                </a:lnTo>
                <a:lnTo>
                  <a:pt x="259352" y="547149"/>
                </a:lnTo>
                <a:lnTo>
                  <a:pt x="285406" y="534482"/>
                </a:lnTo>
                <a:lnTo>
                  <a:pt x="261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9820656" y="5015484"/>
            <a:ext cx="243840" cy="195580"/>
          </a:xfrm>
          <a:custGeom>
            <a:avLst/>
            <a:gdLst/>
            <a:ahLst/>
            <a:cxnLst/>
            <a:rect l="l" t="t" r="r" b="b"/>
            <a:pathLst>
              <a:path w="243840" h="195579">
                <a:moveTo>
                  <a:pt x="121920" y="0"/>
                </a:moveTo>
                <a:lnTo>
                  <a:pt x="0" y="195072"/>
                </a:lnTo>
                <a:lnTo>
                  <a:pt x="243840" y="195072"/>
                </a:lnTo>
                <a:lnTo>
                  <a:pt x="121920" y="0"/>
                </a:lnTo>
                <a:close/>
              </a:path>
            </a:pathLst>
          </a:custGeom>
          <a:solidFill>
            <a:srgbClr val="CCEB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9820656" y="5015484"/>
            <a:ext cx="243840" cy="195580"/>
          </a:xfrm>
          <a:custGeom>
            <a:avLst/>
            <a:gdLst/>
            <a:ahLst/>
            <a:cxnLst/>
            <a:rect l="l" t="t" r="r" b="b"/>
            <a:pathLst>
              <a:path w="243840" h="195579">
                <a:moveTo>
                  <a:pt x="0" y="195072"/>
                </a:moveTo>
                <a:lnTo>
                  <a:pt x="121920" y="0"/>
                </a:lnTo>
                <a:lnTo>
                  <a:pt x="243840" y="195072"/>
                </a:lnTo>
                <a:lnTo>
                  <a:pt x="0" y="195072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7543800" y="2977895"/>
            <a:ext cx="4191000" cy="368998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2150">
              <a:latin typeface="Times New Roman"/>
              <a:cs typeface="Times New Roman"/>
            </a:endParaRPr>
          </a:p>
          <a:p>
            <a:pPr marL="268287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3333FF"/>
                </a:solidFill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  <a:p>
            <a:pPr marL="2301875" marR="1250950" indent="76200">
              <a:lnSpc>
                <a:spcPct val="138900"/>
              </a:lnSpc>
              <a:spcBef>
                <a:spcPts val="489"/>
              </a:spcBef>
            </a:pPr>
            <a:r>
              <a:rPr sz="1800" spc="-10" dirty="0">
                <a:latin typeface="Symbol"/>
                <a:cs typeface="Symbol"/>
              </a:rPr>
              <a:t></a:t>
            </a:r>
            <a:r>
              <a:rPr sz="1800" spc="-10" dirty="0">
                <a:latin typeface="Arial"/>
                <a:cs typeface="Arial"/>
              </a:rPr>
              <a:t>(s)  </a:t>
            </a:r>
            <a:r>
              <a:rPr sz="1800" dirty="0">
                <a:solidFill>
                  <a:srgbClr val="008000"/>
                </a:solidFill>
                <a:latin typeface="Arial"/>
                <a:cs typeface="Arial"/>
              </a:rPr>
              <a:t>s,</a:t>
            </a:r>
            <a:r>
              <a:rPr sz="1800" spc="-95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08000"/>
                </a:solidFill>
                <a:latin typeface="Symbol"/>
                <a:cs typeface="Symbol"/>
              </a:rPr>
              <a:t></a:t>
            </a:r>
            <a:r>
              <a:rPr sz="1800" spc="-10" dirty="0">
                <a:solidFill>
                  <a:srgbClr val="008000"/>
                </a:solidFill>
                <a:latin typeface="Arial"/>
                <a:cs typeface="Arial"/>
              </a:rPr>
              <a:t>(s)</a:t>
            </a:r>
            <a:endParaRPr sz="1800">
              <a:latin typeface="Arial"/>
              <a:cs typeface="Arial"/>
            </a:endParaRPr>
          </a:p>
          <a:p>
            <a:pPr marL="1348105">
              <a:lnSpc>
                <a:spcPct val="100000"/>
              </a:lnSpc>
              <a:spcBef>
                <a:spcPts val="1830"/>
              </a:spcBef>
            </a:pPr>
            <a:r>
              <a:rPr sz="1800" dirty="0">
                <a:latin typeface="Arial"/>
                <a:cs typeface="Arial"/>
              </a:rPr>
              <a:t>s,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spc="-5" dirty="0">
                <a:latin typeface="Symbol"/>
                <a:cs typeface="Symbol"/>
              </a:rPr>
              <a:t></a:t>
            </a:r>
            <a:r>
              <a:rPr sz="1800" spc="-5" dirty="0">
                <a:latin typeface="Arial"/>
                <a:cs typeface="Arial"/>
              </a:rPr>
              <a:t>(s),s’</a:t>
            </a:r>
            <a:endParaRPr sz="1800">
              <a:latin typeface="Arial"/>
              <a:cs typeface="Arial"/>
            </a:endParaRPr>
          </a:p>
          <a:p>
            <a:pPr marL="1894839">
              <a:lnSpc>
                <a:spcPct val="100000"/>
              </a:lnSpc>
              <a:spcBef>
                <a:spcPts val="490"/>
              </a:spcBef>
              <a:tabLst>
                <a:tab pos="2629535" algn="l"/>
                <a:tab pos="3399790" algn="l"/>
              </a:tabLst>
            </a:pPr>
            <a:r>
              <a:rPr sz="2700" baseline="-4629" dirty="0">
                <a:solidFill>
                  <a:srgbClr val="3333FF"/>
                </a:solidFill>
                <a:latin typeface="Arial"/>
                <a:cs typeface="Arial"/>
              </a:rPr>
              <a:t>s</a:t>
            </a:r>
            <a:r>
              <a:rPr sz="1800" baseline="-27777" dirty="0">
                <a:solidFill>
                  <a:srgbClr val="3333FF"/>
                </a:solidFill>
                <a:latin typeface="Arial"/>
                <a:cs typeface="Arial"/>
              </a:rPr>
              <a:t>2</a:t>
            </a:r>
            <a:r>
              <a:rPr sz="2700" baseline="-4629" dirty="0">
                <a:solidFill>
                  <a:srgbClr val="3333FF"/>
                </a:solidFill>
                <a:latin typeface="Arial"/>
                <a:cs typeface="Arial"/>
              </a:rPr>
              <a:t>'	</a:t>
            </a:r>
            <a:r>
              <a:rPr sz="1800" spc="-70" dirty="0">
                <a:solidFill>
                  <a:srgbClr val="3333FF"/>
                </a:solidFill>
                <a:latin typeface="Arial"/>
                <a:cs typeface="Arial"/>
              </a:rPr>
              <a:t>s'</a:t>
            </a:r>
            <a:r>
              <a:rPr sz="2700" spc="-104" baseline="1543" dirty="0">
                <a:solidFill>
                  <a:srgbClr val="3333FF"/>
                </a:solidFill>
                <a:latin typeface="Arial"/>
                <a:cs typeface="Arial"/>
              </a:rPr>
              <a:t>s</a:t>
            </a:r>
            <a:r>
              <a:rPr sz="1800" spc="-104" baseline="-18518" dirty="0">
                <a:solidFill>
                  <a:srgbClr val="3333FF"/>
                </a:solidFill>
                <a:latin typeface="Arial"/>
                <a:cs typeface="Arial"/>
              </a:rPr>
              <a:t>1</a:t>
            </a:r>
            <a:r>
              <a:rPr sz="2700" spc="-104" baseline="1543" dirty="0">
                <a:solidFill>
                  <a:srgbClr val="3333FF"/>
                </a:solidFill>
                <a:latin typeface="Arial"/>
                <a:cs typeface="Arial"/>
              </a:rPr>
              <a:t>'	</a:t>
            </a:r>
            <a:r>
              <a:rPr sz="2700" baseline="-4629" dirty="0">
                <a:solidFill>
                  <a:srgbClr val="3333FF"/>
                </a:solidFill>
                <a:latin typeface="Arial"/>
                <a:cs typeface="Arial"/>
              </a:rPr>
              <a:t>s</a:t>
            </a:r>
            <a:r>
              <a:rPr sz="1800" baseline="-27777" dirty="0">
                <a:solidFill>
                  <a:srgbClr val="3333FF"/>
                </a:solidFill>
                <a:latin typeface="Arial"/>
                <a:cs typeface="Arial"/>
              </a:rPr>
              <a:t>3</a:t>
            </a:r>
            <a:r>
              <a:rPr sz="2700" baseline="-4629" dirty="0">
                <a:solidFill>
                  <a:srgbClr val="3333FF"/>
                </a:solidFill>
                <a:latin typeface="Arial"/>
                <a:cs typeface="Arial"/>
              </a:rPr>
              <a:t>'</a:t>
            </a:r>
            <a:endParaRPr sz="2700" baseline="-4629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500">
              <a:latin typeface="Times New Roman"/>
              <a:cs typeface="Times New Roman"/>
            </a:endParaRPr>
          </a:p>
          <a:p>
            <a:pPr marL="1369695" marR="447040" algn="ctr">
              <a:lnSpc>
                <a:spcPct val="100000"/>
              </a:lnSpc>
              <a:tabLst>
                <a:tab pos="2355850" algn="l"/>
              </a:tabLst>
            </a:pPr>
            <a:r>
              <a:rPr sz="2000" i="1" spc="-5" dirty="0">
                <a:latin typeface="Arial"/>
                <a:cs typeface="Arial"/>
              </a:rPr>
              <a:t>Almost!	</a:t>
            </a:r>
            <a:r>
              <a:rPr sz="2000" i="1" dirty="0">
                <a:latin typeface="Arial"/>
                <a:cs typeface="Arial"/>
              </a:rPr>
              <a:t>But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we</a:t>
            </a:r>
            <a:r>
              <a:rPr sz="2000" i="1" spc="-50" dirty="0">
                <a:latin typeface="Arial"/>
                <a:cs typeface="Arial"/>
              </a:rPr>
              <a:t> </a:t>
            </a:r>
            <a:r>
              <a:rPr sz="2000" i="1" spc="-10" dirty="0">
                <a:latin typeface="Arial"/>
                <a:cs typeface="Arial"/>
              </a:rPr>
              <a:t>can’t </a:t>
            </a:r>
            <a:r>
              <a:rPr sz="2000" i="1" dirty="0">
                <a:latin typeface="Arial"/>
                <a:cs typeface="Arial"/>
              </a:rPr>
              <a:t> rewind </a:t>
            </a:r>
            <a:r>
              <a:rPr sz="2000" i="1" spc="-5" dirty="0">
                <a:latin typeface="Arial"/>
                <a:cs typeface="Arial"/>
              </a:rPr>
              <a:t>time </a:t>
            </a:r>
            <a:r>
              <a:rPr sz="2000" i="1" dirty="0">
                <a:latin typeface="Arial"/>
                <a:cs typeface="Arial"/>
              </a:rPr>
              <a:t>to get  sample </a:t>
            </a:r>
            <a:r>
              <a:rPr sz="2000" i="1" spc="-5" dirty="0">
                <a:latin typeface="Arial"/>
                <a:cs typeface="Arial"/>
              </a:rPr>
              <a:t>after</a:t>
            </a:r>
            <a:r>
              <a:rPr sz="2000" i="1" spc="-114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sample</a:t>
            </a:r>
            <a:endParaRPr sz="20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387585" y="6516827"/>
            <a:ext cx="1418590" cy="321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i="1" dirty="0">
                <a:latin typeface="Arial"/>
                <a:cs typeface="Arial"/>
              </a:rPr>
              <a:t>from state</a:t>
            </a:r>
            <a:r>
              <a:rPr sz="2000" i="1" spc="-1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s.</a:t>
            </a:r>
            <a:endParaRPr sz="20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543800" y="2977895"/>
            <a:ext cx="4191000" cy="368960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85441" y="196215"/>
            <a:ext cx="7422515" cy="690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Temporal Difference</a:t>
            </a:r>
            <a:r>
              <a:rPr spc="-75" dirty="0"/>
              <a:t> </a:t>
            </a:r>
            <a:r>
              <a:rPr dirty="0"/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33753"/>
            <a:ext cx="7506334" cy="1136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333399"/>
              </a:buClr>
              <a:buFont typeface="Courier New"/>
              <a:buChar char="o"/>
              <a:tabLst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Big idea: learn </a:t>
            </a:r>
            <a:r>
              <a:rPr sz="2400" dirty="0">
                <a:latin typeface="Arial"/>
                <a:cs typeface="Arial"/>
              </a:rPr>
              <a:t>from </a:t>
            </a:r>
            <a:r>
              <a:rPr sz="2400" spc="-5" dirty="0">
                <a:latin typeface="Arial"/>
                <a:cs typeface="Arial"/>
              </a:rPr>
              <a:t>every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experience!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84"/>
              </a:spcBef>
              <a:buClr>
                <a:srgbClr val="000000"/>
              </a:buClr>
              <a:buFont typeface="Courier New"/>
              <a:buChar char="o"/>
              <a:tabLst>
                <a:tab pos="756920" algn="l"/>
              </a:tabLst>
            </a:pP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Update V(s) each time we experience a transition (s, a, s’,</a:t>
            </a:r>
            <a:r>
              <a:rPr sz="2000" spc="-2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r)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Courier New"/>
              <a:buChar char="o"/>
              <a:tabLst>
                <a:tab pos="756920" algn="l"/>
              </a:tabLst>
            </a:pP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Likely outcomes s’ will contribute updates more</a:t>
            </a:r>
            <a:r>
              <a:rPr sz="2000" spc="-15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Arial"/>
                <a:cs typeface="Arial"/>
              </a:rPr>
              <a:t>often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425696" y="4329684"/>
            <a:ext cx="4789932" cy="3291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2647" y="5087111"/>
            <a:ext cx="5181600" cy="30022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213847" y="1534667"/>
            <a:ext cx="289560" cy="231775"/>
          </a:xfrm>
          <a:custGeom>
            <a:avLst/>
            <a:gdLst/>
            <a:ahLst/>
            <a:cxnLst/>
            <a:rect l="l" t="t" r="r" b="b"/>
            <a:pathLst>
              <a:path w="289559" h="231775">
                <a:moveTo>
                  <a:pt x="144779" y="0"/>
                </a:moveTo>
                <a:lnTo>
                  <a:pt x="0" y="231648"/>
                </a:lnTo>
                <a:lnTo>
                  <a:pt x="289559" y="231648"/>
                </a:lnTo>
                <a:lnTo>
                  <a:pt x="144779" y="0"/>
                </a:lnTo>
                <a:close/>
              </a:path>
            </a:pathLst>
          </a:custGeom>
          <a:solidFill>
            <a:srgbClr val="CCEB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213847" y="1534667"/>
            <a:ext cx="289560" cy="231775"/>
          </a:xfrm>
          <a:custGeom>
            <a:avLst/>
            <a:gdLst/>
            <a:ahLst/>
            <a:cxnLst/>
            <a:rect l="l" t="t" r="r" b="b"/>
            <a:pathLst>
              <a:path w="289559" h="231775">
                <a:moveTo>
                  <a:pt x="0" y="231648"/>
                </a:moveTo>
                <a:lnTo>
                  <a:pt x="144779" y="0"/>
                </a:lnTo>
                <a:lnTo>
                  <a:pt x="289559" y="231648"/>
                </a:lnTo>
                <a:lnTo>
                  <a:pt x="0" y="231648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926573" y="1768348"/>
            <a:ext cx="447040" cy="684530"/>
          </a:xfrm>
          <a:custGeom>
            <a:avLst/>
            <a:gdLst/>
            <a:ahLst/>
            <a:cxnLst/>
            <a:rect l="l" t="t" r="r" b="b"/>
            <a:pathLst>
              <a:path w="447040" h="684530">
                <a:moveTo>
                  <a:pt x="10414" y="588010"/>
                </a:moveTo>
                <a:lnTo>
                  <a:pt x="0" y="684529"/>
                </a:lnTo>
                <a:lnTo>
                  <a:pt x="83439" y="634873"/>
                </a:lnTo>
                <a:lnTo>
                  <a:pt x="78095" y="631443"/>
                </a:lnTo>
                <a:lnTo>
                  <a:pt x="51307" y="631443"/>
                </a:lnTo>
                <a:lnTo>
                  <a:pt x="26924" y="615823"/>
                </a:lnTo>
                <a:lnTo>
                  <a:pt x="34750" y="603627"/>
                </a:lnTo>
                <a:lnTo>
                  <a:pt x="10414" y="588010"/>
                </a:lnTo>
                <a:close/>
              </a:path>
              <a:path w="447040" h="684530">
                <a:moveTo>
                  <a:pt x="34750" y="603627"/>
                </a:moveTo>
                <a:lnTo>
                  <a:pt x="26924" y="615823"/>
                </a:lnTo>
                <a:lnTo>
                  <a:pt x="51307" y="631443"/>
                </a:lnTo>
                <a:lnTo>
                  <a:pt x="59123" y="619268"/>
                </a:lnTo>
                <a:lnTo>
                  <a:pt x="34750" y="603627"/>
                </a:lnTo>
                <a:close/>
              </a:path>
              <a:path w="447040" h="684530">
                <a:moveTo>
                  <a:pt x="59123" y="619268"/>
                </a:moveTo>
                <a:lnTo>
                  <a:pt x="51307" y="631443"/>
                </a:lnTo>
                <a:lnTo>
                  <a:pt x="78095" y="631443"/>
                </a:lnTo>
                <a:lnTo>
                  <a:pt x="59123" y="619268"/>
                </a:lnTo>
                <a:close/>
              </a:path>
              <a:path w="447040" h="684530">
                <a:moveTo>
                  <a:pt x="422148" y="0"/>
                </a:moveTo>
                <a:lnTo>
                  <a:pt x="34750" y="603627"/>
                </a:lnTo>
                <a:lnTo>
                  <a:pt x="59123" y="619268"/>
                </a:lnTo>
                <a:lnTo>
                  <a:pt x="446531" y="15748"/>
                </a:lnTo>
                <a:lnTo>
                  <a:pt x="4221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828276" y="2452116"/>
            <a:ext cx="241300" cy="241300"/>
          </a:xfrm>
          <a:custGeom>
            <a:avLst/>
            <a:gdLst/>
            <a:ahLst/>
            <a:cxnLst/>
            <a:rect l="l" t="t" r="r" b="b"/>
            <a:pathLst>
              <a:path w="241300" h="241300">
                <a:moveTo>
                  <a:pt x="120396" y="0"/>
                </a:moveTo>
                <a:lnTo>
                  <a:pt x="73509" y="9453"/>
                </a:lnTo>
                <a:lnTo>
                  <a:pt x="35242" y="35242"/>
                </a:lnTo>
                <a:lnTo>
                  <a:pt x="9453" y="73509"/>
                </a:lnTo>
                <a:lnTo>
                  <a:pt x="0" y="120396"/>
                </a:lnTo>
                <a:lnTo>
                  <a:pt x="9453" y="167282"/>
                </a:lnTo>
                <a:lnTo>
                  <a:pt x="35242" y="205549"/>
                </a:lnTo>
                <a:lnTo>
                  <a:pt x="73509" y="231338"/>
                </a:lnTo>
                <a:lnTo>
                  <a:pt x="120396" y="240792"/>
                </a:lnTo>
                <a:lnTo>
                  <a:pt x="167282" y="231338"/>
                </a:lnTo>
                <a:lnTo>
                  <a:pt x="205549" y="205549"/>
                </a:lnTo>
                <a:lnTo>
                  <a:pt x="231338" y="167282"/>
                </a:lnTo>
                <a:lnTo>
                  <a:pt x="240792" y="120396"/>
                </a:lnTo>
                <a:lnTo>
                  <a:pt x="231338" y="73509"/>
                </a:lnTo>
                <a:lnTo>
                  <a:pt x="205549" y="35242"/>
                </a:lnTo>
                <a:lnTo>
                  <a:pt x="167282" y="9453"/>
                </a:lnTo>
                <a:lnTo>
                  <a:pt x="120396" y="0"/>
                </a:lnTo>
                <a:close/>
              </a:path>
            </a:pathLst>
          </a:custGeom>
          <a:solidFill>
            <a:srgbClr val="B5E2C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828276" y="2452116"/>
            <a:ext cx="241300" cy="241300"/>
          </a:xfrm>
          <a:custGeom>
            <a:avLst/>
            <a:gdLst/>
            <a:ahLst/>
            <a:cxnLst/>
            <a:rect l="l" t="t" r="r" b="b"/>
            <a:pathLst>
              <a:path w="241300" h="241300">
                <a:moveTo>
                  <a:pt x="0" y="120396"/>
                </a:moveTo>
                <a:lnTo>
                  <a:pt x="9453" y="73509"/>
                </a:lnTo>
                <a:lnTo>
                  <a:pt x="35242" y="35242"/>
                </a:lnTo>
                <a:lnTo>
                  <a:pt x="73509" y="9453"/>
                </a:lnTo>
                <a:lnTo>
                  <a:pt x="120396" y="0"/>
                </a:lnTo>
                <a:lnTo>
                  <a:pt x="167282" y="9453"/>
                </a:lnTo>
                <a:lnTo>
                  <a:pt x="205549" y="35242"/>
                </a:lnTo>
                <a:lnTo>
                  <a:pt x="231338" y="73509"/>
                </a:lnTo>
                <a:lnTo>
                  <a:pt x="240792" y="120396"/>
                </a:lnTo>
                <a:lnTo>
                  <a:pt x="231338" y="167282"/>
                </a:lnTo>
                <a:lnTo>
                  <a:pt x="205549" y="205549"/>
                </a:lnTo>
                <a:lnTo>
                  <a:pt x="167282" y="231338"/>
                </a:lnTo>
                <a:lnTo>
                  <a:pt x="120396" y="240792"/>
                </a:lnTo>
                <a:lnTo>
                  <a:pt x="73509" y="231338"/>
                </a:lnTo>
                <a:lnTo>
                  <a:pt x="35242" y="205549"/>
                </a:lnTo>
                <a:lnTo>
                  <a:pt x="9453" y="167282"/>
                </a:lnTo>
                <a:lnTo>
                  <a:pt x="0" y="120396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916541" y="2687320"/>
            <a:ext cx="365125" cy="728980"/>
          </a:xfrm>
          <a:custGeom>
            <a:avLst/>
            <a:gdLst/>
            <a:ahLst/>
            <a:cxnLst/>
            <a:rect l="l" t="t" r="r" b="b"/>
            <a:pathLst>
              <a:path w="365125" h="728979">
                <a:moveTo>
                  <a:pt x="312690" y="656878"/>
                </a:moveTo>
                <a:lnTo>
                  <a:pt x="286638" y="669543"/>
                </a:lnTo>
                <a:lnTo>
                  <a:pt x="363600" y="728726"/>
                </a:lnTo>
                <a:lnTo>
                  <a:pt x="364292" y="669925"/>
                </a:lnTo>
                <a:lnTo>
                  <a:pt x="319024" y="669925"/>
                </a:lnTo>
                <a:lnTo>
                  <a:pt x="312690" y="656878"/>
                </a:lnTo>
                <a:close/>
              </a:path>
              <a:path w="365125" h="728979">
                <a:moveTo>
                  <a:pt x="338744" y="644211"/>
                </a:moveTo>
                <a:lnTo>
                  <a:pt x="312690" y="656878"/>
                </a:lnTo>
                <a:lnTo>
                  <a:pt x="319024" y="669925"/>
                </a:lnTo>
                <a:lnTo>
                  <a:pt x="345058" y="657225"/>
                </a:lnTo>
                <a:lnTo>
                  <a:pt x="338744" y="644211"/>
                </a:lnTo>
                <a:close/>
              </a:path>
              <a:path w="365125" h="728979">
                <a:moveTo>
                  <a:pt x="364743" y="631570"/>
                </a:moveTo>
                <a:lnTo>
                  <a:pt x="338744" y="644211"/>
                </a:lnTo>
                <a:lnTo>
                  <a:pt x="345058" y="657225"/>
                </a:lnTo>
                <a:lnTo>
                  <a:pt x="319024" y="669925"/>
                </a:lnTo>
                <a:lnTo>
                  <a:pt x="364292" y="669925"/>
                </a:lnTo>
                <a:lnTo>
                  <a:pt x="364743" y="631570"/>
                </a:lnTo>
                <a:close/>
              </a:path>
              <a:path w="365125" h="728979">
                <a:moveTo>
                  <a:pt x="26161" y="0"/>
                </a:moveTo>
                <a:lnTo>
                  <a:pt x="0" y="12700"/>
                </a:lnTo>
                <a:lnTo>
                  <a:pt x="312690" y="656878"/>
                </a:lnTo>
                <a:lnTo>
                  <a:pt x="338744" y="644211"/>
                </a:lnTo>
                <a:lnTo>
                  <a:pt x="261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376409" y="1867153"/>
            <a:ext cx="547370" cy="384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5" dirty="0">
                <a:latin typeface="Symbol"/>
                <a:cs typeface="Symbol"/>
              </a:rPr>
              <a:t></a:t>
            </a:r>
            <a:r>
              <a:rPr sz="2400" dirty="0">
                <a:latin typeface="Arial"/>
                <a:cs typeface="Arial"/>
              </a:rPr>
              <a:t>(s)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566907" y="1409953"/>
            <a:ext cx="177800" cy="382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3333FF"/>
                </a:solidFill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188067" y="2350896"/>
            <a:ext cx="867410" cy="384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008000"/>
                </a:solidFill>
                <a:latin typeface="Arial"/>
                <a:cs typeface="Arial"/>
              </a:rPr>
              <a:t>s,</a:t>
            </a:r>
            <a:r>
              <a:rPr sz="2400" spc="-105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008000"/>
                </a:solidFill>
                <a:latin typeface="Symbol"/>
                <a:cs typeface="Symbol"/>
              </a:rPr>
              <a:t></a:t>
            </a:r>
            <a:r>
              <a:rPr sz="2400" spc="-5" dirty="0">
                <a:solidFill>
                  <a:srgbClr val="008000"/>
                </a:solidFill>
                <a:latin typeface="Arial"/>
                <a:cs typeface="Arial"/>
              </a:rPr>
              <a:t>(s)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117835" y="3425952"/>
            <a:ext cx="288290" cy="230504"/>
          </a:xfrm>
          <a:custGeom>
            <a:avLst/>
            <a:gdLst/>
            <a:ahLst/>
            <a:cxnLst/>
            <a:rect l="l" t="t" r="r" b="b"/>
            <a:pathLst>
              <a:path w="288290" h="230504">
                <a:moveTo>
                  <a:pt x="144018" y="0"/>
                </a:moveTo>
                <a:lnTo>
                  <a:pt x="0" y="230124"/>
                </a:lnTo>
                <a:lnTo>
                  <a:pt x="288036" y="230124"/>
                </a:lnTo>
                <a:lnTo>
                  <a:pt x="144018" y="0"/>
                </a:lnTo>
                <a:close/>
              </a:path>
            </a:pathLst>
          </a:custGeom>
          <a:solidFill>
            <a:srgbClr val="CCEB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117835" y="3425952"/>
            <a:ext cx="288290" cy="230504"/>
          </a:xfrm>
          <a:custGeom>
            <a:avLst/>
            <a:gdLst/>
            <a:ahLst/>
            <a:cxnLst/>
            <a:rect l="l" t="t" r="r" b="b"/>
            <a:pathLst>
              <a:path w="288290" h="230504">
                <a:moveTo>
                  <a:pt x="0" y="230124"/>
                </a:moveTo>
                <a:lnTo>
                  <a:pt x="144018" y="0"/>
                </a:lnTo>
                <a:lnTo>
                  <a:pt x="288036" y="230124"/>
                </a:lnTo>
                <a:lnTo>
                  <a:pt x="0" y="230124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0507218" y="3315334"/>
            <a:ext cx="246379" cy="382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3333FF"/>
                </a:solidFill>
                <a:latin typeface="Arial"/>
                <a:cs typeface="Arial"/>
              </a:rPr>
              <a:t>s’</a:t>
            </a:r>
            <a:endParaRPr sz="24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0463783" y="2715895"/>
            <a:ext cx="370205" cy="725805"/>
          </a:xfrm>
          <a:custGeom>
            <a:avLst/>
            <a:gdLst/>
            <a:ahLst/>
            <a:cxnLst/>
            <a:rect l="l" t="t" r="r" b="b"/>
            <a:pathLst>
              <a:path w="370204" h="725804">
                <a:moveTo>
                  <a:pt x="358521" y="0"/>
                </a:moveTo>
                <a:lnTo>
                  <a:pt x="335661" y="45465"/>
                </a:lnTo>
                <a:lnTo>
                  <a:pt x="347091" y="51180"/>
                </a:lnTo>
                <a:lnTo>
                  <a:pt x="369950" y="5841"/>
                </a:lnTo>
                <a:lnTo>
                  <a:pt x="358521" y="0"/>
                </a:lnTo>
                <a:close/>
              </a:path>
              <a:path w="370204" h="725804">
                <a:moveTo>
                  <a:pt x="318516" y="79501"/>
                </a:moveTo>
                <a:lnTo>
                  <a:pt x="295656" y="124840"/>
                </a:lnTo>
                <a:lnTo>
                  <a:pt x="306959" y="130555"/>
                </a:lnTo>
                <a:lnTo>
                  <a:pt x="329946" y="85216"/>
                </a:lnTo>
                <a:lnTo>
                  <a:pt x="318516" y="79501"/>
                </a:lnTo>
                <a:close/>
              </a:path>
              <a:path w="370204" h="725804">
                <a:moveTo>
                  <a:pt x="278511" y="158876"/>
                </a:moveTo>
                <a:lnTo>
                  <a:pt x="255650" y="204215"/>
                </a:lnTo>
                <a:lnTo>
                  <a:pt x="266954" y="209930"/>
                </a:lnTo>
                <a:lnTo>
                  <a:pt x="289814" y="164591"/>
                </a:lnTo>
                <a:lnTo>
                  <a:pt x="278511" y="158876"/>
                </a:lnTo>
                <a:close/>
              </a:path>
              <a:path w="370204" h="725804">
                <a:moveTo>
                  <a:pt x="238506" y="238251"/>
                </a:moveTo>
                <a:lnTo>
                  <a:pt x="215646" y="283590"/>
                </a:lnTo>
                <a:lnTo>
                  <a:pt x="226949" y="289305"/>
                </a:lnTo>
                <a:lnTo>
                  <a:pt x="249809" y="243966"/>
                </a:lnTo>
                <a:lnTo>
                  <a:pt x="238506" y="238251"/>
                </a:lnTo>
                <a:close/>
              </a:path>
              <a:path w="370204" h="725804">
                <a:moveTo>
                  <a:pt x="198500" y="317626"/>
                </a:moveTo>
                <a:lnTo>
                  <a:pt x="175641" y="362965"/>
                </a:lnTo>
                <a:lnTo>
                  <a:pt x="186944" y="368680"/>
                </a:lnTo>
                <a:lnTo>
                  <a:pt x="209804" y="323341"/>
                </a:lnTo>
                <a:lnTo>
                  <a:pt x="198500" y="317626"/>
                </a:lnTo>
                <a:close/>
              </a:path>
              <a:path w="370204" h="725804">
                <a:moveTo>
                  <a:pt x="158496" y="397001"/>
                </a:moveTo>
                <a:lnTo>
                  <a:pt x="135509" y="442340"/>
                </a:lnTo>
                <a:lnTo>
                  <a:pt x="146939" y="448055"/>
                </a:lnTo>
                <a:lnTo>
                  <a:pt x="169799" y="402716"/>
                </a:lnTo>
                <a:lnTo>
                  <a:pt x="158496" y="397001"/>
                </a:lnTo>
                <a:close/>
              </a:path>
              <a:path w="370204" h="725804">
                <a:moveTo>
                  <a:pt x="118364" y="476376"/>
                </a:moveTo>
                <a:lnTo>
                  <a:pt x="95504" y="521715"/>
                </a:lnTo>
                <a:lnTo>
                  <a:pt x="106934" y="527430"/>
                </a:lnTo>
                <a:lnTo>
                  <a:pt x="129794" y="482091"/>
                </a:lnTo>
                <a:lnTo>
                  <a:pt x="118364" y="476376"/>
                </a:lnTo>
                <a:close/>
              </a:path>
              <a:path w="370204" h="725804">
                <a:moveTo>
                  <a:pt x="78359" y="555751"/>
                </a:moveTo>
                <a:lnTo>
                  <a:pt x="55499" y="601090"/>
                </a:lnTo>
                <a:lnTo>
                  <a:pt x="66801" y="606805"/>
                </a:lnTo>
                <a:lnTo>
                  <a:pt x="89789" y="561466"/>
                </a:lnTo>
                <a:lnTo>
                  <a:pt x="78359" y="555751"/>
                </a:lnTo>
                <a:close/>
              </a:path>
              <a:path w="370204" h="725804">
                <a:moveTo>
                  <a:pt x="254" y="640079"/>
                </a:moveTo>
                <a:lnTo>
                  <a:pt x="0" y="725296"/>
                </a:lnTo>
                <a:lnTo>
                  <a:pt x="68325" y="674369"/>
                </a:lnTo>
                <a:lnTo>
                  <a:pt x="62527" y="671449"/>
                </a:lnTo>
                <a:lnTo>
                  <a:pt x="34290" y="671449"/>
                </a:lnTo>
                <a:lnTo>
                  <a:pt x="22860" y="665733"/>
                </a:lnTo>
                <a:lnTo>
                  <a:pt x="28614" y="654366"/>
                </a:lnTo>
                <a:lnTo>
                  <a:pt x="254" y="640079"/>
                </a:lnTo>
                <a:close/>
              </a:path>
              <a:path w="370204" h="725804">
                <a:moveTo>
                  <a:pt x="28614" y="654366"/>
                </a:moveTo>
                <a:lnTo>
                  <a:pt x="22860" y="665733"/>
                </a:lnTo>
                <a:lnTo>
                  <a:pt x="34290" y="671449"/>
                </a:lnTo>
                <a:lnTo>
                  <a:pt x="39989" y="660096"/>
                </a:lnTo>
                <a:lnTo>
                  <a:pt x="28614" y="654366"/>
                </a:lnTo>
                <a:close/>
              </a:path>
              <a:path w="370204" h="725804">
                <a:moveTo>
                  <a:pt x="39989" y="660096"/>
                </a:moveTo>
                <a:lnTo>
                  <a:pt x="34290" y="671449"/>
                </a:lnTo>
                <a:lnTo>
                  <a:pt x="62527" y="671449"/>
                </a:lnTo>
                <a:lnTo>
                  <a:pt x="39989" y="660096"/>
                </a:lnTo>
                <a:close/>
              </a:path>
              <a:path w="370204" h="725804">
                <a:moveTo>
                  <a:pt x="38354" y="635126"/>
                </a:moveTo>
                <a:lnTo>
                  <a:pt x="28614" y="654366"/>
                </a:lnTo>
                <a:lnTo>
                  <a:pt x="39989" y="660096"/>
                </a:lnTo>
                <a:lnTo>
                  <a:pt x="49657" y="640841"/>
                </a:lnTo>
                <a:lnTo>
                  <a:pt x="38354" y="63512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422647" y="5844540"/>
            <a:ext cx="5330952" cy="30022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35940" y="2870327"/>
            <a:ext cx="8102600" cy="1822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333399"/>
              </a:buClr>
              <a:buFont typeface="Courier New"/>
              <a:buChar char="o"/>
              <a:tabLst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Temporal difference learning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7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values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Courier New"/>
              <a:buChar char="o"/>
              <a:tabLst>
                <a:tab pos="756920" algn="l"/>
              </a:tabLst>
            </a:pP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Policy still </a:t>
            </a:r>
            <a:r>
              <a:rPr sz="2000" spc="-5" dirty="0">
                <a:solidFill>
                  <a:srgbClr val="404040"/>
                </a:solidFill>
                <a:latin typeface="Arial"/>
                <a:cs typeface="Arial"/>
              </a:rPr>
              <a:t>fixed,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still doing</a:t>
            </a:r>
            <a:r>
              <a:rPr sz="2000" spc="-5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evaluation!</a:t>
            </a:r>
            <a:endParaRPr sz="2000">
              <a:latin typeface="Arial"/>
              <a:cs typeface="Arial"/>
            </a:endParaRPr>
          </a:p>
          <a:p>
            <a:pPr marL="756285" marR="5080" lvl="1" indent="-286385">
              <a:lnSpc>
                <a:spcPct val="100000"/>
              </a:lnSpc>
              <a:spcBef>
                <a:spcPts val="475"/>
              </a:spcBef>
              <a:buClr>
                <a:srgbClr val="000000"/>
              </a:buClr>
              <a:buFont typeface="Courier New"/>
              <a:buChar char="o"/>
              <a:tabLst>
                <a:tab pos="756920" algn="l"/>
              </a:tabLst>
            </a:pP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Move values toward value of whatever successor occurs:</a:t>
            </a:r>
            <a:r>
              <a:rPr sz="2000" spc="-204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running  average</a:t>
            </a:r>
            <a:endParaRPr sz="2000">
              <a:latin typeface="Arial"/>
              <a:cs typeface="Arial"/>
            </a:endParaRPr>
          </a:p>
          <a:p>
            <a:pPr marL="1423670">
              <a:lnSpc>
                <a:spcPct val="100000"/>
              </a:lnSpc>
              <a:spcBef>
                <a:spcPts val="290"/>
              </a:spcBef>
            </a:pPr>
            <a:r>
              <a:rPr sz="2400" spc="-5" dirty="0">
                <a:latin typeface="Arial"/>
                <a:cs typeface="Arial"/>
              </a:rPr>
              <a:t>Sample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V(s):</a:t>
            </a:r>
            <a:endParaRPr sz="2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951989" y="5017642"/>
            <a:ext cx="2075814" cy="11347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590" indent="-889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Update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V(s):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600" dirty="0">
              <a:latin typeface="Times New Roman"/>
              <a:cs typeface="Times New Roman"/>
            </a:endParaRPr>
          </a:p>
          <a:p>
            <a:pPr marL="2159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Same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update: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D414BF4-E98C-82B3-49D4-58C69572DF08}"/>
              </a:ext>
            </a:extLst>
          </p:cNvPr>
          <p:cNvSpPr txBox="1"/>
          <p:nvPr/>
        </p:nvSpPr>
        <p:spPr>
          <a:xfrm>
            <a:off x="10117835" y="4876800"/>
            <a:ext cx="1769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Learning rate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1882" y="196215"/>
            <a:ext cx="9908540" cy="690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Example: Temporal Difference</a:t>
            </a:r>
            <a:r>
              <a:rPr spc="-70" dirty="0"/>
              <a:t> </a:t>
            </a:r>
            <a:r>
              <a:rPr dirty="0"/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749" y="5146928"/>
            <a:ext cx="2051685" cy="260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i="1" spc="-5" dirty="0">
                <a:latin typeface="Arial"/>
                <a:cs typeface="Arial"/>
              </a:rPr>
              <a:t>Assume: </a:t>
            </a:r>
            <a:r>
              <a:rPr sz="1600" spc="-5" dirty="0">
                <a:latin typeface="Symbol"/>
                <a:cs typeface="Symbol"/>
              </a:rPr>
              <a:t>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Arial"/>
                <a:cs typeface="Arial"/>
              </a:rPr>
              <a:t>= 1, α =</a:t>
            </a:r>
            <a:r>
              <a:rPr sz="1600" spc="7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1/2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30544" y="1486153"/>
            <a:ext cx="2904490" cy="382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333399"/>
                </a:solidFill>
                <a:latin typeface="Arial"/>
                <a:cs typeface="Arial"/>
              </a:rPr>
              <a:t>Observed</a:t>
            </a:r>
            <a:r>
              <a:rPr sz="2400" spc="-10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Arial"/>
                <a:cs typeface="Arial"/>
              </a:rPr>
              <a:t>Transitions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42958" y="2058161"/>
            <a:ext cx="1901825" cy="533400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210820">
              <a:lnSpc>
                <a:spcPct val="100000"/>
              </a:lnSpc>
              <a:spcBef>
                <a:spcPts val="840"/>
              </a:spcBef>
            </a:pPr>
            <a:r>
              <a:rPr sz="2000" dirty="0">
                <a:latin typeface="Arial"/>
                <a:cs typeface="Arial"/>
              </a:rPr>
              <a:t>B, east, C,</a:t>
            </a:r>
            <a:r>
              <a:rPr sz="2000" spc="-1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-2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490912" y="2700210"/>
          <a:ext cx="2187574" cy="208610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9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91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92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5325">
                <a:tc>
                  <a:txBody>
                    <a:bodyPr/>
                    <a:lstStyle/>
                    <a:p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85858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2300" dirty="0">
                          <a:latin typeface="Calibri"/>
                          <a:cs typeface="Calibri"/>
                        </a:rPr>
                        <a:t>0</a:t>
                      </a:r>
                      <a:endParaRPr sz="2300">
                        <a:latin typeface="Calibri"/>
                        <a:cs typeface="Calibri"/>
                      </a:endParaRPr>
                    </a:p>
                  </a:txBody>
                  <a:tcPr marL="0" marR="0" marT="1397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3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858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45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2600" dirty="0">
                          <a:latin typeface="Calibri"/>
                          <a:cs typeface="Calibri"/>
                        </a:rPr>
                        <a:t>0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1149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2600" dirty="0">
                          <a:latin typeface="Calibri"/>
                          <a:cs typeface="Calibri"/>
                        </a:rPr>
                        <a:t>0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1149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2300" dirty="0">
                          <a:latin typeface="Calibri"/>
                          <a:cs typeface="Calibri"/>
                        </a:rPr>
                        <a:t>8</a:t>
                      </a:r>
                      <a:endParaRPr sz="2300">
                        <a:latin typeface="Calibri"/>
                        <a:cs typeface="Calibri"/>
                      </a:endParaRPr>
                    </a:p>
                  </a:txBody>
                  <a:tcPr marL="0" marR="0" marT="1390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endParaRPr sz="23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858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2600" dirty="0">
                          <a:latin typeface="Calibri"/>
                          <a:cs typeface="Calibri"/>
                        </a:rPr>
                        <a:t>0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1149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858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4293870" y="2775966"/>
            <a:ext cx="614680" cy="574675"/>
          </a:xfrm>
          <a:custGeom>
            <a:avLst/>
            <a:gdLst/>
            <a:ahLst/>
            <a:cxnLst/>
            <a:rect l="l" t="t" r="r" b="b"/>
            <a:pathLst>
              <a:path w="614679" h="574675">
                <a:moveTo>
                  <a:pt x="0" y="574548"/>
                </a:moveTo>
                <a:lnTo>
                  <a:pt x="614172" y="574548"/>
                </a:lnTo>
                <a:lnTo>
                  <a:pt x="614172" y="0"/>
                </a:lnTo>
                <a:lnTo>
                  <a:pt x="0" y="0"/>
                </a:lnTo>
                <a:lnTo>
                  <a:pt x="0" y="574548"/>
                </a:lnTo>
                <a:close/>
              </a:path>
            </a:pathLst>
          </a:custGeom>
          <a:ln w="25908">
            <a:solidFill>
              <a:srgbClr val="3333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206233" y="2714447"/>
            <a:ext cx="729615" cy="695960"/>
          </a:xfrm>
          <a:custGeom>
            <a:avLst/>
            <a:gdLst/>
            <a:ahLst/>
            <a:cxnLst/>
            <a:rect l="l" t="t" r="r" b="b"/>
            <a:pathLst>
              <a:path w="729615" h="695960">
                <a:moveTo>
                  <a:pt x="0" y="695375"/>
                </a:moveTo>
                <a:lnTo>
                  <a:pt x="729183" y="695375"/>
                </a:lnTo>
                <a:lnTo>
                  <a:pt x="729183" y="0"/>
                </a:lnTo>
                <a:lnTo>
                  <a:pt x="0" y="0"/>
                </a:lnTo>
                <a:lnTo>
                  <a:pt x="0" y="6953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477000" y="3409899"/>
            <a:ext cx="729615" cy="695960"/>
          </a:xfrm>
          <a:custGeom>
            <a:avLst/>
            <a:gdLst/>
            <a:ahLst/>
            <a:cxnLst/>
            <a:rect l="l" t="t" r="r" b="b"/>
            <a:pathLst>
              <a:path w="729615" h="695960">
                <a:moveTo>
                  <a:pt x="0" y="695375"/>
                </a:moveTo>
                <a:lnTo>
                  <a:pt x="729183" y="695375"/>
                </a:lnTo>
                <a:lnTo>
                  <a:pt x="729183" y="0"/>
                </a:lnTo>
                <a:lnTo>
                  <a:pt x="0" y="0"/>
                </a:lnTo>
                <a:lnTo>
                  <a:pt x="0" y="6953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206233" y="3409899"/>
            <a:ext cx="729615" cy="695960"/>
          </a:xfrm>
          <a:custGeom>
            <a:avLst/>
            <a:gdLst/>
            <a:ahLst/>
            <a:cxnLst/>
            <a:rect l="l" t="t" r="r" b="b"/>
            <a:pathLst>
              <a:path w="729615" h="695960">
                <a:moveTo>
                  <a:pt x="0" y="695375"/>
                </a:moveTo>
                <a:lnTo>
                  <a:pt x="729183" y="695375"/>
                </a:lnTo>
                <a:lnTo>
                  <a:pt x="729183" y="0"/>
                </a:lnTo>
                <a:lnTo>
                  <a:pt x="0" y="0"/>
                </a:lnTo>
                <a:lnTo>
                  <a:pt x="0" y="6953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935341" y="3409899"/>
            <a:ext cx="729615" cy="695960"/>
          </a:xfrm>
          <a:custGeom>
            <a:avLst/>
            <a:gdLst/>
            <a:ahLst/>
            <a:cxnLst/>
            <a:rect l="l" t="t" r="r" b="b"/>
            <a:pathLst>
              <a:path w="729615" h="695960">
                <a:moveTo>
                  <a:pt x="0" y="695375"/>
                </a:moveTo>
                <a:lnTo>
                  <a:pt x="729183" y="695375"/>
                </a:lnTo>
                <a:lnTo>
                  <a:pt x="729183" y="0"/>
                </a:lnTo>
                <a:lnTo>
                  <a:pt x="0" y="0"/>
                </a:lnTo>
                <a:lnTo>
                  <a:pt x="0" y="6953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206233" y="4105224"/>
            <a:ext cx="729615" cy="695960"/>
          </a:xfrm>
          <a:custGeom>
            <a:avLst/>
            <a:gdLst/>
            <a:ahLst/>
            <a:cxnLst/>
            <a:rect l="l" t="t" r="r" b="b"/>
            <a:pathLst>
              <a:path w="729615" h="695960">
                <a:moveTo>
                  <a:pt x="0" y="695375"/>
                </a:moveTo>
                <a:lnTo>
                  <a:pt x="729183" y="695375"/>
                </a:lnTo>
                <a:lnTo>
                  <a:pt x="729183" y="0"/>
                </a:lnTo>
                <a:lnTo>
                  <a:pt x="0" y="0"/>
                </a:lnTo>
                <a:lnTo>
                  <a:pt x="0" y="6953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6462712" y="2700210"/>
          <a:ext cx="2187573" cy="208610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92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91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92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5325">
                <a:tc>
                  <a:txBody>
                    <a:bodyPr/>
                    <a:lstStyle/>
                    <a:p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85858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2300" dirty="0">
                          <a:latin typeface="Calibri"/>
                          <a:cs typeface="Calibri"/>
                        </a:rPr>
                        <a:t>0</a:t>
                      </a:r>
                      <a:endParaRPr sz="2300">
                        <a:latin typeface="Calibri"/>
                        <a:cs typeface="Calibri"/>
                      </a:endParaRPr>
                    </a:p>
                  </a:txBody>
                  <a:tcPr marL="0" marR="0" marT="1397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3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858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451">
                <a:tc>
                  <a:txBody>
                    <a:bodyPr/>
                    <a:lstStyle/>
                    <a:p>
                      <a:pPr marL="216535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2600" spc="-5" dirty="0">
                          <a:latin typeface="Calibri"/>
                          <a:cs typeface="Calibri"/>
                        </a:rPr>
                        <a:t>-1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1149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2600" dirty="0">
                          <a:latin typeface="Calibri"/>
                          <a:cs typeface="Calibri"/>
                        </a:rPr>
                        <a:t>0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1149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2300" dirty="0">
                          <a:latin typeface="Calibri"/>
                          <a:cs typeface="Calibri"/>
                        </a:rPr>
                        <a:t>8</a:t>
                      </a:r>
                      <a:endParaRPr sz="2300">
                        <a:latin typeface="Calibri"/>
                        <a:cs typeface="Calibri"/>
                      </a:endParaRPr>
                    </a:p>
                  </a:txBody>
                  <a:tcPr marL="0" marR="0" marT="1390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endParaRPr sz="23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8585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2600" dirty="0">
                          <a:latin typeface="Calibri"/>
                          <a:cs typeface="Calibri"/>
                        </a:rPr>
                        <a:t>0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1149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858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object 14"/>
          <p:cNvSpPr/>
          <p:nvPr/>
        </p:nvSpPr>
        <p:spPr>
          <a:xfrm>
            <a:off x="7986521" y="3470909"/>
            <a:ext cx="634365" cy="588645"/>
          </a:xfrm>
          <a:custGeom>
            <a:avLst/>
            <a:gdLst/>
            <a:ahLst/>
            <a:cxnLst/>
            <a:rect l="l" t="t" r="r" b="b"/>
            <a:pathLst>
              <a:path w="634365" h="588645">
                <a:moveTo>
                  <a:pt x="0" y="588263"/>
                </a:moveTo>
                <a:lnTo>
                  <a:pt x="633983" y="588263"/>
                </a:lnTo>
                <a:lnTo>
                  <a:pt x="633983" y="0"/>
                </a:lnTo>
                <a:lnTo>
                  <a:pt x="0" y="0"/>
                </a:lnTo>
                <a:lnTo>
                  <a:pt x="0" y="588263"/>
                </a:lnTo>
                <a:close/>
              </a:path>
            </a:pathLst>
          </a:custGeom>
          <a:ln w="25908">
            <a:solidFill>
              <a:srgbClr val="3333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265669" y="2775966"/>
            <a:ext cx="614680" cy="574675"/>
          </a:xfrm>
          <a:custGeom>
            <a:avLst/>
            <a:gdLst/>
            <a:ahLst/>
            <a:cxnLst/>
            <a:rect l="l" t="t" r="r" b="b"/>
            <a:pathLst>
              <a:path w="614679" h="574675">
                <a:moveTo>
                  <a:pt x="0" y="574548"/>
                </a:moveTo>
                <a:lnTo>
                  <a:pt x="614172" y="574548"/>
                </a:lnTo>
                <a:lnTo>
                  <a:pt x="614172" y="0"/>
                </a:lnTo>
                <a:lnTo>
                  <a:pt x="0" y="0"/>
                </a:lnTo>
                <a:lnTo>
                  <a:pt x="0" y="574548"/>
                </a:lnTo>
                <a:close/>
              </a:path>
            </a:pathLst>
          </a:custGeom>
          <a:ln w="25908">
            <a:solidFill>
              <a:srgbClr val="3333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178033" y="2714447"/>
            <a:ext cx="729615" cy="695960"/>
          </a:xfrm>
          <a:custGeom>
            <a:avLst/>
            <a:gdLst/>
            <a:ahLst/>
            <a:cxnLst/>
            <a:rect l="l" t="t" r="r" b="b"/>
            <a:pathLst>
              <a:path w="729615" h="695960">
                <a:moveTo>
                  <a:pt x="0" y="695375"/>
                </a:moveTo>
                <a:lnTo>
                  <a:pt x="729183" y="695375"/>
                </a:lnTo>
                <a:lnTo>
                  <a:pt x="729183" y="0"/>
                </a:lnTo>
                <a:lnTo>
                  <a:pt x="0" y="0"/>
                </a:lnTo>
                <a:lnTo>
                  <a:pt x="0" y="6953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448800" y="3409899"/>
            <a:ext cx="729615" cy="695960"/>
          </a:xfrm>
          <a:custGeom>
            <a:avLst/>
            <a:gdLst/>
            <a:ahLst/>
            <a:cxnLst/>
            <a:rect l="l" t="t" r="r" b="b"/>
            <a:pathLst>
              <a:path w="729615" h="695960">
                <a:moveTo>
                  <a:pt x="0" y="695375"/>
                </a:moveTo>
                <a:lnTo>
                  <a:pt x="729183" y="695375"/>
                </a:lnTo>
                <a:lnTo>
                  <a:pt x="729183" y="0"/>
                </a:lnTo>
                <a:lnTo>
                  <a:pt x="0" y="0"/>
                </a:lnTo>
                <a:lnTo>
                  <a:pt x="0" y="6953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178033" y="3409899"/>
            <a:ext cx="729615" cy="695960"/>
          </a:xfrm>
          <a:custGeom>
            <a:avLst/>
            <a:gdLst/>
            <a:ahLst/>
            <a:cxnLst/>
            <a:rect l="l" t="t" r="r" b="b"/>
            <a:pathLst>
              <a:path w="729615" h="695960">
                <a:moveTo>
                  <a:pt x="0" y="695375"/>
                </a:moveTo>
                <a:lnTo>
                  <a:pt x="729183" y="695375"/>
                </a:lnTo>
                <a:lnTo>
                  <a:pt x="729183" y="0"/>
                </a:lnTo>
                <a:lnTo>
                  <a:pt x="0" y="0"/>
                </a:lnTo>
                <a:lnTo>
                  <a:pt x="0" y="6953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0907141" y="3409899"/>
            <a:ext cx="729615" cy="695960"/>
          </a:xfrm>
          <a:custGeom>
            <a:avLst/>
            <a:gdLst/>
            <a:ahLst/>
            <a:cxnLst/>
            <a:rect l="l" t="t" r="r" b="b"/>
            <a:pathLst>
              <a:path w="729615" h="695960">
                <a:moveTo>
                  <a:pt x="0" y="695375"/>
                </a:moveTo>
                <a:lnTo>
                  <a:pt x="729183" y="695375"/>
                </a:lnTo>
                <a:lnTo>
                  <a:pt x="729183" y="0"/>
                </a:lnTo>
                <a:lnTo>
                  <a:pt x="0" y="0"/>
                </a:lnTo>
                <a:lnTo>
                  <a:pt x="0" y="6953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0178033" y="4105224"/>
            <a:ext cx="729615" cy="695960"/>
          </a:xfrm>
          <a:custGeom>
            <a:avLst/>
            <a:gdLst/>
            <a:ahLst/>
            <a:cxnLst/>
            <a:rect l="l" t="t" r="r" b="b"/>
            <a:pathLst>
              <a:path w="729615" h="695960">
                <a:moveTo>
                  <a:pt x="0" y="695375"/>
                </a:moveTo>
                <a:lnTo>
                  <a:pt x="729183" y="695375"/>
                </a:lnTo>
                <a:lnTo>
                  <a:pt x="729183" y="0"/>
                </a:lnTo>
                <a:lnTo>
                  <a:pt x="0" y="0"/>
                </a:lnTo>
                <a:lnTo>
                  <a:pt x="0" y="6953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9434512" y="2700210"/>
          <a:ext cx="2187573" cy="208610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92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91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92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5325">
                <a:tc>
                  <a:txBody>
                    <a:bodyPr/>
                    <a:lstStyle/>
                    <a:p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85858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2300" dirty="0">
                          <a:latin typeface="Calibri"/>
                          <a:cs typeface="Calibri"/>
                        </a:rPr>
                        <a:t>0</a:t>
                      </a:r>
                      <a:endParaRPr sz="2300">
                        <a:latin typeface="Calibri"/>
                        <a:cs typeface="Calibri"/>
                      </a:endParaRPr>
                    </a:p>
                  </a:txBody>
                  <a:tcPr marL="0" marR="0" marT="1397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3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858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451">
                <a:tc>
                  <a:txBody>
                    <a:bodyPr/>
                    <a:lstStyle/>
                    <a:p>
                      <a:pPr marL="216535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2600" spc="-5" dirty="0">
                          <a:latin typeface="Calibri"/>
                          <a:cs typeface="Calibri"/>
                        </a:rPr>
                        <a:t>-1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1149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2600" dirty="0">
                          <a:latin typeface="Calibri"/>
                          <a:cs typeface="Calibri"/>
                        </a:rPr>
                        <a:t>3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1149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2300" dirty="0">
                          <a:latin typeface="Calibri"/>
                          <a:cs typeface="Calibri"/>
                        </a:rPr>
                        <a:t>8</a:t>
                      </a:r>
                      <a:endParaRPr sz="2300">
                        <a:latin typeface="Calibri"/>
                        <a:cs typeface="Calibri"/>
                      </a:endParaRPr>
                    </a:p>
                  </a:txBody>
                  <a:tcPr marL="0" marR="0" marT="1390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endParaRPr sz="23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85858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2600" dirty="0">
                          <a:latin typeface="Calibri"/>
                          <a:cs typeface="Calibri"/>
                        </a:rPr>
                        <a:t>0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1149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858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" name="object 22"/>
          <p:cNvSpPr/>
          <p:nvPr/>
        </p:nvSpPr>
        <p:spPr>
          <a:xfrm>
            <a:off x="10958321" y="3470909"/>
            <a:ext cx="634365" cy="588645"/>
          </a:xfrm>
          <a:custGeom>
            <a:avLst/>
            <a:gdLst/>
            <a:ahLst/>
            <a:cxnLst/>
            <a:rect l="l" t="t" r="r" b="b"/>
            <a:pathLst>
              <a:path w="634365" h="588645">
                <a:moveTo>
                  <a:pt x="0" y="588263"/>
                </a:moveTo>
                <a:lnTo>
                  <a:pt x="633983" y="588263"/>
                </a:lnTo>
                <a:lnTo>
                  <a:pt x="633983" y="0"/>
                </a:lnTo>
                <a:lnTo>
                  <a:pt x="0" y="0"/>
                </a:lnTo>
                <a:lnTo>
                  <a:pt x="0" y="588263"/>
                </a:lnTo>
                <a:close/>
              </a:path>
            </a:pathLst>
          </a:custGeom>
          <a:ln w="25908">
            <a:solidFill>
              <a:srgbClr val="3333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0237469" y="2775966"/>
            <a:ext cx="614680" cy="574675"/>
          </a:xfrm>
          <a:custGeom>
            <a:avLst/>
            <a:gdLst/>
            <a:ahLst/>
            <a:cxnLst/>
            <a:rect l="l" t="t" r="r" b="b"/>
            <a:pathLst>
              <a:path w="614679" h="574675">
                <a:moveTo>
                  <a:pt x="0" y="574548"/>
                </a:moveTo>
                <a:lnTo>
                  <a:pt x="614172" y="574548"/>
                </a:lnTo>
                <a:lnTo>
                  <a:pt x="614172" y="0"/>
                </a:lnTo>
                <a:lnTo>
                  <a:pt x="0" y="0"/>
                </a:lnTo>
                <a:lnTo>
                  <a:pt x="0" y="574548"/>
                </a:lnTo>
                <a:close/>
              </a:path>
            </a:pathLst>
          </a:custGeom>
          <a:ln w="25908">
            <a:solidFill>
              <a:srgbClr val="3333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8111711" y="2058161"/>
            <a:ext cx="1901825" cy="533400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203835">
              <a:lnSpc>
                <a:spcPct val="100000"/>
              </a:lnSpc>
              <a:spcBef>
                <a:spcPts val="840"/>
              </a:spcBef>
            </a:pPr>
            <a:r>
              <a:rPr sz="2000" dirty="0">
                <a:latin typeface="Arial"/>
                <a:cs typeface="Arial"/>
              </a:rPr>
              <a:t>C, east, D,</a:t>
            </a:r>
            <a:r>
              <a:rPr sz="2000" spc="-1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-2</a:t>
            </a:r>
            <a:endParaRPr sz="20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274825" y="2713875"/>
            <a:ext cx="741680" cy="695960"/>
          </a:xfrm>
          <a:custGeom>
            <a:avLst/>
            <a:gdLst/>
            <a:ahLst/>
            <a:cxnLst/>
            <a:rect l="l" t="t" r="r" b="b"/>
            <a:pathLst>
              <a:path w="741680" h="695960">
                <a:moveTo>
                  <a:pt x="0" y="695566"/>
                </a:moveTo>
                <a:lnTo>
                  <a:pt x="741489" y="695566"/>
                </a:lnTo>
                <a:lnTo>
                  <a:pt x="741489" y="0"/>
                </a:lnTo>
                <a:lnTo>
                  <a:pt x="0" y="0"/>
                </a:lnTo>
                <a:lnTo>
                  <a:pt x="0" y="69556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274825" y="3409454"/>
            <a:ext cx="741680" cy="695960"/>
          </a:xfrm>
          <a:custGeom>
            <a:avLst/>
            <a:gdLst/>
            <a:ahLst/>
            <a:cxnLst/>
            <a:rect l="l" t="t" r="r" b="b"/>
            <a:pathLst>
              <a:path w="741680" h="695960">
                <a:moveTo>
                  <a:pt x="0" y="695566"/>
                </a:moveTo>
                <a:lnTo>
                  <a:pt x="741489" y="695566"/>
                </a:lnTo>
                <a:lnTo>
                  <a:pt x="741489" y="0"/>
                </a:lnTo>
                <a:lnTo>
                  <a:pt x="0" y="0"/>
                </a:lnTo>
                <a:lnTo>
                  <a:pt x="0" y="69556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016379" y="3409454"/>
            <a:ext cx="741680" cy="695960"/>
          </a:xfrm>
          <a:custGeom>
            <a:avLst/>
            <a:gdLst/>
            <a:ahLst/>
            <a:cxnLst/>
            <a:rect l="l" t="t" r="r" b="b"/>
            <a:pathLst>
              <a:path w="741680" h="695960">
                <a:moveTo>
                  <a:pt x="0" y="695566"/>
                </a:moveTo>
                <a:lnTo>
                  <a:pt x="741489" y="695566"/>
                </a:lnTo>
                <a:lnTo>
                  <a:pt x="741489" y="0"/>
                </a:lnTo>
                <a:lnTo>
                  <a:pt x="0" y="0"/>
                </a:lnTo>
                <a:lnTo>
                  <a:pt x="0" y="69556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8" name="object 28"/>
          <p:cNvGraphicFramePr>
            <a:graphicFrameLocks noGrp="1"/>
          </p:cNvGraphicFramePr>
          <p:nvPr/>
        </p:nvGraphicFramePr>
        <p:xfrm>
          <a:off x="519112" y="2699575"/>
          <a:ext cx="2224405" cy="20867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14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15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14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5578">
                <a:tc>
                  <a:txBody>
                    <a:bodyPr/>
                    <a:lstStyle/>
                    <a:p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85858"/>
                    </a:solidFill>
                  </a:tcPr>
                </a:tc>
                <a:tc>
                  <a:txBody>
                    <a:bodyPr/>
                    <a:lstStyle/>
                    <a:p>
                      <a:pPr marL="259715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2500" b="1" dirty="0">
                          <a:solidFill>
                            <a:srgbClr val="808080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T="12318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858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5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2900" b="1" dirty="0">
                          <a:solidFill>
                            <a:srgbClr val="808080"/>
                          </a:solidFill>
                          <a:latin typeface="Calibri"/>
                          <a:cs typeface="Calibri"/>
                        </a:rPr>
                        <a:t>B</a:t>
                      </a:r>
                      <a:endParaRPr sz="2900">
                        <a:latin typeface="Calibri"/>
                        <a:cs typeface="Calibri"/>
                      </a:endParaRPr>
                    </a:p>
                  </a:txBody>
                  <a:tcPr marL="0" marR="0" marT="889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8445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2900" b="1" dirty="0">
                          <a:solidFill>
                            <a:srgbClr val="808080"/>
                          </a:solidFill>
                          <a:latin typeface="Calibri"/>
                          <a:cs typeface="Calibri"/>
                        </a:rPr>
                        <a:t>C</a:t>
                      </a:r>
                      <a:endParaRPr sz="2900">
                        <a:latin typeface="Calibri"/>
                        <a:cs typeface="Calibri"/>
                      </a:endParaRPr>
                    </a:p>
                  </a:txBody>
                  <a:tcPr marL="0" marR="0" marT="889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2500" b="1" dirty="0">
                          <a:solidFill>
                            <a:srgbClr val="808080"/>
                          </a:solidFill>
                          <a:latin typeface="Calibri"/>
                          <a:cs typeface="Calibri"/>
                        </a:rPr>
                        <a:t>D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T="12318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579">
                <a:tc>
                  <a:txBody>
                    <a:bodyPr/>
                    <a:lstStyle/>
                    <a:p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85858"/>
                    </a:solidFill>
                  </a:tcPr>
                </a:tc>
                <a:tc>
                  <a:txBody>
                    <a:bodyPr/>
                    <a:lstStyle/>
                    <a:p>
                      <a:pPr marL="266065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2900" b="1" dirty="0">
                          <a:solidFill>
                            <a:srgbClr val="808080"/>
                          </a:solidFill>
                          <a:latin typeface="Calibri"/>
                          <a:cs typeface="Calibri"/>
                        </a:rPr>
                        <a:t>E</a:t>
                      </a:r>
                      <a:endParaRPr sz="2900">
                        <a:latin typeface="Calibri"/>
                        <a:cs typeface="Calibri"/>
                      </a:endParaRPr>
                    </a:p>
                  </a:txBody>
                  <a:tcPr marL="0" marR="0" marT="895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858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9" name="object 29"/>
          <p:cNvSpPr/>
          <p:nvPr/>
        </p:nvSpPr>
        <p:spPr>
          <a:xfrm>
            <a:off x="3143250" y="1067561"/>
            <a:ext cx="0" cy="5791200"/>
          </a:xfrm>
          <a:custGeom>
            <a:avLst/>
            <a:gdLst/>
            <a:ahLst/>
            <a:cxnLst/>
            <a:rect l="l" t="t" r="r" b="b"/>
            <a:pathLst>
              <a:path h="5791200">
                <a:moveTo>
                  <a:pt x="0" y="0"/>
                </a:moveTo>
                <a:lnTo>
                  <a:pt x="0" y="5791199"/>
                </a:lnTo>
              </a:path>
            </a:pathLst>
          </a:custGeom>
          <a:ln w="38100">
            <a:solidFill>
              <a:srgbClr val="3333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1193698" y="1486153"/>
            <a:ext cx="889635" cy="382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States</a:t>
            </a:r>
            <a:endParaRPr sz="24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608070" y="38610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46559" y="5994"/>
                </a:lnTo>
                <a:lnTo>
                  <a:pt x="22336" y="22336"/>
                </a:lnTo>
                <a:lnTo>
                  <a:pt x="5994" y="46559"/>
                </a:lnTo>
                <a:lnTo>
                  <a:pt x="0" y="76200"/>
                </a:lnTo>
                <a:lnTo>
                  <a:pt x="5994" y="105840"/>
                </a:lnTo>
                <a:lnTo>
                  <a:pt x="22336" y="130063"/>
                </a:lnTo>
                <a:lnTo>
                  <a:pt x="46559" y="146405"/>
                </a:lnTo>
                <a:lnTo>
                  <a:pt x="76200" y="152400"/>
                </a:lnTo>
                <a:lnTo>
                  <a:pt x="105840" y="146405"/>
                </a:lnTo>
                <a:lnTo>
                  <a:pt x="130063" y="130063"/>
                </a:lnTo>
                <a:lnTo>
                  <a:pt x="146405" y="105840"/>
                </a:lnTo>
                <a:lnTo>
                  <a:pt x="152400" y="76200"/>
                </a:lnTo>
                <a:lnTo>
                  <a:pt x="146405" y="46559"/>
                </a:lnTo>
                <a:lnTo>
                  <a:pt x="130063" y="22336"/>
                </a:lnTo>
                <a:lnTo>
                  <a:pt x="105840" y="5994"/>
                </a:lnTo>
                <a:lnTo>
                  <a:pt x="762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608070" y="38610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lnTo>
                  <a:pt x="5994" y="46559"/>
                </a:lnTo>
                <a:lnTo>
                  <a:pt x="22336" y="22336"/>
                </a:lnTo>
                <a:lnTo>
                  <a:pt x="46559" y="5994"/>
                </a:lnTo>
                <a:lnTo>
                  <a:pt x="76200" y="0"/>
                </a:lnTo>
                <a:lnTo>
                  <a:pt x="105840" y="5994"/>
                </a:lnTo>
                <a:lnTo>
                  <a:pt x="130063" y="22336"/>
                </a:lnTo>
                <a:lnTo>
                  <a:pt x="146405" y="46559"/>
                </a:lnTo>
                <a:lnTo>
                  <a:pt x="152400" y="76200"/>
                </a:lnTo>
                <a:lnTo>
                  <a:pt x="146405" y="105840"/>
                </a:lnTo>
                <a:lnTo>
                  <a:pt x="130063" y="130063"/>
                </a:lnTo>
                <a:lnTo>
                  <a:pt x="105840" y="146405"/>
                </a:lnTo>
                <a:lnTo>
                  <a:pt x="76200" y="152400"/>
                </a:lnTo>
                <a:lnTo>
                  <a:pt x="46559" y="146405"/>
                </a:lnTo>
                <a:lnTo>
                  <a:pt x="22336" y="130063"/>
                </a:lnTo>
                <a:lnTo>
                  <a:pt x="5994" y="105840"/>
                </a:lnTo>
                <a:lnTo>
                  <a:pt x="0" y="76200"/>
                </a:lnTo>
                <a:close/>
              </a:path>
            </a:pathLst>
          </a:custGeom>
          <a:ln w="25908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297673" y="38610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46559" y="5994"/>
                </a:lnTo>
                <a:lnTo>
                  <a:pt x="22336" y="22336"/>
                </a:lnTo>
                <a:lnTo>
                  <a:pt x="5994" y="46559"/>
                </a:lnTo>
                <a:lnTo>
                  <a:pt x="0" y="76200"/>
                </a:lnTo>
                <a:lnTo>
                  <a:pt x="5994" y="105840"/>
                </a:lnTo>
                <a:lnTo>
                  <a:pt x="22336" y="130063"/>
                </a:lnTo>
                <a:lnTo>
                  <a:pt x="46559" y="146405"/>
                </a:lnTo>
                <a:lnTo>
                  <a:pt x="76200" y="152400"/>
                </a:lnTo>
                <a:lnTo>
                  <a:pt x="105840" y="146405"/>
                </a:lnTo>
                <a:lnTo>
                  <a:pt x="130063" y="130063"/>
                </a:lnTo>
                <a:lnTo>
                  <a:pt x="146405" y="105840"/>
                </a:lnTo>
                <a:lnTo>
                  <a:pt x="152400" y="76200"/>
                </a:lnTo>
                <a:lnTo>
                  <a:pt x="146405" y="46559"/>
                </a:lnTo>
                <a:lnTo>
                  <a:pt x="130063" y="22336"/>
                </a:lnTo>
                <a:lnTo>
                  <a:pt x="105840" y="5994"/>
                </a:lnTo>
                <a:lnTo>
                  <a:pt x="762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297673" y="38610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lnTo>
                  <a:pt x="5994" y="46559"/>
                </a:lnTo>
                <a:lnTo>
                  <a:pt x="22336" y="22336"/>
                </a:lnTo>
                <a:lnTo>
                  <a:pt x="46559" y="5994"/>
                </a:lnTo>
                <a:lnTo>
                  <a:pt x="76200" y="0"/>
                </a:lnTo>
                <a:lnTo>
                  <a:pt x="105840" y="5994"/>
                </a:lnTo>
                <a:lnTo>
                  <a:pt x="130063" y="22336"/>
                </a:lnTo>
                <a:lnTo>
                  <a:pt x="146405" y="46559"/>
                </a:lnTo>
                <a:lnTo>
                  <a:pt x="152400" y="76200"/>
                </a:lnTo>
                <a:lnTo>
                  <a:pt x="146405" y="105840"/>
                </a:lnTo>
                <a:lnTo>
                  <a:pt x="130063" y="130063"/>
                </a:lnTo>
                <a:lnTo>
                  <a:pt x="105840" y="146405"/>
                </a:lnTo>
                <a:lnTo>
                  <a:pt x="76200" y="152400"/>
                </a:lnTo>
                <a:lnTo>
                  <a:pt x="46559" y="146405"/>
                </a:lnTo>
                <a:lnTo>
                  <a:pt x="22336" y="130063"/>
                </a:lnTo>
                <a:lnTo>
                  <a:pt x="5994" y="105840"/>
                </a:lnTo>
                <a:lnTo>
                  <a:pt x="0" y="76200"/>
                </a:lnTo>
                <a:close/>
              </a:path>
            </a:pathLst>
          </a:custGeom>
          <a:ln w="25908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1017757" y="38610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46559" y="5994"/>
                </a:lnTo>
                <a:lnTo>
                  <a:pt x="22336" y="22336"/>
                </a:lnTo>
                <a:lnTo>
                  <a:pt x="5994" y="46559"/>
                </a:lnTo>
                <a:lnTo>
                  <a:pt x="0" y="76200"/>
                </a:lnTo>
                <a:lnTo>
                  <a:pt x="5994" y="105840"/>
                </a:lnTo>
                <a:lnTo>
                  <a:pt x="22336" y="130063"/>
                </a:lnTo>
                <a:lnTo>
                  <a:pt x="46559" y="146405"/>
                </a:lnTo>
                <a:lnTo>
                  <a:pt x="76200" y="152400"/>
                </a:lnTo>
                <a:lnTo>
                  <a:pt x="105840" y="146405"/>
                </a:lnTo>
                <a:lnTo>
                  <a:pt x="130063" y="130063"/>
                </a:lnTo>
                <a:lnTo>
                  <a:pt x="146405" y="105840"/>
                </a:lnTo>
                <a:lnTo>
                  <a:pt x="152400" y="76200"/>
                </a:lnTo>
                <a:lnTo>
                  <a:pt x="146405" y="46559"/>
                </a:lnTo>
                <a:lnTo>
                  <a:pt x="130063" y="22336"/>
                </a:lnTo>
                <a:lnTo>
                  <a:pt x="105840" y="5994"/>
                </a:lnTo>
                <a:lnTo>
                  <a:pt x="762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1017757" y="38610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lnTo>
                  <a:pt x="5994" y="46559"/>
                </a:lnTo>
                <a:lnTo>
                  <a:pt x="22336" y="22336"/>
                </a:lnTo>
                <a:lnTo>
                  <a:pt x="46559" y="5994"/>
                </a:lnTo>
                <a:lnTo>
                  <a:pt x="76200" y="0"/>
                </a:lnTo>
                <a:lnTo>
                  <a:pt x="105840" y="5994"/>
                </a:lnTo>
                <a:lnTo>
                  <a:pt x="130063" y="22336"/>
                </a:lnTo>
                <a:lnTo>
                  <a:pt x="146405" y="46559"/>
                </a:lnTo>
                <a:lnTo>
                  <a:pt x="152400" y="76200"/>
                </a:lnTo>
                <a:lnTo>
                  <a:pt x="146405" y="105840"/>
                </a:lnTo>
                <a:lnTo>
                  <a:pt x="130063" y="130063"/>
                </a:lnTo>
                <a:lnTo>
                  <a:pt x="105840" y="146405"/>
                </a:lnTo>
                <a:lnTo>
                  <a:pt x="76200" y="152400"/>
                </a:lnTo>
                <a:lnTo>
                  <a:pt x="46559" y="146405"/>
                </a:lnTo>
                <a:lnTo>
                  <a:pt x="22336" y="130063"/>
                </a:lnTo>
                <a:lnTo>
                  <a:pt x="5994" y="105840"/>
                </a:lnTo>
                <a:lnTo>
                  <a:pt x="0" y="76200"/>
                </a:lnTo>
                <a:close/>
              </a:path>
            </a:pathLst>
          </a:custGeom>
          <a:ln w="25908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810000" y="5486400"/>
            <a:ext cx="7507224" cy="4663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01620" y="227203"/>
            <a:ext cx="7590155" cy="628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/>
              <a:t>Problems with TD Value</a:t>
            </a:r>
            <a:r>
              <a:rPr sz="4000" spc="5" dirty="0"/>
              <a:t> </a:t>
            </a:r>
            <a:r>
              <a:rPr sz="4000" spc="-5" dirty="0"/>
              <a:t>Learning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459740" y="4983860"/>
            <a:ext cx="6468110" cy="987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333399"/>
              </a:buClr>
              <a:buFont typeface="Courier New"/>
              <a:buChar char="o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Idea: learn Q-values, </a:t>
            </a:r>
            <a:r>
              <a:rPr sz="2800" spc="-5" dirty="0">
                <a:latin typeface="Arial"/>
                <a:cs typeface="Arial"/>
              </a:rPr>
              <a:t>not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values</a:t>
            </a: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333399"/>
              </a:buClr>
              <a:buFont typeface="Courier New"/>
              <a:buChar char="o"/>
              <a:tabLst>
                <a:tab pos="355600" algn="l"/>
              </a:tabLst>
            </a:pPr>
            <a:r>
              <a:rPr sz="2800" spc="-5" dirty="0">
                <a:latin typeface="Arial"/>
                <a:cs typeface="Arial"/>
              </a:rPr>
              <a:t>Makes </a:t>
            </a:r>
            <a:r>
              <a:rPr sz="2800" dirty="0">
                <a:latin typeface="Arial"/>
                <a:cs typeface="Arial"/>
              </a:rPr>
              <a:t>action selection model-free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too!</a:t>
            </a:r>
          </a:p>
        </p:txBody>
      </p:sp>
      <p:sp>
        <p:nvSpPr>
          <p:cNvPr id="4" name="object 4"/>
          <p:cNvSpPr/>
          <p:nvPr/>
        </p:nvSpPr>
        <p:spPr>
          <a:xfrm>
            <a:off x="1676400" y="3229355"/>
            <a:ext cx="3272028" cy="4495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76400" y="3979164"/>
            <a:ext cx="5323332" cy="5928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04800" y="1022104"/>
            <a:ext cx="11732260" cy="2741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333399"/>
              </a:buClr>
              <a:buFont typeface="Courier New"/>
              <a:buChar char="o"/>
              <a:tabLst>
                <a:tab pos="355600" algn="l"/>
              </a:tabLst>
            </a:pPr>
            <a:r>
              <a:rPr sz="2800" spc="-5" dirty="0">
                <a:latin typeface="Arial"/>
                <a:cs typeface="Arial"/>
              </a:rPr>
              <a:t>TD </a:t>
            </a:r>
            <a:r>
              <a:rPr sz="2800" dirty="0">
                <a:latin typeface="Arial"/>
                <a:cs typeface="Arial"/>
              </a:rPr>
              <a:t>value </a:t>
            </a:r>
            <a:r>
              <a:rPr sz="2800" spc="-5" dirty="0">
                <a:latin typeface="Arial"/>
                <a:cs typeface="Arial"/>
              </a:rPr>
              <a:t>leaning is a </a:t>
            </a:r>
            <a:r>
              <a:rPr sz="2800" dirty="0">
                <a:latin typeface="Arial"/>
                <a:cs typeface="Arial"/>
              </a:rPr>
              <a:t>model-free </a:t>
            </a:r>
            <a:r>
              <a:rPr sz="2800" spc="-5" dirty="0">
                <a:latin typeface="Arial"/>
                <a:cs typeface="Arial"/>
              </a:rPr>
              <a:t>way to do </a:t>
            </a:r>
            <a:r>
              <a:rPr sz="2800" dirty="0">
                <a:latin typeface="Arial"/>
                <a:cs typeface="Arial"/>
              </a:rPr>
              <a:t>policy</a:t>
            </a:r>
            <a:r>
              <a:rPr sz="2800" spc="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evaluation,</a:t>
            </a:r>
          </a:p>
          <a:p>
            <a:pPr marR="870585" algn="ctr">
              <a:lnSpc>
                <a:spcPct val="100000"/>
              </a:lnSpc>
            </a:pPr>
            <a:r>
              <a:rPr sz="2800" spc="-5" dirty="0">
                <a:latin typeface="Arial"/>
                <a:cs typeface="Arial"/>
              </a:rPr>
              <a:t>mimicking Bellman </a:t>
            </a:r>
            <a:r>
              <a:rPr sz="2800" dirty="0">
                <a:latin typeface="Arial"/>
                <a:cs typeface="Arial"/>
              </a:rPr>
              <a:t>updates </a:t>
            </a:r>
            <a:r>
              <a:rPr sz="2800" spc="-5" dirty="0">
                <a:latin typeface="Arial"/>
                <a:cs typeface="Arial"/>
              </a:rPr>
              <a:t>with </a:t>
            </a:r>
            <a:r>
              <a:rPr sz="2800" dirty="0">
                <a:latin typeface="Arial"/>
                <a:cs typeface="Arial"/>
              </a:rPr>
              <a:t>running </a:t>
            </a:r>
            <a:r>
              <a:rPr sz="2800" spc="-5" dirty="0">
                <a:latin typeface="Arial"/>
                <a:cs typeface="Arial"/>
              </a:rPr>
              <a:t>sample</a:t>
            </a:r>
            <a:r>
              <a:rPr sz="2800" spc="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averages</a:t>
            </a: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333399"/>
              </a:buClr>
              <a:buFont typeface="Courier New"/>
              <a:buChar char="o"/>
              <a:tabLst>
                <a:tab pos="355600" algn="l"/>
              </a:tabLst>
            </a:pPr>
            <a:r>
              <a:rPr lang="en-US" sz="2800" dirty="0"/>
              <a:t>If we want to turn values into a (new) policy, we can learn Q-values, not state values</a:t>
            </a:r>
            <a:endParaRPr lang="en-US" sz="2550" dirty="0">
              <a:latin typeface="Times New Roman"/>
              <a:cs typeface="Times New Roman"/>
            </a:endParaRPr>
          </a:p>
          <a:p>
            <a:pPr marR="1019175" algn="r">
              <a:lnSpc>
                <a:spcPct val="100000"/>
              </a:lnSpc>
            </a:pPr>
            <a:endParaRPr lang="en-US" sz="2400" dirty="0">
              <a:latin typeface="Arial"/>
              <a:cs typeface="Arial"/>
            </a:endParaRPr>
          </a:p>
          <a:p>
            <a:pPr marL="9152255" marR="1102360" indent="102870">
              <a:lnSpc>
                <a:spcPct val="143700"/>
              </a:lnSpc>
              <a:spcBef>
                <a:spcPts val="670"/>
              </a:spcBef>
            </a:pPr>
            <a:endParaRPr lang="en-US" sz="2400" dirty="0">
              <a:latin typeface="Arial"/>
              <a:cs typeface="Arial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071368F-5B95-9F1B-0508-F06030F50B07}"/>
              </a:ext>
            </a:extLst>
          </p:cNvPr>
          <p:cNvGrpSpPr/>
          <p:nvPr/>
        </p:nvGrpSpPr>
        <p:grpSpPr>
          <a:xfrm>
            <a:off x="8001000" y="2895600"/>
            <a:ext cx="3575812" cy="3194792"/>
            <a:chOff x="8475853" y="2449576"/>
            <a:chExt cx="3575812" cy="3194792"/>
          </a:xfrm>
        </p:grpSpPr>
        <p:sp>
          <p:nvSpPr>
            <p:cNvPr id="24" name="object 8">
              <a:extLst>
                <a:ext uri="{FF2B5EF4-FFF2-40B4-BE49-F238E27FC236}">
                  <a16:creationId xmlns:a16="http://schemas.microsoft.com/office/drawing/2014/main" id="{5A3EEE93-68C5-767F-0395-3FD0274D99F9}"/>
                </a:ext>
              </a:extLst>
            </p:cNvPr>
            <p:cNvSpPr txBox="1"/>
            <p:nvPr/>
          </p:nvSpPr>
          <p:spPr>
            <a:xfrm>
              <a:off x="10962640" y="4388104"/>
              <a:ext cx="1089025" cy="64008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000" dirty="0">
                  <a:solidFill>
                    <a:srgbClr val="C00000"/>
                  </a:solidFill>
                  <a:latin typeface="Calibri"/>
                  <a:cs typeface="Calibri"/>
                </a:rPr>
                <a:t>(s,a,s’) is</a:t>
              </a:r>
              <a:r>
                <a:rPr sz="2000" spc="-85" dirty="0">
                  <a:solidFill>
                    <a:srgbClr val="C00000"/>
                  </a:solidFill>
                  <a:latin typeface="Calibri"/>
                  <a:cs typeface="Calibri"/>
                </a:rPr>
                <a:t> </a:t>
              </a:r>
              <a:r>
                <a:rPr sz="2000" dirty="0">
                  <a:solidFill>
                    <a:srgbClr val="C00000"/>
                  </a:solidFill>
                  <a:latin typeface="Calibri"/>
                  <a:cs typeface="Calibri"/>
                </a:rPr>
                <a:t>a</a:t>
              </a:r>
              <a:endParaRPr sz="2000">
                <a:latin typeface="Calibri"/>
                <a:cs typeface="Calibri"/>
              </a:endParaRPr>
            </a:p>
            <a:p>
              <a:pPr marL="12700">
                <a:lnSpc>
                  <a:spcPct val="100000"/>
                </a:lnSpc>
              </a:pPr>
              <a:r>
                <a:rPr sz="2000" i="1" spc="-5" dirty="0">
                  <a:solidFill>
                    <a:srgbClr val="C00000"/>
                  </a:solidFill>
                  <a:latin typeface="Calibri"/>
                  <a:cs typeface="Calibri"/>
                </a:rPr>
                <a:t>transition</a:t>
              </a:r>
              <a:endParaRPr sz="2000">
                <a:latin typeface="Calibri"/>
                <a:cs typeface="Calibri"/>
              </a:endParaRPr>
            </a:p>
          </p:txBody>
        </p:sp>
        <p:sp>
          <p:nvSpPr>
            <p:cNvPr id="25" name="object 9">
              <a:extLst>
                <a:ext uri="{FF2B5EF4-FFF2-40B4-BE49-F238E27FC236}">
                  <a16:creationId xmlns:a16="http://schemas.microsoft.com/office/drawing/2014/main" id="{3A42F423-BE77-7D9C-F6A9-EF4705CEDD56}"/>
                </a:ext>
              </a:extLst>
            </p:cNvPr>
            <p:cNvSpPr/>
            <p:nvPr/>
          </p:nvSpPr>
          <p:spPr>
            <a:xfrm>
              <a:off x="9893300" y="2549061"/>
              <a:ext cx="351155" cy="276225"/>
            </a:xfrm>
            <a:custGeom>
              <a:avLst/>
              <a:gdLst/>
              <a:ahLst/>
              <a:cxnLst/>
              <a:rect l="l" t="t" r="r" b="b"/>
              <a:pathLst>
                <a:path w="351154" h="276225">
                  <a:moveTo>
                    <a:pt x="175417" y="0"/>
                  </a:moveTo>
                  <a:lnTo>
                    <a:pt x="0" y="276225"/>
                  </a:lnTo>
                  <a:lnTo>
                    <a:pt x="350836" y="276225"/>
                  </a:lnTo>
                  <a:lnTo>
                    <a:pt x="175417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10">
              <a:extLst>
                <a:ext uri="{FF2B5EF4-FFF2-40B4-BE49-F238E27FC236}">
                  <a16:creationId xmlns:a16="http://schemas.microsoft.com/office/drawing/2014/main" id="{F4C6183C-23DA-D16B-163A-CAFBFFC920B5}"/>
                </a:ext>
              </a:extLst>
            </p:cNvPr>
            <p:cNvSpPr/>
            <p:nvPr/>
          </p:nvSpPr>
          <p:spPr>
            <a:xfrm>
              <a:off x="9893300" y="2549061"/>
              <a:ext cx="351155" cy="276225"/>
            </a:xfrm>
            <a:custGeom>
              <a:avLst/>
              <a:gdLst/>
              <a:ahLst/>
              <a:cxnLst/>
              <a:rect l="l" t="t" r="r" b="b"/>
              <a:pathLst>
                <a:path w="351154" h="276225">
                  <a:moveTo>
                    <a:pt x="0" y="276225"/>
                  </a:moveTo>
                  <a:lnTo>
                    <a:pt x="175418" y="0"/>
                  </a:lnTo>
                  <a:lnTo>
                    <a:pt x="350837" y="276225"/>
                  </a:lnTo>
                  <a:lnTo>
                    <a:pt x="0" y="2762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11">
              <a:extLst>
                <a:ext uri="{FF2B5EF4-FFF2-40B4-BE49-F238E27FC236}">
                  <a16:creationId xmlns:a16="http://schemas.microsoft.com/office/drawing/2014/main" id="{E70EE11F-927C-BAB7-9681-5B7B7351399D}"/>
                </a:ext>
              </a:extLst>
            </p:cNvPr>
            <p:cNvSpPr/>
            <p:nvPr/>
          </p:nvSpPr>
          <p:spPr>
            <a:xfrm>
              <a:off x="9775825" y="4808073"/>
              <a:ext cx="351155" cy="276225"/>
            </a:xfrm>
            <a:custGeom>
              <a:avLst/>
              <a:gdLst/>
              <a:ahLst/>
              <a:cxnLst/>
              <a:rect l="l" t="t" r="r" b="b"/>
              <a:pathLst>
                <a:path w="351154" h="276225">
                  <a:moveTo>
                    <a:pt x="175418" y="0"/>
                  </a:moveTo>
                  <a:lnTo>
                    <a:pt x="0" y="276225"/>
                  </a:lnTo>
                  <a:lnTo>
                    <a:pt x="350837" y="276225"/>
                  </a:lnTo>
                  <a:lnTo>
                    <a:pt x="17541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12">
              <a:extLst>
                <a:ext uri="{FF2B5EF4-FFF2-40B4-BE49-F238E27FC236}">
                  <a16:creationId xmlns:a16="http://schemas.microsoft.com/office/drawing/2014/main" id="{4FE83BA9-958A-BFAD-0167-F7450AFBD260}"/>
                </a:ext>
              </a:extLst>
            </p:cNvPr>
            <p:cNvSpPr/>
            <p:nvPr/>
          </p:nvSpPr>
          <p:spPr>
            <a:xfrm>
              <a:off x="9775825" y="4808073"/>
              <a:ext cx="351155" cy="276225"/>
            </a:xfrm>
            <a:custGeom>
              <a:avLst/>
              <a:gdLst/>
              <a:ahLst/>
              <a:cxnLst/>
              <a:rect l="l" t="t" r="r" b="b"/>
              <a:pathLst>
                <a:path w="351154" h="276225">
                  <a:moveTo>
                    <a:pt x="0" y="276225"/>
                  </a:moveTo>
                  <a:lnTo>
                    <a:pt x="175418" y="0"/>
                  </a:lnTo>
                  <a:lnTo>
                    <a:pt x="350837" y="276225"/>
                  </a:lnTo>
                  <a:lnTo>
                    <a:pt x="0" y="2762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13">
              <a:extLst>
                <a:ext uri="{FF2B5EF4-FFF2-40B4-BE49-F238E27FC236}">
                  <a16:creationId xmlns:a16="http://schemas.microsoft.com/office/drawing/2014/main" id="{07B8972B-6E8F-E2E7-5447-9B137747826C}"/>
                </a:ext>
              </a:extLst>
            </p:cNvPr>
            <p:cNvSpPr/>
            <p:nvPr/>
          </p:nvSpPr>
          <p:spPr>
            <a:xfrm>
              <a:off x="9051925" y="2833752"/>
              <a:ext cx="1018540" cy="528320"/>
            </a:xfrm>
            <a:custGeom>
              <a:avLst/>
              <a:gdLst/>
              <a:ahLst/>
              <a:cxnLst/>
              <a:rect l="l" t="t" r="r" b="b"/>
              <a:pathLst>
                <a:path w="1018540" h="528320">
                  <a:moveTo>
                    <a:pt x="1013818" y="0"/>
                  </a:moveTo>
                  <a:lnTo>
                    <a:pt x="979949" y="17451"/>
                  </a:lnTo>
                  <a:lnTo>
                    <a:pt x="984313" y="25918"/>
                  </a:lnTo>
                  <a:lnTo>
                    <a:pt x="1018180" y="8467"/>
                  </a:lnTo>
                  <a:lnTo>
                    <a:pt x="1013818" y="0"/>
                  </a:lnTo>
                  <a:close/>
                </a:path>
                <a:path w="1018540" h="528320">
                  <a:moveTo>
                    <a:pt x="954548" y="30539"/>
                  </a:moveTo>
                  <a:lnTo>
                    <a:pt x="920680" y="47992"/>
                  </a:lnTo>
                  <a:lnTo>
                    <a:pt x="925043" y="56459"/>
                  </a:lnTo>
                  <a:lnTo>
                    <a:pt x="958912" y="39006"/>
                  </a:lnTo>
                  <a:lnTo>
                    <a:pt x="954548" y="30539"/>
                  </a:lnTo>
                  <a:close/>
                </a:path>
                <a:path w="1018540" h="528320">
                  <a:moveTo>
                    <a:pt x="895278" y="61080"/>
                  </a:moveTo>
                  <a:lnTo>
                    <a:pt x="861411" y="78531"/>
                  </a:lnTo>
                  <a:lnTo>
                    <a:pt x="865774" y="86998"/>
                  </a:lnTo>
                  <a:lnTo>
                    <a:pt x="899642" y="69547"/>
                  </a:lnTo>
                  <a:lnTo>
                    <a:pt x="895278" y="61080"/>
                  </a:lnTo>
                  <a:close/>
                </a:path>
                <a:path w="1018540" h="528320">
                  <a:moveTo>
                    <a:pt x="836010" y="91620"/>
                  </a:moveTo>
                  <a:lnTo>
                    <a:pt x="802142" y="109071"/>
                  </a:lnTo>
                  <a:lnTo>
                    <a:pt x="806504" y="117538"/>
                  </a:lnTo>
                  <a:lnTo>
                    <a:pt x="840372" y="100087"/>
                  </a:lnTo>
                  <a:lnTo>
                    <a:pt x="836010" y="91620"/>
                  </a:lnTo>
                  <a:close/>
                </a:path>
                <a:path w="1018540" h="528320">
                  <a:moveTo>
                    <a:pt x="776740" y="122160"/>
                  </a:moveTo>
                  <a:lnTo>
                    <a:pt x="742872" y="139611"/>
                  </a:lnTo>
                  <a:lnTo>
                    <a:pt x="747234" y="148078"/>
                  </a:lnTo>
                  <a:lnTo>
                    <a:pt x="781103" y="130627"/>
                  </a:lnTo>
                  <a:lnTo>
                    <a:pt x="776740" y="122160"/>
                  </a:lnTo>
                  <a:close/>
                </a:path>
                <a:path w="1018540" h="528320">
                  <a:moveTo>
                    <a:pt x="717471" y="152699"/>
                  </a:moveTo>
                  <a:lnTo>
                    <a:pt x="683602" y="170152"/>
                  </a:lnTo>
                  <a:lnTo>
                    <a:pt x="687965" y="178617"/>
                  </a:lnTo>
                  <a:lnTo>
                    <a:pt x="721833" y="161166"/>
                  </a:lnTo>
                  <a:lnTo>
                    <a:pt x="717471" y="152699"/>
                  </a:lnTo>
                  <a:close/>
                </a:path>
                <a:path w="1018540" h="528320">
                  <a:moveTo>
                    <a:pt x="658201" y="183239"/>
                  </a:moveTo>
                  <a:lnTo>
                    <a:pt x="624333" y="200691"/>
                  </a:lnTo>
                  <a:lnTo>
                    <a:pt x="628695" y="209158"/>
                  </a:lnTo>
                  <a:lnTo>
                    <a:pt x="662564" y="191706"/>
                  </a:lnTo>
                  <a:lnTo>
                    <a:pt x="658201" y="183239"/>
                  </a:lnTo>
                  <a:close/>
                </a:path>
                <a:path w="1018540" h="528320">
                  <a:moveTo>
                    <a:pt x="598931" y="213780"/>
                  </a:moveTo>
                  <a:lnTo>
                    <a:pt x="565063" y="231231"/>
                  </a:lnTo>
                  <a:lnTo>
                    <a:pt x="569427" y="239698"/>
                  </a:lnTo>
                  <a:lnTo>
                    <a:pt x="603295" y="222247"/>
                  </a:lnTo>
                  <a:lnTo>
                    <a:pt x="598931" y="213780"/>
                  </a:lnTo>
                  <a:close/>
                </a:path>
                <a:path w="1018540" h="528320">
                  <a:moveTo>
                    <a:pt x="539662" y="244320"/>
                  </a:moveTo>
                  <a:lnTo>
                    <a:pt x="505794" y="261771"/>
                  </a:lnTo>
                  <a:lnTo>
                    <a:pt x="510157" y="270238"/>
                  </a:lnTo>
                  <a:lnTo>
                    <a:pt x="544026" y="252787"/>
                  </a:lnTo>
                  <a:lnTo>
                    <a:pt x="539662" y="244320"/>
                  </a:lnTo>
                  <a:close/>
                </a:path>
                <a:path w="1018540" h="528320">
                  <a:moveTo>
                    <a:pt x="480394" y="274859"/>
                  </a:moveTo>
                  <a:lnTo>
                    <a:pt x="446525" y="292310"/>
                  </a:lnTo>
                  <a:lnTo>
                    <a:pt x="450888" y="300777"/>
                  </a:lnTo>
                  <a:lnTo>
                    <a:pt x="484756" y="283326"/>
                  </a:lnTo>
                  <a:lnTo>
                    <a:pt x="480394" y="274859"/>
                  </a:lnTo>
                  <a:close/>
                </a:path>
                <a:path w="1018540" h="528320">
                  <a:moveTo>
                    <a:pt x="421124" y="305399"/>
                  </a:moveTo>
                  <a:lnTo>
                    <a:pt x="387256" y="322851"/>
                  </a:lnTo>
                  <a:lnTo>
                    <a:pt x="391618" y="331318"/>
                  </a:lnTo>
                  <a:lnTo>
                    <a:pt x="425486" y="313866"/>
                  </a:lnTo>
                  <a:lnTo>
                    <a:pt x="421124" y="305399"/>
                  </a:lnTo>
                  <a:close/>
                </a:path>
                <a:path w="1018540" h="528320">
                  <a:moveTo>
                    <a:pt x="361854" y="335940"/>
                  </a:moveTo>
                  <a:lnTo>
                    <a:pt x="327986" y="353391"/>
                  </a:lnTo>
                  <a:lnTo>
                    <a:pt x="332348" y="361858"/>
                  </a:lnTo>
                  <a:lnTo>
                    <a:pt x="366217" y="344407"/>
                  </a:lnTo>
                  <a:lnTo>
                    <a:pt x="361854" y="335940"/>
                  </a:lnTo>
                  <a:close/>
                </a:path>
                <a:path w="1018540" h="528320">
                  <a:moveTo>
                    <a:pt x="302585" y="366480"/>
                  </a:moveTo>
                  <a:lnTo>
                    <a:pt x="268716" y="383931"/>
                  </a:lnTo>
                  <a:lnTo>
                    <a:pt x="273079" y="392398"/>
                  </a:lnTo>
                  <a:lnTo>
                    <a:pt x="306947" y="374947"/>
                  </a:lnTo>
                  <a:lnTo>
                    <a:pt x="302585" y="366480"/>
                  </a:lnTo>
                  <a:close/>
                </a:path>
                <a:path w="1018540" h="528320">
                  <a:moveTo>
                    <a:pt x="243315" y="397019"/>
                  </a:moveTo>
                  <a:lnTo>
                    <a:pt x="209447" y="414470"/>
                  </a:lnTo>
                  <a:lnTo>
                    <a:pt x="213810" y="422937"/>
                  </a:lnTo>
                  <a:lnTo>
                    <a:pt x="247677" y="405486"/>
                  </a:lnTo>
                  <a:lnTo>
                    <a:pt x="243315" y="397019"/>
                  </a:lnTo>
                  <a:close/>
                </a:path>
                <a:path w="1018540" h="528320">
                  <a:moveTo>
                    <a:pt x="184045" y="427559"/>
                  </a:moveTo>
                  <a:lnTo>
                    <a:pt x="150177" y="445011"/>
                  </a:lnTo>
                  <a:lnTo>
                    <a:pt x="154541" y="453477"/>
                  </a:lnTo>
                  <a:lnTo>
                    <a:pt x="188409" y="436026"/>
                  </a:lnTo>
                  <a:lnTo>
                    <a:pt x="184045" y="427559"/>
                  </a:lnTo>
                  <a:close/>
                </a:path>
                <a:path w="1018540" h="528320">
                  <a:moveTo>
                    <a:pt x="124776" y="458099"/>
                  </a:moveTo>
                  <a:lnTo>
                    <a:pt x="90909" y="475551"/>
                  </a:lnTo>
                  <a:lnTo>
                    <a:pt x="95271" y="484018"/>
                  </a:lnTo>
                  <a:lnTo>
                    <a:pt x="129139" y="466566"/>
                  </a:lnTo>
                  <a:lnTo>
                    <a:pt x="124776" y="458099"/>
                  </a:lnTo>
                  <a:close/>
                </a:path>
                <a:path w="1018540" h="528320">
                  <a:moveTo>
                    <a:pt x="50284" y="458980"/>
                  </a:moveTo>
                  <a:lnTo>
                    <a:pt x="0" y="527752"/>
                  </a:lnTo>
                  <a:lnTo>
                    <a:pt x="85187" y="526717"/>
                  </a:lnTo>
                  <a:lnTo>
                    <a:pt x="72915" y="502899"/>
                  </a:lnTo>
                  <a:lnTo>
                    <a:pt x="58629" y="502899"/>
                  </a:lnTo>
                  <a:lnTo>
                    <a:pt x="54265" y="494432"/>
                  </a:lnTo>
                  <a:lnTo>
                    <a:pt x="65507" y="488640"/>
                  </a:lnTo>
                  <a:lnTo>
                    <a:pt x="50284" y="458980"/>
                  </a:lnTo>
                  <a:close/>
                </a:path>
                <a:path w="1018540" h="528320">
                  <a:moveTo>
                    <a:pt x="65507" y="488640"/>
                  </a:moveTo>
                  <a:lnTo>
                    <a:pt x="54265" y="494432"/>
                  </a:lnTo>
                  <a:lnTo>
                    <a:pt x="58629" y="502899"/>
                  </a:lnTo>
                  <a:lnTo>
                    <a:pt x="69870" y="497107"/>
                  </a:lnTo>
                  <a:lnTo>
                    <a:pt x="65507" y="488640"/>
                  </a:lnTo>
                  <a:close/>
                </a:path>
                <a:path w="1018540" h="528320">
                  <a:moveTo>
                    <a:pt x="65567" y="488640"/>
                  </a:moveTo>
                  <a:lnTo>
                    <a:pt x="69870" y="497107"/>
                  </a:lnTo>
                  <a:lnTo>
                    <a:pt x="58629" y="502899"/>
                  </a:lnTo>
                  <a:lnTo>
                    <a:pt x="72915" y="502899"/>
                  </a:lnTo>
                  <a:lnTo>
                    <a:pt x="65567" y="4886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14">
              <a:extLst>
                <a:ext uri="{FF2B5EF4-FFF2-40B4-BE49-F238E27FC236}">
                  <a16:creationId xmlns:a16="http://schemas.microsoft.com/office/drawing/2014/main" id="{7636A1B5-9025-D00F-F084-15F8C2AD40D2}"/>
                </a:ext>
              </a:extLst>
            </p:cNvPr>
            <p:cNvSpPr/>
            <p:nvPr/>
          </p:nvSpPr>
          <p:spPr>
            <a:xfrm>
              <a:off x="9542460" y="2830186"/>
              <a:ext cx="537845" cy="814705"/>
            </a:xfrm>
            <a:custGeom>
              <a:avLst/>
              <a:gdLst/>
              <a:ahLst/>
              <a:cxnLst/>
              <a:rect l="l" t="t" r="r" b="b"/>
              <a:pathLst>
                <a:path w="537845" h="814704">
                  <a:moveTo>
                    <a:pt x="10887" y="719027"/>
                  </a:moveTo>
                  <a:lnTo>
                    <a:pt x="0" y="814250"/>
                  </a:lnTo>
                  <a:lnTo>
                    <a:pt x="82711" y="765825"/>
                  </a:lnTo>
                  <a:lnTo>
                    <a:pt x="77142" y="762196"/>
                  </a:lnTo>
                  <a:lnTo>
                    <a:pt x="50970" y="762196"/>
                  </a:lnTo>
                  <a:lnTo>
                    <a:pt x="27028" y="746597"/>
                  </a:lnTo>
                  <a:lnTo>
                    <a:pt x="34828" y="734626"/>
                  </a:lnTo>
                  <a:lnTo>
                    <a:pt x="10887" y="719027"/>
                  </a:lnTo>
                  <a:close/>
                </a:path>
                <a:path w="537845" h="814704">
                  <a:moveTo>
                    <a:pt x="34828" y="734626"/>
                  </a:moveTo>
                  <a:lnTo>
                    <a:pt x="27028" y="746597"/>
                  </a:lnTo>
                  <a:lnTo>
                    <a:pt x="50970" y="762196"/>
                  </a:lnTo>
                  <a:lnTo>
                    <a:pt x="58770" y="750225"/>
                  </a:lnTo>
                  <a:lnTo>
                    <a:pt x="34828" y="734626"/>
                  </a:lnTo>
                  <a:close/>
                </a:path>
                <a:path w="537845" h="814704">
                  <a:moveTo>
                    <a:pt x="58770" y="750225"/>
                  </a:moveTo>
                  <a:lnTo>
                    <a:pt x="50970" y="762196"/>
                  </a:lnTo>
                  <a:lnTo>
                    <a:pt x="77142" y="762196"/>
                  </a:lnTo>
                  <a:lnTo>
                    <a:pt x="58770" y="750225"/>
                  </a:lnTo>
                  <a:close/>
                </a:path>
                <a:path w="537845" h="814704">
                  <a:moveTo>
                    <a:pt x="513492" y="0"/>
                  </a:moveTo>
                  <a:lnTo>
                    <a:pt x="34828" y="734626"/>
                  </a:lnTo>
                  <a:lnTo>
                    <a:pt x="58770" y="750225"/>
                  </a:lnTo>
                  <a:lnTo>
                    <a:pt x="537434" y="15599"/>
                  </a:lnTo>
                  <a:lnTo>
                    <a:pt x="5134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15">
              <a:extLst>
                <a:ext uri="{FF2B5EF4-FFF2-40B4-BE49-F238E27FC236}">
                  <a16:creationId xmlns:a16="http://schemas.microsoft.com/office/drawing/2014/main" id="{72EA5521-C642-D957-9175-78E1292FFA3F}"/>
                </a:ext>
              </a:extLst>
            </p:cNvPr>
            <p:cNvSpPr/>
            <p:nvPr/>
          </p:nvSpPr>
          <p:spPr>
            <a:xfrm>
              <a:off x="10064135" y="2835102"/>
              <a:ext cx="529590" cy="694055"/>
            </a:xfrm>
            <a:custGeom>
              <a:avLst/>
              <a:gdLst/>
              <a:ahLst/>
              <a:cxnLst/>
              <a:rect l="l" t="t" r="r" b="b"/>
              <a:pathLst>
                <a:path w="529590" h="694054">
                  <a:moveTo>
                    <a:pt x="7579" y="0"/>
                  </a:moveTo>
                  <a:lnTo>
                    <a:pt x="0" y="5767"/>
                  </a:lnTo>
                  <a:lnTo>
                    <a:pt x="23070" y="36088"/>
                  </a:lnTo>
                  <a:lnTo>
                    <a:pt x="30651" y="30319"/>
                  </a:lnTo>
                  <a:lnTo>
                    <a:pt x="7579" y="0"/>
                  </a:lnTo>
                  <a:close/>
                </a:path>
                <a:path w="529590" h="694054">
                  <a:moveTo>
                    <a:pt x="47953" y="53060"/>
                  </a:moveTo>
                  <a:lnTo>
                    <a:pt x="40374" y="58827"/>
                  </a:lnTo>
                  <a:lnTo>
                    <a:pt x="63445" y="89148"/>
                  </a:lnTo>
                  <a:lnTo>
                    <a:pt x="71026" y="83380"/>
                  </a:lnTo>
                  <a:lnTo>
                    <a:pt x="47953" y="53060"/>
                  </a:lnTo>
                  <a:close/>
                </a:path>
                <a:path w="529590" h="694054">
                  <a:moveTo>
                    <a:pt x="88328" y="106121"/>
                  </a:moveTo>
                  <a:lnTo>
                    <a:pt x="80749" y="111888"/>
                  </a:lnTo>
                  <a:lnTo>
                    <a:pt x="103819" y="142209"/>
                  </a:lnTo>
                  <a:lnTo>
                    <a:pt x="111400" y="136441"/>
                  </a:lnTo>
                  <a:lnTo>
                    <a:pt x="88328" y="106121"/>
                  </a:lnTo>
                  <a:close/>
                </a:path>
                <a:path w="529590" h="694054">
                  <a:moveTo>
                    <a:pt x="128704" y="159181"/>
                  </a:moveTo>
                  <a:lnTo>
                    <a:pt x="121123" y="164950"/>
                  </a:lnTo>
                  <a:lnTo>
                    <a:pt x="144194" y="195270"/>
                  </a:lnTo>
                  <a:lnTo>
                    <a:pt x="151775" y="189501"/>
                  </a:lnTo>
                  <a:lnTo>
                    <a:pt x="128704" y="159181"/>
                  </a:lnTo>
                  <a:close/>
                </a:path>
                <a:path w="529590" h="694054">
                  <a:moveTo>
                    <a:pt x="169078" y="212242"/>
                  </a:moveTo>
                  <a:lnTo>
                    <a:pt x="161498" y="218010"/>
                  </a:lnTo>
                  <a:lnTo>
                    <a:pt x="184570" y="248330"/>
                  </a:lnTo>
                  <a:lnTo>
                    <a:pt x="192149" y="242562"/>
                  </a:lnTo>
                  <a:lnTo>
                    <a:pt x="169078" y="212242"/>
                  </a:lnTo>
                  <a:close/>
                </a:path>
                <a:path w="529590" h="694054">
                  <a:moveTo>
                    <a:pt x="209453" y="265302"/>
                  </a:moveTo>
                  <a:lnTo>
                    <a:pt x="201872" y="271071"/>
                  </a:lnTo>
                  <a:lnTo>
                    <a:pt x="224944" y="301391"/>
                  </a:lnTo>
                  <a:lnTo>
                    <a:pt x="232524" y="295622"/>
                  </a:lnTo>
                  <a:lnTo>
                    <a:pt x="209453" y="265302"/>
                  </a:lnTo>
                  <a:close/>
                </a:path>
                <a:path w="529590" h="694054">
                  <a:moveTo>
                    <a:pt x="249828" y="318363"/>
                  </a:moveTo>
                  <a:lnTo>
                    <a:pt x="242248" y="324131"/>
                  </a:lnTo>
                  <a:lnTo>
                    <a:pt x="265319" y="354451"/>
                  </a:lnTo>
                  <a:lnTo>
                    <a:pt x="272900" y="348683"/>
                  </a:lnTo>
                  <a:lnTo>
                    <a:pt x="249828" y="318363"/>
                  </a:lnTo>
                  <a:close/>
                </a:path>
                <a:path w="529590" h="694054">
                  <a:moveTo>
                    <a:pt x="290202" y="371424"/>
                  </a:moveTo>
                  <a:lnTo>
                    <a:pt x="282623" y="377192"/>
                  </a:lnTo>
                  <a:lnTo>
                    <a:pt x="305694" y="407512"/>
                  </a:lnTo>
                  <a:lnTo>
                    <a:pt x="313274" y="401744"/>
                  </a:lnTo>
                  <a:lnTo>
                    <a:pt x="290202" y="371424"/>
                  </a:lnTo>
                  <a:close/>
                </a:path>
                <a:path w="529590" h="694054">
                  <a:moveTo>
                    <a:pt x="330578" y="424484"/>
                  </a:moveTo>
                  <a:lnTo>
                    <a:pt x="322997" y="430253"/>
                  </a:lnTo>
                  <a:lnTo>
                    <a:pt x="346068" y="460573"/>
                  </a:lnTo>
                  <a:lnTo>
                    <a:pt x="353649" y="454804"/>
                  </a:lnTo>
                  <a:lnTo>
                    <a:pt x="330578" y="424484"/>
                  </a:lnTo>
                  <a:close/>
                </a:path>
                <a:path w="529590" h="694054">
                  <a:moveTo>
                    <a:pt x="370953" y="477545"/>
                  </a:moveTo>
                  <a:lnTo>
                    <a:pt x="363372" y="483313"/>
                  </a:lnTo>
                  <a:lnTo>
                    <a:pt x="386444" y="513633"/>
                  </a:lnTo>
                  <a:lnTo>
                    <a:pt x="394023" y="507865"/>
                  </a:lnTo>
                  <a:lnTo>
                    <a:pt x="370953" y="477545"/>
                  </a:lnTo>
                  <a:close/>
                </a:path>
                <a:path w="529590" h="694054">
                  <a:moveTo>
                    <a:pt x="411327" y="530605"/>
                  </a:moveTo>
                  <a:lnTo>
                    <a:pt x="403746" y="536374"/>
                  </a:lnTo>
                  <a:lnTo>
                    <a:pt x="426819" y="566694"/>
                  </a:lnTo>
                  <a:lnTo>
                    <a:pt x="434398" y="560925"/>
                  </a:lnTo>
                  <a:lnTo>
                    <a:pt x="411327" y="530605"/>
                  </a:lnTo>
                  <a:close/>
                </a:path>
                <a:path w="529590" h="694054">
                  <a:moveTo>
                    <a:pt x="513429" y="609734"/>
                  </a:moveTo>
                  <a:lnTo>
                    <a:pt x="452788" y="655877"/>
                  </a:lnTo>
                  <a:lnTo>
                    <a:pt x="529250" y="693446"/>
                  </a:lnTo>
                  <a:lnTo>
                    <a:pt x="520244" y="645796"/>
                  </a:lnTo>
                  <a:lnTo>
                    <a:pt x="487009" y="645796"/>
                  </a:lnTo>
                  <a:lnTo>
                    <a:pt x="484497" y="642495"/>
                  </a:lnTo>
                  <a:lnTo>
                    <a:pt x="492076" y="636727"/>
                  </a:lnTo>
                  <a:lnTo>
                    <a:pt x="518530" y="636727"/>
                  </a:lnTo>
                  <a:lnTo>
                    <a:pt x="513429" y="609734"/>
                  </a:lnTo>
                  <a:close/>
                </a:path>
                <a:path w="529590" h="694054">
                  <a:moveTo>
                    <a:pt x="492076" y="636727"/>
                  </a:moveTo>
                  <a:lnTo>
                    <a:pt x="484497" y="642495"/>
                  </a:lnTo>
                  <a:lnTo>
                    <a:pt x="487009" y="645796"/>
                  </a:lnTo>
                  <a:lnTo>
                    <a:pt x="494588" y="640027"/>
                  </a:lnTo>
                  <a:lnTo>
                    <a:pt x="492076" y="636727"/>
                  </a:lnTo>
                  <a:close/>
                </a:path>
                <a:path w="529590" h="694054">
                  <a:moveTo>
                    <a:pt x="518530" y="636727"/>
                  </a:moveTo>
                  <a:lnTo>
                    <a:pt x="492076" y="636727"/>
                  </a:lnTo>
                  <a:lnTo>
                    <a:pt x="494588" y="640027"/>
                  </a:lnTo>
                  <a:lnTo>
                    <a:pt x="487009" y="645796"/>
                  </a:lnTo>
                  <a:lnTo>
                    <a:pt x="520244" y="645796"/>
                  </a:lnTo>
                  <a:lnTo>
                    <a:pt x="518530" y="636727"/>
                  </a:lnTo>
                  <a:close/>
                </a:path>
                <a:path w="529590" h="694054">
                  <a:moveTo>
                    <a:pt x="451702" y="583666"/>
                  </a:moveTo>
                  <a:lnTo>
                    <a:pt x="444122" y="589434"/>
                  </a:lnTo>
                  <a:lnTo>
                    <a:pt x="467193" y="619754"/>
                  </a:lnTo>
                  <a:lnTo>
                    <a:pt x="474774" y="613986"/>
                  </a:lnTo>
                  <a:lnTo>
                    <a:pt x="451702" y="58366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16">
              <a:extLst>
                <a:ext uri="{FF2B5EF4-FFF2-40B4-BE49-F238E27FC236}">
                  <a16:creationId xmlns:a16="http://schemas.microsoft.com/office/drawing/2014/main" id="{C00E0D6D-BE13-7222-A68A-F2171E752E21}"/>
                </a:ext>
              </a:extLst>
            </p:cNvPr>
            <p:cNvSpPr/>
            <p:nvPr/>
          </p:nvSpPr>
          <p:spPr>
            <a:xfrm>
              <a:off x="9424985" y="3644436"/>
              <a:ext cx="292100" cy="287655"/>
            </a:xfrm>
            <a:custGeom>
              <a:avLst/>
              <a:gdLst/>
              <a:ahLst/>
              <a:cxnLst/>
              <a:rect l="l" t="t" r="r" b="b"/>
              <a:pathLst>
                <a:path w="292100" h="287654">
                  <a:moveTo>
                    <a:pt x="146050" y="0"/>
                  </a:moveTo>
                  <a:lnTo>
                    <a:pt x="99886" y="7324"/>
                  </a:lnTo>
                  <a:lnTo>
                    <a:pt x="59794" y="27719"/>
                  </a:lnTo>
                  <a:lnTo>
                    <a:pt x="28179" y="58819"/>
                  </a:lnTo>
                  <a:lnTo>
                    <a:pt x="7445" y="98258"/>
                  </a:lnTo>
                  <a:lnTo>
                    <a:pt x="0" y="143668"/>
                  </a:lnTo>
                  <a:lnTo>
                    <a:pt x="7445" y="189079"/>
                  </a:lnTo>
                  <a:lnTo>
                    <a:pt x="28179" y="228517"/>
                  </a:lnTo>
                  <a:lnTo>
                    <a:pt x="59794" y="259617"/>
                  </a:lnTo>
                  <a:lnTo>
                    <a:pt x="99886" y="280013"/>
                  </a:lnTo>
                  <a:lnTo>
                    <a:pt x="146050" y="287337"/>
                  </a:lnTo>
                  <a:lnTo>
                    <a:pt x="192213" y="280013"/>
                  </a:lnTo>
                  <a:lnTo>
                    <a:pt x="232305" y="259617"/>
                  </a:lnTo>
                  <a:lnTo>
                    <a:pt x="263920" y="228517"/>
                  </a:lnTo>
                  <a:lnTo>
                    <a:pt x="284654" y="189079"/>
                  </a:lnTo>
                  <a:lnTo>
                    <a:pt x="292100" y="143668"/>
                  </a:lnTo>
                  <a:lnTo>
                    <a:pt x="284654" y="98258"/>
                  </a:lnTo>
                  <a:lnTo>
                    <a:pt x="263920" y="58819"/>
                  </a:lnTo>
                  <a:lnTo>
                    <a:pt x="232305" y="27719"/>
                  </a:lnTo>
                  <a:lnTo>
                    <a:pt x="192213" y="7324"/>
                  </a:lnTo>
                  <a:lnTo>
                    <a:pt x="146050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17">
              <a:extLst>
                <a:ext uri="{FF2B5EF4-FFF2-40B4-BE49-F238E27FC236}">
                  <a16:creationId xmlns:a16="http://schemas.microsoft.com/office/drawing/2014/main" id="{30551F9D-C52A-D21C-B676-30C2BF2CE0E4}"/>
                </a:ext>
              </a:extLst>
            </p:cNvPr>
            <p:cNvSpPr/>
            <p:nvPr/>
          </p:nvSpPr>
          <p:spPr>
            <a:xfrm>
              <a:off x="9424985" y="3644436"/>
              <a:ext cx="292100" cy="287655"/>
            </a:xfrm>
            <a:custGeom>
              <a:avLst/>
              <a:gdLst/>
              <a:ahLst/>
              <a:cxnLst/>
              <a:rect l="l" t="t" r="r" b="b"/>
              <a:pathLst>
                <a:path w="292100" h="287654">
                  <a:moveTo>
                    <a:pt x="0" y="143669"/>
                  </a:moveTo>
                  <a:lnTo>
                    <a:pt x="7445" y="98258"/>
                  </a:lnTo>
                  <a:lnTo>
                    <a:pt x="28179" y="58819"/>
                  </a:lnTo>
                  <a:lnTo>
                    <a:pt x="59794" y="27719"/>
                  </a:lnTo>
                  <a:lnTo>
                    <a:pt x="99886" y="7324"/>
                  </a:lnTo>
                  <a:lnTo>
                    <a:pt x="146050" y="0"/>
                  </a:lnTo>
                  <a:lnTo>
                    <a:pt x="192213" y="7324"/>
                  </a:lnTo>
                  <a:lnTo>
                    <a:pt x="232305" y="27719"/>
                  </a:lnTo>
                  <a:lnTo>
                    <a:pt x="263920" y="58819"/>
                  </a:lnTo>
                  <a:lnTo>
                    <a:pt x="284654" y="98258"/>
                  </a:lnTo>
                  <a:lnTo>
                    <a:pt x="292100" y="143669"/>
                  </a:lnTo>
                  <a:lnTo>
                    <a:pt x="284654" y="189079"/>
                  </a:lnTo>
                  <a:lnTo>
                    <a:pt x="263920" y="228518"/>
                  </a:lnTo>
                  <a:lnTo>
                    <a:pt x="232305" y="259618"/>
                  </a:lnTo>
                  <a:lnTo>
                    <a:pt x="192213" y="280013"/>
                  </a:lnTo>
                  <a:lnTo>
                    <a:pt x="146050" y="287338"/>
                  </a:lnTo>
                  <a:lnTo>
                    <a:pt x="99886" y="280013"/>
                  </a:lnTo>
                  <a:lnTo>
                    <a:pt x="59794" y="259618"/>
                  </a:lnTo>
                  <a:lnTo>
                    <a:pt x="28179" y="228518"/>
                  </a:lnTo>
                  <a:lnTo>
                    <a:pt x="7445" y="189079"/>
                  </a:lnTo>
                  <a:lnTo>
                    <a:pt x="0" y="14366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18">
              <a:extLst>
                <a:ext uri="{FF2B5EF4-FFF2-40B4-BE49-F238E27FC236}">
                  <a16:creationId xmlns:a16="http://schemas.microsoft.com/office/drawing/2014/main" id="{4B3C4CF3-CFA3-0238-8A2B-747B15F61511}"/>
                </a:ext>
              </a:extLst>
            </p:cNvPr>
            <p:cNvSpPr/>
            <p:nvPr/>
          </p:nvSpPr>
          <p:spPr>
            <a:xfrm>
              <a:off x="9102723" y="3928328"/>
              <a:ext cx="448309" cy="427355"/>
            </a:xfrm>
            <a:custGeom>
              <a:avLst/>
              <a:gdLst/>
              <a:ahLst/>
              <a:cxnLst/>
              <a:rect l="l" t="t" r="r" b="b"/>
              <a:pathLst>
                <a:path w="448309" h="427354">
                  <a:moveTo>
                    <a:pt x="441213" y="0"/>
                  </a:moveTo>
                  <a:lnTo>
                    <a:pt x="413640" y="26292"/>
                  </a:lnTo>
                  <a:lnTo>
                    <a:pt x="420213" y="33186"/>
                  </a:lnTo>
                  <a:lnTo>
                    <a:pt x="447786" y="6893"/>
                  </a:lnTo>
                  <a:lnTo>
                    <a:pt x="441213" y="0"/>
                  </a:lnTo>
                  <a:close/>
                </a:path>
                <a:path w="448309" h="427354">
                  <a:moveTo>
                    <a:pt x="392959" y="46012"/>
                  </a:moveTo>
                  <a:lnTo>
                    <a:pt x="365386" y="72306"/>
                  </a:lnTo>
                  <a:lnTo>
                    <a:pt x="371960" y="79198"/>
                  </a:lnTo>
                  <a:lnTo>
                    <a:pt x="399533" y="52905"/>
                  </a:lnTo>
                  <a:lnTo>
                    <a:pt x="392959" y="46012"/>
                  </a:lnTo>
                  <a:close/>
                </a:path>
                <a:path w="448309" h="427354">
                  <a:moveTo>
                    <a:pt x="344707" y="92025"/>
                  </a:moveTo>
                  <a:lnTo>
                    <a:pt x="317132" y="118318"/>
                  </a:lnTo>
                  <a:lnTo>
                    <a:pt x="323706" y="125211"/>
                  </a:lnTo>
                  <a:lnTo>
                    <a:pt x="351279" y="98919"/>
                  </a:lnTo>
                  <a:lnTo>
                    <a:pt x="344707" y="92025"/>
                  </a:lnTo>
                  <a:close/>
                </a:path>
                <a:path w="448309" h="427354">
                  <a:moveTo>
                    <a:pt x="296453" y="138038"/>
                  </a:moveTo>
                  <a:lnTo>
                    <a:pt x="268880" y="164331"/>
                  </a:lnTo>
                  <a:lnTo>
                    <a:pt x="275454" y="171225"/>
                  </a:lnTo>
                  <a:lnTo>
                    <a:pt x="303027" y="144931"/>
                  </a:lnTo>
                  <a:lnTo>
                    <a:pt x="296453" y="138038"/>
                  </a:lnTo>
                  <a:close/>
                </a:path>
                <a:path w="448309" h="427354">
                  <a:moveTo>
                    <a:pt x="248199" y="184050"/>
                  </a:moveTo>
                  <a:lnTo>
                    <a:pt x="220626" y="210343"/>
                  </a:lnTo>
                  <a:lnTo>
                    <a:pt x="227200" y="217237"/>
                  </a:lnTo>
                  <a:lnTo>
                    <a:pt x="254773" y="190944"/>
                  </a:lnTo>
                  <a:lnTo>
                    <a:pt x="248199" y="184050"/>
                  </a:lnTo>
                  <a:close/>
                </a:path>
                <a:path w="448309" h="427354">
                  <a:moveTo>
                    <a:pt x="199947" y="230064"/>
                  </a:moveTo>
                  <a:lnTo>
                    <a:pt x="172373" y="256357"/>
                  </a:lnTo>
                  <a:lnTo>
                    <a:pt x="178946" y="263250"/>
                  </a:lnTo>
                  <a:lnTo>
                    <a:pt x="206519" y="236956"/>
                  </a:lnTo>
                  <a:lnTo>
                    <a:pt x="199947" y="230064"/>
                  </a:lnTo>
                  <a:close/>
                </a:path>
                <a:path w="448309" h="427354">
                  <a:moveTo>
                    <a:pt x="151693" y="276076"/>
                  </a:moveTo>
                  <a:lnTo>
                    <a:pt x="124120" y="302369"/>
                  </a:lnTo>
                  <a:lnTo>
                    <a:pt x="130694" y="309262"/>
                  </a:lnTo>
                  <a:lnTo>
                    <a:pt x="158267" y="282969"/>
                  </a:lnTo>
                  <a:lnTo>
                    <a:pt x="151693" y="276076"/>
                  </a:lnTo>
                  <a:close/>
                </a:path>
                <a:path w="448309" h="427354">
                  <a:moveTo>
                    <a:pt x="28853" y="347149"/>
                  </a:moveTo>
                  <a:lnTo>
                    <a:pt x="0" y="427308"/>
                  </a:lnTo>
                  <a:lnTo>
                    <a:pt x="81440" y="402295"/>
                  </a:lnTo>
                  <a:lnTo>
                    <a:pt x="66790" y="386933"/>
                  </a:lnTo>
                  <a:lnTo>
                    <a:pt x="49241" y="386933"/>
                  </a:lnTo>
                  <a:lnTo>
                    <a:pt x="42668" y="380039"/>
                  </a:lnTo>
                  <a:lnTo>
                    <a:pt x="51859" y="371275"/>
                  </a:lnTo>
                  <a:lnTo>
                    <a:pt x="28853" y="347149"/>
                  </a:lnTo>
                  <a:close/>
                </a:path>
                <a:path w="448309" h="427354">
                  <a:moveTo>
                    <a:pt x="51859" y="371275"/>
                  </a:moveTo>
                  <a:lnTo>
                    <a:pt x="42668" y="380039"/>
                  </a:lnTo>
                  <a:lnTo>
                    <a:pt x="49241" y="386933"/>
                  </a:lnTo>
                  <a:lnTo>
                    <a:pt x="58432" y="378168"/>
                  </a:lnTo>
                  <a:lnTo>
                    <a:pt x="51859" y="371275"/>
                  </a:lnTo>
                  <a:close/>
                </a:path>
                <a:path w="448309" h="427354">
                  <a:moveTo>
                    <a:pt x="58432" y="378168"/>
                  </a:moveTo>
                  <a:lnTo>
                    <a:pt x="49241" y="386933"/>
                  </a:lnTo>
                  <a:lnTo>
                    <a:pt x="66790" y="386933"/>
                  </a:lnTo>
                  <a:lnTo>
                    <a:pt x="58432" y="378168"/>
                  </a:lnTo>
                  <a:close/>
                </a:path>
                <a:path w="448309" h="427354">
                  <a:moveTo>
                    <a:pt x="55187" y="368101"/>
                  </a:moveTo>
                  <a:lnTo>
                    <a:pt x="51859" y="371275"/>
                  </a:lnTo>
                  <a:lnTo>
                    <a:pt x="58432" y="378168"/>
                  </a:lnTo>
                  <a:lnTo>
                    <a:pt x="61760" y="374995"/>
                  </a:lnTo>
                  <a:lnTo>
                    <a:pt x="55187" y="368101"/>
                  </a:lnTo>
                  <a:close/>
                </a:path>
                <a:path w="448309" h="427354">
                  <a:moveTo>
                    <a:pt x="103440" y="322089"/>
                  </a:moveTo>
                  <a:lnTo>
                    <a:pt x="75867" y="348382"/>
                  </a:lnTo>
                  <a:lnTo>
                    <a:pt x="82440" y="355276"/>
                  </a:lnTo>
                  <a:lnTo>
                    <a:pt x="110013" y="328983"/>
                  </a:lnTo>
                  <a:lnTo>
                    <a:pt x="103440" y="32208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19">
              <a:extLst>
                <a:ext uri="{FF2B5EF4-FFF2-40B4-BE49-F238E27FC236}">
                  <a16:creationId xmlns:a16="http://schemas.microsoft.com/office/drawing/2014/main" id="{BAA2DE01-31C3-2C9E-71D1-6C9A6603CF16}"/>
                </a:ext>
              </a:extLst>
            </p:cNvPr>
            <p:cNvSpPr/>
            <p:nvPr/>
          </p:nvSpPr>
          <p:spPr>
            <a:xfrm>
              <a:off x="9545086" y="3927519"/>
              <a:ext cx="548640" cy="279400"/>
            </a:xfrm>
            <a:custGeom>
              <a:avLst/>
              <a:gdLst/>
              <a:ahLst/>
              <a:cxnLst/>
              <a:rect l="l" t="t" r="r" b="b"/>
              <a:pathLst>
                <a:path w="548640" h="279400">
                  <a:moveTo>
                    <a:pt x="4278" y="0"/>
                  </a:moveTo>
                  <a:lnTo>
                    <a:pt x="0" y="8508"/>
                  </a:lnTo>
                  <a:lnTo>
                    <a:pt x="34037" y="25627"/>
                  </a:lnTo>
                  <a:lnTo>
                    <a:pt x="38317" y="17118"/>
                  </a:lnTo>
                  <a:lnTo>
                    <a:pt x="4278" y="0"/>
                  </a:lnTo>
                  <a:close/>
                </a:path>
                <a:path w="548640" h="279400">
                  <a:moveTo>
                    <a:pt x="63845" y="29956"/>
                  </a:moveTo>
                  <a:lnTo>
                    <a:pt x="59566" y="38465"/>
                  </a:lnTo>
                  <a:lnTo>
                    <a:pt x="93604" y="55584"/>
                  </a:lnTo>
                  <a:lnTo>
                    <a:pt x="97883" y="47073"/>
                  </a:lnTo>
                  <a:lnTo>
                    <a:pt x="63845" y="29956"/>
                  </a:lnTo>
                  <a:close/>
                </a:path>
                <a:path w="548640" h="279400">
                  <a:moveTo>
                    <a:pt x="123412" y="59912"/>
                  </a:moveTo>
                  <a:lnTo>
                    <a:pt x="119132" y="68422"/>
                  </a:lnTo>
                  <a:lnTo>
                    <a:pt x="153170" y="85539"/>
                  </a:lnTo>
                  <a:lnTo>
                    <a:pt x="157450" y="77030"/>
                  </a:lnTo>
                  <a:lnTo>
                    <a:pt x="123412" y="59912"/>
                  </a:lnTo>
                  <a:close/>
                </a:path>
                <a:path w="548640" h="279400">
                  <a:moveTo>
                    <a:pt x="182979" y="89869"/>
                  </a:moveTo>
                  <a:lnTo>
                    <a:pt x="178699" y="98378"/>
                  </a:lnTo>
                  <a:lnTo>
                    <a:pt x="212737" y="115496"/>
                  </a:lnTo>
                  <a:lnTo>
                    <a:pt x="217016" y="106987"/>
                  </a:lnTo>
                  <a:lnTo>
                    <a:pt x="182979" y="89869"/>
                  </a:lnTo>
                  <a:close/>
                </a:path>
                <a:path w="548640" h="279400">
                  <a:moveTo>
                    <a:pt x="242544" y="119825"/>
                  </a:moveTo>
                  <a:lnTo>
                    <a:pt x="238265" y="128334"/>
                  </a:lnTo>
                  <a:lnTo>
                    <a:pt x="272303" y="145453"/>
                  </a:lnTo>
                  <a:lnTo>
                    <a:pt x="276583" y="136942"/>
                  </a:lnTo>
                  <a:lnTo>
                    <a:pt x="242544" y="119825"/>
                  </a:lnTo>
                  <a:close/>
                </a:path>
                <a:path w="548640" h="279400">
                  <a:moveTo>
                    <a:pt x="302111" y="149782"/>
                  </a:moveTo>
                  <a:lnTo>
                    <a:pt x="297832" y="158291"/>
                  </a:lnTo>
                  <a:lnTo>
                    <a:pt x="331870" y="175409"/>
                  </a:lnTo>
                  <a:lnTo>
                    <a:pt x="336149" y="166899"/>
                  </a:lnTo>
                  <a:lnTo>
                    <a:pt x="302111" y="149782"/>
                  </a:lnTo>
                  <a:close/>
                </a:path>
                <a:path w="548640" h="279400">
                  <a:moveTo>
                    <a:pt x="361678" y="179738"/>
                  </a:moveTo>
                  <a:lnTo>
                    <a:pt x="357398" y="188248"/>
                  </a:lnTo>
                  <a:lnTo>
                    <a:pt x="391436" y="205365"/>
                  </a:lnTo>
                  <a:lnTo>
                    <a:pt x="395716" y="196856"/>
                  </a:lnTo>
                  <a:lnTo>
                    <a:pt x="361678" y="179738"/>
                  </a:lnTo>
                  <a:close/>
                </a:path>
                <a:path w="548640" h="279400">
                  <a:moveTo>
                    <a:pt x="421245" y="209694"/>
                  </a:moveTo>
                  <a:lnTo>
                    <a:pt x="416965" y="218203"/>
                  </a:lnTo>
                  <a:lnTo>
                    <a:pt x="451003" y="235322"/>
                  </a:lnTo>
                  <a:lnTo>
                    <a:pt x="455282" y="226813"/>
                  </a:lnTo>
                  <a:lnTo>
                    <a:pt x="421245" y="209694"/>
                  </a:lnTo>
                  <a:close/>
                </a:path>
                <a:path w="548640" h="279400">
                  <a:moveTo>
                    <a:pt x="478022" y="248910"/>
                  </a:moveTo>
                  <a:lnTo>
                    <a:pt x="463044" y="278693"/>
                  </a:lnTo>
                  <a:lnTo>
                    <a:pt x="548238" y="278891"/>
                  </a:lnTo>
                  <a:lnTo>
                    <a:pt x="530119" y="254615"/>
                  </a:lnTo>
                  <a:lnTo>
                    <a:pt x="489369" y="254615"/>
                  </a:lnTo>
                  <a:lnTo>
                    <a:pt x="478022" y="248910"/>
                  </a:lnTo>
                  <a:close/>
                </a:path>
                <a:path w="548640" h="279400">
                  <a:moveTo>
                    <a:pt x="482302" y="240401"/>
                  </a:moveTo>
                  <a:lnTo>
                    <a:pt x="478022" y="248910"/>
                  </a:lnTo>
                  <a:lnTo>
                    <a:pt x="489369" y="254615"/>
                  </a:lnTo>
                  <a:lnTo>
                    <a:pt x="493647" y="246106"/>
                  </a:lnTo>
                  <a:lnTo>
                    <a:pt x="482302" y="240401"/>
                  </a:lnTo>
                  <a:close/>
                </a:path>
                <a:path w="548640" h="279400">
                  <a:moveTo>
                    <a:pt x="497279" y="210618"/>
                  </a:moveTo>
                  <a:lnTo>
                    <a:pt x="482302" y="240401"/>
                  </a:lnTo>
                  <a:lnTo>
                    <a:pt x="493647" y="246106"/>
                  </a:lnTo>
                  <a:lnTo>
                    <a:pt x="489369" y="254615"/>
                  </a:lnTo>
                  <a:lnTo>
                    <a:pt x="530119" y="254615"/>
                  </a:lnTo>
                  <a:lnTo>
                    <a:pt x="497279" y="210618"/>
                  </a:lnTo>
                  <a:close/>
                </a:path>
                <a:path w="548640" h="279400">
                  <a:moveTo>
                    <a:pt x="480811" y="239651"/>
                  </a:moveTo>
                  <a:lnTo>
                    <a:pt x="476531" y="248160"/>
                  </a:lnTo>
                  <a:lnTo>
                    <a:pt x="478022" y="248910"/>
                  </a:lnTo>
                  <a:lnTo>
                    <a:pt x="482302" y="240401"/>
                  </a:lnTo>
                  <a:lnTo>
                    <a:pt x="480811" y="2396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20">
              <a:extLst>
                <a:ext uri="{FF2B5EF4-FFF2-40B4-BE49-F238E27FC236}">
                  <a16:creationId xmlns:a16="http://schemas.microsoft.com/office/drawing/2014/main" id="{3410A583-C675-0940-10FE-127205E8E397}"/>
                </a:ext>
              </a:extLst>
            </p:cNvPr>
            <p:cNvSpPr/>
            <p:nvPr/>
          </p:nvSpPr>
          <p:spPr>
            <a:xfrm>
              <a:off x="9105900" y="3929607"/>
              <a:ext cx="445770" cy="866140"/>
            </a:xfrm>
            <a:custGeom>
              <a:avLst/>
              <a:gdLst/>
              <a:ahLst/>
              <a:cxnLst/>
              <a:rect l="l" t="t" r="r" b="b"/>
              <a:pathLst>
                <a:path w="445770" h="866139">
                  <a:moveTo>
                    <a:pt x="437084" y="0"/>
                  </a:moveTo>
                  <a:lnTo>
                    <a:pt x="419746" y="33926"/>
                  </a:lnTo>
                  <a:lnTo>
                    <a:pt x="428228" y="38260"/>
                  </a:lnTo>
                  <a:lnTo>
                    <a:pt x="445565" y="4334"/>
                  </a:lnTo>
                  <a:lnTo>
                    <a:pt x="437084" y="0"/>
                  </a:lnTo>
                  <a:close/>
                </a:path>
                <a:path w="445770" h="866139">
                  <a:moveTo>
                    <a:pt x="406742" y="59371"/>
                  </a:moveTo>
                  <a:lnTo>
                    <a:pt x="389406" y="93298"/>
                  </a:lnTo>
                  <a:lnTo>
                    <a:pt x="397887" y="97632"/>
                  </a:lnTo>
                  <a:lnTo>
                    <a:pt x="415225" y="63705"/>
                  </a:lnTo>
                  <a:lnTo>
                    <a:pt x="406742" y="59371"/>
                  </a:lnTo>
                  <a:close/>
                </a:path>
                <a:path w="445770" h="866139">
                  <a:moveTo>
                    <a:pt x="376402" y="118742"/>
                  </a:moveTo>
                  <a:lnTo>
                    <a:pt x="359065" y="152669"/>
                  </a:lnTo>
                  <a:lnTo>
                    <a:pt x="367546" y="157003"/>
                  </a:lnTo>
                  <a:lnTo>
                    <a:pt x="384884" y="123076"/>
                  </a:lnTo>
                  <a:lnTo>
                    <a:pt x="376402" y="118742"/>
                  </a:lnTo>
                  <a:close/>
                </a:path>
                <a:path w="445770" h="866139">
                  <a:moveTo>
                    <a:pt x="346062" y="178114"/>
                  </a:moveTo>
                  <a:lnTo>
                    <a:pt x="328724" y="212041"/>
                  </a:lnTo>
                  <a:lnTo>
                    <a:pt x="337206" y="216376"/>
                  </a:lnTo>
                  <a:lnTo>
                    <a:pt x="354543" y="182449"/>
                  </a:lnTo>
                  <a:lnTo>
                    <a:pt x="346062" y="178114"/>
                  </a:lnTo>
                  <a:close/>
                </a:path>
                <a:path w="445770" h="866139">
                  <a:moveTo>
                    <a:pt x="315722" y="237486"/>
                  </a:moveTo>
                  <a:lnTo>
                    <a:pt x="298383" y="271412"/>
                  </a:lnTo>
                  <a:lnTo>
                    <a:pt x="306865" y="275747"/>
                  </a:lnTo>
                  <a:lnTo>
                    <a:pt x="324203" y="241820"/>
                  </a:lnTo>
                  <a:lnTo>
                    <a:pt x="315722" y="237486"/>
                  </a:lnTo>
                  <a:close/>
                </a:path>
                <a:path w="445770" h="866139">
                  <a:moveTo>
                    <a:pt x="285380" y="296857"/>
                  </a:moveTo>
                  <a:lnTo>
                    <a:pt x="268043" y="330784"/>
                  </a:lnTo>
                  <a:lnTo>
                    <a:pt x="276524" y="335118"/>
                  </a:lnTo>
                  <a:lnTo>
                    <a:pt x="293862" y="301191"/>
                  </a:lnTo>
                  <a:lnTo>
                    <a:pt x="285380" y="296857"/>
                  </a:lnTo>
                  <a:close/>
                </a:path>
                <a:path w="445770" h="866139">
                  <a:moveTo>
                    <a:pt x="255040" y="356229"/>
                  </a:moveTo>
                  <a:lnTo>
                    <a:pt x="237702" y="390156"/>
                  </a:lnTo>
                  <a:lnTo>
                    <a:pt x="246184" y="394491"/>
                  </a:lnTo>
                  <a:lnTo>
                    <a:pt x="263521" y="360564"/>
                  </a:lnTo>
                  <a:lnTo>
                    <a:pt x="255040" y="356229"/>
                  </a:lnTo>
                  <a:close/>
                </a:path>
                <a:path w="445770" h="866139">
                  <a:moveTo>
                    <a:pt x="224699" y="415601"/>
                  </a:moveTo>
                  <a:lnTo>
                    <a:pt x="207361" y="449527"/>
                  </a:lnTo>
                  <a:lnTo>
                    <a:pt x="215844" y="453862"/>
                  </a:lnTo>
                  <a:lnTo>
                    <a:pt x="233180" y="419935"/>
                  </a:lnTo>
                  <a:lnTo>
                    <a:pt x="224699" y="415601"/>
                  </a:lnTo>
                  <a:close/>
                </a:path>
                <a:path w="445770" h="866139">
                  <a:moveTo>
                    <a:pt x="194358" y="474973"/>
                  </a:moveTo>
                  <a:lnTo>
                    <a:pt x="177021" y="508899"/>
                  </a:lnTo>
                  <a:lnTo>
                    <a:pt x="185502" y="513233"/>
                  </a:lnTo>
                  <a:lnTo>
                    <a:pt x="202840" y="479306"/>
                  </a:lnTo>
                  <a:lnTo>
                    <a:pt x="194358" y="474973"/>
                  </a:lnTo>
                  <a:close/>
                </a:path>
                <a:path w="445770" h="866139">
                  <a:moveTo>
                    <a:pt x="164017" y="534344"/>
                  </a:moveTo>
                  <a:lnTo>
                    <a:pt x="146679" y="568271"/>
                  </a:lnTo>
                  <a:lnTo>
                    <a:pt x="155162" y="572606"/>
                  </a:lnTo>
                  <a:lnTo>
                    <a:pt x="172500" y="538679"/>
                  </a:lnTo>
                  <a:lnTo>
                    <a:pt x="164017" y="534344"/>
                  </a:lnTo>
                  <a:close/>
                </a:path>
                <a:path w="445770" h="866139">
                  <a:moveTo>
                    <a:pt x="133677" y="593716"/>
                  </a:moveTo>
                  <a:lnTo>
                    <a:pt x="116339" y="627642"/>
                  </a:lnTo>
                  <a:lnTo>
                    <a:pt x="124821" y="631977"/>
                  </a:lnTo>
                  <a:lnTo>
                    <a:pt x="142158" y="598050"/>
                  </a:lnTo>
                  <a:lnTo>
                    <a:pt x="133677" y="593716"/>
                  </a:lnTo>
                  <a:close/>
                </a:path>
                <a:path w="445770" h="866139">
                  <a:moveTo>
                    <a:pt x="103336" y="653088"/>
                  </a:moveTo>
                  <a:lnTo>
                    <a:pt x="85999" y="687015"/>
                  </a:lnTo>
                  <a:lnTo>
                    <a:pt x="94480" y="691348"/>
                  </a:lnTo>
                  <a:lnTo>
                    <a:pt x="111818" y="657423"/>
                  </a:lnTo>
                  <a:lnTo>
                    <a:pt x="103336" y="653088"/>
                  </a:lnTo>
                  <a:close/>
                </a:path>
                <a:path w="445770" h="866139">
                  <a:moveTo>
                    <a:pt x="72995" y="712459"/>
                  </a:moveTo>
                  <a:lnTo>
                    <a:pt x="55659" y="746386"/>
                  </a:lnTo>
                  <a:lnTo>
                    <a:pt x="64140" y="750721"/>
                  </a:lnTo>
                  <a:lnTo>
                    <a:pt x="81478" y="716794"/>
                  </a:lnTo>
                  <a:lnTo>
                    <a:pt x="72995" y="712459"/>
                  </a:lnTo>
                  <a:close/>
                </a:path>
                <a:path w="445770" h="866139">
                  <a:moveTo>
                    <a:pt x="748" y="780576"/>
                  </a:moveTo>
                  <a:lnTo>
                    <a:pt x="0" y="865766"/>
                  </a:lnTo>
                  <a:lnTo>
                    <a:pt x="68601" y="815251"/>
                  </a:lnTo>
                  <a:lnTo>
                    <a:pt x="58506" y="810092"/>
                  </a:lnTo>
                  <a:lnTo>
                    <a:pt x="33799" y="810092"/>
                  </a:lnTo>
                  <a:lnTo>
                    <a:pt x="25317" y="805757"/>
                  </a:lnTo>
                  <a:lnTo>
                    <a:pt x="30433" y="795746"/>
                  </a:lnTo>
                  <a:lnTo>
                    <a:pt x="748" y="780576"/>
                  </a:lnTo>
                  <a:close/>
                </a:path>
                <a:path w="445770" h="866139">
                  <a:moveTo>
                    <a:pt x="30433" y="795746"/>
                  </a:moveTo>
                  <a:lnTo>
                    <a:pt x="25317" y="805757"/>
                  </a:lnTo>
                  <a:lnTo>
                    <a:pt x="33799" y="810092"/>
                  </a:lnTo>
                  <a:lnTo>
                    <a:pt x="38915" y="800080"/>
                  </a:lnTo>
                  <a:lnTo>
                    <a:pt x="30433" y="795746"/>
                  </a:lnTo>
                  <a:close/>
                </a:path>
                <a:path w="445770" h="866139">
                  <a:moveTo>
                    <a:pt x="38915" y="800080"/>
                  </a:moveTo>
                  <a:lnTo>
                    <a:pt x="33799" y="810092"/>
                  </a:lnTo>
                  <a:lnTo>
                    <a:pt x="58506" y="810092"/>
                  </a:lnTo>
                  <a:lnTo>
                    <a:pt x="38915" y="800080"/>
                  </a:lnTo>
                  <a:close/>
                </a:path>
                <a:path w="445770" h="866139">
                  <a:moveTo>
                    <a:pt x="42655" y="771831"/>
                  </a:moveTo>
                  <a:lnTo>
                    <a:pt x="30433" y="795746"/>
                  </a:lnTo>
                  <a:lnTo>
                    <a:pt x="38915" y="800080"/>
                  </a:lnTo>
                  <a:lnTo>
                    <a:pt x="51136" y="776165"/>
                  </a:lnTo>
                  <a:lnTo>
                    <a:pt x="42655" y="77183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21">
              <a:extLst>
                <a:ext uri="{FF2B5EF4-FFF2-40B4-BE49-F238E27FC236}">
                  <a16:creationId xmlns:a16="http://schemas.microsoft.com/office/drawing/2014/main" id="{3F4A9D9C-3DDF-28BC-3868-3F3D552E78B0}"/>
                </a:ext>
              </a:extLst>
            </p:cNvPr>
            <p:cNvSpPr/>
            <p:nvPr/>
          </p:nvSpPr>
          <p:spPr>
            <a:xfrm>
              <a:off x="9534399" y="3925478"/>
              <a:ext cx="437515" cy="869950"/>
            </a:xfrm>
            <a:custGeom>
              <a:avLst/>
              <a:gdLst/>
              <a:ahLst/>
              <a:cxnLst/>
              <a:rect l="l" t="t" r="r" b="b"/>
              <a:pathLst>
                <a:path w="437515" h="869950">
                  <a:moveTo>
                    <a:pt x="386091" y="799234"/>
                  </a:moveTo>
                  <a:lnTo>
                    <a:pt x="360439" y="811824"/>
                  </a:lnTo>
                  <a:lnTo>
                    <a:pt x="436688" y="869895"/>
                  </a:lnTo>
                  <a:lnTo>
                    <a:pt x="437115" y="812060"/>
                  </a:lnTo>
                  <a:lnTo>
                    <a:pt x="392386" y="812060"/>
                  </a:lnTo>
                  <a:lnTo>
                    <a:pt x="386091" y="799234"/>
                  </a:lnTo>
                  <a:close/>
                </a:path>
                <a:path w="437515" h="869950">
                  <a:moveTo>
                    <a:pt x="411743" y="786645"/>
                  </a:moveTo>
                  <a:lnTo>
                    <a:pt x="386091" y="799234"/>
                  </a:lnTo>
                  <a:lnTo>
                    <a:pt x="392386" y="812060"/>
                  </a:lnTo>
                  <a:lnTo>
                    <a:pt x="418038" y="799471"/>
                  </a:lnTo>
                  <a:lnTo>
                    <a:pt x="411743" y="786645"/>
                  </a:lnTo>
                  <a:close/>
                </a:path>
                <a:path w="437515" h="869950">
                  <a:moveTo>
                    <a:pt x="437395" y="774054"/>
                  </a:moveTo>
                  <a:lnTo>
                    <a:pt x="411743" y="786645"/>
                  </a:lnTo>
                  <a:lnTo>
                    <a:pt x="418038" y="799471"/>
                  </a:lnTo>
                  <a:lnTo>
                    <a:pt x="392386" y="812060"/>
                  </a:lnTo>
                  <a:lnTo>
                    <a:pt x="437115" y="812060"/>
                  </a:lnTo>
                  <a:lnTo>
                    <a:pt x="437395" y="774054"/>
                  </a:lnTo>
                  <a:close/>
                </a:path>
                <a:path w="437515" h="869950">
                  <a:moveTo>
                    <a:pt x="25651" y="0"/>
                  </a:moveTo>
                  <a:lnTo>
                    <a:pt x="0" y="12590"/>
                  </a:lnTo>
                  <a:lnTo>
                    <a:pt x="386091" y="799234"/>
                  </a:lnTo>
                  <a:lnTo>
                    <a:pt x="411743" y="786645"/>
                  </a:lnTo>
                  <a:lnTo>
                    <a:pt x="25651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22">
              <a:extLst>
                <a:ext uri="{FF2B5EF4-FFF2-40B4-BE49-F238E27FC236}">
                  <a16:creationId xmlns:a16="http://schemas.microsoft.com/office/drawing/2014/main" id="{61F8F0F1-C11F-F2A6-44B5-5FBEA0AB38F8}"/>
                </a:ext>
              </a:extLst>
            </p:cNvPr>
            <p:cNvSpPr txBox="1"/>
            <p:nvPr/>
          </p:nvSpPr>
          <p:spPr>
            <a:xfrm>
              <a:off x="9913301" y="3112008"/>
              <a:ext cx="135255" cy="30289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800" dirty="0">
                  <a:latin typeface="Calibri"/>
                  <a:cs typeface="Calibri"/>
                </a:rPr>
                <a:t>a</a:t>
              </a:r>
              <a:endParaRPr sz="1800">
                <a:latin typeface="Calibri"/>
                <a:cs typeface="Calibri"/>
              </a:endParaRPr>
            </a:p>
          </p:txBody>
        </p:sp>
        <p:sp>
          <p:nvSpPr>
            <p:cNvPr id="39" name="object 23">
              <a:extLst>
                <a:ext uri="{FF2B5EF4-FFF2-40B4-BE49-F238E27FC236}">
                  <a16:creationId xmlns:a16="http://schemas.microsoft.com/office/drawing/2014/main" id="{082278D1-E123-3F85-A644-C2C90A5C57B6}"/>
                </a:ext>
              </a:extLst>
            </p:cNvPr>
            <p:cNvSpPr txBox="1"/>
            <p:nvPr/>
          </p:nvSpPr>
          <p:spPr>
            <a:xfrm>
              <a:off x="10322876" y="2581655"/>
              <a:ext cx="114935" cy="30289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800" dirty="0">
                  <a:solidFill>
                    <a:srgbClr val="0000FF"/>
                  </a:solidFill>
                  <a:latin typeface="Calibri"/>
                  <a:cs typeface="Calibri"/>
                </a:rPr>
                <a:t>s</a:t>
              </a:r>
              <a:endParaRPr sz="1800">
                <a:latin typeface="Calibri"/>
                <a:cs typeface="Calibri"/>
              </a:endParaRPr>
            </a:p>
          </p:txBody>
        </p:sp>
        <p:sp>
          <p:nvSpPr>
            <p:cNvPr id="40" name="object 24">
              <a:extLst>
                <a:ext uri="{FF2B5EF4-FFF2-40B4-BE49-F238E27FC236}">
                  <a16:creationId xmlns:a16="http://schemas.microsoft.com/office/drawing/2014/main" id="{F26A8AB6-E15D-49D2-AB47-A940931ECC87}"/>
                </a:ext>
              </a:extLst>
            </p:cNvPr>
            <p:cNvSpPr txBox="1"/>
            <p:nvPr/>
          </p:nvSpPr>
          <p:spPr>
            <a:xfrm>
              <a:off x="9795827" y="3678935"/>
              <a:ext cx="333375" cy="30289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800" spc="-5" dirty="0">
                  <a:solidFill>
                    <a:srgbClr val="008000"/>
                  </a:solidFill>
                  <a:latin typeface="Calibri"/>
                  <a:cs typeface="Calibri"/>
                </a:rPr>
                <a:t>s,</a:t>
              </a:r>
              <a:r>
                <a:rPr sz="1800" spc="-90" dirty="0">
                  <a:solidFill>
                    <a:srgbClr val="008000"/>
                  </a:solidFill>
                  <a:latin typeface="Calibri"/>
                  <a:cs typeface="Calibri"/>
                </a:rPr>
                <a:t> </a:t>
              </a:r>
              <a:r>
                <a:rPr sz="1800" dirty="0">
                  <a:solidFill>
                    <a:srgbClr val="008000"/>
                  </a:solidFill>
                  <a:latin typeface="Calibri"/>
                  <a:cs typeface="Calibri"/>
                </a:rPr>
                <a:t>a</a:t>
              </a:r>
              <a:endParaRPr sz="1800">
                <a:latin typeface="Calibri"/>
                <a:cs typeface="Calibri"/>
              </a:endParaRPr>
            </a:p>
          </p:txBody>
        </p:sp>
        <p:sp>
          <p:nvSpPr>
            <p:cNvPr id="41" name="object 25">
              <a:extLst>
                <a:ext uri="{FF2B5EF4-FFF2-40B4-BE49-F238E27FC236}">
                  <a16:creationId xmlns:a16="http://schemas.microsoft.com/office/drawing/2014/main" id="{E6A642AB-18D2-D0AF-B1C2-85ECA3BA6A1A}"/>
                </a:ext>
              </a:extLst>
            </p:cNvPr>
            <p:cNvSpPr/>
            <p:nvPr/>
          </p:nvSpPr>
          <p:spPr>
            <a:xfrm>
              <a:off x="9912348" y="5084298"/>
              <a:ext cx="76200" cy="560070"/>
            </a:xfrm>
            <a:custGeom>
              <a:avLst/>
              <a:gdLst/>
              <a:ahLst/>
              <a:cxnLst/>
              <a:rect l="l" t="t" r="r" b="b"/>
              <a:pathLst>
                <a:path w="76200" h="560070">
                  <a:moveTo>
                    <a:pt x="42861" y="0"/>
                  </a:moveTo>
                  <a:lnTo>
                    <a:pt x="33336" y="0"/>
                  </a:lnTo>
                  <a:lnTo>
                    <a:pt x="33337" y="38100"/>
                  </a:lnTo>
                  <a:lnTo>
                    <a:pt x="42862" y="38100"/>
                  </a:lnTo>
                  <a:lnTo>
                    <a:pt x="42861" y="0"/>
                  </a:lnTo>
                  <a:close/>
                </a:path>
                <a:path w="76200" h="560070">
                  <a:moveTo>
                    <a:pt x="42862" y="66675"/>
                  </a:moveTo>
                  <a:lnTo>
                    <a:pt x="33337" y="66675"/>
                  </a:lnTo>
                  <a:lnTo>
                    <a:pt x="33337" y="104775"/>
                  </a:lnTo>
                  <a:lnTo>
                    <a:pt x="42862" y="104775"/>
                  </a:lnTo>
                  <a:lnTo>
                    <a:pt x="42862" y="66675"/>
                  </a:lnTo>
                  <a:close/>
                </a:path>
                <a:path w="76200" h="560070">
                  <a:moveTo>
                    <a:pt x="42862" y="133350"/>
                  </a:moveTo>
                  <a:lnTo>
                    <a:pt x="33337" y="133350"/>
                  </a:lnTo>
                  <a:lnTo>
                    <a:pt x="33337" y="171449"/>
                  </a:lnTo>
                  <a:lnTo>
                    <a:pt x="42862" y="171449"/>
                  </a:lnTo>
                  <a:lnTo>
                    <a:pt x="42862" y="133350"/>
                  </a:lnTo>
                  <a:close/>
                </a:path>
                <a:path w="76200" h="560070">
                  <a:moveTo>
                    <a:pt x="42862" y="200024"/>
                  </a:moveTo>
                  <a:lnTo>
                    <a:pt x="33337" y="200024"/>
                  </a:lnTo>
                  <a:lnTo>
                    <a:pt x="33337" y="238124"/>
                  </a:lnTo>
                  <a:lnTo>
                    <a:pt x="42862" y="238124"/>
                  </a:lnTo>
                  <a:lnTo>
                    <a:pt x="42862" y="200024"/>
                  </a:lnTo>
                  <a:close/>
                </a:path>
                <a:path w="76200" h="560070">
                  <a:moveTo>
                    <a:pt x="42862" y="266699"/>
                  </a:moveTo>
                  <a:lnTo>
                    <a:pt x="33337" y="266699"/>
                  </a:lnTo>
                  <a:lnTo>
                    <a:pt x="33337" y="304799"/>
                  </a:lnTo>
                  <a:lnTo>
                    <a:pt x="42862" y="304799"/>
                  </a:lnTo>
                  <a:lnTo>
                    <a:pt x="42862" y="266699"/>
                  </a:lnTo>
                  <a:close/>
                </a:path>
                <a:path w="76200" h="560070">
                  <a:moveTo>
                    <a:pt x="42862" y="333374"/>
                  </a:moveTo>
                  <a:lnTo>
                    <a:pt x="33337" y="333374"/>
                  </a:lnTo>
                  <a:lnTo>
                    <a:pt x="33337" y="371474"/>
                  </a:lnTo>
                  <a:lnTo>
                    <a:pt x="42862" y="371474"/>
                  </a:lnTo>
                  <a:lnTo>
                    <a:pt x="42862" y="333374"/>
                  </a:lnTo>
                  <a:close/>
                </a:path>
                <a:path w="76200" h="560070">
                  <a:moveTo>
                    <a:pt x="42862" y="400049"/>
                  </a:moveTo>
                  <a:lnTo>
                    <a:pt x="33337" y="400049"/>
                  </a:lnTo>
                  <a:lnTo>
                    <a:pt x="33337" y="438149"/>
                  </a:lnTo>
                  <a:lnTo>
                    <a:pt x="42862" y="438149"/>
                  </a:lnTo>
                  <a:lnTo>
                    <a:pt x="42862" y="400049"/>
                  </a:lnTo>
                  <a:close/>
                </a:path>
                <a:path w="76200" h="560070">
                  <a:moveTo>
                    <a:pt x="33337" y="483298"/>
                  </a:moveTo>
                  <a:lnTo>
                    <a:pt x="0" y="483298"/>
                  </a:lnTo>
                  <a:lnTo>
                    <a:pt x="38100" y="559498"/>
                  </a:lnTo>
                  <a:lnTo>
                    <a:pt x="69849" y="495998"/>
                  </a:lnTo>
                  <a:lnTo>
                    <a:pt x="33337" y="495998"/>
                  </a:lnTo>
                  <a:lnTo>
                    <a:pt x="33337" y="483298"/>
                  </a:lnTo>
                  <a:close/>
                </a:path>
                <a:path w="76200" h="560070">
                  <a:moveTo>
                    <a:pt x="42862" y="466724"/>
                  </a:moveTo>
                  <a:lnTo>
                    <a:pt x="33337" y="466724"/>
                  </a:lnTo>
                  <a:lnTo>
                    <a:pt x="33337" y="495998"/>
                  </a:lnTo>
                  <a:lnTo>
                    <a:pt x="42862" y="495998"/>
                  </a:lnTo>
                  <a:lnTo>
                    <a:pt x="42862" y="466724"/>
                  </a:lnTo>
                  <a:close/>
                </a:path>
                <a:path w="76200" h="560070">
                  <a:moveTo>
                    <a:pt x="76200" y="483298"/>
                  </a:moveTo>
                  <a:lnTo>
                    <a:pt x="42862" y="483298"/>
                  </a:lnTo>
                  <a:lnTo>
                    <a:pt x="42862" y="495998"/>
                  </a:lnTo>
                  <a:lnTo>
                    <a:pt x="69849" y="495998"/>
                  </a:lnTo>
                  <a:lnTo>
                    <a:pt x="76200" y="4832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26">
              <a:extLst>
                <a:ext uri="{FF2B5EF4-FFF2-40B4-BE49-F238E27FC236}">
                  <a16:creationId xmlns:a16="http://schemas.microsoft.com/office/drawing/2014/main" id="{56CB1F9D-AAEA-3B70-F1A4-2A587A7124A3}"/>
                </a:ext>
              </a:extLst>
            </p:cNvPr>
            <p:cNvSpPr/>
            <p:nvPr/>
          </p:nvSpPr>
          <p:spPr>
            <a:xfrm>
              <a:off x="9424985" y="5072964"/>
              <a:ext cx="534670" cy="414655"/>
            </a:xfrm>
            <a:custGeom>
              <a:avLst/>
              <a:gdLst/>
              <a:ahLst/>
              <a:cxnLst/>
              <a:rect l="l" t="t" r="r" b="b"/>
              <a:pathLst>
                <a:path w="534670" h="414654">
                  <a:moveTo>
                    <a:pt x="41915" y="328367"/>
                  </a:moveTo>
                  <a:lnTo>
                    <a:pt x="0" y="414559"/>
                  </a:lnTo>
                  <a:lnTo>
                    <a:pt x="94103" y="396375"/>
                  </a:lnTo>
                  <a:lnTo>
                    <a:pt x="83381" y="382404"/>
                  </a:lnTo>
                  <a:lnTo>
                    <a:pt x="65371" y="382404"/>
                  </a:lnTo>
                  <a:lnTo>
                    <a:pt x="47975" y="359735"/>
                  </a:lnTo>
                  <a:lnTo>
                    <a:pt x="59310" y="351036"/>
                  </a:lnTo>
                  <a:lnTo>
                    <a:pt x="41915" y="328367"/>
                  </a:lnTo>
                  <a:close/>
                </a:path>
                <a:path w="534670" h="414654">
                  <a:moveTo>
                    <a:pt x="59310" y="351036"/>
                  </a:moveTo>
                  <a:lnTo>
                    <a:pt x="47975" y="359735"/>
                  </a:lnTo>
                  <a:lnTo>
                    <a:pt x="65371" y="382404"/>
                  </a:lnTo>
                  <a:lnTo>
                    <a:pt x="76707" y="373706"/>
                  </a:lnTo>
                  <a:lnTo>
                    <a:pt x="59310" y="351036"/>
                  </a:lnTo>
                  <a:close/>
                </a:path>
                <a:path w="534670" h="414654">
                  <a:moveTo>
                    <a:pt x="76707" y="373706"/>
                  </a:moveTo>
                  <a:lnTo>
                    <a:pt x="65371" y="382404"/>
                  </a:lnTo>
                  <a:lnTo>
                    <a:pt x="83381" y="382404"/>
                  </a:lnTo>
                  <a:lnTo>
                    <a:pt x="76707" y="373706"/>
                  </a:lnTo>
                  <a:close/>
                </a:path>
                <a:path w="534670" h="414654">
                  <a:moveTo>
                    <a:pt x="516765" y="0"/>
                  </a:moveTo>
                  <a:lnTo>
                    <a:pt x="59310" y="351036"/>
                  </a:lnTo>
                  <a:lnTo>
                    <a:pt x="76707" y="373706"/>
                  </a:lnTo>
                  <a:lnTo>
                    <a:pt x="534160" y="22669"/>
                  </a:lnTo>
                  <a:lnTo>
                    <a:pt x="51676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27">
              <a:extLst>
                <a:ext uri="{FF2B5EF4-FFF2-40B4-BE49-F238E27FC236}">
                  <a16:creationId xmlns:a16="http://schemas.microsoft.com/office/drawing/2014/main" id="{24C5DB03-98F9-7106-FA00-7A040C6F8FC4}"/>
                </a:ext>
              </a:extLst>
            </p:cNvPr>
            <p:cNvSpPr/>
            <p:nvPr/>
          </p:nvSpPr>
          <p:spPr>
            <a:xfrm>
              <a:off x="9947843" y="5080312"/>
              <a:ext cx="530225" cy="348615"/>
            </a:xfrm>
            <a:custGeom>
              <a:avLst/>
              <a:gdLst/>
              <a:ahLst/>
              <a:cxnLst/>
              <a:rect l="l" t="t" r="r" b="b"/>
              <a:pathLst>
                <a:path w="530225" h="348614">
                  <a:moveTo>
                    <a:pt x="5210" y="0"/>
                  </a:moveTo>
                  <a:lnTo>
                    <a:pt x="0" y="7973"/>
                  </a:lnTo>
                  <a:lnTo>
                    <a:pt x="31892" y="28817"/>
                  </a:lnTo>
                  <a:lnTo>
                    <a:pt x="37103" y="20844"/>
                  </a:lnTo>
                  <a:lnTo>
                    <a:pt x="5210" y="0"/>
                  </a:lnTo>
                  <a:close/>
                </a:path>
                <a:path w="530225" h="348614">
                  <a:moveTo>
                    <a:pt x="61022" y="36479"/>
                  </a:moveTo>
                  <a:lnTo>
                    <a:pt x="55811" y="44451"/>
                  </a:lnTo>
                  <a:lnTo>
                    <a:pt x="87702" y="65297"/>
                  </a:lnTo>
                  <a:lnTo>
                    <a:pt x="92914" y="57323"/>
                  </a:lnTo>
                  <a:lnTo>
                    <a:pt x="61022" y="36479"/>
                  </a:lnTo>
                  <a:close/>
                </a:path>
                <a:path w="530225" h="348614">
                  <a:moveTo>
                    <a:pt x="116832" y="72957"/>
                  </a:moveTo>
                  <a:lnTo>
                    <a:pt x="111621" y="80930"/>
                  </a:lnTo>
                  <a:lnTo>
                    <a:pt x="143513" y="101775"/>
                  </a:lnTo>
                  <a:lnTo>
                    <a:pt x="148724" y="93802"/>
                  </a:lnTo>
                  <a:lnTo>
                    <a:pt x="116832" y="72957"/>
                  </a:lnTo>
                  <a:close/>
                </a:path>
                <a:path w="530225" h="348614">
                  <a:moveTo>
                    <a:pt x="172643" y="109435"/>
                  </a:moveTo>
                  <a:lnTo>
                    <a:pt x="167432" y="117408"/>
                  </a:lnTo>
                  <a:lnTo>
                    <a:pt x="199323" y="138254"/>
                  </a:lnTo>
                  <a:lnTo>
                    <a:pt x="204536" y="130281"/>
                  </a:lnTo>
                  <a:lnTo>
                    <a:pt x="172643" y="109435"/>
                  </a:lnTo>
                  <a:close/>
                </a:path>
                <a:path w="530225" h="348614">
                  <a:moveTo>
                    <a:pt x="228455" y="145915"/>
                  </a:moveTo>
                  <a:lnTo>
                    <a:pt x="223243" y="153888"/>
                  </a:lnTo>
                  <a:lnTo>
                    <a:pt x="255135" y="174732"/>
                  </a:lnTo>
                  <a:lnTo>
                    <a:pt x="260346" y="166759"/>
                  </a:lnTo>
                  <a:lnTo>
                    <a:pt x="228455" y="145915"/>
                  </a:lnTo>
                  <a:close/>
                </a:path>
                <a:path w="530225" h="348614">
                  <a:moveTo>
                    <a:pt x="284265" y="182393"/>
                  </a:moveTo>
                  <a:lnTo>
                    <a:pt x="279054" y="190366"/>
                  </a:lnTo>
                  <a:lnTo>
                    <a:pt x="310946" y="211212"/>
                  </a:lnTo>
                  <a:lnTo>
                    <a:pt x="316157" y="203239"/>
                  </a:lnTo>
                  <a:lnTo>
                    <a:pt x="284265" y="182393"/>
                  </a:lnTo>
                  <a:close/>
                </a:path>
                <a:path w="530225" h="348614">
                  <a:moveTo>
                    <a:pt x="340076" y="218873"/>
                  </a:moveTo>
                  <a:lnTo>
                    <a:pt x="334864" y="226846"/>
                  </a:lnTo>
                  <a:lnTo>
                    <a:pt x="366756" y="247690"/>
                  </a:lnTo>
                  <a:lnTo>
                    <a:pt x="371969" y="239717"/>
                  </a:lnTo>
                  <a:lnTo>
                    <a:pt x="340076" y="218873"/>
                  </a:lnTo>
                  <a:close/>
                </a:path>
                <a:path w="530225" h="348614">
                  <a:moveTo>
                    <a:pt x="395886" y="255351"/>
                  </a:moveTo>
                  <a:lnTo>
                    <a:pt x="390676" y="263324"/>
                  </a:lnTo>
                  <a:lnTo>
                    <a:pt x="422568" y="284168"/>
                  </a:lnTo>
                  <a:lnTo>
                    <a:pt x="427779" y="276195"/>
                  </a:lnTo>
                  <a:lnTo>
                    <a:pt x="395886" y="255351"/>
                  </a:lnTo>
                  <a:close/>
                </a:path>
                <a:path w="530225" h="348614">
                  <a:moveTo>
                    <a:pt x="463266" y="310769"/>
                  </a:moveTo>
                  <a:lnTo>
                    <a:pt x="445027" y="338675"/>
                  </a:lnTo>
                  <a:lnTo>
                    <a:pt x="529656" y="348474"/>
                  </a:lnTo>
                  <a:lnTo>
                    <a:pt x="511708" y="317718"/>
                  </a:lnTo>
                  <a:lnTo>
                    <a:pt x="473896" y="317718"/>
                  </a:lnTo>
                  <a:lnTo>
                    <a:pt x="463266" y="310769"/>
                  </a:lnTo>
                  <a:close/>
                </a:path>
                <a:path w="530225" h="348614">
                  <a:moveTo>
                    <a:pt x="468477" y="302797"/>
                  </a:moveTo>
                  <a:lnTo>
                    <a:pt x="463266" y="310769"/>
                  </a:lnTo>
                  <a:lnTo>
                    <a:pt x="473896" y="317718"/>
                  </a:lnTo>
                  <a:lnTo>
                    <a:pt x="479107" y="309745"/>
                  </a:lnTo>
                  <a:lnTo>
                    <a:pt x="468477" y="302797"/>
                  </a:lnTo>
                  <a:close/>
                </a:path>
                <a:path w="530225" h="348614">
                  <a:moveTo>
                    <a:pt x="486716" y="274891"/>
                  </a:moveTo>
                  <a:lnTo>
                    <a:pt x="468477" y="302797"/>
                  </a:lnTo>
                  <a:lnTo>
                    <a:pt x="479107" y="309745"/>
                  </a:lnTo>
                  <a:lnTo>
                    <a:pt x="473896" y="317718"/>
                  </a:lnTo>
                  <a:lnTo>
                    <a:pt x="511708" y="317718"/>
                  </a:lnTo>
                  <a:lnTo>
                    <a:pt x="486716" y="274891"/>
                  </a:lnTo>
                  <a:close/>
                </a:path>
                <a:path w="530225" h="348614">
                  <a:moveTo>
                    <a:pt x="451698" y="291830"/>
                  </a:moveTo>
                  <a:lnTo>
                    <a:pt x="446487" y="299802"/>
                  </a:lnTo>
                  <a:lnTo>
                    <a:pt x="463266" y="310769"/>
                  </a:lnTo>
                  <a:lnTo>
                    <a:pt x="468477" y="302797"/>
                  </a:lnTo>
                  <a:lnTo>
                    <a:pt x="451698" y="2918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28">
              <a:extLst>
                <a:ext uri="{FF2B5EF4-FFF2-40B4-BE49-F238E27FC236}">
                  <a16:creationId xmlns:a16="http://schemas.microsoft.com/office/drawing/2014/main" id="{318AF8A8-899E-B4AB-55A2-1CD406BD5B2F}"/>
                </a:ext>
              </a:extLst>
            </p:cNvPr>
            <p:cNvSpPr txBox="1"/>
            <p:nvPr/>
          </p:nvSpPr>
          <p:spPr>
            <a:xfrm>
              <a:off x="9913301" y="4337304"/>
              <a:ext cx="734695" cy="79375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800" spc="-5" dirty="0">
                  <a:latin typeface="Calibri"/>
                  <a:cs typeface="Calibri"/>
                </a:rPr>
                <a:t>T(s,a,s’)</a:t>
              </a:r>
              <a:endParaRPr sz="1800">
                <a:latin typeface="Calibri"/>
                <a:cs typeface="Calibri"/>
              </a:endParaRPr>
            </a:p>
            <a:p>
              <a:pPr marL="374650">
                <a:lnSpc>
                  <a:spcPct val="100000"/>
                </a:lnSpc>
                <a:spcBef>
                  <a:spcPts val="1700"/>
                </a:spcBef>
              </a:pPr>
              <a:r>
                <a:rPr sz="1800" spc="-5" dirty="0">
                  <a:solidFill>
                    <a:srgbClr val="0000FF"/>
                  </a:solidFill>
                  <a:latin typeface="Calibri"/>
                  <a:cs typeface="Calibri"/>
                </a:rPr>
                <a:t>s’</a:t>
              </a:r>
              <a:endParaRPr sz="1800">
                <a:latin typeface="Calibri"/>
                <a:cs typeface="Calibri"/>
              </a:endParaRPr>
            </a:p>
          </p:txBody>
        </p:sp>
        <p:sp>
          <p:nvSpPr>
            <p:cNvPr id="45" name="object 29">
              <a:extLst>
                <a:ext uri="{FF2B5EF4-FFF2-40B4-BE49-F238E27FC236}">
                  <a16:creationId xmlns:a16="http://schemas.microsoft.com/office/drawing/2014/main" id="{A79864B7-F39A-2752-13C7-6F07F58AB6F3}"/>
                </a:ext>
              </a:extLst>
            </p:cNvPr>
            <p:cNvSpPr txBox="1"/>
            <p:nvPr/>
          </p:nvSpPr>
          <p:spPr>
            <a:xfrm>
              <a:off x="10962640" y="2449576"/>
              <a:ext cx="537845" cy="64008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000" dirty="0">
                  <a:solidFill>
                    <a:srgbClr val="0000FF"/>
                  </a:solidFill>
                  <a:latin typeface="Calibri"/>
                  <a:cs typeface="Calibri"/>
                </a:rPr>
                <a:t>s is</a:t>
              </a:r>
              <a:r>
                <a:rPr sz="2000" spc="-100" dirty="0">
                  <a:solidFill>
                    <a:srgbClr val="0000FF"/>
                  </a:solidFill>
                  <a:latin typeface="Calibri"/>
                  <a:cs typeface="Calibri"/>
                </a:rPr>
                <a:t> </a:t>
              </a:r>
              <a:r>
                <a:rPr sz="2000" dirty="0">
                  <a:solidFill>
                    <a:srgbClr val="0000FF"/>
                  </a:solidFill>
                  <a:latin typeface="Calibri"/>
                  <a:cs typeface="Calibri"/>
                </a:rPr>
                <a:t>a</a:t>
              </a:r>
              <a:endParaRPr sz="2000">
                <a:latin typeface="Calibri"/>
                <a:cs typeface="Calibri"/>
              </a:endParaRPr>
            </a:p>
            <a:p>
              <a:pPr marL="12700">
                <a:lnSpc>
                  <a:spcPct val="100000"/>
                </a:lnSpc>
              </a:pPr>
              <a:r>
                <a:rPr sz="2000" i="1" spc="-30" dirty="0">
                  <a:solidFill>
                    <a:srgbClr val="0000FF"/>
                  </a:solidFill>
                  <a:latin typeface="Calibri"/>
                  <a:cs typeface="Calibri"/>
                </a:rPr>
                <a:t>s</a:t>
              </a:r>
              <a:r>
                <a:rPr sz="2000" i="1" spc="-25" dirty="0">
                  <a:solidFill>
                    <a:srgbClr val="0000FF"/>
                  </a:solidFill>
                  <a:latin typeface="Calibri"/>
                  <a:cs typeface="Calibri"/>
                </a:rPr>
                <a:t>t</a:t>
              </a:r>
              <a:r>
                <a:rPr sz="2000" i="1" spc="-5" dirty="0">
                  <a:solidFill>
                    <a:srgbClr val="0000FF"/>
                  </a:solidFill>
                  <a:latin typeface="Calibri"/>
                  <a:cs typeface="Calibri"/>
                </a:rPr>
                <a:t>a</a:t>
              </a:r>
              <a:r>
                <a:rPr sz="2000" i="1" spc="-20" dirty="0">
                  <a:solidFill>
                    <a:srgbClr val="0000FF"/>
                  </a:solidFill>
                  <a:latin typeface="Calibri"/>
                  <a:cs typeface="Calibri"/>
                </a:rPr>
                <a:t>t</a:t>
              </a:r>
              <a:r>
                <a:rPr sz="2000" i="1" dirty="0">
                  <a:solidFill>
                    <a:srgbClr val="0000FF"/>
                  </a:solidFill>
                  <a:latin typeface="Calibri"/>
                  <a:cs typeface="Calibri"/>
                </a:rPr>
                <a:t>e</a:t>
              </a:r>
              <a:endParaRPr sz="2000">
                <a:latin typeface="Calibri"/>
                <a:cs typeface="Calibri"/>
              </a:endParaRPr>
            </a:p>
          </p:txBody>
        </p:sp>
        <p:sp>
          <p:nvSpPr>
            <p:cNvPr id="46" name="object 30">
              <a:extLst>
                <a:ext uri="{FF2B5EF4-FFF2-40B4-BE49-F238E27FC236}">
                  <a16:creationId xmlns:a16="http://schemas.microsoft.com/office/drawing/2014/main" id="{708A981B-159E-1583-9CEE-B556811CE5E6}"/>
                </a:ext>
              </a:extLst>
            </p:cNvPr>
            <p:cNvSpPr txBox="1"/>
            <p:nvPr/>
          </p:nvSpPr>
          <p:spPr>
            <a:xfrm>
              <a:off x="10962640" y="3418840"/>
              <a:ext cx="918844" cy="64008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000" dirty="0">
                  <a:solidFill>
                    <a:srgbClr val="008000"/>
                  </a:solidFill>
                  <a:latin typeface="Calibri"/>
                  <a:cs typeface="Calibri"/>
                </a:rPr>
                <a:t>(s, a) is</a:t>
              </a:r>
              <a:r>
                <a:rPr sz="2000" spc="-95" dirty="0">
                  <a:solidFill>
                    <a:srgbClr val="008000"/>
                  </a:solidFill>
                  <a:latin typeface="Calibri"/>
                  <a:cs typeface="Calibri"/>
                </a:rPr>
                <a:t> </a:t>
              </a:r>
              <a:r>
                <a:rPr sz="2000" dirty="0">
                  <a:solidFill>
                    <a:srgbClr val="008000"/>
                  </a:solidFill>
                  <a:latin typeface="Calibri"/>
                  <a:cs typeface="Calibri"/>
                </a:rPr>
                <a:t>a</a:t>
              </a:r>
              <a:endParaRPr sz="2000">
                <a:latin typeface="Calibri"/>
                <a:cs typeface="Calibri"/>
              </a:endParaRPr>
            </a:p>
            <a:p>
              <a:pPr marL="12700">
                <a:lnSpc>
                  <a:spcPct val="100000"/>
                </a:lnSpc>
              </a:pPr>
              <a:r>
                <a:rPr sz="2000" i="1" spc="-15" dirty="0">
                  <a:solidFill>
                    <a:srgbClr val="008000"/>
                  </a:solidFill>
                  <a:latin typeface="Calibri"/>
                  <a:cs typeface="Calibri"/>
                </a:rPr>
                <a:t>q-state</a:t>
              </a:r>
              <a:endParaRPr sz="2000">
                <a:latin typeface="Calibri"/>
                <a:cs typeface="Calibri"/>
              </a:endParaRPr>
            </a:p>
          </p:txBody>
        </p:sp>
        <p:sp>
          <p:nvSpPr>
            <p:cNvPr id="47" name="object 31">
              <a:extLst>
                <a:ext uri="{FF2B5EF4-FFF2-40B4-BE49-F238E27FC236}">
                  <a16:creationId xmlns:a16="http://schemas.microsoft.com/office/drawing/2014/main" id="{12B8C1FD-A956-118E-7FDF-9F88B75D1598}"/>
                </a:ext>
              </a:extLst>
            </p:cNvPr>
            <p:cNvSpPr txBox="1"/>
            <p:nvPr/>
          </p:nvSpPr>
          <p:spPr>
            <a:xfrm>
              <a:off x="9222740" y="2484120"/>
              <a:ext cx="603885" cy="39941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400" dirty="0">
                  <a:solidFill>
                    <a:srgbClr val="0000FF"/>
                  </a:solidFill>
                  <a:latin typeface="Calibri"/>
                  <a:cs typeface="Calibri"/>
                </a:rPr>
                <a:t>V</a:t>
              </a:r>
              <a:r>
                <a:rPr sz="2400" baseline="24305" dirty="0">
                  <a:solidFill>
                    <a:srgbClr val="0000FF"/>
                  </a:solidFill>
                  <a:latin typeface="Calibri"/>
                  <a:cs typeface="Calibri"/>
                </a:rPr>
                <a:t>*</a:t>
              </a:r>
              <a:r>
                <a:rPr sz="2400" spc="-5" dirty="0">
                  <a:solidFill>
                    <a:srgbClr val="0000FF"/>
                  </a:solidFill>
                  <a:latin typeface="Calibri"/>
                  <a:cs typeface="Calibri"/>
                </a:rPr>
                <a:t>(</a:t>
              </a:r>
              <a:r>
                <a:rPr sz="2400" dirty="0">
                  <a:solidFill>
                    <a:srgbClr val="0000FF"/>
                  </a:solidFill>
                  <a:latin typeface="Calibri"/>
                  <a:cs typeface="Calibri"/>
                </a:rPr>
                <a:t>s)</a:t>
              </a:r>
              <a:endParaRPr sz="2400">
                <a:latin typeface="Calibri"/>
                <a:cs typeface="Calibri"/>
              </a:endParaRPr>
            </a:p>
          </p:txBody>
        </p:sp>
        <p:sp>
          <p:nvSpPr>
            <p:cNvPr id="48" name="object 32">
              <a:extLst>
                <a:ext uri="{FF2B5EF4-FFF2-40B4-BE49-F238E27FC236}">
                  <a16:creationId xmlns:a16="http://schemas.microsoft.com/office/drawing/2014/main" id="{61B0FD71-1DD1-A5EE-3ECC-E5EC83468C66}"/>
                </a:ext>
              </a:extLst>
            </p:cNvPr>
            <p:cNvSpPr txBox="1"/>
            <p:nvPr/>
          </p:nvSpPr>
          <p:spPr>
            <a:xfrm>
              <a:off x="9021127" y="4764023"/>
              <a:ext cx="680085" cy="39941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400" dirty="0">
                  <a:solidFill>
                    <a:srgbClr val="0000FF"/>
                  </a:solidFill>
                  <a:latin typeface="Calibri"/>
                  <a:cs typeface="Calibri"/>
                </a:rPr>
                <a:t>V</a:t>
              </a:r>
              <a:r>
                <a:rPr sz="2400" baseline="24305" dirty="0">
                  <a:solidFill>
                    <a:srgbClr val="0000FF"/>
                  </a:solidFill>
                  <a:latin typeface="Calibri"/>
                  <a:cs typeface="Calibri"/>
                </a:rPr>
                <a:t>*</a:t>
              </a:r>
              <a:r>
                <a:rPr sz="2400" spc="-5" dirty="0">
                  <a:solidFill>
                    <a:srgbClr val="0000FF"/>
                  </a:solidFill>
                  <a:latin typeface="Calibri"/>
                  <a:cs typeface="Calibri"/>
                </a:rPr>
                <a:t>(s</a:t>
              </a:r>
              <a:r>
                <a:rPr sz="2400" dirty="0">
                  <a:solidFill>
                    <a:srgbClr val="0000FF"/>
                  </a:solidFill>
                  <a:latin typeface="Calibri"/>
                  <a:cs typeface="Calibri"/>
                </a:rPr>
                <a:t>’)</a:t>
              </a:r>
              <a:endParaRPr sz="2400">
                <a:latin typeface="Calibri"/>
                <a:cs typeface="Calibri"/>
              </a:endParaRPr>
            </a:p>
          </p:txBody>
        </p:sp>
        <p:sp>
          <p:nvSpPr>
            <p:cNvPr id="49" name="object 33">
              <a:extLst>
                <a:ext uri="{FF2B5EF4-FFF2-40B4-BE49-F238E27FC236}">
                  <a16:creationId xmlns:a16="http://schemas.microsoft.com/office/drawing/2014/main" id="{984D02D1-4A47-7BB4-0110-450B08B7ACF3}"/>
                </a:ext>
              </a:extLst>
            </p:cNvPr>
            <p:cNvSpPr txBox="1"/>
            <p:nvPr/>
          </p:nvSpPr>
          <p:spPr>
            <a:xfrm>
              <a:off x="8475853" y="3569207"/>
              <a:ext cx="857885" cy="39941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400" spc="-5" dirty="0">
                  <a:solidFill>
                    <a:srgbClr val="008000"/>
                  </a:solidFill>
                  <a:latin typeface="Calibri"/>
                  <a:cs typeface="Calibri"/>
                </a:rPr>
                <a:t>Q</a:t>
              </a:r>
              <a:r>
                <a:rPr sz="2400" baseline="24305" dirty="0">
                  <a:solidFill>
                    <a:srgbClr val="008000"/>
                  </a:solidFill>
                  <a:latin typeface="Calibri"/>
                  <a:cs typeface="Calibri"/>
                </a:rPr>
                <a:t>*</a:t>
              </a:r>
              <a:r>
                <a:rPr sz="2400" spc="-5" dirty="0">
                  <a:solidFill>
                    <a:srgbClr val="008000"/>
                  </a:solidFill>
                  <a:latin typeface="Calibri"/>
                  <a:cs typeface="Calibri"/>
                </a:rPr>
                <a:t>(s</a:t>
              </a:r>
              <a:r>
                <a:rPr sz="2400" dirty="0">
                  <a:solidFill>
                    <a:srgbClr val="008000"/>
                  </a:solidFill>
                  <a:latin typeface="Calibri"/>
                  <a:cs typeface="Calibri"/>
                </a:rPr>
                <a:t>,a)</a:t>
              </a:r>
              <a:endParaRPr sz="2400">
                <a:latin typeface="Calibri"/>
                <a:cs typeface="Calibri"/>
              </a:endParaRP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60473" y="196215"/>
            <a:ext cx="7672070" cy="690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dirty="0"/>
              <a:t>prediction of Q-values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872BF9-D5AA-DD73-2D1E-5BE4F03DD2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495" y="1485900"/>
            <a:ext cx="10027304" cy="46863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03374-B8C5-4783-A96D-D66B0BC81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1" y="196215"/>
            <a:ext cx="5989446" cy="690244"/>
          </a:xfrm>
        </p:spPr>
        <p:txBody>
          <a:bodyPr/>
          <a:lstStyle/>
          <a:p>
            <a:r>
              <a:rPr lang="en-US" dirty="0"/>
              <a:t>Q-learning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9EEE2F-804C-AD01-B8DC-035D64FBF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044" y="1443037"/>
            <a:ext cx="10090094" cy="4424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729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03374-B8C5-4783-A96D-D66B0BC81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1" y="196215"/>
            <a:ext cx="5989446" cy="690244"/>
          </a:xfrm>
        </p:spPr>
        <p:txBody>
          <a:bodyPr/>
          <a:lstStyle/>
          <a:p>
            <a:r>
              <a:rPr lang="en-US" dirty="0"/>
              <a:t>Q-learning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E9AF8D-8568-33BD-CDB1-5F8548D8E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143000"/>
            <a:ext cx="10754649" cy="432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0265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56941" y="259715"/>
            <a:ext cx="6275070" cy="567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dirty="0"/>
              <a:t>Active Reinforcement</a:t>
            </a:r>
            <a:r>
              <a:rPr sz="3600" spc="-125" dirty="0"/>
              <a:t> </a:t>
            </a:r>
            <a:r>
              <a:rPr sz="3600" dirty="0"/>
              <a:t>Learning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307340" y="1365250"/>
            <a:ext cx="9797415" cy="48475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ts val="3190"/>
              </a:lnSpc>
              <a:buClr>
                <a:srgbClr val="333399"/>
              </a:buClr>
              <a:buFont typeface="Courier New"/>
              <a:buChar char="o"/>
              <a:tabLst>
                <a:tab pos="355600" algn="l"/>
              </a:tabLst>
            </a:pPr>
            <a:r>
              <a:rPr sz="2800" spc="-5" dirty="0">
                <a:latin typeface="Arial"/>
                <a:cs typeface="Arial"/>
              </a:rPr>
              <a:t>Full </a:t>
            </a:r>
            <a:r>
              <a:rPr sz="2800" dirty="0">
                <a:latin typeface="Arial"/>
                <a:cs typeface="Arial"/>
              </a:rPr>
              <a:t>reinforcement learning: </a:t>
            </a:r>
            <a:r>
              <a:rPr sz="2800" spc="-5" dirty="0">
                <a:latin typeface="Arial"/>
                <a:cs typeface="Arial"/>
              </a:rPr>
              <a:t>optimal policies (like</a:t>
            </a:r>
            <a:r>
              <a:rPr sz="2800" spc="8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value</a:t>
            </a:r>
            <a:endParaRPr sz="2800">
              <a:latin typeface="Arial"/>
              <a:cs typeface="Arial"/>
            </a:endParaRPr>
          </a:p>
          <a:p>
            <a:pPr marL="355600">
              <a:lnSpc>
                <a:spcPts val="3190"/>
              </a:lnSpc>
            </a:pPr>
            <a:r>
              <a:rPr sz="2800" dirty="0">
                <a:latin typeface="Arial"/>
                <a:cs typeface="Arial"/>
              </a:rPr>
              <a:t>iteration)</a:t>
            </a:r>
            <a:endParaRPr sz="28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305"/>
              </a:spcBef>
              <a:buClr>
                <a:srgbClr val="000000"/>
              </a:buClr>
              <a:buFont typeface="Courier New"/>
              <a:buChar char="o"/>
              <a:tabLst>
                <a:tab pos="756920" algn="l"/>
              </a:tabLst>
            </a:pP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You don’t know the </a:t>
            </a: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transitions</a:t>
            </a:r>
            <a:r>
              <a:rPr sz="2400" spc="7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Arial"/>
                <a:cs typeface="Arial"/>
              </a:rPr>
              <a:t>T(s,a,s’)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285"/>
              </a:spcBef>
              <a:buClr>
                <a:srgbClr val="000000"/>
              </a:buClr>
              <a:buFont typeface="Courier New"/>
              <a:buChar char="o"/>
              <a:tabLst>
                <a:tab pos="756920" algn="l"/>
              </a:tabLst>
            </a:pP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You don’t know the rewards</a:t>
            </a:r>
            <a:r>
              <a:rPr sz="2400" spc="1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Arial"/>
                <a:cs typeface="Arial"/>
              </a:rPr>
              <a:t>R(s,a,s’)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285"/>
              </a:spcBef>
              <a:buClr>
                <a:srgbClr val="000000"/>
              </a:buClr>
              <a:buFont typeface="Courier New"/>
              <a:buChar char="o"/>
              <a:tabLst>
                <a:tab pos="756920" algn="l"/>
              </a:tabLst>
            </a:pP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You </a:t>
            </a: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choose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the actions</a:t>
            </a:r>
            <a:r>
              <a:rPr sz="2400" spc="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now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285"/>
              </a:spcBef>
              <a:buClr>
                <a:srgbClr val="000000"/>
              </a:buClr>
              <a:buFont typeface="Courier New"/>
              <a:buChar char="o"/>
              <a:tabLst>
                <a:tab pos="756920" algn="l"/>
              </a:tabLst>
            </a:pPr>
            <a:r>
              <a:rPr sz="2400" dirty="0">
                <a:solidFill>
                  <a:srgbClr val="CC0000"/>
                </a:solidFill>
                <a:latin typeface="Arial"/>
                <a:cs typeface="Arial"/>
              </a:rPr>
              <a:t>Goal: </a:t>
            </a:r>
            <a:r>
              <a:rPr sz="2400" spc="-5" dirty="0">
                <a:solidFill>
                  <a:srgbClr val="CC0000"/>
                </a:solidFill>
                <a:latin typeface="Arial"/>
                <a:cs typeface="Arial"/>
              </a:rPr>
              <a:t>learn </a:t>
            </a:r>
            <a:r>
              <a:rPr sz="2400" dirty="0">
                <a:solidFill>
                  <a:srgbClr val="CC0000"/>
                </a:solidFill>
                <a:latin typeface="Arial"/>
                <a:cs typeface="Arial"/>
              </a:rPr>
              <a:t>the optimal </a:t>
            </a:r>
            <a:r>
              <a:rPr sz="2400" spc="-5" dirty="0">
                <a:solidFill>
                  <a:srgbClr val="CC0000"/>
                </a:solidFill>
                <a:latin typeface="Arial"/>
                <a:cs typeface="Arial"/>
              </a:rPr>
              <a:t>policy </a:t>
            </a:r>
            <a:r>
              <a:rPr sz="2400" dirty="0">
                <a:solidFill>
                  <a:srgbClr val="CC0000"/>
                </a:solidFill>
                <a:latin typeface="Arial"/>
                <a:cs typeface="Arial"/>
              </a:rPr>
              <a:t>/</a:t>
            </a:r>
            <a:r>
              <a:rPr sz="2400" spc="15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CC0000"/>
                </a:solidFill>
                <a:latin typeface="Arial"/>
                <a:cs typeface="Arial"/>
              </a:rPr>
              <a:t>values</a:t>
            </a:r>
            <a:endParaRPr sz="2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Font typeface="Courier New"/>
              <a:buChar char="o"/>
            </a:pPr>
            <a:endParaRPr sz="3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lr>
                <a:srgbClr val="333399"/>
              </a:buClr>
              <a:buFont typeface="Courier New"/>
              <a:buChar char="o"/>
              <a:tabLst>
                <a:tab pos="355600" algn="l"/>
              </a:tabLst>
            </a:pPr>
            <a:r>
              <a:rPr sz="2800" spc="-5" dirty="0">
                <a:latin typeface="Arial"/>
                <a:cs typeface="Arial"/>
              </a:rPr>
              <a:t>In this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case:</a:t>
            </a:r>
            <a:endParaRPr sz="28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305"/>
              </a:spcBef>
              <a:buClr>
                <a:srgbClr val="000000"/>
              </a:buClr>
              <a:buFont typeface="Courier New"/>
              <a:buChar char="o"/>
              <a:tabLst>
                <a:tab pos="756920" algn="l"/>
              </a:tabLst>
            </a:pP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Learner makes</a:t>
            </a:r>
            <a:r>
              <a:rPr sz="2400" spc="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choices!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285"/>
              </a:spcBef>
              <a:buClr>
                <a:srgbClr val="000000"/>
              </a:buClr>
              <a:buFont typeface="Courier New"/>
              <a:buChar char="o"/>
              <a:tabLst>
                <a:tab pos="756920" algn="l"/>
              </a:tabLst>
            </a:pP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Fundamental tradeoff: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exploration </a:t>
            </a: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vs.</a:t>
            </a:r>
            <a:r>
              <a:rPr sz="2400" spc="5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exploitation</a:t>
            </a:r>
            <a:endParaRPr sz="2400">
              <a:latin typeface="Arial"/>
              <a:cs typeface="Arial"/>
            </a:endParaRPr>
          </a:p>
          <a:p>
            <a:pPr marL="756285" marR="5080" lvl="1" indent="-286385">
              <a:lnSpc>
                <a:spcPts val="2590"/>
              </a:lnSpc>
              <a:spcBef>
                <a:spcPts val="615"/>
              </a:spcBef>
              <a:buClr>
                <a:srgbClr val="000000"/>
              </a:buClr>
              <a:buFont typeface="Courier New"/>
              <a:buChar char="o"/>
              <a:tabLst>
                <a:tab pos="756920" algn="l"/>
                <a:tab pos="4761865" algn="l"/>
              </a:tabLst>
            </a:pP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This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is </a:t>
            </a: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NOT</a:t>
            </a:r>
            <a:r>
              <a:rPr sz="2400" spc="5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offline</a:t>
            </a:r>
            <a:r>
              <a:rPr sz="2400" spc="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planning!	You actually </a:t>
            </a: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take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actions in</a:t>
            </a:r>
            <a:r>
              <a:rPr sz="2400" spc="6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the</a:t>
            </a:r>
            <a:r>
              <a:rPr sz="2400" spc="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world  and find </a:t>
            </a: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out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what</a:t>
            </a:r>
            <a:r>
              <a:rPr sz="2400" spc="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happens…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35723" y="2133600"/>
            <a:ext cx="4239768" cy="20497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75229" y="196215"/>
            <a:ext cx="6244590" cy="690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Detour: </a:t>
            </a:r>
            <a:r>
              <a:rPr spc="-5" dirty="0"/>
              <a:t>Q-Value</a:t>
            </a:r>
            <a:r>
              <a:rPr spc="-20" dirty="0"/>
              <a:t> </a:t>
            </a:r>
            <a:r>
              <a:rPr dirty="0"/>
              <a:t>Iteration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13002"/>
            <a:ext cx="7556500" cy="1036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333399"/>
              </a:buClr>
              <a:buFont typeface="Courier New"/>
              <a:buChar char="o"/>
              <a:tabLst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Value iteration: find successive (depth-limited)</a:t>
            </a:r>
            <a:r>
              <a:rPr sz="2400" spc="17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values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buClr>
                <a:srgbClr val="000000"/>
              </a:buClr>
              <a:buFont typeface="Courier New"/>
              <a:buChar char="o"/>
              <a:tabLst>
                <a:tab pos="756920" algn="l"/>
              </a:tabLst>
            </a:pP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Start with </a:t>
            </a:r>
            <a:r>
              <a:rPr sz="2000" spc="5" dirty="0">
                <a:solidFill>
                  <a:srgbClr val="404040"/>
                </a:solidFill>
                <a:latin typeface="Arial"/>
                <a:cs typeface="Arial"/>
              </a:rPr>
              <a:t>V</a:t>
            </a:r>
            <a:r>
              <a:rPr sz="1950" spc="7" baseline="-21367" dirty="0">
                <a:solidFill>
                  <a:srgbClr val="404040"/>
                </a:solidFill>
                <a:latin typeface="Arial"/>
                <a:cs typeface="Arial"/>
              </a:rPr>
              <a:t>0</a:t>
            </a:r>
            <a:r>
              <a:rPr sz="2000" spc="5" dirty="0">
                <a:solidFill>
                  <a:srgbClr val="404040"/>
                </a:solidFill>
                <a:latin typeface="Arial"/>
                <a:cs typeface="Arial"/>
              </a:rPr>
              <a:t>(s)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= 0, which we know is</a:t>
            </a:r>
            <a:r>
              <a:rPr sz="2000" spc="-18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right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buClr>
                <a:srgbClr val="000000"/>
              </a:buClr>
              <a:buFont typeface="Courier New"/>
              <a:buChar char="o"/>
              <a:tabLst>
                <a:tab pos="756920" algn="l"/>
              </a:tabLst>
            </a:pP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Given </a:t>
            </a:r>
            <a:r>
              <a:rPr sz="2000" spc="5" dirty="0">
                <a:solidFill>
                  <a:srgbClr val="404040"/>
                </a:solidFill>
                <a:latin typeface="Arial"/>
                <a:cs typeface="Arial"/>
              </a:rPr>
              <a:t>V</a:t>
            </a:r>
            <a:r>
              <a:rPr sz="1950" spc="7" baseline="-21367" dirty="0">
                <a:solidFill>
                  <a:srgbClr val="404040"/>
                </a:solidFill>
                <a:latin typeface="Arial"/>
                <a:cs typeface="Arial"/>
              </a:rPr>
              <a:t>k</a:t>
            </a:r>
            <a:r>
              <a:rPr sz="2000" spc="5" dirty="0">
                <a:solidFill>
                  <a:srgbClr val="404040"/>
                </a:solidFill>
                <a:latin typeface="Arial"/>
                <a:cs typeface="Arial"/>
              </a:rPr>
              <a:t>,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calculate the depth </a:t>
            </a:r>
            <a:r>
              <a:rPr sz="2000" spc="5" dirty="0">
                <a:solidFill>
                  <a:srgbClr val="404040"/>
                </a:solidFill>
                <a:latin typeface="Arial"/>
                <a:cs typeface="Arial"/>
              </a:rPr>
              <a:t>k+1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values for all</a:t>
            </a:r>
            <a:r>
              <a:rPr sz="2000" spc="-2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states: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3669157"/>
            <a:ext cx="7906384" cy="10363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333399"/>
              </a:buClr>
              <a:buFont typeface="Courier New"/>
              <a:buChar char="o"/>
              <a:tabLst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But Q-values are </a:t>
            </a:r>
            <a:r>
              <a:rPr sz="2400" dirty="0">
                <a:latin typeface="Arial"/>
                <a:cs typeface="Arial"/>
              </a:rPr>
              <a:t>more useful, </a:t>
            </a:r>
            <a:r>
              <a:rPr sz="2400" spc="-5" dirty="0">
                <a:latin typeface="Arial"/>
                <a:cs typeface="Arial"/>
              </a:rPr>
              <a:t>so compute </a:t>
            </a:r>
            <a:r>
              <a:rPr sz="2400" dirty="0">
                <a:latin typeface="Arial"/>
                <a:cs typeface="Arial"/>
              </a:rPr>
              <a:t>them</a:t>
            </a:r>
            <a:r>
              <a:rPr sz="2400" spc="4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instead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buClr>
                <a:srgbClr val="000000"/>
              </a:buClr>
              <a:buFont typeface="Courier New"/>
              <a:buChar char="o"/>
              <a:tabLst>
                <a:tab pos="756920" algn="l"/>
              </a:tabLst>
            </a:pPr>
            <a:r>
              <a:rPr sz="2000" spc="-5" dirty="0">
                <a:solidFill>
                  <a:srgbClr val="404040"/>
                </a:solidFill>
                <a:latin typeface="Arial"/>
                <a:cs typeface="Arial"/>
              </a:rPr>
              <a:t>Start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with Q</a:t>
            </a:r>
            <a:r>
              <a:rPr sz="1950" baseline="-21367" dirty="0">
                <a:solidFill>
                  <a:srgbClr val="404040"/>
                </a:solidFill>
                <a:latin typeface="Arial"/>
                <a:cs typeface="Arial"/>
              </a:rPr>
              <a:t>0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(s,a) = 0, which we know is</a:t>
            </a:r>
            <a:r>
              <a:rPr sz="2000" spc="-15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right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buClr>
                <a:srgbClr val="000000"/>
              </a:buClr>
              <a:buFont typeface="Courier New"/>
              <a:buChar char="o"/>
              <a:tabLst>
                <a:tab pos="756920" algn="l"/>
              </a:tabLst>
            </a:pP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Given </a:t>
            </a:r>
            <a:r>
              <a:rPr sz="2000" spc="5" dirty="0">
                <a:solidFill>
                  <a:srgbClr val="404040"/>
                </a:solidFill>
                <a:latin typeface="Arial"/>
                <a:cs typeface="Arial"/>
              </a:rPr>
              <a:t>Q</a:t>
            </a:r>
            <a:r>
              <a:rPr sz="1950" spc="7" baseline="-21367" dirty="0">
                <a:solidFill>
                  <a:srgbClr val="404040"/>
                </a:solidFill>
                <a:latin typeface="Arial"/>
                <a:cs typeface="Arial"/>
              </a:rPr>
              <a:t>k</a:t>
            </a:r>
            <a:r>
              <a:rPr sz="2000" spc="5" dirty="0">
                <a:solidFill>
                  <a:srgbClr val="404040"/>
                </a:solidFill>
                <a:latin typeface="Arial"/>
                <a:cs typeface="Arial"/>
              </a:rPr>
              <a:t>,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calculate the depth </a:t>
            </a:r>
            <a:r>
              <a:rPr sz="2000" spc="5" dirty="0">
                <a:solidFill>
                  <a:srgbClr val="404040"/>
                </a:solidFill>
                <a:latin typeface="Arial"/>
                <a:cs typeface="Arial"/>
              </a:rPr>
              <a:t>k+1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q-values for all</a:t>
            </a:r>
            <a:r>
              <a:rPr sz="2000" spc="-2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q-states: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33727" y="2662427"/>
            <a:ext cx="7264908" cy="6903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172200" y="3535934"/>
            <a:ext cx="313690" cy="615950"/>
          </a:xfrm>
          <a:custGeom>
            <a:avLst/>
            <a:gdLst/>
            <a:ahLst/>
            <a:cxnLst/>
            <a:rect l="l" t="t" r="r" b="b"/>
            <a:pathLst>
              <a:path w="313689" h="615950">
                <a:moveTo>
                  <a:pt x="302133" y="0"/>
                </a:moveTo>
                <a:lnTo>
                  <a:pt x="279400" y="45338"/>
                </a:lnTo>
                <a:lnTo>
                  <a:pt x="290702" y="51053"/>
                </a:lnTo>
                <a:lnTo>
                  <a:pt x="313563" y="5587"/>
                </a:lnTo>
                <a:lnTo>
                  <a:pt x="302133" y="0"/>
                </a:lnTo>
                <a:close/>
              </a:path>
              <a:path w="313689" h="615950">
                <a:moveTo>
                  <a:pt x="262254" y="79374"/>
                </a:moveTo>
                <a:lnTo>
                  <a:pt x="239395" y="124713"/>
                </a:lnTo>
                <a:lnTo>
                  <a:pt x="250825" y="130428"/>
                </a:lnTo>
                <a:lnTo>
                  <a:pt x="273558" y="85089"/>
                </a:lnTo>
                <a:lnTo>
                  <a:pt x="262254" y="79374"/>
                </a:lnTo>
                <a:close/>
              </a:path>
              <a:path w="313689" h="615950">
                <a:moveTo>
                  <a:pt x="222376" y="158749"/>
                </a:moveTo>
                <a:lnTo>
                  <a:pt x="199516" y="204215"/>
                </a:lnTo>
                <a:lnTo>
                  <a:pt x="210947" y="209930"/>
                </a:lnTo>
                <a:lnTo>
                  <a:pt x="233679" y="164464"/>
                </a:lnTo>
                <a:lnTo>
                  <a:pt x="222376" y="158749"/>
                </a:lnTo>
                <a:close/>
              </a:path>
              <a:path w="313689" h="615950">
                <a:moveTo>
                  <a:pt x="182372" y="238251"/>
                </a:moveTo>
                <a:lnTo>
                  <a:pt x="159638" y="283590"/>
                </a:lnTo>
                <a:lnTo>
                  <a:pt x="170941" y="289305"/>
                </a:lnTo>
                <a:lnTo>
                  <a:pt x="193801" y="243966"/>
                </a:lnTo>
                <a:lnTo>
                  <a:pt x="182372" y="238251"/>
                </a:lnTo>
                <a:close/>
              </a:path>
              <a:path w="313689" h="615950">
                <a:moveTo>
                  <a:pt x="142494" y="317626"/>
                </a:moveTo>
                <a:lnTo>
                  <a:pt x="119761" y="363092"/>
                </a:lnTo>
                <a:lnTo>
                  <a:pt x="131063" y="368807"/>
                </a:lnTo>
                <a:lnTo>
                  <a:pt x="153924" y="323341"/>
                </a:lnTo>
                <a:lnTo>
                  <a:pt x="142494" y="317626"/>
                </a:lnTo>
                <a:close/>
              </a:path>
              <a:path w="313689" h="615950">
                <a:moveTo>
                  <a:pt x="102615" y="397128"/>
                </a:moveTo>
                <a:lnTo>
                  <a:pt x="79755" y="442467"/>
                </a:lnTo>
                <a:lnTo>
                  <a:pt x="91186" y="448182"/>
                </a:lnTo>
                <a:lnTo>
                  <a:pt x="113919" y="402843"/>
                </a:lnTo>
                <a:lnTo>
                  <a:pt x="102615" y="397128"/>
                </a:lnTo>
                <a:close/>
              </a:path>
              <a:path w="313689" h="615950">
                <a:moveTo>
                  <a:pt x="62737" y="476503"/>
                </a:moveTo>
                <a:lnTo>
                  <a:pt x="39877" y="521969"/>
                </a:lnTo>
                <a:lnTo>
                  <a:pt x="51180" y="527684"/>
                </a:lnTo>
                <a:lnTo>
                  <a:pt x="74040" y="482218"/>
                </a:lnTo>
                <a:lnTo>
                  <a:pt x="62737" y="476503"/>
                </a:lnTo>
                <a:close/>
              </a:path>
              <a:path w="313689" h="615950">
                <a:moveTo>
                  <a:pt x="126" y="530224"/>
                </a:moveTo>
                <a:lnTo>
                  <a:pt x="0" y="615441"/>
                </a:lnTo>
                <a:lnTo>
                  <a:pt x="68199" y="564514"/>
                </a:lnTo>
                <a:lnTo>
                  <a:pt x="126" y="5302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64207" y="5026152"/>
            <a:ext cx="1993392" cy="7650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64207" y="5027676"/>
            <a:ext cx="6031992" cy="7665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64207" y="5026152"/>
            <a:ext cx="8165592" cy="7650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85538" y="196215"/>
            <a:ext cx="2823210" cy="690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Q-</a:t>
            </a:r>
            <a:r>
              <a:rPr dirty="0"/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0866" y="3615733"/>
            <a:ext cx="888365" cy="340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55"/>
              </a:lnSpc>
            </a:pP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e: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72551" y="2743200"/>
            <a:ext cx="3638550" cy="2978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2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e: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812791" y="3657600"/>
            <a:ext cx="826008" cy="2590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52600" y="5791200"/>
            <a:ext cx="5692140" cy="3154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752600" y="4648200"/>
            <a:ext cx="4526280" cy="43891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405621" y="6249009"/>
            <a:ext cx="3707129" cy="573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7804" marR="5080" indent="-205740">
              <a:lnSpc>
                <a:spcPct val="100000"/>
              </a:lnSpc>
            </a:pPr>
            <a:r>
              <a:rPr sz="1800" dirty="0">
                <a:solidFill>
                  <a:srgbClr val="CC0000"/>
                </a:solidFill>
                <a:latin typeface="Calibri"/>
                <a:cs typeface="Calibri"/>
              </a:rPr>
              <a:t>[Demo: </a:t>
            </a:r>
            <a:r>
              <a:rPr sz="1800" spc="-5" dirty="0">
                <a:solidFill>
                  <a:srgbClr val="CC0000"/>
                </a:solidFill>
                <a:latin typeface="Calibri"/>
                <a:cs typeface="Calibri"/>
              </a:rPr>
              <a:t>Q-learning </a:t>
            </a:r>
            <a:r>
              <a:rPr sz="1800" dirty="0">
                <a:solidFill>
                  <a:srgbClr val="CC0000"/>
                </a:solidFill>
                <a:latin typeface="Calibri"/>
                <a:cs typeface="Calibri"/>
              </a:rPr>
              <a:t>– </a:t>
            </a:r>
            <a:r>
              <a:rPr sz="1800" spc="-5" dirty="0">
                <a:solidFill>
                  <a:srgbClr val="CC0000"/>
                </a:solidFill>
                <a:latin typeface="Calibri"/>
                <a:cs typeface="Calibri"/>
              </a:rPr>
              <a:t>gridworld </a:t>
            </a:r>
            <a:r>
              <a:rPr sz="1800" spc="-10" dirty="0">
                <a:solidFill>
                  <a:srgbClr val="CC0000"/>
                </a:solidFill>
                <a:latin typeface="Calibri"/>
                <a:cs typeface="Calibri"/>
              </a:rPr>
              <a:t>(L10D2)]  </a:t>
            </a:r>
            <a:r>
              <a:rPr sz="1800" dirty="0">
                <a:solidFill>
                  <a:srgbClr val="CC0000"/>
                </a:solidFill>
                <a:latin typeface="Calibri"/>
                <a:cs typeface="Calibri"/>
              </a:rPr>
              <a:t>[Demo: </a:t>
            </a:r>
            <a:r>
              <a:rPr sz="1800" spc="-5" dirty="0">
                <a:solidFill>
                  <a:srgbClr val="CC0000"/>
                </a:solidFill>
                <a:latin typeface="Calibri"/>
                <a:cs typeface="Calibri"/>
              </a:rPr>
              <a:t>Q-learning </a:t>
            </a:r>
            <a:r>
              <a:rPr sz="1800" dirty="0">
                <a:solidFill>
                  <a:srgbClr val="CC0000"/>
                </a:solidFill>
                <a:latin typeface="Calibri"/>
                <a:cs typeface="Calibri"/>
              </a:rPr>
              <a:t>– </a:t>
            </a:r>
            <a:r>
              <a:rPr sz="1800" spc="-10" dirty="0">
                <a:solidFill>
                  <a:srgbClr val="CC0000"/>
                </a:solidFill>
                <a:latin typeface="Calibri"/>
                <a:cs typeface="Calibri"/>
              </a:rPr>
              <a:t>crawler</a:t>
            </a:r>
            <a:r>
              <a:rPr sz="1800" spc="25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CC0000"/>
                </a:solidFill>
                <a:latin typeface="Calibri"/>
                <a:cs typeface="Calibri"/>
              </a:rPr>
              <a:t>(L10D3)]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24000" y="1828800"/>
            <a:ext cx="8165592" cy="7650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305800" y="2743200"/>
            <a:ext cx="3505200" cy="297789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333399"/>
              </a:buClr>
              <a:buFont typeface="Courier New"/>
              <a:buChar char="o"/>
              <a:tabLst>
                <a:tab pos="355600" algn="l"/>
              </a:tabLst>
            </a:pPr>
            <a:r>
              <a:rPr spc="-5" dirty="0"/>
              <a:t>Q-Learning: </a:t>
            </a:r>
            <a:r>
              <a:rPr dirty="0"/>
              <a:t>sample-based Q-value</a:t>
            </a:r>
            <a:r>
              <a:rPr spc="60" dirty="0"/>
              <a:t> </a:t>
            </a:r>
            <a:r>
              <a:rPr spc="-5" dirty="0"/>
              <a:t>iteration</a:t>
            </a:r>
          </a:p>
          <a:p>
            <a:pPr>
              <a:lnSpc>
                <a:spcPct val="100000"/>
              </a:lnSpc>
              <a:buClr>
                <a:srgbClr val="333399"/>
              </a:buClr>
              <a:buFont typeface="Courier New"/>
              <a:buChar char="o"/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333399"/>
              </a:buClr>
              <a:buFont typeface="Courier New"/>
              <a:buChar char="o"/>
            </a:pPr>
            <a:endParaRPr sz="32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lr>
                <a:srgbClr val="333399"/>
              </a:buClr>
              <a:buFont typeface="Courier New"/>
              <a:buChar char="o"/>
              <a:tabLst>
                <a:tab pos="355600" algn="l"/>
              </a:tabLst>
            </a:pPr>
            <a:r>
              <a:rPr spc="-5" dirty="0"/>
              <a:t>Learn </a:t>
            </a:r>
            <a:r>
              <a:rPr dirty="0"/>
              <a:t>Q(s,a) </a:t>
            </a:r>
            <a:r>
              <a:rPr spc="-5" dirty="0"/>
              <a:t>values as you</a:t>
            </a:r>
            <a:r>
              <a:rPr dirty="0"/>
              <a:t> go</a:t>
            </a:r>
          </a:p>
          <a:p>
            <a:pPr marL="756285" lvl="1" indent="-286385">
              <a:lnSpc>
                <a:spcPct val="100000"/>
              </a:lnSpc>
              <a:spcBef>
                <a:spcPts val="590"/>
              </a:spcBef>
              <a:buClr>
                <a:srgbClr val="000000"/>
              </a:buClr>
              <a:buFont typeface="Courier New"/>
              <a:buChar char="o"/>
              <a:tabLst>
                <a:tab pos="756920" algn="l"/>
              </a:tabLst>
            </a:pP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Receive a sample</a:t>
            </a:r>
            <a:r>
              <a:rPr sz="2400" spc="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(s,a,s’,r)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75"/>
              </a:spcBef>
              <a:buClr>
                <a:srgbClr val="000000"/>
              </a:buClr>
              <a:buFont typeface="Courier New"/>
              <a:buChar char="o"/>
              <a:tabLst>
                <a:tab pos="756920" algn="l"/>
              </a:tabLst>
            </a:pP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Consider your old </a:t>
            </a: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estimat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75"/>
              </a:spcBef>
              <a:buClr>
                <a:srgbClr val="000000"/>
              </a:buClr>
              <a:buFont typeface="Courier New"/>
              <a:buChar char="o"/>
              <a:tabLst>
                <a:tab pos="756920" algn="l"/>
              </a:tabLst>
            </a:pP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Consider your new sample</a:t>
            </a:r>
            <a:r>
              <a:rPr sz="2400" spc="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estimate:</a:t>
            </a:r>
            <a:endParaRPr sz="2400">
              <a:latin typeface="Arial"/>
              <a:cs typeface="Arial"/>
            </a:endParaRPr>
          </a:p>
          <a:p>
            <a:pPr marL="5880735" marR="161290">
              <a:lnSpc>
                <a:spcPct val="100000"/>
              </a:lnSpc>
              <a:spcBef>
                <a:spcPts val="1140"/>
              </a:spcBef>
            </a:pPr>
            <a:r>
              <a:rPr sz="1800" spc="-5" dirty="0">
                <a:solidFill>
                  <a:srgbClr val="FF0000"/>
                </a:solidFill>
              </a:rPr>
              <a:t>no longer</a:t>
            </a:r>
            <a:r>
              <a:rPr sz="1800" spc="-55" dirty="0">
                <a:solidFill>
                  <a:srgbClr val="FF0000"/>
                </a:solidFill>
              </a:rPr>
              <a:t> </a:t>
            </a:r>
            <a:r>
              <a:rPr sz="1800" spc="-5" dirty="0">
                <a:solidFill>
                  <a:srgbClr val="FF0000"/>
                </a:solidFill>
              </a:rPr>
              <a:t>policy  evaluation!</a:t>
            </a:r>
            <a:endParaRPr sz="1800"/>
          </a:p>
          <a:p>
            <a:pPr marL="756285" lvl="1" indent="-286385">
              <a:lnSpc>
                <a:spcPct val="100000"/>
              </a:lnSpc>
              <a:spcBef>
                <a:spcPts val="875"/>
              </a:spcBef>
              <a:buClr>
                <a:srgbClr val="000000"/>
              </a:buClr>
              <a:buFont typeface="Courier New"/>
              <a:buChar char="o"/>
              <a:tabLst>
                <a:tab pos="756920" algn="l"/>
              </a:tabLst>
            </a:pP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Incorporate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the new </a:t>
            </a: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estimate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into a running</a:t>
            </a:r>
            <a:r>
              <a:rPr sz="2400" spc="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averag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61053" y="196215"/>
            <a:ext cx="4471670" cy="690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Q-Learning</a:t>
            </a:r>
            <a:r>
              <a:rPr spc="-75" dirty="0"/>
              <a:t> </a:t>
            </a:r>
            <a:r>
              <a:rPr dirty="0"/>
              <a:t>Demo</a:t>
            </a:r>
          </a:p>
        </p:txBody>
      </p:sp>
      <p:sp>
        <p:nvSpPr>
          <p:cNvPr id="3" name="object 3"/>
          <p:cNvSpPr/>
          <p:nvPr/>
        </p:nvSpPr>
        <p:spPr>
          <a:xfrm>
            <a:off x="2743200" y="1371600"/>
            <a:ext cx="5882640" cy="52242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34080" y="208915"/>
            <a:ext cx="6322695" cy="647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10" dirty="0">
                <a:latin typeface="Calibri"/>
                <a:cs typeface="Calibri"/>
              </a:rPr>
              <a:t>The </a:t>
            </a:r>
            <a:r>
              <a:rPr sz="4000" spc="-5" dirty="0">
                <a:latin typeface="Calibri"/>
                <a:cs typeface="Calibri"/>
              </a:rPr>
              <a:t>Story So </a:t>
            </a:r>
            <a:r>
              <a:rPr sz="4000" spc="-10" dirty="0">
                <a:latin typeface="Calibri"/>
                <a:cs typeface="Calibri"/>
              </a:rPr>
              <a:t>Far: </a:t>
            </a:r>
            <a:r>
              <a:rPr sz="4000" spc="-5" dirty="0">
                <a:latin typeface="Calibri"/>
                <a:cs typeface="Calibri"/>
              </a:rPr>
              <a:t>MDPs and</a:t>
            </a:r>
            <a:r>
              <a:rPr sz="4000" spc="10" dirty="0">
                <a:latin typeface="Calibri"/>
                <a:cs typeface="Calibri"/>
              </a:rPr>
              <a:t> </a:t>
            </a:r>
            <a:r>
              <a:rPr sz="4000" spc="-5" dirty="0">
                <a:latin typeface="Calibri"/>
                <a:cs typeface="Calibri"/>
              </a:rPr>
              <a:t>RL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06773" y="1241805"/>
            <a:ext cx="4227830" cy="457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20" dirty="0">
                <a:latin typeface="Calibri"/>
                <a:cs typeface="Calibri"/>
              </a:rPr>
              <a:t>Known </a:t>
            </a:r>
            <a:r>
              <a:rPr sz="2800" spc="-10" dirty="0">
                <a:latin typeface="Calibri"/>
                <a:cs typeface="Calibri"/>
              </a:rPr>
              <a:t>MDP: </a:t>
            </a:r>
            <a:r>
              <a:rPr sz="2800" spc="-15" dirty="0">
                <a:latin typeface="Calibri"/>
                <a:cs typeface="Calibri"/>
              </a:rPr>
              <a:t>Offline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Solution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34162" y="1742694"/>
            <a:ext cx="10972800" cy="1912620"/>
          </a:xfrm>
          <a:custGeom>
            <a:avLst/>
            <a:gdLst/>
            <a:ahLst/>
            <a:cxnLst/>
            <a:rect l="l" t="t" r="r" b="b"/>
            <a:pathLst>
              <a:path w="10972800" h="1912620">
                <a:moveTo>
                  <a:pt x="10654030" y="0"/>
                </a:moveTo>
                <a:lnTo>
                  <a:pt x="318782" y="0"/>
                </a:lnTo>
                <a:lnTo>
                  <a:pt x="271675" y="3456"/>
                </a:lnTo>
                <a:lnTo>
                  <a:pt x="226713" y="13498"/>
                </a:lnTo>
                <a:lnTo>
                  <a:pt x="184391" y="29632"/>
                </a:lnTo>
                <a:lnTo>
                  <a:pt x="145201" y="51363"/>
                </a:lnTo>
                <a:lnTo>
                  <a:pt x="109637" y="78198"/>
                </a:lnTo>
                <a:lnTo>
                  <a:pt x="78191" y="109645"/>
                </a:lnTo>
                <a:lnTo>
                  <a:pt x="51357" y="145209"/>
                </a:lnTo>
                <a:lnTo>
                  <a:pt x="29628" y="184397"/>
                </a:lnTo>
                <a:lnTo>
                  <a:pt x="13496" y="226715"/>
                </a:lnTo>
                <a:lnTo>
                  <a:pt x="3456" y="271671"/>
                </a:lnTo>
                <a:lnTo>
                  <a:pt x="0" y="318769"/>
                </a:lnTo>
                <a:lnTo>
                  <a:pt x="0" y="1593850"/>
                </a:lnTo>
                <a:lnTo>
                  <a:pt x="3456" y="1640948"/>
                </a:lnTo>
                <a:lnTo>
                  <a:pt x="13496" y="1685904"/>
                </a:lnTo>
                <a:lnTo>
                  <a:pt x="29628" y="1728222"/>
                </a:lnTo>
                <a:lnTo>
                  <a:pt x="51357" y="1767410"/>
                </a:lnTo>
                <a:lnTo>
                  <a:pt x="78191" y="1802974"/>
                </a:lnTo>
                <a:lnTo>
                  <a:pt x="109637" y="1834421"/>
                </a:lnTo>
                <a:lnTo>
                  <a:pt x="145201" y="1861256"/>
                </a:lnTo>
                <a:lnTo>
                  <a:pt x="184391" y="1882987"/>
                </a:lnTo>
                <a:lnTo>
                  <a:pt x="226713" y="1899121"/>
                </a:lnTo>
                <a:lnTo>
                  <a:pt x="271675" y="1909163"/>
                </a:lnTo>
                <a:lnTo>
                  <a:pt x="318782" y="1912619"/>
                </a:lnTo>
                <a:lnTo>
                  <a:pt x="10654030" y="1912619"/>
                </a:lnTo>
                <a:lnTo>
                  <a:pt x="10701128" y="1909163"/>
                </a:lnTo>
                <a:lnTo>
                  <a:pt x="10746084" y="1899121"/>
                </a:lnTo>
                <a:lnTo>
                  <a:pt x="10788402" y="1882987"/>
                </a:lnTo>
                <a:lnTo>
                  <a:pt x="10827590" y="1861256"/>
                </a:lnTo>
                <a:lnTo>
                  <a:pt x="10863154" y="1834421"/>
                </a:lnTo>
                <a:lnTo>
                  <a:pt x="10894601" y="1802974"/>
                </a:lnTo>
                <a:lnTo>
                  <a:pt x="10921436" y="1767410"/>
                </a:lnTo>
                <a:lnTo>
                  <a:pt x="10943167" y="1728222"/>
                </a:lnTo>
                <a:lnTo>
                  <a:pt x="10959301" y="1685904"/>
                </a:lnTo>
                <a:lnTo>
                  <a:pt x="10969343" y="1640948"/>
                </a:lnTo>
                <a:lnTo>
                  <a:pt x="10972800" y="1593850"/>
                </a:lnTo>
                <a:lnTo>
                  <a:pt x="10972800" y="318769"/>
                </a:lnTo>
                <a:lnTo>
                  <a:pt x="10969343" y="271671"/>
                </a:lnTo>
                <a:lnTo>
                  <a:pt x="10959301" y="226715"/>
                </a:lnTo>
                <a:lnTo>
                  <a:pt x="10943167" y="184397"/>
                </a:lnTo>
                <a:lnTo>
                  <a:pt x="10921436" y="145209"/>
                </a:lnTo>
                <a:lnTo>
                  <a:pt x="10894601" y="109645"/>
                </a:lnTo>
                <a:lnTo>
                  <a:pt x="10863154" y="78198"/>
                </a:lnTo>
                <a:lnTo>
                  <a:pt x="10827590" y="51363"/>
                </a:lnTo>
                <a:lnTo>
                  <a:pt x="10788402" y="29632"/>
                </a:lnTo>
                <a:lnTo>
                  <a:pt x="10746084" y="13498"/>
                </a:lnTo>
                <a:lnTo>
                  <a:pt x="10701128" y="3456"/>
                </a:lnTo>
                <a:lnTo>
                  <a:pt x="1065403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34162" y="1742694"/>
            <a:ext cx="10972800" cy="1912620"/>
          </a:xfrm>
          <a:custGeom>
            <a:avLst/>
            <a:gdLst/>
            <a:ahLst/>
            <a:cxnLst/>
            <a:rect l="l" t="t" r="r" b="b"/>
            <a:pathLst>
              <a:path w="10972800" h="1912620">
                <a:moveTo>
                  <a:pt x="0" y="318769"/>
                </a:moveTo>
                <a:lnTo>
                  <a:pt x="3456" y="271671"/>
                </a:lnTo>
                <a:lnTo>
                  <a:pt x="13496" y="226715"/>
                </a:lnTo>
                <a:lnTo>
                  <a:pt x="29628" y="184397"/>
                </a:lnTo>
                <a:lnTo>
                  <a:pt x="51357" y="145209"/>
                </a:lnTo>
                <a:lnTo>
                  <a:pt x="78191" y="109645"/>
                </a:lnTo>
                <a:lnTo>
                  <a:pt x="109637" y="78198"/>
                </a:lnTo>
                <a:lnTo>
                  <a:pt x="145201" y="51363"/>
                </a:lnTo>
                <a:lnTo>
                  <a:pt x="184391" y="29632"/>
                </a:lnTo>
                <a:lnTo>
                  <a:pt x="226713" y="13498"/>
                </a:lnTo>
                <a:lnTo>
                  <a:pt x="271675" y="3456"/>
                </a:lnTo>
                <a:lnTo>
                  <a:pt x="318782" y="0"/>
                </a:lnTo>
                <a:lnTo>
                  <a:pt x="10654030" y="0"/>
                </a:lnTo>
                <a:lnTo>
                  <a:pt x="10701128" y="3456"/>
                </a:lnTo>
                <a:lnTo>
                  <a:pt x="10746084" y="13498"/>
                </a:lnTo>
                <a:lnTo>
                  <a:pt x="10788402" y="29632"/>
                </a:lnTo>
                <a:lnTo>
                  <a:pt x="10827590" y="51363"/>
                </a:lnTo>
                <a:lnTo>
                  <a:pt x="10863154" y="78198"/>
                </a:lnTo>
                <a:lnTo>
                  <a:pt x="10894601" y="109645"/>
                </a:lnTo>
                <a:lnTo>
                  <a:pt x="10921436" y="145209"/>
                </a:lnTo>
                <a:lnTo>
                  <a:pt x="10943167" y="184397"/>
                </a:lnTo>
                <a:lnTo>
                  <a:pt x="10959301" y="226715"/>
                </a:lnTo>
                <a:lnTo>
                  <a:pt x="10969343" y="271671"/>
                </a:lnTo>
                <a:lnTo>
                  <a:pt x="10972800" y="318769"/>
                </a:lnTo>
                <a:lnTo>
                  <a:pt x="10972800" y="1593850"/>
                </a:lnTo>
                <a:lnTo>
                  <a:pt x="10969343" y="1640948"/>
                </a:lnTo>
                <a:lnTo>
                  <a:pt x="10959301" y="1685904"/>
                </a:lnTo>
                <a:lnTo>
                  <a:pt x="10943167" y="1728222"/>
                </a:lnTo>
                <a:lnTo>
                  <a:pt x="10921436" y="1767410"/>
                </a:lnTo>
                <a:lnTo>
                  <a:pt x="10894601" y="1802974"/>
                </a:lnTo>
                <a:lnTo>
                  <a:pt x="10863154" y="1834421"/>
                </a:lnTo>
                <a:lnTo>
                  <a:pt x="10827590" y="1861256"/>
                </a:lnTo>
                <a:lnTo>
                  <a:pt x="10788402" y="1882987"/>
                </a:lnTo>
                <a:lnTo>
                  <a:pt x="10746084" y="1899121"/>
                </a:lnTo>
                <a:lnTo>
                  <a:pt x="10701128" y="1909163"/>
                </a:lnTo>
                <a:lnTo>
                  <a:pt x="10654030" y="1912619"/>
                </a:lnTo>
                <a:lnTo>
                  <a:pt x="318782" y="1912619"/>
                </a:lnTo>
                <a:lnTo>
                  <a:pt x="271675" y="1909163"/>
                </a:lnTo>
                <a:lnTo>
                  <a:pt x="226713" y="1899121"/>
                </a:lnTo>
                <a:lnTo>
                  <a:pt x="184391" y="1882987"/>
                </a:lnTo>
                <a:lnTo>
                  <a:pt x="145201" y="1861256"/>
                </a:lnTo>
                <a:lnTo>
                  <a:pt x="109637" y="1834421"/>
                </a:lnTo>
                <a:lnTo>
                  <a:pt x="78191" y="1802974"/>
                </a:lnTo>
                <a:lnTo>
                  <a:pt x="51357" y="1767410"/>
                </a:lnTo>
                <a:lnTo>
                  <a:pt x="29628" y="1728222"/>
                </a:lnTo>
                <a:lnTo>
                  <a:pt x="13496" y="1685904"/>
                </a:lnTo>
                <a:lnTo>
                  <a:pt x="3456" y="1640948"/>
                </a:lnTo>
                <a:lnTo>
                  <a:pt x="0" y="1593850"/>
                </a:lnTo>
                <a:lnTo>
                  <a:pt x="0" y="318769"/>
                </a:lnTo>
                <a:close/>
              </a:path>
            </a:pathLst>
          </a:custGeom>
          <a:ln w="25908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937629" y="1941321"/>
            <a:ext cx="128905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30" dirty="0">
                <a:latin typeface="Calibri"/>
                <a:cs typeface="Calibri"/>
              </a:rPr>
              <a:t>Technique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37629" y="2558541"/>
            <a:ext cx="2144395" cy="299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Value </a:t>
            </a:r>
            <a:r>
              <a:rPr sz="1800" dirty="0">
                <a:latin typeface="Calibri"/>
                <a:cs typeface="Calibri"/>
              </a:rPr>
              <a:t>/ </a:t>
            </a:r>
            <a:r>
              <a:rPr sz="1800" spc="-10" dirty="0">
                <a:latin typeface="Calibri"/>
                <a:cs typeface="Calibri"/>
              </a:rPr>
              <a:t>policy</a:t>
            </a:r>
            <a:r>
              <a:rPr sz="1800" spc="-5" dirty="0">
                <a:latin typeface="Calibri"/>
                <a:cs typeface="Calibri"/>
              </a:rPr>
              <a:t> iteration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79394" y="1941321"/>
            <a:ext cx="2270125" cy="14344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Calibri"/>
                <a:cs typeface="Calibri"/>
              </a:rPr>
              <a:t>Goal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980"/>
              </a:spcBef>
            </a:pPr>
            <a:r>
              <a:rPr sz="1800" spc="-5" dirty="0">
                <a:latin typeface="Calibri"/>
                <a:cs typeface="Calibri"/>
              </a:rPr>
              <a:t>Compute V*, </a:t>
            </a:r>
            <a:r>
              <a:rPr sz="1800" dirty="0">
                <a:latin typeface="Calibri"/>
                <a:cs typeface="Calibri"/>
              </a:rPr>
              <a:t>Q*,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5" dirty="0">
                <a:latin typeface="Symbol"/>
                <a:cs typeface="Symbol"/>
              </a:rPr>
              <a:t></a:t>
            </a:r>
            <a:r>
              <a:rPr sz="1800" spc="-15" dirty="0">
                <a:latin typeface="Calibri"/>
                <a:cs typeface="Calibri"/>
              </a:rPr>
              <a:t>*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1800" spc="-5" dirty="0">
                <a:latin typeface="Calibri"/>
                <a:cs typeface="Calibri"/>
              </a:rPr>
              <a:t>Evaluate </a:t>
            </a:r>
            <a:r>
              <a:rPr sz="1800" dirty="0">
                <a:latin typeface="Calibri"/>
                <a:cs typeface="Calibri"/>
              </a:rPr>
              <a:t>a </a:t>
            </a:r>
            <a:r>
              <a:rPr sz="1800" spc="-5" dirty="0">
                <a:latin typeface="Calibri"/>
                <a:cs typeface="Calibri"/>
              </a:rPr>
              <a:t>fixed </a:t>
            </a:r>
            <a:r>
              <a:rPr sz="1800" spc="-10" dirty="0">
                <a:latin typeface="Calibri"/>
                <a:cs typeface="Calibri"/>
              </a:rPr>
              <a:t>policy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dirty="0">
                <a:latin typeface="Symbol"/>
                <a:cs typeface="Symbol"/>
              </a:rPr>
              <a:t>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37629" y="3076955"/>
            <a:ext cx="1598930" cy="298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Policy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evaluation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40714" y="3909441"/>
            <a:ext cx="4291330" cy="457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10" dirty="0">
                <a:latin typeface="Calibri"/>
                <a:cs typeface="Calibri"/>
              </a:rPr>
              <a:t>Unknown MDP: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Model-Based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34162" y="4409694"/>
            <a:ext cx="5105400" cy="1912620"/>
          </a:xfrm>
          <a:custGeom>
            <a:avLst/>
            <a:gdLst/>
            <a:ahLst/>
            <a:cxnLst/>
            <a:rect l="l" t="t" r="r" b="b"/>
            <a:pathLst>
              <a:path w="5105400" h="1912620">
                <a:moveTo>
                  <a:pt x="4786630" y="0"/>
                </a:moveTo>
                <a:lnTo>
                  <a:pt x="318769" y="0"/>
                </a:lnTo>
                <a:lnTo>
                  <a:pt x="271665" y="3456"/>
                </a:lnTo>
                <a:lnTo>
                  <a:pt x="226706" y="13498"/>
                </a:lnTo>
                <a:lnTo>
                  <a:pt x="184386" y="29632"/>
                </a:lnTo>
                <a:lnTo>
                  <a:pt x="145198" y="51363"/>
                </a:lnTo>
                <a:lnTo>
                  <a:pt x="109635" y="78198"/>
                </a:lnTo>
                <a:lnTo>
                  <a:pt x="78190" y="109645"/>
                </a:lnTo>
                <a:lnTo>
                  <a:pt x="51356" y="145209"/>
                </a:lnTo>
                <a:lnTo>
                  <a:pt x="29628" y="184397"/>
                </a:lnTo>
                <a:lnTo>
                  <a:pt x="13496" y="226715"/>
                </a:lnTo>
                <a:lnTo>
                  <a:pt x="3456" y="271671"/>
                </a:lnTo>
                <a:lnTo>
                  <a:pt x="0" y="318769"/>
                </a:lnTo>
                <a:lnTo>
                  <a:pt x="0" y="1593849"/>
                </a:lnTo>
                <a:lnTo>
                  <a:pt x="3456" y="1640954"/>
                </a:lnTo>
                <a:lnTo>
                  <a:pt x="13496" y="1685913"/>
                </a:lnTo>
                <a:lnTo>
                  <a:pt x="29628" y="1728233"/>
                </a:lnTo>
                <a:lnTo>
                  <a:pt x="51356" y="1767421"/>
                </a:lnTo>
                <a:lnTo>
                  <a:pt x="78190" y="1802984"/>
                </a:lnTo>
                <a:lnTo>
                  <a:pt x="109635" y="1834429"/>
                </a:lnTo>
                <a:lnTo>
                  <a:pt x="145198" y="1861263"/>
                </a:lnTo>
                <a:lnTo>
                  <a:pt x="184386" y="1882991"/>
                </a:lnTo>
                <a:lnTo>
                  <a:pt x="226706" y="1899123"/>
                </a:lnTo>
                <a:lnTo>
                  <a:pt x="271665" y="1909163"/>
                </a:lnTo>
                <a:lnTo>
                  <a:pt x="318769" y="1912619"/>
                </a:lnTo>
                <a:lnTo>
                  <a:pt x="4786630" y="1912619"/>
                </a:lnTo>
                <a:lnTo>
                  <a:pt x="4833728" y="1909163"/>
                </a:lnTo>
                <a:lnTo>
                  <a:pt x="4878684" y="1899123"/>
                </a:lnTo>
                <a:lnTo>
                  <a:pt x="4921002" y="1882991"/>
                </a:lnTo>
                <a:lnTo>
                  <a:pt x="4960190" y="1861263"/>
                </a:lnTo>
                <a:lnTo>
                  <a:pt x="4995754" y="1834429"/>
                </a:lnTo>
                <a:lnTo>
                  <a:pt x="5027201" y="1802984"/>
                </a:lnTo>
                <a:lnTo>
                  <a:pt x="5054036" y="1767421"/>
                </a:lnTo>
                <a:lnTo>
                  <a:pt x="5075767" y="1728233"/>
                </a:lnTo>
                <a:lnTo>
                  <a:pt x="5091901" y="1685913"/>
                </a:lnTo>
                <a:lnTo>
                  <a:pt x="5101943" y="1640954"/>
                </a:lnTo>
                <a:lnTo>
                  <a:pt x="5105400" y="1593849"/>
                </a:lnTo>
                <a:lnTo>
                  <a:pt x="5105400" y="318769"/>
                </a:lnTo>
                <a:lnTo>
                  <a:pt x="5101943" y="271671"/>
                </a:lnTo>
                <a:lnTo>
                  <a:pt x="5091901" y="226715"/>
                </a:lnTo>
                <a:lnTo>
                  <a:pt x="5075767" y="184397"/>
                </a:lnTo>
                <a:lnTo>
                  <a:pt x="5054036" y="145209"/>
                </a:lnTo>
                <a:lnTo>
                  <a:pt x="5027201" y="109645"/>
                </a:lnTo>
                <a:lnTo>
                  <a:pt x="4995754" y="78198"/>
                </a:lnTo>
                <a:lnTo>
                  <a:pt x="4960190" y="51363"/>
                </a:lnTo>
                <a:lnTo>
                  <a:pt x="4921002" y="29632"/>
                </a:lnTo>
                <a:lnTo>
                  <a:pt x="4878684" y="13498"/>
                </a:lnTo>
                <a:lnTo>
                  <a:pt x="4833728" y="3456"/>
                </a:lnTo>
                <a:lnTo>
                  <a:pt x="4786630" y="0"/>
                </a:lnTo>
                <a:close/>
              </a:path>
            </a:pathLst>
          </a:custGeom>
          <a:solidFill>
            <a:srgbClr val="CCEB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34162" y="4409694"/>
            <a:ext cx="5105400" cy="1912620"/>
          </a:xfrm>
          <a:custGeom>
            <a:avLst/>
            <a:gdLst/>
            <a:ahLst/>
            <a:cxnLst/>
            <a:rect l="l" t="t" r="r" b="b"/>
            <a:pathLst>
              <a:path w="5105400" h="1912620">
                <a:moveTo>
                  <a:pt x="0" y="318769"/>
                </a:moveTo>
                <a:lnTo>
                  <a:pt x="3456" y="271671"/>
                </a:lnTo>
                <a:lnTo>
                  <a:pt x="13496" y="226715"/>
                </a:lnTo>
                <a:lnTo>
                  <a:pt x="29628" y="184397"/>
                </a:lnTo>
                <a:lnTo>
                  <a:pt x="51356" y="145209"/>
                </a:lnTo>
                <a:lnTo>
                  <a:pt x="78190" y="109645"/>
                </a:lnTo>
                <a:lnTo>
                  <a:pt x="109635" y="78198"/>
                </a:lnTo>
                <a:lnTo>
                  <a:pt x="145198" y="51363"/>
                </a:lnTo>
                <a:lnTo>
                  <a:pt x="184386" y="29632"/>
                </a:lnTo>
                <a:lnTo>
                  <a:pt x="226706" y="13498"/>
                </a:lnTo>
                <a:lnTo>
                  <a:pt x="271665" y="3456"/>
                </a:lnTo>
                <a:lnTo>
                  <a:pt x="318769" y="0"/>
                </a:lnTo>
                <a:lnTo>
                  <a:pt x="4786630" y="0"/>
                </a:lnTo>
                <a:lnTo>
                  <a:pt x="4833728" y="3456"/>
                </a:lnTo>
                <a:lnTo>
                  <a:pt x="4878684" y="13498"/>
                </a:lnTo>
                <a:lnTo>
                  <a:pt x="4921002" y="29632"/>
                </a:lnTo>
                <a:lnTo>
                  <a:pt x="4960190" y="51363"/>
                </a:lnTo>
                <a:lnTo>
                  <a:pt x="4995754" y="78198"/>
                </a:lnTo>
                <a:lnTo>
                  <a:pt x="5027201" y="109645"/>
                </a:lnTo>
                <a:lnTo>
                  <a:pt x="5054036" y="145209"/>
                </a:lnTo>
                <a:lnTo>
                  <a:pt x="5075767" y="184397"/>
                </a:lnTo>
                <a:lnTo>
                  <a:pt x="5091901" y="226715"/>
                </a:lnTo>
                <a:lnTo>
                  <a:pt x="5101943" y="271671"/>
                </a:lnTo>
                <a:lnTo>
                  <a:pt x="5105400" y="318769"/>
                </a:lnTo>
                <a:lnTo>
                  <a:pt x="5105400" y="1593849"/>
                </a:lnTo>
                <a:lnTo>
                  <a:pt x="5101943" y="1640954"/>
                </a:lnTo>
                <a:lnTo>
                  <a:pt x="5091901" y="1685913"/>
                </a:lnTo>
                <a:lnTo>
                  <a:pt x="5075767" y="1728233"/>
                </a:lnTo>
                <a:lnTo>
                  <a:pt x="5054036" y="1767421"/>
                </a:lnTo>
                <a:lnTo>
                  <a:pt x="5027201" y="1802984"/>
                </a:lnTo>
                <a:lnTo>
                  <a:pt x="4995754" y="1834429"/>
                </a:lnTo>
                <a:lnTo>
                  <a:pt x="4960190" y="1861263"/>
                </a:lnTo>
                <a:lnTo>
                  <a:pt x="4921002" y="1882991"/>
                </a:lnTo>
                <a:lnTo>
                  <a:pt x="4878684" y="1899123"/>
                </a:lnTo>
                <a:lnTo>
                  <a:pt x="4833728" y="1909163"/>
                </a:lnTo>
                <a:lnTo>
                  <a:pt x="4786630" y="1912619"/>
                </a:lnTo>
                <a:lnTo>
                  <a:pt x="318769" y="1912619"/>
                </a:lnTo>
                <a:lnTo>
                  <a:pt x="271665" y="1909163"/>
                </a:lnTo>
                <a:lnTo>
                  <a:pt x="226706" y="1899123"/>
                </a:lnTo>
                <a:lnTo>
                  <a:pt x="184386" y="1882991"/>
                </a:lnTo>
                <a:lnTo>
                  <a:pt x="145198" y="1861263"/>
                </a:lnTo>
                <a:lnTo>
                  <a:pt x="109635" y="1834429"/>
                </a:lnTo>
                <a:lnTo>
                  <a:pt x="78190" y="1802984"/>
                </a:lnTo>
                <a:lnTo>
                  <a:pt x="51356" y="1767421"/>
                </a:lnTo>
                <a:lnTo>
                  <a:pt x="29628" y="1728233"/>
                </a:lnTo>
                <a:lnTo>
                  <a:pt x="13496" y="1685913"/>
                </a:lnTo>
                <a:lnTo>
                  <a:pt x="3456" y="1640954"/>
                </a:lnTo>
                <a:lnTo>
                  <a:pt x="0" y="1593849"/>
                </a:lnTo>
                <a:lnTo>
                  <a:pt x="0" y="318769"/>
                </a:lnTo>
                <a:close/>
              </a:path>
            </a:pathLst>
          </a:custGeom>
          <a:ln w="25908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923023" y="3909441"/>
            <a:ext cx="4062095" cy="457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10" dirty="0">
                <a:latin typeface="Calibri"/>
                <a:cs typeface="Calibri"/>
              </a:rPr>
              <a:t>Unknown MDP: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Model-Free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401561" y="4420361"/>
            <a:ext cx="5105400" cy="1905000"/>
          </a:xfrm>
          <a:custGeom>
            <a:avLst/>
            <a:gdLst/>
            <a:ahLst/>
            <a:cxnLst/>
            <a:rect l="l" t="t" r="r" b="b"/>
            <a:pathLst>
              <a:path w="5105400" h="1905000">
                <a:moveTo>
                  <a:pt x="4787899" y="0"/>
                </a:moveTo>
                <a:lnTo>
                  <a:pt x="317499" y="0"/>
                </a:lnTo>
                <a:lnTo>
                  <a:pt x="270573" y="3441"/>
                </a:lnTo>
                <a:lnTo>
                  <a:pt x="225788" y="13439"/>
                </a:lnTo>
                <a:lnTo>
                  <a:pt x="183634" y="29503"/>
                </a:lnTo>
                <a:lnTo>
                  <a:pt x="144601" y="51141"/>
                </a:lnTo>
                <a:lnTo>
                  <a:pt x="109181" y="77865"/>
                </a:lnTo>
                <a:lnTo>
                  <a:pt x="77865" y="109181"/>
                </a:lnTo>
                <a:lnTo>
                  <a:pt x="51141" y="144601"/>
                </a:lnTo>
                <a:lnTo>
                  <a:pt x="29503" y="183634"/>
                </a:lnTo>
                <a:lnTo>
                  <a:pt x="13439" y="225788"/>
                </a:lnTo>
                <a:lnTo>
                  <a:pt x="3441" y="270573"/>
                </a:lnTo>
                <a:lnTo>
                  <a:pt x="0" y="317500"/>
                </a:lnTo>
                <a:lnTo>
                  <a:pt x="0" y="1587487"/>
                </a:lnTo>
                <a:lnTo>
                  <a:pt x="3441" y="1634407"/>
                </a:lnTo>
                <a:lnTo>
                  <a:pt x="13439" y="1679190"/>
                </a:lnTo>
                <a:lnTo>
                  <a:pt x="29503" y="1721344"/>
                </a:lnTo>
                <a:lnTo>
                  <a:pt x="51141" y="1760378"/>
                </a:lnTo>
                <a:lnTo>
                  <a:pt x="77865" y="1795800"/>
                </a:lnTo>
                <a:lnTo>
                  <a:pt x="109181" y="1827120"/>
                </a:lnTo>
                <a:lnTo>
                  <a:pt x="144601" y="1853847"/>
                </a:lnTo>
                <a:lnTo>
                  <a:pt x="183634" y="1875490"/>
                </a:lnTo>
                <a:lnTo>
                  <a:pt x="225788" y="1891557"/>
                </a:lnTo>
                <a:lnTo>
                  <a:pt x="270573" y="1901557"/>
                </a:lnTo>
                <a:lnTo>
                  <a:pt x="317499" y="1905000"/>
                </a:lnTo>
                <a:lnTo>
                  <a:pt x="4787899" y="1905000"/>
                </a:lnTo>
                <a:lnTo>
                  <a:pt x="4834826" y="1901557"/>
                </a:lnTo>
                <a:lnTo>
                  <a:pt x="4879611" y="1891557"/>
                </a:lnTo>
                <a:lnTo>
                  <a:pt x="4921765" y="1875490"/>
                </a:lnTo>
                <a:lnTo>
                  <a:pt x="4960798" y="1853847"/>
                </a:lnTo>
                <a:lnTo>
                  <a:pt x="4996218" y="1827120"/>
                </a:lnTo>
                <a:lnTo>
                  <a:pt x="5027534" y="1795800"/>
                </a:lnTo>
                <a:lnTo>
                  <a:pt x="5054258" y="1760378"/>
                </a:lnTo>
                <a:lnTo>
                  <a:pt x="5075896" y="1721344"/>
                </a:lnTo>
                <a:lnTo>
                  <a:pt x="5091960" y="1679190"/>
                </a:lnTo>
                <a:lnTo>
                  <a:pt x="5101958" y="1634407"/>
                </a:lnTo>
                <a:lnTo>
                  <a:pt x="5105399" y="1587487"/>
                </a:lnTo>
                <a:lnTo>
                  <a:pt x="5105399" y="317500"/>
                </a:lnTo>
                <a:lnTo>
                  <a:pt x="5101958" y="270573"/>
                </a:lnTo>
                <a:lnTo>
                  <a:pt x="5091960" y="225788"/>
                </a:lnTo>
                <a:lnTo>
                  <a:pt x="5075896" y="183634"/>
                </a:lnTo>
                <a:lnTo>
                  <a:pt x="5054258" y="144601"/>
                </a:lnTo>
                <a:lnTo>
                  <a:pt x="5027534" y="109181"/>
                </a:lnTo>
                <a:lnTo>
                  <a:pt x="4996218" y="77865"/>
                </a:lnTo>
                <a:lnTo>
                  <a:pt x="4960798" y="51141"/>
                </a:lnTo>
                <a:lnTo>
                  <a:pt x="4921765" y="29503"/>
                </a:lnTo>
                <a:lnTo>
                  <a:pt x="4879611" y="13439"/>
                </a:lnTo>
                <a:lnTo>
                  <a:pt x="4834826" y="3441"/>
                </a:lnTo>
                <a:lnTo>
                  <a:pt x="4787899" y="0"/>
                </a:lnTo>
                <a:close/>
              </a:path>
            </a:pathLst>
          </a:custGeom>
          <a:solidFill>
            <a:srgbClr val="CCEB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401561" y="4420361"/>
            <a:ext cx="5105400" cy="1905000"/>
          </a:xfrm>
          <a:custGeom>
            <a:avLst/>
            <a:gdLst/>
            <a:ahLst/>
            <a:cxnLst/>
            <a:rect l="l" t="t" r="r" b="b"/>
            <a:pathLst>
              <a:path w="5105400" h="1905000">
                <a:moveTo>
                  <a:pt x="0" y="317500"/>
                </a:moveTo>
                <a:lnTo>
                  <a:pt x="3441" y="270573"/>
                </a:lnTo>
                <a:lnTo>
                  <a:pt x="13439" y="225788"/>
                </a:lnTo>
                <a:lnTo>
                  <a:pt x="29503" y="183634"/>
                </a:lnTo>
                <a:lnTo>
                  <a:pt x="51141" y="144601"/>
                </a:lnTo>
                <a:lnTo>
                  <a:pt x="77865" y="109181"/>
                </a:lnTo>
                <a:lnTo>
                  <a:pt x="109181" y="77865"/>
                </a:lnTo>
                <a:lnTo>
                  <a:pt x="144601" y="51141"/>
                </a:lnTo>
                <a:lnTo>
                  <a:pt x="183634" y="29503"/>
                </a:lnTo>
                <a:lnTo>
                  <a:pt x="225788" y="13439"/>
                </a:lnTo>
                <a:lnTo>
                  <a:pt x="270573" y="3441"/>
                </a:lnTo>
                <a:lnTo>
                  <a:pt x="317499" y="0"/>
                </a:lnTo>
                <a:lnTo>
                  <a:pt x="4787899" y="0"/>
                </a:lnTo>
                <a:lnTo>
                  <a:pt x="4834826" y="3441"/>
                </a:lnTo>
                <a:lnTo>
                  <a:pt x="4879611" y="13439"/>
                </a:lnTo>
                <a:lnTo>
                  <a:pt x="4921765" y="29503"/>
                </a:lnTo>
                <a:lnTo>
                  <a:pt x="4960798" y="51141"/>
                </a:lnTo>
                <a:lnTo>
                  <a:pt x="4996218" y="77865"/>
                </a:lnTo>
                <a:lnTo>
                  <a:pt x="5027534" y="109181"/>
                </a:lnTo>
                <a:lnTo>
                  <a:pt x="5054258" y="144601"/>
                </a:lnTo>
                <a:lnTo>
                  <a:pt x="5075896" y="183634"/>
                </a:lnTo>
                <a:lnTo>
                  <a:pt x="5091960" y="225788"/>
                </a:lnTo>
                <a:lnTo>
                  <a:pt x="5101958" y="270573"/>
                </a:lnTo>
                <a:lnTo>
                  <a:pt x="5105399" y="317500"/>
                </a:lnTo>
                <a:lnTo>
                  <a:pt x="5105399" y="1587487"/>
                </a:lnTo>
                <a:lnTo>
                  <a:pt x="5101958" y="1634407"/>
                </a:lnTo>
                <a:lnTo>
                  <a:pt x="5091960" y="1679190"/>
                </a:lnTo>
                <a:lnTo>
                  <a:pt x="5075896" y="1721344"/>
                </a:lnTo>
                <a:lnTo>
                  <a:pt x="5054258" y="1760378"/>
                </a:lnTo>
                <a:lnTo>
                  <a:pt x="5027534" y="1795800"/>
                </a:lnTo>
                <a:lnTo>
                  <a:pt x="4996218" y="1827120"/>
                </a:lnTo>
                <a:lnTo>
                  <a:pt x="4960798" y="1853847"/>
                </a:lnTo>
                <a:lnTo>
                  <a:pt x="4921765" y="1875490"/>
                </a:lnTo>
                <a:lnTo>
                  <a:pt x="4879611" y="1891557"/>
                </a:lnTo>
                <a:lnTo>
                  <a:pt x="4834826" y="1901557"/>
                </a:lnTo>
                <a:lnTo>
                  <a:pt x="4787899" y="1905000"/>
                </a:lnTo>
                <a:lnTo>
                  <a:pt x="317499" y="1905000"/>
                </a:lnTo>
                <a:lnTo>
                  <a:pt x="270573" y="1901557"/>
                </a:lnTo>
                <a:lnTo>
                  <a:pt x="225788" y="1891557"/>
                </a:lnTo>
                <a:lnTo>
                  <a:pt x="183634" y="1875490"/>
                </a:lnTo>
                <a:lnTo>
                  <a:pt x="144601" y="1853847"/>
                </a:lnTo>
                <a:lnTo>
                  <a:pt x="109181" y="1827120"/>
                </a:lnTo>
                <a:lnTo>
                  <a:pt x="77865" y="1795800"/>
                </a:lnTo>
                <a:lnTo>
                  <a:pt x="51141" y="1760378"/>
                </a:lnTo>
                <a:lnTo>
                  <a:pt x="29503" y="1721344"/>
                </a:lnTo>
                <a:lnTo>
                  <a:pt x="13439" y="1679190"/>
                </a:lnTo>
                <a:lnTo>
                  <a:pt x="3441" y="1634407"/>
                </a:lnTo>
                <a:lnTo>
                  <a:pt x="0" y="1587487"/>
                </a:lnTo>
                <a:lnTo>
                  <a:pt x="0" y="317500"/>
                </a:lnTo>
                <a:close/>
              </a:path>
            </a:pathLst>
          </a:custGeom>
          <a:ln w="25908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431794" y="4608829"/>
            <a:ext cx="1290955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30" dirty="0">
                <a:latin typeface="Calibri"/>
                <a:cs typeface="Calibri"/>
              </a:rPr>
              <a:t>Technique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31794" y="5226050"/>
            <a:ext cx="2037714" cy="298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VI/PI on </a:t>
            </a:r>
            <a:r>
              <a:rPr sz="1800" dirty="0">
                <a:latin typeface="Calibri"/>
                <a:cs typeface="Calibri"/>
              </a:rPr>
              <a:t>approx.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MDP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88340" y="4608829"/>
            <a:ext cx="2270125" cy="14344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Calibri"/>
                <a:cs typeface="Calibri"/>
              </a:rPr>
              <a:t>Goal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980"/>
              </a:spcBef>
            </a:pPr>
            <a:r>
              <a:rPr sz="1800" spc="-5" dirty="0">
                <a:latin typeface="Calibri"/>
                <a:cs typeface="Calibri"/>
              </a:rPr>
              <a:t>Compute V*, </a:t>
            </a:r>
            <a:r>
              <a:rPr sz="1800" dirty="0">
                <a:latin typeface="Calibri"/>
                <a:cs typeface="Calibri"/>
              </a:rPr>
              <a:t>Q*,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5" dirty="0">
                <a:latin typeface="Symbol"/>
                <a:cs typeface="Symbol"/>
              </a:rPr>
              <a:t></a:t>
            </a:r>
            <a:r>
              <a:rPr sz="1800" spc="-15" dirty="0">
                <a:latin typeface="Calibri"/>
                <a:cs typeface="Calibri"/>
              </a:rPr>
              <a:t>*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1800" spc="-5" dirty="0">
                <a:latin typeface="Calibri"/>
                <a:cs typeface="Calibri"/>
              </a:rPr>
              <a:t>Evaluate </a:t>
            </a:r>
            <a:r>
              <a:rPr sz="1800" dirty="0">
                <a:latin typeface="Calibri"/>
                <a:cs typeface="Calibri"/>
              </a:rPr>
              <a:t>a </a:t>
            </a:r>
            <a:r>
              <a:rPr sz="1800" spc="-5" dirty="0">
                <a:latin typeface="Calibri"/>
                <a:cs typeface="Calibri"/>
              </a:rPr>
              <a:t>fixed </a:t>
            </a:r>
            <a:r>
              <a:rPr sz="1800" spc="-10" dirty="0">
                <a:latin typeface="Calibri"/>
                <a:cs typeface="Calibri"/>
              </a:rPr>
              <a:t>policy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Symbol"/>
                <a:cs typeface="Symbol"/>
              </a:rPr>
              <a:t>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31794" y="5744261"/>
            <a:ext cx="1816100" cy="299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PE on approx.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MDP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300209" y="4608829"/>
            <a:ext cx="128905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30" dirty="0">
                <a:latin typeface="Calibri"/>
                <a:cs typeface="Calibri"/>
              </a:rPr>
              <a:t>Technique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300209" y="5226050"/>
            <a:ext cx="1005840" cy="298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Q-learning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556629" y="4608829"/>
            <a:ext cx="2270125" cy="14344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Calibri"/>
                <a:cs typeface="Calibri"/>
              </a:rPr>
              <a:t>Goal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980"/>
              </a:spcBef>
            </a:pPr>
            <a:r>
              <a:rPr sz="1800" spc="-5" dirty="0">
                <a:latin typeface="Calibri"/>
                <a:cs typeface="Calibri"/>
              </a:rPr>
              <a:t>Compute V*, </a:t>
            </a:r>
            <a:r>
              <a:rPr sz="1800" dirty="0">
                <a:latin typeface="Calibri"/>
                <a:cs typeface="Calibri"/>
              </a:rPr>
              <a:t>Q*,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5" dirty="0">
                <a:latin typeface="Symbol"/>
                <a:cs typeface="Symbol"/>
              </a:rPr>
              <a:t></a:t>
            </a:r>
            <a:r>
              <a:rPr sz="1800" spc="-15" dirty="0">
                <a:latin typeface="Calibri"/>
                <a:cs typeface="Calibri"/>
              </a:rPr>
              <a:t>*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1800" spc="-5" dirty="0">
                <a:latin typeface="Calibri"/>
                <a:cs typeface="Calibri"/>
              </a:rPr>
              <a:t>Evaluate </a:t>
            </a:r>
            <a:r>
              <a:rPr sz="1800" dirty="0">
                <a:latin typeface="Calibri"/>
                <a:cs typeface="Calibri"/>
              </a:rPr>
              <a:t>a </a:t>
            </a:r>
            <a:r>
              <a:rPr sz="1800" spc="-5" dirty="0">
                <a:latin typeface="Calibri"/>
                <a:cs typeface="Calibri"/>
              </a:rPr>
              <a:t>fixed </a:t>
            </a:r>
            <a:r>
              <a:rPr sz="1800" spc="-10" dirty="0">
                <a:latin typeface="Calibri"/>
                <a:cs typeface="Calibri"/>
              </a:rPr>
              <a:t>policy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Symbol"/>
                <a:cs typeface="Symbol"/>
              </a:rPr>
              <a:t>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300209" y="5744261"/>
            <a:ext cx="1403985" cy="299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Value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Learning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16985" y="196215"/>
            <a:ext cx="5559425" cy="690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What Just</a:t>
            </a:r>
            <a:r>
              <a:rPr spc="-80" dirty="0"/>
              <a:t> </a:t>
            </a:r>
            <a:r>
              <a:rPr dirty="0"/>
              <a:t>Happened?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5343" y="1403350"/>
            <a:ext cx="9669145" cy="4935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333399"/>
              </a:buClr>
              <a:buFont typeface="Courier New"/>
              <a:buChar char="o"/>
              <a:tabLst>
                <a:tab pos="355600" algn="l"/>
              </a:tabLst>
            </a:pPr>
            <a:r>
              <a:rPr sz="2800" spc="-5" dirty="0">
                <a:latin typeface="Arial"/>
                <a:cs typeface="Arial"/>
              </a:rPr>
              <a:t>That wasn’t </a:t>
            </a:r>
            <a:r>
              <a:rPr sz="2800" dirty="0">
                <a:latin typeface="Arial"/>
                <a:cs typeface="Arial"/>
              </a:rPr>
              <a:t>planning, </a:t>
            </a:r>
            <a:r>
              <a:rPr sz="2800" spc="-5" dirty="0">
                <a:latin typeface="Arial"/>
                <a:cs typeface="Arial"/>
              </a:rPr>
              <a:t>it was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learning!</a:t>
            </a:r>
            <a:endParaRPr sz="28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90"/>
              </a:spcBef>
              <a:buClr>
                <a:srgbClr val="000000"/>
              </a:buClr>
              <a:buFont typeface="Courier New"/>
              <a:buChar char="o"/>
              <a:tabLst>
                <a:tab pos="756920" algn="l"/>
              </a:tabLst>
            </a:pP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Specifically, reinforcement</a:t>
            </a:r>
            <a:r>
              <a:rPr sz="2400" spc="6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learning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75"/>
              </a:spcBef>
              <a:buClr>
                <a:srgbClr val="000000"/>
              </a:buClr>
              <a:buFont typeface="Courier New"/>
              <a:buChar char="o"/>
              <a:tabLst>
                <a:tab pos="756920" algn="l"/>
              </a:tabLst>
            </a:pP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There was an </a:t>
            </a: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MDP, but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you couldn’t solve </a:t>
            </a: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it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with </a:t>
            </a: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just</a:t>
            </a:r>
            <a:r>
              <a:rPr sz="2400" spc="10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computation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75"/>
              </a:spcBef>
              <a:buClr>
                <a:srgbClr val="000000"/>
              </a:buClr>
              <a:buFont typeface="Courier New"/>
              <a:buChar char="o"/>
              <a:tabLst>
                <a:tab pos="756920" algn="l"/>
              </a:tabLst>
            </a:pP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You needed </a:t>
            </a: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to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actually </a:t>
            </a: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act to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figure </a:t>
            </a: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it</a:t>
            </a:r>
            <a:r>
              <a:rPr sz="2400" spc="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out</a:t>
            </a:r>
            <a:endParaRPr sz="2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Font typeface="Courier New"/>
              <a:buChar char="o"/>
            </a:pPr>
            <a:endParaRPr sz="35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lr>
                <a:srgbClr val="333399"/>
              </a:buClr>
              <a:buFont typeface="Courier New"/>
              <a:buChar char="o"/>
              <a:tabLst>
                <a:tab pos="355600" algn="l"/>
              </a:tabLst>
            </a:pPr>
            <a:r>
              <a:rPr sz="2800" spc="-5" dirty="0">
                <a:latin typeface="Arial"/>
                <a:cs typeface="Arial"/>
              </a:rPr>
              <a:t>Important ideas in </a:t>
            </a:r>
            <a:r>
              <a:rPr sz="2800" dirty="0">
                <a:latin typeface="Arial"/>
                <a:cs typeface="Arial"/>
              </a:rPr>
              <a:t>reinforcement </a:t>
            </a:r>
            <a:r>
              <a:rPr sz="2800" spc="-5" dirty="0">
                <a:latin typeface="Arial"/>
                <a:cs typeface="Arial"/>
              </a:rPr>
              <a:t>learning </a:t>
            </a:r>
            <a:r>
              <a:rPr sz="2800" dirty="0">
                <a:latin typeface="Arial"/>
                <a:cs typeface="Arial"/>
              </a:rPr>
              <a:t>that </a:t>
            </a:r>
            <a:r>
              <a:rPr sz="2800" spc="-5" dirty="0">
                <a:latin typeface="Arial"/>
                <a:cs typeface="Arial"/>
              </a:rPr>
              <a:t>came</a:t>
            </a:r>
            <a:r>
              <a:rPr sz="2800" spc="9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up</a:t>
            </a:r>
            <a:endParaRPr sz="28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90"/>
              </a:spcBef>
              <a:buClr>
                <a:srgbClr val="000000"/>
              </a:buClr>
              <a:buFont typeface="Courier New"/>
              <a:buChar char="o"/>
              <a:tabLst>
                <a:tab pos="756920" algn="l"/>
              </a:tabLst>
            </a:pP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Exploration: you have </a:t>
            </a: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to try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unknown actions </a:t>
            </a: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to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get</a:t>
            </a:r>
            <a:r>
              <a:rPr sz="2400" spc="1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information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75"/>
              </a:spcBef>
              <a:buClr>
                <a:srgbClr val="000000"/>
              </a:buClr>
              <a:buFont typeface="Courier New"/>
              <a:buChar char="o"/>
              <a:tabLst>
                <a:tab pos="756920" algn="l"/>
              </a:tabLst>
            </a:pP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Exploitation: eventually, you have </a:t>
            </a: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to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use what you</a:t>
            </a:r>
            <a:r>
              <a:rPr sz="2400" spc="1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know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75"/>
              </a:spcBef>
              <a:buClr>
                <a:srgbClr val="000000"/>
              </a:buClr>
              <a:buFont typeface="Courier New"/>
              <a:buChar char="o"/>
              <a:tabLst>
                <a:tab pos="756920" algn="l"/>
              </a:tabLst>
            </a:pP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Regret: even </a:t>
            </a: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if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you learn intelligently, you make</a:t>
            </a:r>
            <a:r>
              <a:rPr sz="2400" spc="16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mistakes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75"/>
              </a:spcBef>
              <a:buClr>
                <a:srgbClr val="000000"/>
              </a:buClr>
              <a:buFont typeface="Courier New"/>
              <a:buChar char="o"/>
              <a:tabLst>
                <a:tab pos="756920" algn="l"/>
              </a:tabLst>
            </a:pP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Sampling: because </a:t>
            </a: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of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chance, you have </a:t>
            </a: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to try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things</a:t>
            </a:r>
            <a:r>
              <a:rPr sz="2400" spc="1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repeatedly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70"/>
              </a:spcBef>
              <a:buClr>
                <a:srgbClr val="000000"/>
              </a:buClr>
              <a:buFont typeface="Courier New"/>
              <a:buChar char="o"/>
              <a:tabLst>
                <a:tab pos="756920" algn="l"/>
              </a:tabLst>
            </a:pP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Difficulty: learning </a:t>
            </a: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can be much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harder </a:t>
            </a: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than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solving </a:t>
            </a: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a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known</a:t>
            </a:r>
            <a:r>
              <a:rPr sz="2400" spc="1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MDP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317480" y="1600200"/>
            <a:ext cx="1874520" cy="1874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576202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152</TotalTime>
  <Words>2637</Words>
  <Application>Microsoft Office PowerPoint</Application>
  <PresentationFormat>Widescreen</PresentationFormat>
  <Paragraphs>482</Paragraphs>
  <Slides>40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7" baseType="lpstr">
      <vt:lpstr>Aptos</vt:lpstr>
      <vt:lpstr>Arial</vt:lpstr>
      <vt:lpstr>Calibri</vt:lpstr>
      <vt:lpstr>Courier New</vt:lpstr>
      <vt:lpstr>Symbol</vt:lpstr>
      <vt:lpstr>Times New Roman</vt:lpstr>
      <vt:lpstr>Office Theme</vt:lpstr>
      <vt:lpstr>PowerPoint Presentation</vt:lpstr>
      <vt:lpstr>Double Bandits</vt:lpstr>
      <vt:lpstr>Double-Bandit MDP</vt:lpstr>
      <vt:lpstr>Offline Planning</vt:lpstr>
      <vt:lpstr>Let’s Play!</vt:lpstr>
      <vt:lpstr>Online Planning</vt:lpstr>
      <vt:lpstr>Let’s Play!</vt:lpstr>
      <vt:lpstr>What Just Happened?</vt:lpstr>
      <vt:lpstr>PowerPoint Presentation</vt:lpstr>
      <vt:lpstr>Reinforcement Learning</vt:lpstr>
      <vt:lpstr>Reinforcement Learning (online planning)</vt:lpstr>
      <vt:lpstr>Example: Learning to Walk</vt:lpstr>
      <vt:lpstr>Robotics Rubik Cube</vt:lpstr>
      <vt:lpstr>PowerPoint Presentation</vt:lpstr>
      <vt:lpstr>Reinforcement Learning</vt:lpstr>
      <vt:lpstr>Reinforcement Learning</vt:lpstr>
      <vt:lpstr>Reinforcement learning approaches</vt:lpstr>
      <vt:lpstr>Model-Based Learning</vt:lpstr>
      <vt:lpstr>Example: Model-Based Learning</vt:lpstr>
      <vt:lpstr>Example: Model-Based Learning</vt:lpstr>
      <vt:lpstr>Example: Model-Based Learning</vt:lpstr>
      <vt:lpstr>Model-Free Learning</vt:lpstr>
      <vt:lpstr>Direct Evaluation</vt:lpstr>
      <vt:lpstr>Example: Direct Evaluation</vt:lpstr>
      <vt:lpstr>Problems with Direct Evaluation</vt:lpstr>
      <vt:lpstr>Passive Reinforcement Learning</vt:lpstr>
      <vt:lpstr>Why Not Use Policy Evaluation?</vt:lpstr>
      <vt:lpstr>Sample-Based Policy Evaluation?</vt:lpstr>
      <vt:lpstr>Temporal Difference Learning</vt:lpstr>
      <vt:lpstr>Example: Temporal Difference Learning</vt:lpstr>
      <vt:lpstr>Problems with TD Value Learning</vt:lpstr>
      <vt:lpstr>prediction of Q-values</vt:lpstr>
      <vt:lpstr>Q-learning</vt:lpstr>
      <vt:lpstr>Q-learning</vt:lpstr>
      <vt:lpstr>Active Reinforcement Learning</vt:lpstr>
      <vt:lpstr>Detour: Q-Value Iteration</vt:lpstr>
      <vt:lpstr>Q-Learning</vt:lpstr>
      <vt:lpstr>Q-Learning Demo</vt:lpstr>
      <vt:lpstr>The Story So Far: MDPs and RL</vt:lpstr>
      <vt:lpstr>What Just Happened?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573: Artificial Intelligence</dc:title>
  <cp:lastModifiedBy>Dr. Khurram Jadoon khan Asstt. Professor FCS</cp:lastModifiedBy>
  <cp:revision>1</cp:revision>
  <dcterms:created xsi:type="dcterms:W3CDTF">2024-04-15T16:00:46Z</dcterms:created>
  <dcterms:modified xsi:type="dcterms:W3CDTF">2024-04-16T11:55:07Z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2023-02-07T00:00:00Z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2024-04-15T00:00:00Z</vt:filetime>
  </property>
</Properties>
</file>